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1,04% no mês (96% do CDI), acumulando 14,01% (97%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Versos</vt:lpstr>
      <vt:lpstr>Calibri</vt:lpstr>
      <vt:lpstr>Aptos Display</vt:lpstr>
      <vt:lpstr>Arial</vt:lpstr>
      <vt:lpstr>Aptos</vt:lpstr>
      <vt:lpstr>Versos-Light</vt:lpstr>
      <vt:lpstr>Versos Light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2026-10-07T16:52:36Z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