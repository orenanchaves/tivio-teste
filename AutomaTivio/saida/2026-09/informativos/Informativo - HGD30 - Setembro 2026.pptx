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1,09% no mês (100% do CDI), acumulando 14,66% (101%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Versos-Light</vt:lpstr>
      <vt:lpstr>Calibri</vt:lpstr>
      <vt:lpstr>Aptos Display</vt:lpstr>
      <vt:lpstr>Versos Light</vt:lpstr>
      <vt:lpstr>Versos</vt:lpstr>
      <vt:lpstr>Arial</vt:lpstr>
      <vt:lpstr>Aptos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2026-10-06T18:41:12Z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