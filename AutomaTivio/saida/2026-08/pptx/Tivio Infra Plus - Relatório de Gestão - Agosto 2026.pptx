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13400"/>
          </a:xfrm>
          <a:prstGeom prst="rect">
            <a:avLst/>
          </a:prstGeom>
          <a:noFill/>
        </p:spPr>
        <p:txBody>
          <a:bodyPr wrap="none" lIns="0" rIns="0" tIns="0" bIns="0" anchor="t"/>
          <a:lstStyle/>
          <a:p>
            <a:pPr algn="l">
              <a:lnSpc>
                <a:spcPts val="921"/>
              </a:lnSpc>
            </a:pPr>
            <a:r>
              <a:rPr sz="767" b="0" i="0">
                <a:solidFill>
                  <a:srgbClr val="FFFFFF"/>
                </a:solidFill>
                <a:latin typeface="Versos"/>
              </a:rPr>
              <a:t>TIVIO PLUS RF FUNDO INCENTIVADO DE INVESTIMENTO FINANCEIRO EM INFRA – RL </a:t>
            </a:r>
            <a:r>
              <a:rPr sz="629" b="0" i="0">
                <a:solidFill>
                  <a:srgbClr val="FFFFFF"/>
                </a:solidFill>
                <a:latin typeface="Versos"/>
              </a:rPr>
              <a:t>/ CNPJ 32.485.590/0001-86</a:t>
            </a:r>
          </a:p>
        </p:txBody>
      </p:sp>
      <p:sp>
        <p:nvSpPr>
          <p:cNvPr id="4" name="TextBox 3"/>
          <p:cNvSpPr txBox="1"/>
          <p:nvPr/>
        </p:nvSpPr>
        <p:spPr>
          <a:xfrm>
            <a:off x="400680" y="10886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90376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901879"/>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3876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38571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86955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355289"/>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735339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642143"/>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93674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9231350"/>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9525954"/>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82055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87919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63479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681663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728535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775407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822279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86915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916023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