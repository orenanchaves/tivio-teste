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FI CLASSE INVESTIMENTO RF CP RL </a:t>
            </a:r>
            <a:r>
              <a:rPr sz="833"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06803"/>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01386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011971"/>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417258"/>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6824317"/>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6822427"/>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227714"/>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369156"/>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626196"/>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8883236"/>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14027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397316"/>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17618"/>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74441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5971218"/>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198018"/>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424818"/>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66028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665161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6886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687841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105218"/>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7332018"/>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7566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7558818"/>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7785618"/>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801241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8239218"/>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8466018"/>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