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42"/>
              </a:lnSpc>
            </a:pPr>
            <a:r>
              <a:rPr sz="952" b="0" i="0">
                <a:solidFill>
                  <a:srgbClr val="FFFFFF"/>
                </a:solidFill>
                <a:latin typeface="Versos"/>
              </a:rPr>
              <a:t>TIVIO ESPLANADA RESP LIMITADA FIF FI INFRA RENDA FIXA </a:t>
            </a:r>
            <a:r>
              <a:rPr sz="781" b="0" i="0">
                <a:solidFill>
                  <a:srgbClr val="FFFFFF"/>
                </a:solidFill>
                <a:latin typeface="Versos"/>
              </a:rPr>
              <a:t>/ CNPJ 54.853.793/0001-10</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549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5301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738748"/>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736858"/>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2225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22069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7064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704538"/>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71902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7188378"/>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85968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28446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282570"/>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85908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858898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8972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895403"/>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920370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9201819"/>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951012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9508235"/>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81654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814651"/>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53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4545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7218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71417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6190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61828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665161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7128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712033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75967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758905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80654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805777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8534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85264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