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ESPLANADA </a:t>
            </a:r>
            <a:r>
              <a:rPr sz="833" b="0" i="0">
                <a:solidFill>
                  <a:srgbClr val="FFFFFF"/>
                </a:solidFill>
                <a:latin typeface="Versos"/>
              </a:rPr>
              <a:t>/ CNPJ 54.853.793/0001-10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