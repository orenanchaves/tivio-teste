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CP FIF – RL </a:t>
            </a:r>
            <a:r>
              <a:rPr sz="829"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38224"/>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106235"/>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57625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574365"/>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7042376"/>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510505"/>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715380"/>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993801"/>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9272103"/>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55040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82870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3840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80678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607528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343666"/>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612165"/>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880545"/>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71002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7149043"/>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417423"/>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685921"/>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9620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954301"/>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8222799"/>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491179"/>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75967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902805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9296555"/>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9565053"/>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833551"/>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600141"/>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4" name="TextBox 13"/>
          <p:cNvSpPr txBox="1"/>
          <p:nvPr/>
        </p:nvSpPr>
        <p:spPr>
          <a:xfrm>
            <a:off x="400680" y="4789141"/>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6" name="TextBox 15"/>
          <p:cNvSpPr txBox="1"/>
          <p:nvPr/>
        </p:nvSpPr>
        <p:spPr>
          <a:xfrm>
            <a:off x="3878280" y="1883857"/>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7" name="TextBox 16"/>
          <p:cNvSpPr txBox="1"/>
          <p:nvPr/>
        </p:nvSpPr>
        <p:spPr>
          <a:xfrm>
            <a:off x="3878280" y="2385770"/>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8" name="TextBox 17"/>
          <p:cNvSpPr txBox="1"/>
          <p:nvPr/>
        </p:nvSpPr>
        <p:spPr>
          <a:xfrm>
            <a:off x="3878280" y="2574770"/>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00613"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00613" cy="166320"/>
          </a:xfrm>
          <a:prstGeom prst="rect">
            <a:avLst/>
          </a:prstGeom>
          <a:noFill/>
        </p:spPr>
        <p:txBody>
          <a:bodyPr wrap="none" lIns="0" rIns="0" tIns="0" bIns="0" anchor="t"/>
          <a:lstStyle/>
          <a:p>
            <a:pPr algn="l">
              <a:lnSpc>
                <a:spcPts val="1285"/>
              </a:lnSpc>
            </a:pPr>
            <a:r>
              <a:rPr sz="1071" b="1" i="0">
                <a:solidFill>
                  <a:srgbClr val="FFFFFF"/>
                </a:solidFill>
                <a:latin typeface="Versos"/>
              </a:rPr>
              <a:t>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