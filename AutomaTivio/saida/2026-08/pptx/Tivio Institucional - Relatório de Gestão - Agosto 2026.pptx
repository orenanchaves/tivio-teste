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CRPR FIF RL </a:t>
            </a:r>
            <a:r>
              <a:rPr sz="833"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29,93%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47,60%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825,45%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753,88%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0,44%</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71,57%</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4" name="TextBox 43"/>
          <p:cNvSpPr txBox="1"/>
          <p:nvPr/>
        </p:nvSpPr>
        <p:spPr>
          <a:xfrm>
            <a:off x="2831928" y="5638224"/>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3,45%</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6" name="TextBox 45"/>
          <p:cNvSpPr txBox="1"/>
          <p:nvPr/>
        </p:nvSpPr>
        <p:spPr>
          <a:xfrm>
            <a:off x="2827558" y="6106235"/>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47" name="TextBox 46"/>
          <p:cNvSpPr txBox="1"/>
          <p:nvPr/>
        </p:nvSpPr>
        <p:spPr>
          <a:xfrm>
            <a:off x="400680" y="657625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8" name="TextBox 47"/>
          <p:cNvSpPr txBox="1"/>
          <p:nvPr/>
        </p:nvSpPr>
        <p:spPr>
          <a:xfrm>
            <a:off x="2646826" y="6574365"/>
            <a:ext cx="385871" cy="143640"/>
          </a:xfrm>
          <a:prstGeom prst="rect">
            <a:avLst/>
          </a:prstGeom>
          <a:noFill/>
        </p:spPr>
        <p:txBody>
          <a:bodyPr wrap="none" lIns="0" rIns="0" tIns="0" bIns="0" anchor="t"/>
          <a:lstStyle/>
          <a:p>
            <a:pPr algn="l">
              <a:lnSpc>
                <a:spcPts val="1107"/>
              </a:lnSpc>
            </a:pPr>
            <a:r>
              <a:rPr sz="922" b="0" i="0">
                <a:solidFill>
                  <a:srgbClr val="5A82A0"/>
                </a:solidFill>
                <a:latin typeface="Versos"/>
              </a:rPr>
              <a:t>3,06%</a:t>
            </a:r>
          </a:p>
        </p:txBody>
      </p:sp>
      <p:sp>
        <p:nvSpPr>
          <p:cNvPr id="49" name="TextBox 48"/>
          <p:cNvSpPr txBox="1"/>
          <p:nvPr/>
        </p:nvSpPr>
        <p:spPr>
          <a:xfrm>
            <a:off x="400680" y="70442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630761" y="7042376"/>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64848" y="7510505"/>
            <a:ext cx="384274" cy="143640"/>
          </a:xfrm>
          <a:prstGeom prst="rect">
            <a:avLst/>
          </a:prstGeom>
          <a:noFill/>
        </p:spPr>
        <p:txBody>
          <a:bodyPr wrap="none" lIns="0" rIns="0" tIns="0" bIns="0" anchor="t"/>
          <a:lstStyle/>
          <a:p>
            <a:pPr algn="l">
              <a:lnSpc>
                <a:spcPts val="1107"/>
              </a:lnSpc>
            </a:pPr>
            <a:r>
              <a:rPr sz="922" b="0" i="0">
                <a:solidFill>
                  <a:srgbClr val="5A82A0"/>
                </a:solidFill>
                <a:latin typeface="Versos"/>
              </a:rPr>
              <a:t>2,89%</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60318" cy="143640"/>
          </a:xfrm>
          <a:prstGeom prst="rect">
            <a:avLst/>
          </a:prstGeom>
          <a:noFill/>
        </p:spPr>
        <p:txBody>
          <a:bodyPr wrap="none" lIns="0" rIns="0" tIns="0" bIns="0" anchor="t"/>
          <a:lstStyle/>
          <a:p>
            <a:pPr algn="l">
              <a:lnSpc>
                <a:spcPts val="1142"/>
              </a:lnSpc>
            </a:pPr>
            <a:r>
              <a:rPr sz="952" b="0" i="0">
                <a:solidFill>
                  <a:srgbClr val="111111"/>
                </a:solidFill>
                <a:latin typeface="Versos"/>
              </a:rPr>
              <a:t>39,57%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3225" y="8715380"/>
            <a:ext cx="442137" cy="143640"/>
          </a:xfrm>
          <a:prstGeom prst="rect">
            <a:avLst/>
          </a:prstGeom>
          <a:noFill/>
        </p:spPr>
        <p:txBody>
          <a:bodyPr wrap="none" lIns="0" rIns="0" tIns="0" bIns="0" anchor="t"/>
          <a:lstStyle/>
          <a:p>
            <a:pPr algn="l">
              <a:lnSpc>
                <a:spcPts val="1142"/>
              </a:lnSpc>
            </a:pPr>
            <a:r>
              <a:rPr sz="952" b="0" i="0">
                <a:solidFill>
                  <a:srgbClr val="111111"/>
                </a:solidFill>
                <a:latin typeface="Versos"/>
              </a:rPr>
              <a:t>10,53%</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00858" y="8993801"/>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1918" y="9272103"/>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60932" y="9550406"/>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2,43%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1988" y="9828708"/>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38408"/>
            <a:ext cx="484520" cy="143640"/>
          </a:xfrm>
          <a:prstGeom prst="rect">
            <a:avLst/>
          </a:prstGeom>
          <a:noFill/>
        </p:spPr>
        <p:txBody>
          <a:bodyPr wrap="none" lIns="0" rIns="0" tIns="0" bIns="0" anchor="t"/>
          <a:lstStyle/>
          <a:p>
            <a:pPr algn="l">
              <a:lnSpc>
                <a:spcPts val="1142"/>
              </a:lnSpc>
            </a:pPr>
            <a:r>
              <a:rPr sz="952" b="0" i="0">
                <a:solidFill>
                  <a:srgbClr val="111111"/>
                </a:solidFill>
                <a:latin typeface="Versos"/>
              </a:rPr>
              <a:t>44,60%</a:t>
            </a:r>
          </a:p>
        </p:txBody>
      </p:sp>
      <p:sp>
        <p:nvSpPr>
          <p:cNvPr id="69" name="TextBox 68"/>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584051" y="5806788"/>
            <a:ext cx="479606" cy="143640"/>
          </a:xfrm>
          <a:prstGeom prst="rect">
            <a:avLst/>
          </a:prstGeom>
          <a:noFill/>
        </p:spPr>
        <p:txBody>
          <a:bodyPr wrap="none" lIns="0" rIns="0" tIns="0" bIns="0" anchor="t"/>
          <a:lstStyle/>
          <a:p>
            <a:pPr algn="l">
              <a:lnSpc>
                <a:spcPts val="1142"/>
              </a:lnSpc>
            </a:pPr>
            <a:r>
              <a:rPr sz="952" b="0" i="0">
                <a:solidFill>
                  <a:srgbClr val="111111"/>
                </a:solidFill>
                <a:latin typeface="Versos"/>
              </a:rPr>
              <a:t>38,66%</a:t>
            </a:r>
          </a:p>
        </p:txBody>
      </p:sp>
      <p:sp>
        <p:nvSpPr>
          <p:cNvPr id="71" name="TextBox 70"/>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17316" y="607528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73" name="TextBox 72"/>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040" y="6343666"/>
            <a:ext cx="351473" cy="143640"/>
          </a:xfrm>
          <a:prstGeom prst="rect">
            <a:avLst/>
          </a:prstGeom>
          <a:noFill/>
        </p:spPr>
        <p:txBody>
          <a:bodyPr wrap="none" lIns="0" rIns="0" tIns="0" bIns="0" anchor="t"/>
          <a:lstStyle/>
          <a:p>
            <a:pPr algn="l">
              <a:lnSpc>
                <a:spcPts val="1142"/>
              </a:lnSpc>
            </a:pPr>
            <a:r>
              <a:rPr sz="952" b="0" i="0">
                <a:solidFill>
                  <a:srgbClr val="111111"/>
                </a:solidFill>
                <a:latin typeface="Versos"/>
              </a:rPr>
              <a:t>2,13%</a:t>
            </a:r>
          </a:p>
        </p:txBody>
      </p:sp>
      <p:sp>
        <p:nvSpPr>
          <p:cNvPr id="75" name="TextBox 74"/>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6795" y="6612165"/>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2,06%</a:t>
            </a:r>
          </a:p>
        </p:txBody>
      </p:sp>
      <p:sp>
        <p:nvSpPr>
          <p:cNvPr id="77" name="TextBox 76"/>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4433" y="6880545"/>
            <a:ext cx="349753" cy="143640"/>
          </a:xfrm>
          <a:prstGeom prst="rect">
            <a:avLst/>
          </a:prstGeom>
          <a:noFill/>
        </p:spPr>
        <p:txBody>
          <a:bodyPr wrap="none" lIns="0" rIns="0" tIns="0" bIns="0" anchor="t"/>
          <a:lstStyle/>
          <a:p>
            <a:pPr algn="l">
              <a:lnSpc>
                <a:spcPts val="1142"/>
              </a:lnSpc>
            </a:pPr>
            <a:r>
              <a:rPr sz="952" b="0" i="0">
                <a:solidFill>
                  <a:srgbClr val="111111"/>
                </a:solidFill>
                <a:latin typeface="Versos"/>
              </a:rPr>
              <a:t>1,97%</a:t>
            </a:r>
          </a:p>
        </p:txBody>
      </p:sp>
      <p:sp>
        <p:nvSpPr>
          <p:cNvPr id="79" name="TextBox 78"/>
          <p:cNvSpPr txBox="1"/>
          <p:nvPr/>
        </p:nvSpPr>
        <p:spPr>
          <a:xfrm>
            <a:off x="3802680" y="7100257"/>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32148" y="7149043"/>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81" name="TextBox 80"/>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21989" y="7417423"/>
            <a:ext cx="324446" cy="143640"/>
          </a:xfrm>
          <a:prstGeom prst="rect">
            <a:avLst/>
          </a:prstGeom>
          <a:noFill/>
        </p:spPr>
        <p:txBody>
          <a:bodyPr wrap="none" lIns="0" rIns="0" tIns="0" bIns="0" anchor="t"/>
          <a:lstStyle/>
          <a:p>
            <a:pPr algn="l">
              <a:lnSpc>
                <a:spcPts val="1142"/>
              </a:lnSpc>
            </a:pPr>
            <a:r>
              <a:rPr sz="952" b="0" i="0">
                <a:solidFill>
                  <a:srgbClr val="111111"/>
                </a:solidFill>
                <a:latin typeface="Versos"/>
              </a:rPr>
              <a:t>1,18%</a:t>
            </a:r>
          </a:p>
        </p:txBody>
      </p:sp>
      <p:sp>
        <p:nvSpPr>
          <p:cNvPr id="83" name="TextBox 82"/>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4" name="TextBox 83"/>
          <p:cNvSpPr txBox="1"/>
          <p:nvPr/>
        </p:nvSpPr>
        <p:spPr>
          <a:xfrm>
            <a:off x="5520453" y="7685921"/>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85" name="TextBox 84"/>
          <p:cNvSpPr txBox="1"/>
          <p:nvPr/>
        </p:nvSpPr>
        <p:spPr>
          <a:xfrm>
            <a:off x="3802680" y="79620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12657" y="7954301"/>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0,85%</a:t>
            </a:r>
          </a:p>
        </p:txBody>
      </p:sp>
      <p:sp>
        <p:nvSpPr>
          <p:cNvPr id="87" name="TextBox 86"/>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2735" y="8222799"/>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0,50%</a:t>
            </a:r>
          </a:p>
        </p:txBody>
      </p:sp>
      <p:sp>
        <p:nvSpPr>
          <p:cNvPr id="89" name="TextBox 88"/>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498010" y="8491179"/>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1" name="TextBox 90"/>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8010" y="875967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3" name="TextBox 92"/>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902805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6" name="TextBox 95"/>
          <p:cNvSpPr txBox="1"/>
          <p:nvPr/>
        </p:nvSpPr>
        <p:spPr>
          <a:xfrm>
            <a:off x="5498010" y="9296555"/>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97" name="TextBox 96"/>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8" name="TextBox 97"/>
          <p:cNvSpPr txBox="1"/>
          <p:nvPr/>
        </p:nvSpPr>
        <p:spPr>
          <a:xfrm>
            <a:off x="5498010" y="9565053"/>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0,09%</a:t>
            </a:r>
          </a:p>
        </p:txBody>
      </p:sp>
      <p:sp>
        <p:nvSpPr>
          <p:cNvPr id="99" name="TextBox 98"/>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833551"/>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0,01%</a:t>
            </a:r>
          </a:p>
        </p:txBody>
      </p:sp>
      <p:sp>
        <p:nvSpPr>
          <p:cNvPr id="101" name="TextBox 100"/>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R$ 1.815.644.128,24</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R$ 2.491.331.200,61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