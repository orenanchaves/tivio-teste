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30 FIF CIC RF RL </a:t>
            </a:r>
            <a:r>
              <a:rPr sz="829"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8057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78689"/>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60559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605402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53113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529241"/>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70064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7004576"/>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48180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479911"/>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80010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41416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412271"/>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6969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695063"/>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979862"/>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977972"/>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92626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9260763"/>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54556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54367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82835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826464"/>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583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57550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60518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604422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6520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65129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9893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98166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74580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745038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79267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791910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83954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838782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8864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88565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1214325"/>
          </a:xfrm>
          <a:prstGeom prst="rect">
            <a:avLst/>
          </a:prstGeom>
          <a:noFill/>
        </p:spPr>
        <p:txBody>
          <a:bodyPr wrap="square" lIns="0" rIns="0" tIns="0" bIns="0" anchor="t"/>
          <a:lstStyle/>
          <a:p>
            <a:pPr algn="just">
              <a:lnSpc>
                <a:spcPts val="1365"/>
              </a:lnSpc>
            </a:pPr>
            <a:r>
              <a:rPr sz="1101"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23453"/>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317725"/>
            <a:ext cx="6501600" cy="1561140"/>
          </a:xfrm>
          <a:prstGeom prst="rect">
            <a:avLst/>
          </a:prstGeom>
          <a:noFill/>
        </p:spPr>
        <p:txBody>
          <a:bodyPr wrap="square" lIns="0" rIns="0" tIns="0" bIns="0" anchor="t"/>
          <a:lstStyle/>
          <a:p>
            <a:pPr algn="just">
              <a:lnSpc>
                <a:spcPts val="1365"/>
              </a:lnSpc>
            </a:pPr>
            <a:r>
              <a:rPr sz="1101"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8979035"/>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9" name="TextBox 28"/>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