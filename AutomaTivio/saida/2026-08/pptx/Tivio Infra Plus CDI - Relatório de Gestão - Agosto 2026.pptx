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a:t>
            </a:r>
            <a:r>
              <a:rPr sz="833"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45614"/>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43724"/>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595078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5948893"/>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356070"/>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354180"/>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676123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6759348"/>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166525"/>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164635"/>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765072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05092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049037"/>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30796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306077"/>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56500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563117"/>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882204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8820157"/>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07908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077197"/>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33612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334237"/>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62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5454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56890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568134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59158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59081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142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13494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63694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636174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6596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658854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68230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681534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70498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70421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