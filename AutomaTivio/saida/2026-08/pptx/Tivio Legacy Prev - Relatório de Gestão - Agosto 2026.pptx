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LEGACY PREV </a:t>
            </a:r>
            <a:r>
              <a:rPr sz="833" b="0" i="0">
                <a:solidFill>
                  <a:srgbClr val="FFFFFF"/>
                </a:solidFill>
                <a:latin typeface="Versos"/>
              </a:rPr>
              <a:t>/ CNPJ 09.083.848/0001-04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06803"/>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011971"/>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41725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6822427"/>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229604"/>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227714"/>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369156"/>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8626196"/>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8883236"/>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140276"/>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51761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574441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59712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619801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642481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66028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665161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687841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71052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73320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BFDAEA"/>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