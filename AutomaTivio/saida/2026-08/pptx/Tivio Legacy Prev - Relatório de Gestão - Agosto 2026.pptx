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57"/>
              </a:lnSpc>
            </a:pPr>
            <a:r>
              <a:rPr sz="964" b="0" i="0">
                <a:solidFill>
                  <a:srgbClr val="FFFFFF"/>
                </a:solidFill>
                <a:latin typeface="Versos"/>
              </a:rPr>
              <a:t>BV ICATU SEG LEGACY PREV FIF - CIC RF CRED PRIV – RL </a:t>
            </a:r>
            <a:r>
              <a:rPr sz="790" b="0" i="0">
                <a:solidFill>
                  <a:srgbClr val="FFFFFF"/>
                </a:solidFill>
                <a:latin typeface="Versos"/>
              </a:rPr>
              <a:t>/ CNPJ 09.166.056/0001-95</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129978"/>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61381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7097658"/>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58338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581498"/>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943361"/>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923607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9528789"/>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821503"/>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63857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610729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658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65760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70524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704473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7521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751345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793339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798217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8458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845089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89196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9396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938833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