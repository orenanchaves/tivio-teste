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33"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7" name="TextBox 16"/>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8" name="TextBox 17"/>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9" name="TextBox 18"/>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