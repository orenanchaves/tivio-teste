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33"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20269"/>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5260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84944"/>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917281"/>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349619"/>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515158"/>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77928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9043413"/>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307541"/>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571668"/>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3840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80678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6075286"/>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343666"/>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61216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88054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71567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714904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41742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685921"/>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90551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954301"/>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8222799"/>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491179"/>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75967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902805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9296555"/>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9565053"/>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833551"/>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7" name="TextBox 16"/>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8" name="TextBox 17"/>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9" name="TextBox 18"/>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3" name="TextBox 22"/>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