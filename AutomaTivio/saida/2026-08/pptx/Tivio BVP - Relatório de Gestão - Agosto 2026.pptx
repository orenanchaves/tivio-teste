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29"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9,39%</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14,70%</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30,21%</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32,10%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31,33%</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0,13%</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0,73%</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5" name="TextBox 44"/>
          <p:cNvSpPr txBox="1"/>
          <p:nvPr/>
        </p:nvSpPr>
        <p:spPr>
          <a:xfrm>
            <a:off x="2831928" y="5620269"/>
            <a:ext cx="342751" cy="143640"/>
          </a:xfrm>
          <a:prstGeom prst="rect">
            <a:avLst/>
          </a:prstGeom>
          <a:noFill/>
        </p:spPr>
        <p:txBody>
          <a:bodyPr wrap="none" lIns="0" rIns="0" tIns="0" bIns="0" anchor="t"/>
          <a:lstStyle/>
          <a:p>
            <a:pPr algn="l">
              <a:lnSpc>
                <a:spcPts val="1107"/>
              </a:lnSpc>
            </a:pPr>
            <a:r>
              <a:rPr sz="922" b="0" i="0">
                <a:solidFill>
                  <a:srgbClr val="5A82A0"/>
                </a:solidFill>
                <a:latin typeface="Versos"/>
              </a:rPr>
              <a:t>3,51%</a:t>
            </a:r>
          </a:p>
        </p:txBody>
      </p:sp>
      <p:sp>
        <p:nvSpPr>
          <p:cNvPr id="46" name="TextBox 45"/>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7" name="TextBox 46"/>
          <p:cNvSpPr txBox="1"/>
          <p:nvPr/>
        </p:nvSpPr>
        <p:spPr>
          <a:xfrm>
            <a:off x="2779717" y="6052606"/>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48" name="TextBox 47"/>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1060" y="6484944"/>
            <a:ext cx="386731" cy="143640"/>
          </a:xfrm>
          <a:prstGeom prst="rect">
            <a:avLst/>
          </a:prstGeom>
          <a:noFill/>
        </p:spPr>
        <p:txBody>
          <a:bodyPr wrap="none" lIns="0" rIns="0" tIns="0" bIns="0" anchor="t"/>
          <a:lstStyle/>
          <a:p>
            <a:pPr algn="l">
              <a:lnSpc>
                <a:spcPts val="1107"/>
              </a:lnSpc>
            </a:pPr>
            <a:r>
              <a:rPr sz="922" b="0" i="0">
                <a:solidFill>
                  <a:srgbClr val="5A82A0"/>
                </a:solidFill>
                <a:latin typeface="Versos"/>
              </a:rPr>
              <a:t>2,80%</a:t>
            </a:r>
          </a:p>
        </p:txBody>
      </p:sp>
      <p:sp>
        <p:nvSpPr>
          <p:cNvPr id="50" name="TextBox 49"/>
          <p:cNvSpPr txBox="1"/>
          <p:nvPr/>
        </p:nvSpPr>
        <p:spPr>
          <a:xfrm>
            <a:off x="400680" y="691917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419790" y="6917281"/>
            <a:ext cx="379975" cy="143640"/>
          </a:xfrm>
          <a:prstGeom prst="rect">
            <a:avLst/>
          </a:prstGeom>
          <a:noFill/>
        </p:spPr>
        <p:txBody>
          <a:bodyPr wrap="none" lIns="0" rIns="0" tIns="0" bIns="0" anchor="t"/>
          <a:lstStyle/>
          <a:p>
            <a:pPr algn="l">
              <a:lnSpc>
                <a:spcPts val="1107"/>
              </a:lnSpc>
            </a:pPr>
            <a:r>
              <a:rPr sz="922" b="0" i="0">
                <a:solidFill>
                  <a:srgbClr val="5A82A0"/>
                </a:solidFill>
                <a:latin typeface="Versos"/>
              </a:rPr>
              <a:t>2,63%</a:t>
            </a:r>
          </a:p>
        </p:txBody>
      </p:sp>
      <p:sp>
        <p:nvSpPr>
          <p:cNvPr id="52" name="TextBox 51"/>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3" name="TextBox 52"/>
          <p:cNvSpPr txBox="1"/>
          <p:nvPr/>
        </p:nvSpPr>
        <p:spPr>
          <a:xfrm>
            <a:off x="2293987" y="7349619"/>
            <a:ext cx="382923" cy="143640"/>
          </a:xfrm>
          <a:prstGeom prst="rect">
            <a:avLst/>
          </a:prstGeom>
          <a:noFill/>
        </p:spPr>
        <p:txBody>
          <a:bodyPr wrap="none" lIns="0" rIns="0" tIns="0" bIns="0" anchor="t"/>
          <a:lstStyle/>
          <a:p>
            <a:pPr algn="l">
              <a:lnSpc>
                <a:spcPts val="1107"/>
              </a:lnSpc>
            </a:pPr>
            <a:r>
              <a:rPr sz="922" b="0" i="0">
                <a:solidFill>
                  <a:srgbClr val="5A82A0"/>
                </a:solidFill>
                <a:latin typeface="Versos"/>
              </a:rPr>
              <a:t>2,36%</a:t>
            </a:r>
          </a:p>
        </p:txBody>
      </p:sp>
      <p:sp>
        <p:nvSpPr>
          <p:cNvPr id="54" name="TextBox 53"/>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251031"/>
            <a:ext cx="428500" cy="143640"/>
          </a:xfrm>
          <a:prstGeom prst="rect">
            <a:avLst/>
          </a:prstGeom>
          <a:noFill/>
        </p:spPr>
        <p:txBody>
          <a:bodyPr wrap="none" lIns="0" rIns="0" tIns="0" bIns="0" anchor="t"/>
          <a:lstStyle/>
          <a:p>
            <a:pPr algn="l">
              <a:lnSpc>
                <a:spcPts val="1142"/>
              </a:lnSpc>
            </a:pPr>
            <a:r>
              <a:rPr sz="952" b="0" i="0">
                <a:solidFill>
                  <a:srgbClr val="111111"/>
                </a:solidFill>
                <a:latin typeface="Versos"/>
              </a:rPr>
              <a:t>32,12%</a:t>
            </a:r>
          </a:p>
        </p:txBody>
      </p:sp>
      <p:sp>
        <p:nvSpPr>
          <p:cNvPr id="57" name="TextBox 56"/>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403206" y="8515158"/>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6,03%</a:t>
            </a:r>
          </a:p>
        </p:txBody>
      </p:sp>
      <p:sp>
        <p:nvSpPr>
          <p:cNvPr id="59" name="TextBox 58"/>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0" name="TextBox 59"/>
          <p:cNvSpPr txBox="1"/>
          <p:nvPr/>
        </p:nvSpPr>
        <p:spPr>
          <a:xfrm>
            <a:off x="1201449" y="877928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1" name="TextBox 60"/>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2" name="TextBox 61"/>
          <p:cNvSpPr txBox="1"/>
          <p:nvPr/>
        </p:nvSpPr>
        <p:spPr>
          <a:xfrm>
            <a:off x="1196133" y="9043413"/>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2,56%</a:t>
            </a:r>
          </a:p>
        </p:txBody>
      </p:sp>
      <p:sp>
        <p:nvSpPr>
          <p:cNvPr id="63" name="TextBox 62"/>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89636" y="9307541"/>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2,45%</a:t>
            </a:r>
          </a:p>
        </p:txBody>
      </p:sp>
      <p:sp>
        <p:nvSpPr>
          <p:cNvPr id="65" name="TextBox 64"/>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14391" y="9571668"/>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67" name="TextBox 66"/>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77772" y="983579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38408"/>
            <a:ext cx="479729" cy="143640"/>
          </a:xfrm>
          <a:prstGeom prst="rect">
            <a:avLst/>
          </a:prstGeom>
          <a:noFill/>
        </p:spPr>
        <p:txBody>
          <a:bodyPr wrap="none" lIns="0" rIns="0" tIns="0" bIns="0" anchor="t"/>
          <a:lstStyle/>
          <a:p>
            <a:pPr algn="l">
              <a:lnSpc>
                <a:spcPts val="1142"/>
              </a:lnSpc>
            </a:pPr>
            <a:r>
              <a:rPr sz="952" b="0" i="0">
                <a:solidFill>
                  <a:srgbClr val="111111"/>
                </a:solidFill>
                <a:latin typeface="Versos"/>
              </a:rPr>
              <a:t>30,50%</a:t>
            </a:r>
          </a:p>
        </p:txBody>
      </p:sp>
      <p:sp>
        <p:nvSpPr>
          <p:cNvPr id="72" name="TextBox 71"/>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602006" y="5806788"/>
            <a:ext cx="473095" cy="143640"/>
          </a:xfrm>
          <a:prstGeom prst="rect">
            <a:avLst/>
          </a:prstGeom>
          <a:noFill/>
        </p:spPr>
        <p:txBody>
          <a:bodyPr wrap="none" lIns="0" rIns="0" tIns="0" bIns="0" anchor="t"/>
          <a:lstStyle/>
          <a:p>
            <a:pPr algn="l">
              <a:lnSpc>
                <a:spcPts val="1142"/>
              </a:lnSpc>
            </a:pPr>
            <a:r>
              <a:rPr sz="952" b="0" i="0">
                <a:solidFill>
                  <a:srgbClr val="111111"/>
                </a:solidFill>
                <a:latin typeface="Versos"/>
              </a:rPr>
              <a:t>26,86%</a:t>
            </a:r>
          </a:p>
        </p:txBody>
      </p:sp>
      <p:sp>
        <p:nvSpPr>
          <p:cNvPr id="74" name="TextBox 73"/>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5" name="TextBox 74"/>
          <p:cNvSpPr txBox="1"/>
          <p:nvPr/>
        </p:nvSpPr>
        <p:spPr>
          <a:xfrm>
            <a:off x="5678741" y="6075286"/>
            <a:ext cx="397665" cy="143640"/>
          </a:xfrm>
          <a:prstGeom prst="rect">
            <a:avLst/>
          </a:prstGeom>
          <a:noFill/>
        </p:spPr>
        <p:txBody>
          <a:bodyPr wrap="none" lIns="0" rIns="0" tIns="0" bIns="0" anchor="t"/>
          <a:lstStyle/>
          <a:p>
            <a:pPr algn="l">
              <a:lnSpc>
                <a:spcPts val="1142"/>
              </a:lnSpc>
            </a:pPr>
            <a:r>
              <a:rPr sz="952" b="0" i="0">
                <a:solidFill>
                  <a:srgbClr val="111111"/>
                </a:solidFill>
                <a:latin typeface="Versos"/>
              </a:rPr>
              <a:t>4,59%</a:t>
            </a:r>
          </a:p>
        </p:txBody>
      </p:sp>
      <p:sp>
        <p:nvSpPr>
          <p:cNvPr id="76" name="TextBox 75"/>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7" name="TextBox 76"/>
          <p:cNvSpPr txBox="1"/>
          <p:nvPr/>
        </p:nvSpPr>
        <p:spPr>
          <a:xfrm>
            <a:off x="5632436" y="6343666"/>
            <a:ext cx="383783" cy="143640"/>
          </a:xfrm>
          <a:prstGeom prst="rect">
            <a:avLst/>
          </a:prstGeom>
          <a:noFill/>
        </p:spPr>
        <p:txBody>
          <a:bodyPr wrap="none" lIns="0" rIns="0" tIns="0" bIns="0" anchor="t"/>
          <a:lstStyle/>
          <a:p>
            <a:pPr algn="l">
              <a:lnSpc>
                <a:spcPts val="1142"/>
              </a:lnSpc>
            </a:pPr>
            <a:r>
              <a:rPr sz="952" b="0" i="0">
                <a:solidFill>
                  <a:srgbClr val="111111"/>
                </a:solidFill>
                <a:latin typeface="Versos"/>
              </a:rPr>
              <a:t>3,47%</a:t>
            </a:r>
          </a:p>
        </p:txBody>
      </p:sp>
      <p:sp>
        <p:nvSpPr>
          <p:cNvPr id="78" name="TextBox 77"/>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92037" y="661216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2,50%</a:t>
            </a:r>
          </a:p>
        </p:txBody>
      </p:sp>
      <p:sp>
        <p:nvSpPr>
          <p:cNvPr id="80" name="TextBox 79"/>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88966" y="688054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82" name="TextBox 81"/>
          <p:cNvSpPr txBox="1"/>
          <p:nvPr/>
        </p:nvSpPr>
        <p:spPr>
          <a:xfrm>
            <a:off x="3802680" y="71567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3" name="TextBox 82"/>
          <p:cNvSpPr txBox="1"/>
          <p:nvPr/>
        </p:nvSpPr>
        <p:spPr>
          <a:xfrm>
            <a:off x="5554828" y="714904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1,60%</a:t>
            </a:r>
          </a:p>
        </p:txBody>
      </p:sp>
      <p:sp>
        <p:nvSpPr>
          <p:cNvPr id="84" name="TextBox 83"/>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5" name="TextBox 84"/>
          <p:cNvSpPr txBox="1"/>
          <p:nvPr/>
        </p:nvSpPr>
        <p:spPr>
          <a:xfrm>
            <a:off x="5530494" y="7417423"/>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6" name="TextBox 85"/>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7" name="TextBox 86"/>
          <p:cNvSpPr txBox="1"/>
          <p:nvPr/>
        </p:nvSpPr>
        <p:spPr>
          <a:xfrm>
            <a:off x="5523997" y="7685921"/>
            <a:ext cx="400368" cy="143640"/>
          </a:xfrm>
          <a:prstGeom prst="rect">
            <a:avLst/>
          </a:prstGeom>
          <a:noFill/>
        </p:spPr>
        <p:txBody>
          <a:bodyPr wrap="none" lIns="0" rIns="0" tIns="0" bIns="0" anchor="t"/>
          <a:lstStyle/>
          <a:p>
            <a:pPr algn="l">
              <a:lnSpc>
                <a:spcPts val="1142"/>
              </a:lnSpc>
            </a:pPr>
            <a:r>
              <a:rPr sz="952" b="0" i="0">
                <a:solidFill>
                  <a:srgbClr val="111111"/>
                </a:solidFill>
                <a:latin typeface="Versos"/>
              </a:rPr>
              <a:t>0,86%</a:t>
            </a:r>
          </a:p>
        </p:txBody>
      </p:sp>
      <p:sp>
        <p:nvSpPr>
          <p:cNvPr id="88" name="TextBox 87"/>
          <p:cNvSpPr txBox="1"/>
          <p:nvPr/>
        </p:nvSpPr>
        <p:spPr>
          <a:xfrm>
            <a:off x="3802680" y="790551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9" name="TextBox 88"/>
          <p:cNvSpPr txBox="1"/>
          <p:nvPr/>
        </p:nvSpPr>
        <p:spPr>
          <a:xfrm>
            <a:off x="5519508" y="7954301"/>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90" name="TextBox 89"/>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04625" y="8222799"/>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0,39%</a:t>
            </a:r>
          </a:p>
        </p:txBody>
      </p:sp>
      <p:sp>
        <p:nvSpPr>
          <p:cNvPr id="92" name="TextBox 91"/>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3" name="TextBox 92"/>
          <p:cNvSpPr txBox="1"/>
          <p:nvPr/>
        </p:nvSpPr>
        <p:spPr>
          <a:xfrm>
            <a:off x="5501790" y="8491179"/>
            <a:ext cx="392751" cy="143640"/>
          </a:xfrm>
          <a:prstGeom prst="rect">
            <a:avLst/>
          </a:prstGeom>
          <a:noFill/>
        </p:spPr>
        <p:txBody>
          <a:bodyPr wrap="none" lIns="0" rIns="0" tIns="0" bIns="0" anchor="t"/>
          <a:lstStyle/>
          <a:p>
            <a:pPr algn="l">
              <a:lnSpc>
                <a:spcPts val="1142"/>
              </a:lnSpc>
            </a:pPr>
            <a:r>
              <a:rPr sz="952" b="0" i="0">
                <a:solidFill>
                  <a:srgbClr val="111111"/>
                </a:solidFill>
                <a:latin typeface="Versos"/>
              </a:rPr>
              <a:t>0,32%</a:t>
            </a:r>
          </a:p>
        </p:txBody>
      </p:sp>
      <p:sp>
        <p:nvSpPr>
          <p:cNvPr id="94" name="TextBox 93"/>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5" name="TextBox 94"/>
          <p:cNvSpPr txBox="1"/>
          <p:nvPr/>
        </p:nvSpPr>
        <p:spPr>
          <a:xfrm>
            <a:off x="5500608" y="875967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6" name="TextBox 95"/>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7" name="TextBox 96"/>
          <p:cNvSpPr txBox="1"/>
          <p:nvPr/>
        </p:nvSpPr>
        <p:spPr>
          <a:xfrm>
            <a:off x="5499191" y="902805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8" name="TextBox 97"/>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9" name="TextBox 98"/>
          <p:cNvSpPr txBox="1"/>
          <p:nvPr/>
        </p:nvSpPr>
        <p:spPr>
          <a:xfrm>
            <a:off x="5498010" y="9296555"/>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0" name="TextBox 99"/>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1" name="TextBox 100"/>
          <p:cNvSpPr txBox="1"/>
          <p:nvPr/>
        </p:nvSpPr>
        <p:spPr>
          <a:xfrm>
            <a:off x="5498010" y="9565053"/>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2" name="TextBox 101"/>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3" name="TextBox 102"/>
          <p:cNvSpPr txBox="1"/>
          <p:nvPr/>
        </p:nvSpPr>
        <p:spPr>
          <a:xfrm>
            <a:off x="5498010" y="9833551"/>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4" name="TextBox 10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10" name="TextBox 9"/>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4" name="TextBox 13"/>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7" name="TextBox 6"/>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8" name="TextBox 7"/>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9" name="TextBox 8"/>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10" name="TextBox 9"/>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1" name="TextBox 10"/>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2" name="TextBox 11"/>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3" name="TextBox 12"/>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4" name="TextBox 13"/>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5" name="TextBox 14"/>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6" name="TextBox 15"/>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7" name="TextBox 16"/>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8" name="TextBox 17"/>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9" name="TextBox 18"/>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20" name="TextBox 19"/>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1" name="TextBox 20"/>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2" name="TextBox 21"/>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3" name="TextBox 22"/>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4" name="TextBox 23"/>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5" name="TextBox 24"/>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6" name="TextBox 25"/>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7" name="TextBox 26"/>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8" name="TextBox 27"/>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30" name="TextBox 29"/>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1" name="TextBox 30"/>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2" name="TextBox 31"/>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3" name="TextBox 32"/>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4" name="TextBox 33"/>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5" name="TextBox 34"/>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6" name="TextBox 35"/>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7" name="TextBox 36"/>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8" name="TextBox 37"/>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9" name="TextBox 38"/>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40" name="TextBox 39"/>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1" name="TextBox 40"/>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2" name="TextBox 41"/>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3" name="TextBox 42"/>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4" name="TextBox 43"/>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5" name="TextBox 44"/>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6" name="TextBox 45"/>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7" name="TextBox 46"/>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8" name="TextBox 47"/>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9" name="TextBox 48"/>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50" name="TextBox 49"/>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1" name="TextBox 50"/>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2" name="TextBox 51"/>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3" name="TextBox 52"/>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4" name="TextBox 53"/>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5" name="TextBox 54"/>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6" name="TextBox 55"/>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7" name="TextBox 56"/>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8" name="TextBox 57"/>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9" name="TextBox 58"/>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60" name="TextBox 59"/>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1" name="TextBox 60"/>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2" name="TextBox 61"/>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3" name="TextBox 62"/>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4" name="TextBox 63"/>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5" name="TextBox 64"/>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6" name="TextBox 65"/>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7" name="TextBox 66"/>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8" name="TextBox 67"/>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9" name="TextBox 68"/>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70" name="TextBox 69"/>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1" name="TextBox 70"/>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2" name="TextBox 71"/>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3" name="TextBox 72"/>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4" name="TextBox 73"/>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5" name="TextBox 74"/>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6" name="TextBox 75"/>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7" name="TextBox 76"/>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8" name="TextBox 77"/>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9" name="TextBox 78"/>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80" name="TextBox 79"/>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1" name="TextBox 80"/>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2" name="TextBox 81"/>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3" name="TextBox 82"/>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4" name="TextBox 83"/>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6" name="TextBox 85"/>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7" name="TextBox 86"/>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8" name="TextBox 87"/>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9" name="TextBox 88"/>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90" name="TextBox 89"/>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1" name="TextBox 90"/>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3" name="TextBox 92"/>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4" name="TextBox 93"/>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5" name="TextBox 94"/>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6" name="TextBox 95"/>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7" name="TextBox 96"/>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8" name="TextBox 97"/>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9" name="TextBox 98"/>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100" name="TextBox 99"/>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1" name="TextBox 100"/>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2" name="TextBox 101"/>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3" name="TextBox 102"/>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4" name="TextBox 103"/>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5" name="TextBox 104"/>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6" name="TextBox 105"/>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7" name="TextBox 106"/>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8" name="TextBox 107"/>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9" name="TextBox 108"/>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10" name="TextBox 109"/>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1" name="TextBox 110"/>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2" name="TextBox 111"/>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3" name="TextBox 112"/>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4" name="TextBox 113"/>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5" name="TextBox 114"/>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6" name="TextBox 115"/>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7" name="TextBox 116"/>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8" name="TextBox 117"/>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9" name="TextBox 118"/>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20" name="TextBox 119"/>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1" name="TextBox 120"/>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2" name="TextBox 121"/>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3" name="TextBox 122"/>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4" name="TextBox 123"/>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5" name="TextBox 124"/>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6" name="TextBox 125"/>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7" name="TextBox 126"/>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8" name="TextBox 127"/>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9" name="TextBox 128"/>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30" name="TextBox 129"/>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1" name="TextBox 130"/>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2" name="TextBox 131"/>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3" name="TextBox 132"/>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5" name="TextBox 134"/>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6" name="TextBox 135"/>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7" name="TextBox 136"/>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8" name="TextBox 137"/>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9" name="TextBox 138"/>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40" name="TextBox 139"/>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1" name="TextBox 140"/>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2" name="TextBox 141"/>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3" name="TextBox 142"/>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4" name="TextBox 143"/>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5" name="TextBox 144"/>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6" name="TextBox 145"/>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7" name="TextBox 146"/>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8" name="TextBox 147"/>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9" name="TextBox 148"/>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50" name="TextBox 149"/>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1" name="TextBox 150"/>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2" name="TextBox 151"/>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3" name="TextBox 152"/>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4" name="TextBox 153"/>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6" name="TextBox 155"/>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7" name="TextBox 156"/>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8" name="TextBox 157"/>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9" name="TextBox 158"/>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60" name="TextBox 159"/>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1" name="TextBox 160"/>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2" name="TextBox 161"/>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3" name="TextBox 162"/>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4" name="TextBox 163"/>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5" name="TextBox 164"/>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6" name="TextBox 165"/>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7" name="TextBox 166"/>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8" name="TextBox 167"/>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9" name="TextBox 168"/>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70" name="TextBox 169"/>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1" name="TextBox 170"/>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2" name="TextBox 171"/>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3" name="TextBox 172"/>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4" name="TextBox 173"/>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5" name="TextBox 174"/>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6" name="TextBox 175"/>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7" name="TextBox 176"/>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8" name="TextBox 177"/>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9" name="TextBox 178"/>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80" name="TextBox 179"/>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1" name="TextBox 180"/>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2" name="TextBox 181"/>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3" name="TextBox 182"/>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4" name="TextBox 183"/>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5" name="TextBox 184"/>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7" name="TextBox 16"/>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8" name="TextBox 17"/>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9" name="TextBox 18"/>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R$ 749.130.776,26</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R$ 761.087.741,99</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3" name="TextBox 22"/>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30" name="TextBox 29"/>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