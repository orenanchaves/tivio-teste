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83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6253"/>
          </a:xfrm>
          <a:prstGeom prst="rect">
            <a:avLst/>
          </a:prstGeom>
          <a:noFill/>
        </p:spPr>
        <p:txBody>
          <a:bodyPr wrap="square" lIns="0" rIns="0" tIns="0" bIns="0" anchor="t"/>
          <a:lstStyle/>
          <a:p>
            <a:pPr algn="just">
              <a:lnSpc>
                <a:spcPts val="1025"/>
              </a:lnSpc>
            </a:pPr>
            <a:r>
              <a:rPr sz="869"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25095"/>
            <a:ext cx="6728400" cy="786948"/>
          </a:xfrm>
          <a:prstGeom prst="rect">
            <a:avLst/>
          </a:prstGeom>
          <a:noFill/>
        </p:spPr>
        <p:txBody>
          <a:bodyPr wrap="square" lIns="0" rIns="0" tIns="0" bIns="0" anchor="t"/>
          <a:lstStyle/>
          <a:p>
            <a:pPr algn="just">
              <a:lnSpc>
                <a:spcPts val="1025"/>
              </a:lnSpc>
            </a:pPr>
            <a:r>
              <a:rPr sz="869"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172288"/>
            <a:ext cx="6728400" cy="656775"/>
          </a:xfrm>
          <a:prstGeom prst="rect">
            <a:avLst/>
          </a:prstGeom>
          <a:noFill/>
        </p:spPr>
        <p:txBody>
          <a:bodyPr wrap="square" lIns="0" rIns="0" tIns="0" bIns="0" anchor="t"/>
          <a:lstStyle/>
          <a:p>
            <a:pPr algn="just">
              <a:lnSpc>
                <a:spcPts val="1025"/>
              </a:lnSpc>
            </a:pPr>
            <a:r>
              <a:rPr sz="869"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30915"/>
            <a:ext cx="3302208"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48435"/>
            <a:ext cx="974937"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29875"/>
            <a:ext cx="974937"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065955"/>
            <a:ext cx="974937"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7388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7388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7388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7972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7972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7972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5293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5293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