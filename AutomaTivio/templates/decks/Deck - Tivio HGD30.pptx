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2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theme/theme3.xml" ContentType="application/vnd.openxmlformats-officedocument.theme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autoCompressPictures="0">
  <p:sldMasterIdLst>
    <p:sldMasterId id="2147483660" r:id="rId4"/>
    <p:sldMasterId id="2147483677" r:id="rId5"/>
    <p:sldMasterId id="2147483705" r:id="rId6"/>
    <p:sldMasterId id="2147484357" r:id="rId7"/>
  </p:sldMasterIdLst>
  <p:notesMasterIdLst>
    <p:notesMasterId r:id="rId21"/>
  </p:notesMasterIdLst>
  <p:sldIdLst>
    <p:sldId id="2147474431" r:id="rId8"/>
    <p:sldId id="2147474535" r:id="rId9"/>
    <p:sldId id="2147474533" r:id="rId10"/>
    <p:sldId id="262" r:id="rId11"/>
    <p:sldId id="2147474520" r:id="rId12"/>
    <p:sldId id="2147474427" r:id="rId13"/>
    <p:sldId id="2147474401" r:id="rId14"/>
    <p:sldId id="2147474403" r:id="rId15"/>
    <p:sldId id="2147474404" r:id="rId16"/>
    <p:sldId id="2147474428" r:id="rId17"/>
    <p:sldId id="2147474534" r:id="rId18"/>
    <p:sldId id="261" r:id="rId19"/>
    <p:sldId id="2147474276" r:id="rId20"/>
  </p:sldIdLst>
  <p:sldSz cx="12192000" cy="6858000"/>
  <p:notesSz cx="6858000" cy="9144000"/>
  <p:embeddedFontLst>
    <p:embeddedFont>
      <p:font typeface="Versos" panose="020B0503020204030204" pitchFamily="34" charset="0"/>
      <p:regular r:id="rId22"/>
      <p:bold r:id="rId23"/>
      <p:italic r:id="rId24"/>
      <p:boldItalic r:id="rId25"/>
    </p:embeddedFont>
    <p:embeddedFont>
      <p:font typeface="Versos Light" panose="020B0403020204030204" pitchFamily="34" charset="0"/>
      <p:regular r:id="rId26"/>
      <p:italic r:id="rId27"/>
    </p:embeddedFont>
    <p:embeddedFont>
      <p:font typeface="Versos-Light" panose="020B0604020202020204" charset="0"/>
      <p:regular r:id="rId28"/>
    </p:embeddedFont>
  </p:embeddedFontLst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Capa" id="{EB54E247-472D-4B12-ADE4-2FE80114797D}">
          <p14:sldIdLst>
            <p14:sldId id="2147474431"/>
          </p14:sldIdLst>
        </p14:section>
        <p14:section name="Tivio Capital" id="{34B98BB7-C60C-428B-A03A-6FF88F46447E}">
          <p14:sldIdLst>
            <p14:sldId id="2147474535"/>
            <p14:sldId id="2147474533"/>
            <p14:sldId id="262"/>
            <p14:sldId id="2147474520"/>
          </p14:sldIdLst>
        </p14:section>
        <p14:section name="Tivio HGD30" id="{4152B54A-4A51-48B1-81AB-C77B9578C827}">
          <p14:sldIdLst>
            <p14:sldId id="2147474427"/>
            <p14:sldId id="2147474401"/>
            <p14:sldId id="2147474403"/>
            <p14:sldId id="2147474404"/>
            <p14:sldId id="2147474428"/>
            <p14:sldId id="2147474534"/>
            <p14:sldId id="261"/>
          </p14:sldIdLst>
        </p14:section>
        <p14:section name="Disclaimer" id="{05B7D1C3-20E2-49EC-B16F-01861EDB8807}">
          <p14:sldIdLst>
            <p14:sldId id="2147474276"/>
          </p14:sldIdLst>
        </p14:section>
        <p14:section name="Contracapa" id="{A48F8CDE-C796-440C-9CA2-96BBF857DD48}">
          <p14:sldIdLst/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6B13CD18-36C4-B00F-27E3-C925C038061A}" name="Rodrigo Freire" initials="RF" userId="S::rodrigo.freire@tivio.com::af89e0f1-08c0-4a7a-87e1-18c801bbbae8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57F97"/>
    <a:srgbClr val="D3EDDD"/>
    <a:srgbClr val="4A5A61"/>
    <a:srgbClr val="7F7F7F"/>
    <a:srgbClr val="9BB7C7"/>
    <a:srgbClr val="C3D5DA"/>
    <a:srgbClr val="97AFB5"/>
    <a:srgbClr val="0A1418"/>
    <a:srgbClr val="A6A6A6"/>
    <a:srgbClr val="C1F4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69" d="100"/>
          <a:sy n="69" d="100"/>
        </p:scale>
        <p:origin x="1638" y="7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font" Target="fonts/font5.fntdata"/><Relationship Id="rId3" Type="http://schemas.openxmlformats.org/officeDocument/2006/relationships/customXml" Target="../customXml/item3.xml"/><Relationship Id="rId21" Type="http://schemas.openxmlformats.org/officeDocument/2006/relationships/notesMaster" Target="notesMasters/notesMaster1.xml"/><Relationship Id="rId34" Type="http://schemas.microsoft.com/office/2018/10/relationships/authors" Target="authors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font" Target="fonts/font4.fntdata"/><Relationship Id="rId33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4.xml"/><Relationship Id="rId24" Type="http://schemas.openxmlformats.org/officeDocument/2006/relationships/font" Target="fonts/font3.fntdata"/><Relationship Id="rId32" Type="http://schemas.openxmlformats.org/officeDocument/2006/relationships/tableStyles" Target="tableStyle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8.xml"/><Relationship Id="rId23" Type="http://schemas.openxmlformats.org/officeDocument/2006/relationships/font" Target="fonts/font2.fntdata"/><Relationship Id="rId28" Type="http://schemas.openxmlformats.org/officeDocument/2006/relationships/font" Target="fonts/font7.fntdata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font" Target="fonts/font1.fntdata"/><Relationship Id="rId27" Type="http://schemas.openxmlformats.org/officeDocument/2006/relationships/font" Target="fonts/font6.fntdata"/><Relationship Id="rId30" Type="http://schemas.openxmlformats.org/officeDocument/2006/relationships/viewProps" Target="viewProps.xml"/><Relationship Id="rId8" Type="http://schemas.openxmlformats.org/officeDocument/2006/relationships/slide" Target="slides/slid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Gabriel Fiorilli" userId="6dec09dd-bf1e-4f54-a7db-53ed072060ed" providerId="ADAL" clId="{7DBF1522-1442-4072-822F-816E1C27FADA}"/>
    <pc:docChg chg="custSel addSld delSld modSld delMainMaster modMainMaster modSection">
      <pc:chgData name="Gabriel Fiorilli" userId="6dec09dd-bf1e-4f54-a7db-53ed072060ed" providerId="ADAL" clId="{7DBF1522-1442-4072-822F-816E1C27FADA}" dt="2026-10-13T14:39:39.711" v="227" actId="14100"/>
      <pc:docMkLst>
        <pc:docMk/>
      </pc:docMkLst>
      <pc:sldChg chg="modSp mod modClrScheme chgLayout">
        <pc:chgData name="Gabriel Fiorilli" userId="6dec09dd-bf1e-4f54-a7db-53ed072060ed" providerId="ADAL" clId="{7DBF1522-1442-4072-822F-816E1C27FADA}" dt="2026-10-09T18:29:38.485" v="158"/>
        <pc:sldMkLst>
          <pc:docMk/>
          <pc:sldMk cId="783635098" sldId="261"/>
        </pc:sldMkLst>
        <pc:spChg chg="mod ord">
          <ac:chgData name="Gabriel Fiorilli" userId="6dec09dd-bf1e-4f54-a7db-53ed072060ed" providerId="ADAL" clId="{7DBF1522-1442-4072-822F-816E1C27FADA}" dt="2026-10-09T18:29:38.485" v="158"/>
          <ac:spMkLst>
            <pc:docMk/>
            <pc:sldMk cId="783635098" sldId="261"/>
            <ac:spMk id="4" creationId="{3A1C610C-6C19-756C-EF2C-441B19986FBC}"/>
          </ac:spMkLst>
        </pc:spChg>
      </pc:sldChg>
      <pc:sldChg chg="addSp delSp modSp add mod setBg">
        <pc:chgData name="Gabriel Fiorilli" userId="6dec09dd-bf1e-4f54-a7db-53ed072060ed" providerId="ADAL" clId="{7DBF1522-1442-4072-822F-816E1C27FADA}" dt="2026-10-09T19:00:32.278" v="214" actId="1076"/>
        <pc:sldMkLst>
          <pc:docMk/>
          <pc:sldMk cId="297303504" sldId="2147474276"/>
        </pc:sldMkLst>
        <pc:spChg chg="mod">
          <ac:chgData name="Gabriel Fiorilli" userId="6dec09dd-bf1e-4f54-a7db-53ed072060ed" providerId="ADAL" clId="{7DBF1522-1442-4072-822F-816E1C27FADA}" dt="2026-10-09T19:00:32.278" v="214" actId="1076"/>
          <ac:spMkLst>
            <pc:docMk/>
            <pc:sldMk cId="297303504" sldId="2147474276"/>
            <ac:spMk id="2" creationId="{8AF83CD2-9E3E-415F-77E9-29E336F7E214}"/>
          </ac:spMkLst>
        </pc:spChg>
        <pc:spChg chg="mod">
          <ac:chgData name="Gabriel Fiorilli" userId="6dec09dd-bf1e-4f54-a7db-53ed072060ed" providerId="ADAL" clId="{7DBF1522-1442-4072-822F-816E1C27FADA}" dt="2026-10-09T19:00:28.092" v="213" actId="692"/>
          <ac:spMkLst>
            <pc:docMk/>
            <pc:sldMk cId="297303504" sldId="2147474276"/>
            <ac:spMk id="56" creationId="{3721E98C-5942-3086-137B-8293C653468A}"/>
          </ac:spMkLst>
        </pc:spChg>
        <pc:spChg chg="mod">
          <ac:chgData name="Gabriel Fiorilli" userId="6dec09dd-bf1e-4f54-a7db-53ed072060ed" providerId="ADAL" clId="{7DBF1522-1442-4072-822F-816E1C27FADA}" dt="2026-10-09T19:00:28.092" v="213" actId="692"/>
          <ac:spMkLst>
            <pc:docMk/>
            <pc:sldMk cId="297303504" sldId="2147474276"/>
            <ac:spMk id="57" creationId="{661BD50E-F03F-CCE1-85AF-D584C27EF56A}"/>
          </ac:spMkLst>
        </pc:spChg>
        <pc:spChg chg="mod">
          <ac:chgData name="Gabriel Fiorilli" userId="6dec09dd-bf1e-4f54-a7db-53ed072060ed" providerId="ADAL" clId="{7DBF1522-1442-4072-822F-816E1C27FADA}" dt="2026-10-09T19:00:28.092" v="213" actId="692"/>
          <ac:spMkLst>
            <pc:docMk/>
            <pc:sldMk cId="297303504" sldId="2147474276"/>
            <ac:spMk id="58" creationId="{61AB6347-AB9B-2781-CDE4-CD1A78B7255C}"/>
          </ac:spMkLst>
        </pc:spChg>
      </pc:sldChg>
      <pc:sldChg chg="modSp mod">
        <pc:chgData name="Gabriel Fiorilli" userId="6dec09dd-bf1e-4f54-a7db-53ed072060ed" providerId="ADAL" clId="{7DBF1522-1442-4072-822F-816E1C27FADA}" dt="2026-10-09T18:30:58.660" v="162" actId="20577"/>
        <pc:sldMkLst>
          <pc:docMk/>
          <pc:sldMk cId="1778601746" sldId="2147474403"/>
        </pc:sldMkLst>
        <pc:spChg chg="mod">
          <ac:chgData name="Gabriel Fiorilli" userId="6dec09dd-bf1e-4f54-a7db-53ed072060ed" providerId="ADAL" clId="{7DBF1522-1442-4072-822F-816E1C27FADA}" dt="2026-10-09T18:30:53.137" v="160" actId="20577"/>
          <ac:spMkLst>
            <pc:docMk/>
            <pc:sldMk cId="1778601746" sldId="2147474403"/>
            <ac:spMk id="67" creationId="{EA360948-B543-FBA0-A4C0-8C19B2F0EACA}"/>
          </ac:spMkLst>
        </pc:spChg>
        <pc:spChg chg="mod">
          <ac:chgData name="Gabriel Fiorilli" userId="6dec09dd-bf1e-4f54-a7db-53ed072060ed" providerId="ADAL" clId="{7DBF1522-1442-4072-822F-816E1C27FADA}" dt="2026-10-09T18:30:56.140" v="161" actId="20577"/>
          <ac:spMkLst>
            <pc:docMk/>
            <pc:sldMk cId="1778601746" sldId="2147474403"/>
            <ac:spMk id="68" creationId="{0793A382-F0A1-9787-ABC6-5940BCC18F14}"/>
          </ac:spMkLst>
        </pc:spChg>
        <pc:spChg chg="mod">
          <ac:chgData name="Gabriel Fiorilli" userId="6dec09dd-bf1e-4f54-a7db-53ed072060ed" providerId="ADAL" clId="{7DBF1522-1442-4072-822F-816E1C27FADA}" dt="2026-10-09T18:30:58.660" v="162" actId="20577"/>
          <ac:spMkLst>
            <pc:docMk/>
            <pc:sldMk cId="1778601746" sldId="2147474403"/>
            <ac:spMk id="69" creationId="{C3EC589D-1D08-BE37-9C0A-3CAA43D9E832}"/>
          </ac:spMkLst>
        </pc:spChg>
      </pc:sldChg>
      <pc:sldChg chg="addSp delSp modSp mod">
        <pc:chgData name="Gabriel Fiorilli" userId="6dec09dd-bf1e-4f54-a7db-53ed072060ed" providerId="ADAL" clId="{7DBF1522-1442-4072-822F-816E1C27FADA}" dt="2026-10-09T18:32:29.086" v="177" actId="20577"/>
        <pc:sldMkLst>
          <pc:docMk/>
          <pc:sldMk cId="1449239918" sldId="2147474404"/>
        </pc:sldMkLst>
        <pc:graphicFrameChg chg="add mod">
          <ac:chgData name="Gabriel Fiorilli" userId="6dec09dd-bf1e-4f54-a7db-53ed072060ed" providerId="ADAL" clId="{7DBF1522-1442-4072-822F-816E1C27FADA}" dt="2026-10-09T18:31:57.189" v="174" actId="14100"/>
          <ac:graphicFrameMkLst>
            <pc:docMk/>
            <pc:sldMk cId="1449239918" sldId="2147474404"/>
            <ac:graphicFrameMk id="9" creationId="{14C395F0-9338-6C82-6555-458072709C30}"/>
          </ac:graphicFrameMkLst>
        </pc:graphicFrameChg>
        <pc:graphicFrameChg chg="modGraphic">
          <ac:chgData name="Gabriel Fiorilli" userId="6dec09dd-bf1e-4f54-a7db-53ed072060ed" providerId="ADAL" clId="{7DBF1522-1442-4072-822F-816E1C27FADA}" dt="2026-10-09T18:32:21.800" v="176" actId="20577"/>
          <ac:graphicFrameMkLst>
            <pc:docMk/>
            <pc:sldMk cId="1449239918" sldId="2147474404"/>
            <ac:graphicFrameMk id="42" creationId="{0169C62D-9E4F-D02C-E7E1-57FA68D27CE6}"/>
          </ac:graphicFrameMkLst>
        </pc:graphicFrameChg>
        <pc:graphicFrameChg chg="modGraphic">
          <ac:chgData name="Gabriel Fiorilli" userId="6dec09dd-bf1e-4f54-a7db-53ed072060ed" providerId="ADAL" clId="{7DBF1522-1442-4072-822F-816E1C27FADA}" dt="2026-10-09T18:32:29.086" v="177" actId="20577"/>
          <ac:graphicFrameMkLst>
            <pc:docMk/>
            <pc:sldMk cId="1449239918" sldId="2147474404"/>
            <ac:graphicFrameMk id="43" creationId="{13ADE146-CF3D-7C0D-61CE-31A82D4185A3}"/>
          </ac:graphicFrameMkLst>
        </pc:graphicFrameChg>
      </pc:sldChg>
      <pc:sldChg chg="del">
        <pc:chgData name="Gabriel Fiorilli" userId="6dec09dd-bf1e-4f54-a7db-53ed072060ed" providerId="ADAL" clId="{7DBF1522-1442-4072-822F-816E1C27FADA}" dt="2026-10-13T13:41:11.090" v="224" actId="2696"/>
        <pc:sldMkLst>
          <pc:docMk/>
          <pc:sldMk cId="3385116720" sldId="2147474410"/>
        </pc:sldMkLst>
      </pc:sldChg>
      <pc:sldChg chg="delSp del mod">
        <pc:chgData name="Gabriel Fiorilli" userId="6dec09dd-bf1e-4f54-a7db-53ed072060ed" providerId="ADAL" clId="{7DBF1522-1442-4072-822F-816E1C27FADA}" dt="2026-10-13T13:41:04.881" v="223" actId="2696"/>
        <pc:sldMkLst>
          <pc:docMk/>
          <pc:sldMk cId="2448368116" sldId="2147474414"/>
        </pc:sldMkLst>
      </pc:sldChg>
      <pc:sldChg chg="modSp mod">
        <pc:chgData name="Gabriel Fiorilli" userId="6dec09dd-bf1e-4f54-a7db-53ed072060ed" providerId="ADAL" clId="{7DBF1522-1442-4072-822F-816E1C27FADA}" dt="2026-10-13T14:39:39.711" v="227" actId="14100"/>
        <pc:sldMkLst>
          <pc:docMk/>
          <pc:sldMk cId="1372601644" sldId="2147474427"/>
        </pc:sldMkLst>
        <pc:spChg chg="mod">
          <ac:chgData name="Gabriel Fiorilli" userId="6dec09dd-bf1e-4f54-a7db-53ed072060ed" providerId="ADAL" clId="{7DBF1522-1442-4072-822F-816E1C27FADA}" dt="2026-10-13T14:39:39.711" v="227" actId="14100"/>
          <ac:spMkLst>
            <pc:docMk/>
            <pc:sldMk cId="1372601644" sldId="2147474427"/>
            <ac:spMk id="74" creationId="{9F0544F2-187F-1599-7D27-69977B09330D}"/>
          </ac:spMkLst>
        </pc:spChg>
      </pc:sldChg>
      <pc:sldChg chg="addSp delSp modSp mod">
        <pc:chgData name="Gabriel Fiorilli" userId="6dec09dd-bf1e-4f54-a7db-53ed072060ed" providerId="ADAL" clId="{7DBF1522-1442-4072-822F-816E1C27FADA}" dt="2026-10-09T18:58:15.455" v="205" actId="478"/>
        <pc:sldMkLst>
          <pc:docMk/>
          <pc:sldMk cId="117590942" sldId="2147474428"/>
        </pc:sldMkLst>
        <pc:spChg chg="mod">
          <ac:chgData name="Gabriel Fiorilli" userId="6dec09dd-bf1e-4f54-a7db-53ed072060ed" providerId="ADAL" clId="{7DBF1522-1442-4072-822F-816E1C27FADA}" dt="2026-10-09T18:43:52.032" v="181" actId="1076"/>
          <ac:spMkLst>
            <pc:docMk/>
            <pc:sldMk cId="117590942" sldId="2147474428"/>
            <ac:spMk id="11" creationId="{2A6B4856-3E76-0499-8A54-C52816CB4A31}"/>
          </ac:spMkLst>
        </pc:spChg>
        <pc:spChg chg="mod">
          <ac:chgData name="Gabriel Fiorilli" userId="6dec09dd-bf1e-4f54-a7db-53ed072060ed" providerId="ADAL" clId="{7DBF1522-1442-4072-822F-816E1C27FADA}" dt="2026-10-09T18:43:52.032" v="181" actId="1076"/>
          <ac:spMkLst>
            <pc:docMk/>
            <pc:sldMk cId="117590942" sldId="2147474428"/>
            <ac:spMk id="12" creationId="{38722324-FFB4-FF61-A090-238719845692}"/>
          </ac:spMkLst>
        </pc:spChg>
        <pc:spChg chg="add mod">
          <ac:chgData name="Gabriel Fiorilli" userId="6dec09dd-bf1e-4f54-a7db-53ed072060ed" providerId="ADAL" clId="{7DBF1522-1442-4072-822F-816E1C27FADA}" dt="2026-10-09T18:44:50.338" v="197" actId="1076"/>
          <ac:spMkLst>
            <pc:docMk/>
            <pc:sldMk cId="117590942" sldId="2147474428"/>
            <ac:spMk id="13" creationId="{1A3AD69F-96F3-8958-7ADC-64CA49B205A6}"/>
          </ac:spMkLst>
        </pc:spChg>
        <pc:spChg chg="add mod">
          <ac:chgData name="Gabriel Fiorilli" userId="6dec09dd-bf1e-4f54-a7db-53ed072060ed" providerId="ADAL" clId="{7DBF1522-1442-4072-822F-816E1C27FADA}" dt="2026-10-09T18:44:52.397" v="198" actId="1076"/>
          <ac:spMkLst>
            <pc:docMk/>
            <pc:sldMk cId="117590942" sldId="2147474428"/>
            <ac:spMk id="15" creationId="{B44EA01F-E603-46E2-E227-FEDEEB19567D}"/>
          </ac:spMkLst>
        </pc:spChg>
        <pc:spChg chg="mod">
          <ac:chgData name="Gabriel Fiorilli" userId="6dec09dd-bf1e-4f54-a7db-53ed072060ed" providerId="ADAL" clId="{7DBF1522-1442-4072-822F-816E1C27FADA}" dt="2026-10-09T18:44:59.420" v="204" actId="20577"/>
          <ac:spMkLst>
            <pc:docMk/>
            <pc:sldMk cId="117590942" sldId="2147474428"/>
            <ac:spMk id="27" creationId="{F80C51F6-F013-F1DE-5292-38F5EAF6AE99}"/>
          </ac:spMkLst>
        </pc:spChg>
        <pc:graphicFrameChg chg="add mod">
          <ac:chgData name="Gabriel Fiorilli" userId="6dec09dd-bf1e-4f54-a7db-53ed072060ed" providerId="ADAL" clId="{7DBF1522-1442-4072-822F-816E1C27FADA}" dt="2026-10-09T18:44:41.010" v="195"/>
          <ac:graphicFrameMkLst>
            <pc:docMk/>
            <pc:sldMk cId="117590942" sldId="2147474428"/>
            <ac:graphicFrameMk id="8" creationId="{0C41438D-B071-8661-BD3E-680A7689CC9D}"/>
          </ac:graphicFrameMkLst>
        </pc:graphicFrameChg>
      </pc:sldChg>
      <pc:sldChg chg="modSp mod">
        <pc:chgData name="Gabriel Fiorilli" userId="6dec09dd-bf1e-4f54-a7db-53ed072060ed" providerId="ADAL" clId="{7DBF1522-1442-4072-822F-816E1C27FADA}" dt="2026-10-09T19:00:39.940" v="222" actId="20577"/>
        <pc:sldMkLst>
          <pc:docMk/>
          <pc:sldMk cId="693428337" sldId="2147474431"/>
        </pc:sldMkLst>
        <pc:spChg chg="mod">
          <ac:chgData name="Gabriel Fiorilli" userId="6dec09dd-bf1e-4f54-a7db-53ed072060ed" providerId="ADAL" clId="{7DBF1522-1442-4072-822F-816E1C27FADA}" dt="2026-10-09T19:00:39.940" v="222" actId="20577"/>
          <ac:spMkLst>
            <pc:docMk/>
            <pc:sldMk cId="693428337" sldId="2147474431"/>
            <ac:spMk id="6" creationId="{56CE74AE-EE46-16F8-C3DD-624CF901214C}"/>
          </ac:spMkLst>
        </pc:spChg>
      </pc:sldChg>
      <pc:sldChg chg="mod modClrScheme chgLayout">
        <pc:chgData name="Gabriel Fiorilli" userId="6dec09dd-bf1e-4f54-a7db-53ed072060ed" providerId="ADAL" clId="{7DBF1522-1442-4072-822F-816E1C27FADA}" dt="2026-10-09T18:29:38.485" v="158"/>
        <pc:sldMkLst>
          <pc:docMk/>
          <pc:sldMk cId="3533435020" sldId="2147474534"/>
        </pc:sldMkLst>
      </pc:sldChg>
      <pc:sldChg chg="modSp add mod setBg">
        <pc:chgData name="Gabriel Fiorilli" userId="6dec09dd-bf1e-4f54-a7db-53ed072060ed" providerId="ADAL" clId="{7DBF1522-1442-4072-822F-816E1C27FADA}" dt="2026-10-09T18:29:34.993" v="155" actId="20577"/>
        <pc:sldMkLst>
          <pc:docMk/>
          <pc:sldMk cId="1526093130" sldId="2147474535"/>
        </pc:sldMkLst>
        <pc:spChg chg="mod">
          <ac:chgData name="Gabriel Fiorilli" userId="6dec09dd-bf1e-4f54-a7db-53ed072060ed" providerId="ADAL" clId="{7DBF1522-1442-4072-822F-816E1C27FADA}" dt="2026-10-09T18:29:29.319" v="153" actId="20577"/>
          <ac:spMkLst>
            <pc:docMk/>
            <pc:sldMk cId="1526093130" sldId="2147474535"/>
            <ac:spMk id="26" creationId="{7C873CEE-6F57-13CC-6D69-C783CD20E2F2}"/>
          </ac:spMkLst>
        </pc:spChg>
        <pc:spChg chg="mod">
          <ac:chgData name="Gabriel Fiorilli" userId="6dec09dd-bf1e-4f54-a7db-53ed072060ed" providerId="ADAL" clId="{7DBF1522-1442-4072-822F-816E1C27FADA}" dt="2026-10-09T18:29:34.993" v="155" actId="20577"/>
          <ac:spMkLst>
            <pc:docMk/>
            <pc:sldMk cId="1526093130" sldId="2147474535"/>
            <ac:spMk id="33" creationId="{D7CCF729-3F3F-304E-4496-0ED828696854}"/>
          </ac:spMkLst>
        </pc:spChg>
      </pc:sldChg>
      <pc:sldMasterChg chg="delSldLayout modSldLayout sldLayoutOrd">
        <pc:chgData name="Gabriel Fiorilli" userId="6dec09dd-bf1e-4f54-a7db-53ed072060ed" providerId="ADAL" clId="{7DBF1522-1442-4072-822F-816E1C27FADA}" dt="2026-10-09T18:29:38.377" v="157"/>
        <pc:sldMasterMkLst>
          <pc:docMk/>
          <pc:sldMasterMk cId="726675075" sldId="2147483660"/>
        </pc:sldMasterMkLst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752916800" sldId="2147483994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52916800" sldId="2147483994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52916800" sldId="2147483994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52916800" sldId="2147483994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52916800" sldId="2147483994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52916800" sldId="2147483994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810716280" sldId="2147483995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2" creationId="{A0F307EA-4C29-0128-C5F3-1EC020414CC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7" creationId="{FC74B37E-4911-072A-7204-9C9ACA9A1C80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8" creationId="{75ABF0D0-FF53-6AFF-585A-B5197E38DF0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810716280" sldId="2147483995"/>
              <ac:spMk id="11" creationId="{F401465E-A8CD-A3BA-BE2A-9597492FDC6E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062709292" sldId="2147483996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14" creationId="{3D29ABC6-2275-8D02-5D8F-6C312831087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17" creationId="{D0831873-076C-11EE-AA1E-02508B9C565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062709292" sldId="2147483996"/>
              <ac:spMk id="18" creationId="{89936DB2-1144-3AFC-1BBA-E1BDEB5020CC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2962627247" sldId="2147483997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962627247" sldId="2147483997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962627247" sldId="2147483997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962627247" sldId="2147483997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962627247" sldId="2147483997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962627247" sldId="2147483997"/>
              <ac:spMk id="14" creationId="{3D29ABC6-2275-8D02-5D8F-6C312831087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962627247" sldId="2147483997"/>
              <ac:spMk id="18" creationId="{89936DB2-1144-3AFC-1BBA-E1BDEB5020CC}"/>
            </ac:spMkLst>
          </pc:spChg>
        </pc:sldLayoutChg>
        <pc:sldLayoutChg chg="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2169086980" sldId="2147483998"/>
          </pc:sldLayoutMkLst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2182942969" sldId="2147483999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182942969" sldId="2147483999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182942969" sldId="2147483999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182942969" sldId="2147483999"/>
              <ac:spMk id="13" creationId="{7F86D482-580C-D22A-58CC-10B9C4F7EDD2}"/>
            </ac:spMkLst>
          </pc:spChg>
        </pc:sldLayoutChg>
        <pc:sldLayoutChg chg="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09492917" sldId="2147484000"/>
          </pc:sldLayoutMkLst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2818477510" sldId="2147484001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818477510" sldId="2147484001"/>
              <ac:spMk id="6" creationId="{2132BCE3-A04F-8602-64F7-7623C7EAF16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484617393" sldId="2147484002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4617393" sldId="2147484002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4617393" sldId="2147484002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4617393" sldId="2147484002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4617393" sldId="2147484002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4617393" sldId="2147484002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749894925" sldId="2147484003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749894925" sldId="2147484003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749894925" sldId="2147484003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749894925" sldId="2147484003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749894925" sldId="2147484003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749894925" sldId="2147484003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528335870" sldId="2147484004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3" creationId="{7858F1CA-0E09-F094-AD45-52092585CA19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5" creationId="{4E170CD4-5C01-DD85-2A0A-98954D99CAC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7" creationId="{10601806-BC35-9EEE-9C59-2DC0E49D5BA6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9" creationId="{C805EFAA-C04F-7113-90E8-A7D66AF3528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10" creationId="{E9120CB5-4884-D14A-8682-CC106CAFBBEA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528335870" sldId="2147484004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633921292" sldId="2147484005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3" creationId="{7858F1CA-0E09-F094-AD45-52092585CA19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5" creationId="{4E170CD4-5C01-DD85-2A0A-98954D99CAC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7" creationId="{10601806-BC35-9EEE-9C59-2DC0E49D5BA6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9" creationId="{C805EFAA-C04F-7113-90E8-A7D66AF3528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633921292" sldId="2147484005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877110645" sldId="2147484006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3" creationId="{7858F1CA-0E09-F094-AD45-52092585CA19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5" creationId="{4E170CD4-5C01-DD85-2A0A-98954D99CAC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9" creationId="{C805EFAA-C04F-7113-90E8-A7D66AF3528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77110645" sldId="2147484006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444827203" sldId="2147484007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2" creationId="{21758EB3-F057-8CDF-FF61-35E724EF59ED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7" creationId="{5629EC08-34A0-4F4F-BF0C-DAE3D73CA1C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8" creationId="{F37A98A2-2A9D-056F-7CA4-B986B817076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9" creationId="{AECBC137-580C-65EB-C713-E63CDBDB515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10" creationId="{D1CF13AF-F1F7-29D7-F0C3-C23BE528C9A0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444827203" sldId="2147484007"/>
              <ac:spMk id="14" creationId="{47497781-FD6B-9B5D-3237-9AD784B8880E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943119901" sldId="2147484008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14" creationId="{3D29ABC6-2275-8D02-5D8F-6C312831087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17" creationId="{D0831873-076C-11EE-AA1E-02508B9C565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943119901" sldId="2147484008"/>
              <ac:spMk id="18" creationId="{89936DB2-1144-3AFC-1BBA-E1BDEB5020CC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963947614" sldId="2147484367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963947614" sldId="2147484367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963947614" sldId="2147484367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963947614" sldId="2147484367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963947614" sldId="2147484367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963947614" sldId="2147484367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480305905" sldId="2147484368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2" creationId="{A0F307EA-4C29-0128-C5F3-1EC020414CC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7" creationId="{FC74B37E-4911-072A-7204-9C9ACA9A1C80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8" creationId="{75ABF0D0-FF53-6AFF-585A-B5197E38DF0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480305905" sldId="2147484368"/>
              <ac:spMk id="11" creationId="{F401465E-A8CD-A3BA-BE2A-9597492FDC6E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090877526" sldId="2147484369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14" creationId="{3D29ABC6-2275-8D02-5D8F-6C312831087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17" creationId="{D0831873-076C-11EE-AA1E-02508B9C565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090877526" sldId="2147484369"/>
              <ac:spMk id="18" creationId="{89936DB2-1144-3AFC-1BBA-E1BDEB5020CC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682014163" sldId="2147484370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682014163" sldId="2147484370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682014163" sldId="2147484370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682014163" sldId="2147484370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682014163" sldId="2147484370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682014163" sldId="2147484370"/>
              <ac:spMk id="14" creationId="{3D29ABC6-2275-8D02-5D8F-6C312831087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682014163" sldId="2147484370"/>
              <ac:spMk id="18" creationId="{89936DB2-1144-3AFC-1BBA-E1BDEB5020CC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783921642" sldId="2147484372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783921642" sldId="2147484372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783921642" sldId="2147484372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783921642" sldId="2147484372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61251584" sldId="2147484375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61251584" sldId="2147484375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61251584" sldId="2147484375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61251584" sldId="2147484375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61251584" sldId="2147484375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61251584" sldId="2147484375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715798332" sldId="2147484376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15798332" sldId="2147484376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15798332" sldId="2147484376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15798332" sldId="2147484376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15798332" sldId="2147484376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715798332" sldId="2147484376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540334811" sldId="2147484377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3" creationId="{7858F1CA-0E09-F094-AD45-52092585CA19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5" creationId="{4E170CD4-5C01-DD85-2A0A-98954D99CAC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7" creationId="{10601806-BC35-9EEE-9C59-2DC0E49D5BA6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9" creationId="{C805EFAA-C04F-7113-90E8-A7D66AF3528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10" creationId="{E9120CB5-4884-D14A-8682-CC106CAFBBEA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540334811" sldId="2147484377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2389821293" sldId="2147484378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3" creationId="{7858F1CA-0E09-F094-AD45-52092585CA19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5" creationId="{4E170CD4-5C01-DD85-2A0A-98954D99CAC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7" creationId="{10601806-BC35-9EEE-9C59-2DC0E49D5BA6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9" creationId="{C805EFAA-C04F-7113-90E8-A7D66AF3528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2389821293" sldId="2147484378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480377336" sldId="2147484379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3" creationId="{7858F1CA-0E09-F094-AD45-52092585CA19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5" creationId="{4E170CD4-5C01-DD85-2A0A-98954D99CAC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9" creationId="{C805EFAA-C04F-7113-90E8-A7D66AF35288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80377336" sldId="2147484379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3198584975" sldId="2147484380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2" creationId="{21758EB3-F057-8CDF-FF61-35E724EF59ED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7" creationId="{5629EC08-34A0-4F4F-BF0C-DAE3D73CA1CF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8" creationId="{F37A98A2-2A9D-056F-7CA4-B986B817076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9" creationId="{AECBC137-580C-65EB-C713-E63CDBDB515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10" creationId="{D1CF13AF-F1F7-29D7-F0C3-C23BE528C9A0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3198584975" sldId="2147484380"/>
              <ac:spMk id="14" creationId="{47497781-FD6B-9B5D-3237-9AD784B8880E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1822645381" sldId="2147484381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9" creationId="{C2BF5896-7E11-14FB-06A4-95B1CAD37BF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14" creationId="{3D29ABC6-2275-8D02-5D8F-6C3128310873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17" creationId="{D0831873-076C-11EE-AA1E-02508B9C565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1822645381" sldId="2147484381"/>
              <ac:spMk id="18" creationId="{89936DB2-1144-3AFC-1BBA-E1BDEB5020CC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10-09T18:29:38.285" v="156"/>
          <pc:sldLayoutMkLst>
            <pc:docMk/>
            <pc:sldMasterMk cId="726675075" sldId="2147483660"/>
            <pc:sldLayoutMk cId="457207330" sldId="2147484478"/>
          </pc:sldLayoutMkLst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57207330" sldId="2147484478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57207330" sldId="2147484478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10-09T18:29:38.285" v="156"/>
            <ac:spMkLst>
              <pc:docMk/>
              <pc:sldMasterMk cId="726675075" sldId="2147483660"/>
              <pc:sldLayoutMk cId="457207330" sldId="2147484478"/>
              <ac:spMk id="13" creationId="{7F86D482-580C-D22A-58CC-10B9C4F7EDD2}"/>
            </ac:spMkLst>
          </pc:spChg>
        </pc:sldLayoutChg>
      </pc:sldMasterChg>
      <pc:sldMasterChg chg="del delSldLayout">
        <pc:chgData name="Gabriel Fiorilli" userId="6dec09dd-bf1e-4f54-a7db-53ed072060ed" providerId="ADAL" clId="{7DBF1522-1442-4072-822F-816E1C27FADA}" dt="2026-10-13T13:41:04.881" v="223" actId="2696"/>
        <pc:sldMasterMkLst>
          <pc:docMk/>
          <pc:sldMasterMk cId="651312968" sldId="2147483987"/>
        </pc:sldMasterMkLst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1258716693" sldId="2147483988"/>
          </pc:sldLayoutMkLst>
        </pc:sldLayoutChg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3806339356" sldId="2147483989"/>
          </pc:sldLayoutMkLst>
        </pc:sldLayoutChg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948244505" sldId="2147483990"/>
          </pc:sldLayoutMkLst>
        </pc:sldLayoutChg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779341497" sldId="2147483991"/>
          </pc:sldLayoutMkLst>
        </pc:sldLayoutChg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2876067849" sldId="2147483992"/>
          </pc:sldLayoutMkLst>
        </pc:sldLayoutChg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1489701187" sldId="2147484067"/>
          </pc:sldLayoutMkLst>
        </pc:sldLayoutChg>
        <pc:sldLayoutChg chg="del">
          <pc:chgData name="Gabriel Fiorilli" userId="6dec09dd-bf1e-4f54-a7db-53ed072060ed" providerId="ADAL" clId="{7DBF1522-1442-4072-822F-816E1C27FADA}" dt="2026-10-13T13:41:04.881" v="223" actId="2696"/>
          <pc:sldLayoutMkLst>
            <pc:docMk/>
            <pc:sldMasterMk cId="651312968" sldId="2147483987"/>
            <pc:sldLayoutMk cId="849291532" sldId="2147484071"/>
          </pc:sldLayoutMkLst>
        </pc:sldLayoutChg>
      </pc:sldMaster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Set%202026\carteiras_mkt_v2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Set%202026\carteiras_mkt_v2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autoTitleDeleted val="1"/>
    <c:plotArea>
      <c:layout>
        <c:manualLayout>
          <c:layoutTarget val="inner"/>
          <c:xMode val="edge"/>
          <c:yMode val="edge"/>
          <c:x val="1.995336709551862E-3"/>
          <c:y val="3.9146981627296591E-3"/>
          <c:w val="0.96040107956440313"/>
          <c:h val="0.99217061933153605"/>
        </c:manualLayout>
      </c:layout>
      <c:barChart>
        <c:barDir val="col"/>
        <c:grouping val="clustered"/>
        <c:varyColors val="0"/>
        <c:ser>
          <c:idx val="1"/>
          <c:order val="0"/>
          <c:spPr>
            <a:solidFill>
              <a:schemeClr val="bg2">
                <a:lumMod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1" i="0" u="none" strike="noStrike" kern="1200" baseline="0">
                    <a:solidFill>
                      <a:schemeClr val="bg1"/>
                    </a:solidFill>
                    <a:latin typeface="Versos" panose="020B0503020204030204" pitchFamily="34" charset="0"/>
                    <a:ea typeface="+mn-ea"/>
                    <a:cs typeface="+mn-cs"/>
                  </a:defRPr>
                </a:pPr>
                <a:endParaRPr lang="pt-B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Dados!$Q$2:$Q$8</c:f>
              <c:strCache>
                <c:ptCount val="7"/>
                <c:pt idx="0">
                  <c:v>AAA</c:v>
                </c:pt>
                <c:pt idx="1">
                  <c:v>AA+</c:v>
                </c:pt>
                <c:pt idx="2">
                  <c:v>A</c:v>
                </c:pt>
                <c:pt idx="3">
                  <c:v>AA-</c:v>
                </c:pt>
                <c:pt idx="4">
                  <c:v>AA</c:v>
                </c:pt>
                <c:pt idx="5">
                  <c:v>A+</c:v>
                </c:pt>
                <c:pt idx="6">
                  <c:v>BB</c:v>
                </c:pt>
              </c:strCache>
            </c:strRef>
          </c:cat>
          <c:val>
            <c:numRef>
              <c:f>Dados!$R$2:$R$8</c:f>
              <c:numCache>
                <c:formatCode>0.00%</c:formatCode>
                <c:ptCount val="7"/>
                <c:pt idx="0">
                  <c:v>0.36545171121259001</c:v>
                </c:pt>
                <c:pt idx="1">
                  <c:v>0.10169115887230068</c:v>
                </c:pt>
                <c:pt idx="2">
                  <c:v>5.6292855612448532E-2</c:v>
                </c:pt>
                <c:pt idx="3">
                  <c:v>4.7176271438406206E-2</c:v>
                </c:pt>
                <c:pt idx="4">
                  <c:v>4.0135701822160606E-2</c:v>
                </c:pt>
                <c:pt idx="5">
                  <c:v>3.4392604842147262E-2</c:v>
                </c:pt>
                <c:pt idx="6">
                  <c:v>8.0454295857958005E-3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EB-46FC-B0A3-1C252BBC381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2"/>
        <c:axId val="1847786048"/>
        <c:axId val="1847786528"/>
      </c:barChart>
      <c:catAx>
        <c:axId val="18477860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5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1847786528"/>
        <c:crosses val="autoZero"/>
        <c:auto val="1"/>
        <c:lblAlgn val="ctr"/>
        <c:lblOffset val="100"/>
        <c:noMultiLvlLbl val="0"/>
      </c:catAx>
      <c:valAx>
        <c:axId val="1847786528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1847786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5443996772456913E-2"/>
          <c:y val="4.6721111086213997E-2"/>
          <c:w val="0.94455600322754307"/>
          <c:h val="0.78487386470542786"/>
        </c:manualLayout>
      </c:layout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45786</c:v>
                </c:pt>
                <c:pt idx="1">
                  <c:v>45789</c:v>
                </c:pt>
                <c:pt idx="2">
                  <c:v>45790</c:v>
                </c:pt>
                <c:pt idx="3">
                  <c:v>45791</c:v>
                </c:pt>
                <c:pt idx="4">
                  <c:v>45792</c:v>
                </c:pt>
                <c:pt idx="5">
                  <c:v>45793</c:v>
                </c:pt>
                <c:pt idx="6">
                  <c:v>45796</c:v>
                </c:pt>
                <c:pt idx="7">
                  <c:v>45797</c:v>
                </c:pt>
                <c:pt idx="8">
                  <c:v>45798</c:v>
                </c:pt>
                <c:pt idx="9">
                  <c:v>45799</c:v>
                </c:pt>
                <c:pt idx="10">
                  <c:v>45800</c:v>
                </c:pt>
                <c:pt idx="11">
                  <c:v>45803</c:v>
                </c:pt>
                <c:pt idx="12">
                  <c:v>45804</c:v>
                </c:pt>
                <c:pt idx="13">
                  <c:v>45805</c:v>
                </c:pt>
                <c:pt idx="14">
                  <c:v>45806</c:v>
                </c:pt>
                <c:pt idx="15">
                  <c:v>45807</c:v>
                </c:pt>
                <c:pt idx="16">
                  <c:v>45810</c:v>
                </c:pt>
                <c:pt idx="17">
                  <c:v>45811</c:v>
                </c:pt>
                <c:pt idx="18">
                  <c:v>45812</c:v>
                </c:pt>
                <c:pt idx="19">
                  <c:v>45813</c:v>
                </c:pt>
                <c:pt idx="20">
                  <c:v>45814</c:v>
                </c:pt>
                <c:pt idx="21">
                  <c:v>45817</c:v>
                </c:pt>
                <c:pt idx="22">
                  <c:v>45818</c:v>
                </c:pt>
                <c:pt idx="23">
                  <c:v>45819</c:v>
                </c:pt>
                <c:pt idx="24">
                  <c:v>45820</c:v>
                </c:pt>
                <c:pt idx="25">
                  <c:v>45821</c:v>
                </c:pt>
                <c:pt idx="26">
                  <c:v>45824</c:v>
                </c:pt>
                <c:pt idx="27">
                  <c:v>45825</c:v>
                </c:pt>
                <c:pt idx="28">
                  <c:v>45826</c:v>
                </c:pt>
                <c:pt idx="29">
                  <c:v>45828</c:v>
                </c:pt>
                <c:pt idx="30">
                  <c:v>45831</c:v>
                </c:pt>
                <c:pt idx="31">
                  <c:v>45832</c:v>
                </c:pt>
                <c:pt idx="32">
                  <c:v>45833</c:v>
                </c:pt>
                <c:pt idx="33">
                  <c:v>45834</c:v>
                </c:pt>
                <c:pt idx="34">
                  <c:v>45835</c:v>
                </c:pt>
                <c:pt idx="35">
                  <c:v>45838</c:v>
                </c:pt>
                <c:pt idx="36">
                  <c:v>45839</c:v>
                </c:pt>
                <c:pt idx="37">
                  <c:v>45840</c:v>
                </c:pt>
                <c:pt idx="38">
                  <c:v>45841</c:v>
                </c:pt>
                <c:pt idx="39">
                  <c:v>45842</c:v>
                </c:pt>
                <c:pt idx="40">
                  <c:v>45845</c:v>
                </c:pt>
                <c:pt idx="41">
                  <c:v>45846</c:v>
                </c:pt>
                <c:pt idx="42">
                  <c:v>45847</c:v>
                </c:pt>
                <c:pt idx="43">
                  <c:v>45848</c:v>
                </c:pt>
                <c:pt idx="44">
                  <c:v>45849</c:v>
                </c:pt>
                <c:pt idx="45">
                  <c:v>45852</c:v>
                </c:pt>
                <c:pt idx="46">
                  <c:v>45853</c:v>
                </c:pt>
                <c:pt idx="47">
                  <c:v>45854</c:v>
                </c:pt>
                <c:pt idx="48">
                  <c:v>45855</c:v>
                </c:pt>
                <c:pt idx="49">
                  <c:v>45856</c:v>
                </c:pt>
                <c:pt idx="50">
                  <c:v>45859</c:v>
                </c:pt>
                <c:pt idx="51">
                  <c:v>45860</c:v>
                </c:pt>
                <c:pt idx="52">
                  <c:v>45861</c:v>
                </c:pt>
                <c:pt idx="53">
                  <c:v>45862</c:v>
                </c:pt>
                <c:pt idx="54">
                  <c:v>45863</c:v>
                </c:pt>
                <c:pt idx="55">
                  <c:v>45866</c:v>
                </c:pt>
                <c:pt idx="56">
                  <c:v>45867</c:v>
                </c:pt>
                <c:pt idx="57">
                  <c:v>45868</c:v>
                </c:pt>
                <c:pt idx="58">
                  <c:v>45869</c:v>
                </c:pt>
                <c:pt idx="59">
                  <c:v>45870</c:v>
                </c:pt>
                <c:pt idx="60">
                  <c:v>45873</c:v>
                </c:pt>
                <c:pt idx="61">
                  <c:v>45874</c:v>
                </c:pt>
                <c:pt idx="62">
                  <c:v>45875</c:v>
                </c:pt>
                <c:pt idx="63">
                  <c:v>45876</c:v>
                </c:pt>
                <c:pt idx="64">
                  <c:v>45877</c:v>
                </c:pt>
                <c:pt idx="65">
                  <c:v>45880</c:v>
                </c:pt>
                <c:pt idx="66">
                  <c:v>45881</c:v>
                </c:pt>
                <c:pt idx="67">
                  <c:v>45882</c:v>
                </c:pt>
                <c:pt idx="68">
                  <c:v>45883</c:v>
                </c:pt>
                <c:pt idx="69">
                  <c:v>45884</c:v>
                </c:pt>
                <c:pt idx="70">
                  <c:v>45887</c:v>
                </c:pt>
                <c:pt idx="71">
                  <c:v>45888</c:v>
                </c:pt>
                <c:pt idx="72">
                  <c:v>45889</c:v>
                </c:pt>
                <c:pt idx="73">
                  <c:v>45890</c:v>
                </c:pt>
                <c:pt idx="74">
                  <c:v>45891</c:v>
                </c:pt>
                <c:pt idx="75">
                  <c:v>45894</c:v>
                </c:pt>
                <c:pt idx="76">
                  <c:v>45895</c:v>
                </c:pt>
                <c:pt idx="77">
                  <c:v>45896</c:v>
                </c:pt>
                <c:pt idx="78">
                  <c:v>45897</c:v>
                </c:pt>
                <c:pt idx="79">
                  <c:v>45898</c:v>
                </c:pt>
                <c:pt idx="80">
                  <c:v>45901</c:v>
                </c:pt>
                <c:pt idx="81">
                  <c:v>45902</c:v>
                </c:pt>
                <c:pt idx="82">
                  <c:v>45903</c:v>
                </c:pt>
                <c:pt idx="83">
                  <c:v>45904</c:v>
                </c:pt>
                <c:pt idx="84">
                  <c:v>45905</c:v>
                </c:pt>
                <c:pt idx="85">
                  <c:v>45908</c:v>
                </c:pt>
                <c:pt idx="86">
                  <c:v>45909</c:v>
                </c:pt>
                <c:pt idx="87">
                  <c:v>45910</c:v>
                </c:pt>
                <c:pt idx="88">
                  <c:v>45911</c:v>
                </c:pt>
                <c:pt idx="89">
                  <c:v>45912</c:v>
                </c:pt>
                <c:pt idx="90">
                  <c:v>45915</c:v>
                </c:pt>
                <c:pt idx="91">
                  <c:v>45916</c:v>
                </c:pt>
                <c:pt idx="92">
                  <c:v>45917</c:v>
                </c:pt>
                <c:pt idx="93">
                  <c:v>45918</c:v>
                </c:pt>
                <c:pt idx="94">
                  <c:v>45919</c:v>
                </c:pt>
                <c:pt idx="95">
                  <c:v>45922</c:v>
                </c:pt>
                <c:pt idx="96">
                  <c:v>45923</c:v>
                </c:pt>
                <c:pt idx="97">
                  <c:v>45924</c:v>
                </c:pt>
                <c:pt idx="98">
                  <c:v>45925</c:v>
                </c:pt>
                <c:pt idx="99">
                  <c:v>45926</c:v>
                </c:pt>
                <c:pt idx="100">
                  <c:v>45929</c:v>
                </c:pt>
                <c:pt idx="101">
                  <c:v>45930</c:v>
                </c:pt>
                <c:pt idx="102">
                  <c:v>45931</c:v>
                </c:pt>
                <c:pt idx="103">
                  <c:v>45932</c:v>
                </c:pt>
                <c:pt idx="104">
                  <c:v>45933</c:v>
                </c:pt>
                <c:pt idx="105">
                  <c:v>45936</c:v>
                </c:pt>
                <c:pt idx="106">
                  <c:v>45937</c:v>
                </c:pt>
                <c:pt idx="107">
                  <c:v>45938</c:v>
                </c:pt>
                <c:pt idx="108">
                  <c:v>45939</c:v>
                </c:pt>
                <c:pt idx="109">
                  <c:v>45940</c:v>
                </c:pt>
                <c:pt idx="110">
                  <c:v>45943</c:v>
                </c:pt>
                <c:pt idx="111">
                  <c:v>45944</c:v>
                </c:pt>
                <c:pt idx="112">
                  <c:v>45945</c:v>
                </c:pt>
                <c:pt idx="113">
                  <c:v>45946</c:v>
                </c:pt>
                <c:pt idx="114">
                  <c:v>45947</c:v>
                </c:pt>
                <c:pt idx="115">
                  <c:v>45950</c:v>
                </c:pt>
                <c:pt idx="116">
                  <c:v>45951</c:v>
                </c:pt>
                <c:pt idx="117">
                  <c:v>45952</c:v>
                </c:pt>
                <c:pt idx="118">
                  <c:v>45953</c:v>
                </c:pt>
                <c:pt idx="119">
                  <c:v>45954</c:v>
                </c:pt>
                <c:pt idx="120">
                  <c:v>45957</c:v>
                </c:pt>
                <c:pt idx="121">
                  <c:v>45958</c:v>
                </c:pt>
                <c:pt idx="122">
                  <c:v>45959</c:v>
                </c:pt>
                <c:pt idx="123">
                  <c:v>45960</c:v>
                </c:pt>
                <c:pt idx="124">
                  <c:v>45961</c:v>
                </c:pt>
                <c:pt idx="125">
                  <c:v>45964</c:v>
                </c:pt>
                <c:pt idx="126">
                  <c:v>45965</c:v>
                </c:pt>
                <c:pt idx="127">
                  <c:v>45966</c:v>
                </c:pt>
                <c:pt idx="128">
                  <c:v>45967</c:v>
                </c:pt>
                <c:pt idx="129">
                  <c:v>45968</c:v>
                </c:pt>
                <c:pt idx="130">
                  <c:v>45971</c:v>
                </c:pt>
                <c:pt idx="131">
                  <c:v>45972</c:v>
                </c:pt>
                <c:pt idx="132">
                  <c:v>45973</c:v>
                </c:pt>
                <c:pt idx="133">
                  <c:v>45974</c:v>
                </c:pt>
                <c:pt idx="134">
                  <c:v>45975</c:v>
                </c:pt>
                <c:pt idx="135">
                  <c:v>45978</c:v>
                </c:pt>
                <c:pt idx="136">
                  <c:v>45979</c:v>
                </c:pt>
                <c:pt idx="137">
                  <c:v>45980</c:v>
                </c:pt>
                <c:pt idx="138">
                  <c:v>45982</c:v>
                </c:pt>
                <c:pt idx="139">
                  <c:v>45985</c:v>
                </c:pt>
                <c:pt idx="140">
                  <c:v>45986</c:v>
                </c:pt>
                <c:pt idx="141">
                  <c:v>45987</c:v>
                </c:pt>
                <c:pt idx="142">
                  <c:v>45988</c:v>
                </c:pt>
                <c:pt idx="143">
                  <c:v>45989</c:v>
                </c:pt>
                <c:pt idx="144">
                  <c:v>45992</c:v>
                </c:pt>
                <c:pt idx="145">
                  <c:v>45993</c:v>
                </c:pt>
                <c:pt idx="146">
                  <c:v>45994</c:v>
                </c:pt>
                <c:pt idx="147">
                  <c:v>45995</c:v>
                </c:pt>
                <c:pt idx="148">
                  <c:v>45996</c:v>
                </c:pt>
                <c:pt idx="149">
                  <c:v>45999</c:v>
                </c:pt>
                <c:pt idx="150">
                  <c:v>46000</c:v>
                </c:pt>
                <c:pt idx="151">
                  <c:v>46001</c:v>
                </c:pt>
                <c:pt idx="152">
                  <c:v>46002</c:v>
                </c:pt>
                <c:pt idx="153">
                  <c:v>46003</c:v>
                </c:pt>
                <c:pt idx="154">
                  <c:v>46006</c:v>
                </c:pt>
                <c:pt idx="155">
                  <c:v>46007</c:v>
                </c:pt>
                <c:pt idx="156">
                  <c:v>46008</c:v>
                </c:pt>
                <c:pt idx="157">
                  <c:v>46009</c:v>
                </c:pt>
                <c:pt idx="158">
                  <c:v>46010</c:v>
                </c:pt>
                <c:pt idx="159">
                  <c:v>46013</c:v>
                </c:pt>
                <c:pt idx="160">
                  <c:v>46014</c:v>
                </c:pt>
                <c:pt idx="161">
                  <c:v>46015</c:v>
                </c:pt>
                <c:pt idx="162">
                  <c:v>46017</c:v>
                </c:pt>
                <c:pt idx="163">
                  <c:v>46020</c:v>
                </c:pt>
                <c:pt idx="164">
                  <c:v>46021</c:v>
                </c:pt>
                <c:pt idx="165">
                  <c:v>46022</c:v>
                </c:pt>
                <c:pt idx="166">
                  <c:v>46024</c:v>
                </c:pt>
                <c:pt idx="167">
                  <c:v>46027</c:v>
                </c:pt>
                <c:pt idx="168">
                  <c:v>46028</c:v>
                </c:pt>
                <c:pt idx="169">
                  <c:v>46029</c:v>
                </c:pt>
                <c:pt idx="170">
                  <c:v>46030</c:v>
                </c:pt>
                <c:pt idx="171">
                  <c:v>46031</c:v>
                </c:pt>
                <c:pt idx="172">
                  <c:v>46034</c:v>
                </c:pt>
                <c:pt idx="173">
                  <c:v>46035</c:v>
                </c:pt>
                <c:pt idx="174">
                  <c:v>46036</c:v>
                </c:pt>
                <c:pt idx="175">
                  <c:v>46037</c:v>
                </c:pt>
                <c:pt idx="176">
                  <c:v>46038</c:v>
                </c:pt>
                <c:pt idx="177">
                  <c:v>46041</c:v>
                </c:pt>
                <c:pt idx="178">
                  <c:v>46042</c:v>
                </c:pt>
                <c:pt idx="179">
                  <c:v>46043</c:v>
                </c:pt>
                <c:pt idx="180">
                  <c:v>46044</c:v>
                </c:pt>
                <c:pt idx="181">
                  <c:v>46045</c:v>
                </c:pt>
                <c:pt idx="182">
                  <c:v>46048</c:v>
                </c:pt>
                <c:pt idx="183">
                  <c:v>46049</c:v>
                </c:pt>
                <c:pt idx="184">
                  <c:v>46050</c:v>
                </c:pt>
                <c:pt idx="185">
                  <c:v>46051</c:v>
                </c:pt>
                <c:pt idx="186">
                  <c:v>46052</c:v>
                </c:pt>
                <c:pt idx="187">
                  <c:v>46055</c:v>
                </c:pt>
                <c:pt idx="188">
                  <c:v>46056</c:v>
                </c:pt>
                <c:pt idx="189">
                  <c:v>46057</c:v>
                </c:pt>
                <c:pt idx="190">
                  <c:v>46058</c:v>
                </c:pt>
                <c:pt idx="191">
                  <c:v>46059</c:v>
                </c:pt>
                <c:pt idx="192">
                  <c:v>46062</c:v>
                </c:pt>
                <c:pt idx="193">
                  <c:v>46063</c:v>
                </c:pt>
                <c:pt idx="194">
                  <c:v>46064</c:v>
                </c:pt>
                <c:pt idx="195">
                  <c:v>46065</c:v>
                </c:pt>
                <c:pt idx="196">
                  <c:v>46066</c:v>
                </c:pt>
                <c:pt idx="197">
                  <c:v>46071</c:v>
                </c:pt>
                <c:pt idx="198">
                  <c:v>46072</c:v>
                </c:pt>
                <c:pt idx="199">
                  <c:v>46073</c:v>
                </c:pt>
                <c:pt idx="200">
                  <c:v>46076</c:v>
                </c:pt>
                <c:pt idx="201">
                  <c:v>46077</c:v>
                </c:pt>
                <c:pt idx="202">
                  <c:v>46078</c:v>
                </c:pt>
                <c:pt idx="203">
                  <c:v>46079</c:v>
                </c:pt>
                <c:pt idx="204">
                  <c:v>46080</c:v>
                </c:pt>
                <c:pt idx="205">
                  <c:v>46083</c:v>
                </c:pt>
                <c:pt idx="206">
                  <c:v>46084</c:v>
                </c:pt>
                <c:pt idx="207">
                  <c:v>46085</c:v>
                </c:pt>
                <c:pt idx="208">
                  <c:v>46086</c:v>
                </c:pt>
                <c:pt idx="209">
                  <c:v>46087</c:v>
                </c:pt>
                <c:pt idx="210">
                  <c:v>46090</c:v>
                </c:pt>
                <c:pt idx="211">
                  <c:v>46091</c:v>
                </c:pt>
                <c:pt idx="212">
                  <c:v>46092</c:v>
                </c:pt>
                <c:pt idx="213">
                  <c:v>46093</c:v>
                </c:pt>
                <c:pt idx="214">
                  <c:v>46094</c:v>
                </c:pt>
                <c:pt idx="215">
                  <c:v>46097</c:v>
                </c:pt>
                <c:pt idx="216">
                  <c:v>46098</c:v>
                </c:pt>
                <c:pt idx="217">
                  <c:v>46099</c:v>
                </c:pt>
                <c:pt idx="218">
                  <c:v>46100</c:v>
                </c:pt>
                <c:pt idx="219">
                  <c:v>46101</c:v>
                </c:pt>
                <c:pt idx="220">
                  <c:v>46104</c:v>
                </c:pt>
                <c:pt idx="221">
                  <c:v>46105</c:v>
                </c:pt>
                <c:pt idx="222">
                  <c:v>46106</c:v>
                </c:pt>
                <c:pt idx="223">
                  <c:v>46107</c:v>
                </c:pt>
                <c:pt idx="224">
                  <c:v>46108</c:v>
                </c:pt>
                <c:pt idx="225">
                  <c:v>46111</c:v>
                </c:pt>
                <c:pt idx="226">
                  <c:v>46112</c:v>
                </c:pt>
                <c:pt idx="227">
                  <c:v>46113</c:v>
                </c:pt>
                <c:pt idx="228">
                  <c:v>46114</c:v>
                </c:pt>
                <c:pt idx="229">
                  <c:v>46118</c:v>
                </c:pt>
                <c:pt idx="230">
                  <c:v>46119</c:v>
                </c:pt>
                <c:pt idx="231">
                  <c:v>46120</c:v>
                </c:pt>
                <c:pt idx="232">
                  <c:v>46121</c:v>
                </c:pt>
                <c:pt idx="233">
                  <c:v>46122</c:v>
                </c:pt>
                <c:pt idx="234">
                  <c:v>46125</c:v>
                </c:pt>
                <c:pt idx="235">
                  <c:v>46126</c:v>
                </c:pt>
                <c:pt idx="236">
                  <c:v>46127</c:v>
                </c:pt>
                <c:pt idx="237">
                  <c:v>46128</c:v>
                </c:pt>
                <c:pt idx="238">
                  <c:v>46129</c:v>
                </c:pt>
                <c:pt idx="239">
                  <c:v>46132</c:v>
                </c:pt>
                <c:pt idx="240">
                  <c:v>46134</c:v>
                </c:pt>
                <c:pt idx="241">
                  <c:v>46135</c:v>
                </c:pt>
                <c:pt idx="242">
                  <c:v>46136</c:v>
                </c:pt>
                <c:pt idx="243">
                  <c:v>46139</c:v>
                </c:pt>
                <c:pt idx="244">
                  <c:v>46140</c:v>
                </c:pt>
                <c:pt idx="245">
                  <c:v>46141</c:v>
                </c:pt>
                <c:pt idx="246">
                  <c:v>46142</c:v>
                </c:pt>
                <c:pt idx="247">
                  <c:v>46146</c:v>
                </c:pt>
                <c:pt idx="248">
                  <c:v>46147</c:v>
                </c:pt>
                <c:pt idx="249">
                  <c:v>46148</c:v>
                </c:pt>
                <c:pt idx="250">
                  <c:v>46149</c:v>
                </c:pt>
                <c:pt idx="251">
                  <c:v>46150</c:v>
                </c:pt>
                <c:pt idx="252">
                  <c:v>46153</c:v>
                </c:pt>
                <c:pt idx="253">
                  <c:v>46154</c:v>
                </c:pt>
                <c:pt idx="254">
                  <c:v>46155</c:v>
                </c:pt>
                <c:pt idx="255">
                  <c:v>46156</c:v>
                </c:pt>
                <c:pt idx="256">
                  <c:v>46157</c:v>
                </c:pt>
                <c:pt idx="257">
                  <c:v>46160</c:v>
                </c:pt>
                <c:pt idx="258">
                  <c:v>46161</c:v>
                </c:pt>
                <c:pt idx="259">
                  <c:v>46162</c:v>
                </c:pt>
                <c:pt idx="260">
                  <c:v>46163</c:v>
                </c:pt>
                <c:pt idx="261">
                  <c:v>46164</c:v>
                </c:pt>
                <c:pt idx="262">
                  <c:v>46167</c:v>
                </c:pt>
                <c:pt idx="263">
                  <c:v>46168</c:v>
                </c:pt>
                <c:pt idx="264">
                  <c:v>46169</c:v>
                </c:pt>
                <c:pt idx="265">
                  <c:v>46170</c:v>
                </c:pt>
                <c:pt idx="266">
                  <c:v>46171</c:v>
                </c:pt>
                <c:pt idx="267">
                  <c:v>46174</c:v>
                </c:pt>
                <c:pt idx="268">
                  <c:v>46175</c:v>
                </c:pt>
                <c:pt idx="269">
                  <c:v>46176</c:v>
                </c:pt>
                <c:pt idx="270">
                  <c:v>46178</c:v>
                </c:pt>
                <c:pt idx="271">
                  <c:v>46181</c:v>
                </c:pt>
                <c:pt idx="272">
                  <c:v>46182</c:v>
                </c:pt>
                <c:pt idx="273">
                  <c:v>46183</c:v>
                </c:pt>
                <c:pt idx="274">
                  <c:v>46184</c:v>
                </c:pt>
                <c:pt idx="275">
                  <c:v>46185</c:v>
                </c:pt>
                <c:pt idx="276">
                  <c:v>46188</c:v>
                </c:pt>
                <c:pt idx="277">
                  <c:v>46189</c:v>
                </c:pt>
                <c:pt idx="278">
                  <c:v>46190</c:v>
                </c:pt>
                <c:pt idx="279">
                  <c:v>46191</c:v>
                </c:pt>
                <c:pt idx="280">
                  <c:v>46192</c:v>
                </c:pt>
                <c:pt idx="281">
                  <c:v>46195</c:v>
                </c:pt>
                <c:pt idx="282">
                  <c:v>46196</c:v>
                </c:pt>
                <c:pt idx="283">
                  <c:v>46197</c:v>
                </c:pt>
                <c:pt idx="284">
                  <c:v>46198</c:v>
                </c:pt>
                <c:pt idx="285">
                  <c:v>46199</c:v>
                </c:pt>
                <c:pt idx="286">
                  <c:v>46202</c:v>
                </c:pt>
                <c:pt idx="287">
                  <c:v>46203</c:v>
                </c:pt>
                <c:pt idx="288">
                  <c:v>46204</c:v>
                </c:pt>
                <c:pt idx="289">
                  <c:v>46205</c:v>
                </c:pt>
                <c:pt idx="290">
                  <c:v>46206</c:v>
                </c:pt>
                <c:pt idx="291">
                  <c:v>46209</c:v>
                </c:pt>
                <c:pt idx="292">
                  <c:v>46210</c:v>
                </c:pt>
                <c:pt idx="293">
                  <c:v>46211</c:v>
                </c:pt>
                <c:pt idx="294">
                  <c:v>46212</c:v>
                </c:pt>
                <c:pt idx="295">
                  <c:v>46213</c:v>
                </c:pt>
                <c:pt idx="296">
                  <c:v>46216</c:v>
                </c:pt>
                <c:pt idx="297">
                  <c:v>46217</c:v>
                </c:pt>
                <c:pt idx="298">
                  <c:v>46218</c:v>
                </c:pt>
                <c:pt idx="299">
                  <c:v>46219</c:v>
                </c:pt>
                <c:pt idx="300">
                  <c:v>46220</c:v>
                </c:pt>
                <c:pt idx="301">
                  <c:v>46223</c:v>
                </c:pt>
                <c:pt idx="302">
                  <c:v>46224</c:v>
                </c:pt>
                <c:pt idx="303">
                  <c:v>46225</c:v>
                </c:pt>
                <c:pt idx="304">
                  <c:v>46226</c:v>
                </c:pt>
                <c:pt idx="305">
                  <c:v>46227</c:v>
                </c:pt>
                <c:pt idx="306">
                  <c:v>46230</c:v>
                </c:pt>
                <c:pt idx="307">
                  <c:v>46231</c:v>
                </c:pt>
                <c:pt idx="308">
                  <c:v>46232</c:v>
                </c:pt>
                <c:pt idx="309">
                  <c:v>46233</c:v>
                </c:pt>
                <c:pt idx="310">
                  <c:v>46234</c:v>
                </c:pt>
                <c:pt idx="311">
                  <c:v>46237</c:v>
                </c:pt>
                <c:pt idx="312">
                  <c:v>46238</c:v>
                </c:pt>
                <c:pt idx="313">
                  <c:v>46239</c:v>
                </c:pt>
                <c:pt idx="314">
                  <c:v>46240</c:v>
                </c:pt>
                <c:pt idx="315">
                  <c:v>46241</c:v>
                </c:pt>
                <c:pt idx="316">
                  <c:v>46244</c:v>
                </c:pt>
                <c:pt idx="317">
                  <c:v>46245</c:v>
                </c:pt>
                <c:pt idx="318">
                  <c:v>46246</c:v>
                </c:pt>
                <c:pt idx="319">
                  <c:v>46247</c:v>
                </c:pt>
                <c:pt idx="320">
                  <c:v>46248</c:v>
                </c:pt>
                <c:pt idx="321">
                  <c:v>46251</c:v>
                </c:pt>
                <c:pt idx="322">
                  <c:v>46252</c:v>
                </c:pt>
                <c:pt idx="323">
                  <c:v>46253</c:v>
                </c:pt>
                <c:pt idx="324">
                  <c:v>46254</c:v>
                </c:pt>
                <c:pt idx="325">
                  <c:v>46255</c:v>
                </c:pt>
                <c:pt idx="326">
                  <c:v>46258</c:v>
                </c:pt>
                <c:pt idx="327">
                  <c:v>46259</c:v>
                </c:pt>
                <c:pt idx="328">
                  <c:v>46260</c:v>
                </c:pt>
                <c:pt idx="329">
                  <c:v>46261</c:v>
                </c:pt>
                <c:pt idx="330">
                  <c:v>46262</c:v>
                </c:pt>
                <c:pt idx="331">
                  <c:v>46265</c:v>
                </c:pt>
                <c:pt idx="332">
                  <c:v>46266</c:v>
                </c:pt>
                <c:pt idx="333">
                  <c:v>46267</c:v>
                </c:pt>
                <c:pt idx="334">
                  <c:v>46268</c:v>
                </c:pt>
                <c:pt idx="335">
                  <c:v>46269</c:v>
                </c:pt>
                <c:pt idx="336">
                  <c:v>46273</c:v>
                </c:pt>
                <c:pt idx="337">
                  <c:v>46274</c:v>
                </c:pt>
                <c:pt idx="338">
                  <c:v>46275</c:v>
                </c:pt>
                <c:pt idx="339">
                  <c:v>46276</c:v>
                </c:pt>
                <c:pt idx="340">
                  <c:v>46279</c:v>
                </c:pt>
                <c:pt idx="341">
                  <c:v>46280</c:v>
                </c:pt>
                <c:pt idx="342">
                  <c:v>46281</c:v>
                </c:pt>
                <c:pt idx="343">
                  <c:v>46282</c:v>
                </c:pt>
                <c:pt idx="344">
                  <c:v>46283</c:v>
                </c:pt>
                <c:pt idx="345">
                  <c:v>46286</c:v>
                </c:pt>
                <c:pt idx="346">
                  <c:v>46287</c:v>
                </c:pt>
                <c:pt idx="347">
                  <c:v>46288</c:v>
                </c:pt>
                <c:pt idx="348">
                  <c:v>46289</c:v>
                </c:pt>
                <c:pt idx="349">
                  <c:v>46290</c:v>
                </c:pt>
                <c:pt idx="350">
                  <c:v>46293</c:v>
                </c:pt>
                <c:pt idx="351">
                  <c:v>46294</c:v>
                </c:pt>
                <c:pt idx="352">
                  <c:v>46295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5.3909999999990355E-4</c:v>
                </c:pt>
                <c:pt idx="2">
                  <c:v>1.2126999999999555E-3</c:v>
                </c:pt>
                <c:pt idx="3">
                  <c:v>1.8728999999999552E-3</c:v>
                </c:pt>
                <c:pt idx="4">
                  <c:v>2.4945999999999025E-3</c:v>
                </c:pt>
                <c:pt idx="5">
                  <c:v>3.1045999999999019E-3</c:v>
                </c:pt>
                <c:pt idx="6">
                  <c:v>3.727299999999989E-3</c:v>
                </c:pt>
                <c:pt idx="7">
                  <c:v>4.3370000000000353E-3</c:v>
                </c:pt>
                <c:pt idx="8">
                  <c:v>4.9498999999999516E-3</c:v>
                </c:pt>
                <c:pt idx="9">
                  <c:v>5.5659999999999599E-3</c:v>
                </c:pt>
                <c:pt idx="10">
                  <c:v>6.2180999999998932E-3</c:v>
                </c:pt>
                <c:pt idx="11">
                  <c:v>6.7859999999999587E-3</c:v>
                </c:pt>
                <c:pt idx="12">
                  <c:v>7.480500000000001E-3</c:v>
                </c:pt>
                <c:pt idx="13">
                  <c:v>8.0552000000000401E-3</c:v>
                </c:pt>
                <c:pt idx="14">
                  <c:v>8.7508000000000585E-3</c:v>
                </c:pt>
                <c:pt idx="15">
                  <c:v>9.4060000000000255E-3</c:v>
                </c:pt>
                <c:pt idx="16">
                  <c:v>1.0005299999999995E-2</c:v>
                </c:pt>
                <c:pt idx="17">
                  <c:v>1.058530000000002E-2</c:v>
                </c:pt>
                <c:pt idx="18">
                  <c:v>1.1182599999999931E-2</c:v>
                </c:pt>
                <c:pt idx="19">
                  <c:v>1.1755799999999983E-2</c:v>
                </c:pt>
                <c:pt idx="20">
                  <c:v>1.2529599999999919E-2</c:v>
                </c:pt>
                <c:pt idx="21">
                  <c:v>1.3183900000000026E-2</c:v>
                </c:pt>
                <c:pt idx="22">
                  <c:v>1.376580000000005E-2</c:v>
                </c:pt>
                <c:pt idx="23">
                  <c:v>1.4426599999999956E-2</c:v>
                </c:pt>
                <c:pt idx="24">
                  <c:v>1.5093699999999988E-2</c:v>
                </c:pt>
                <c:pt idx="25">
                  <c:v>1.5703699999999987E-2</c:v>
                </c:pt>
                <c:pt idx="26">
                  <c:v>1.6318700000000019E-2</c:v>
                </c:pt>
                <c:pt idx="27">
                  <c:v>1.6869599999999929E-2</c:v>
                </c:pt>
                <c:pt idx="28">
                  <c:v>1.7480600000000068E-2</c:v>
                </c:pt>
                <c:pt idx="29">
                  <c:v>1.8189599999999917E-2</c:v>
                </c:pt>
                <c:pt idx="30">
                  <c:v>1.8710500000000074E-2</c:v>
                </c:pt>
                <c:pt idx="31">
                  <c:v>1.9304599999999894E-2</c:v>
                </c:pt>
                <c:pt idx="32">
                  <c:v>1.9975000000000076E-2</c:v>
                </c:pt>
                <c:pt idx="33">
                  <c:v>2.0499999999999963E-2</c:v>
                </c:pt>
                <c:pt idx="34">
                  <c:v>2.1103000000000094E-2</c:v>
                </c:pt>
                <c:pt idx="35">
                  <c:v>2.1789000000000058E-2</c:v>
                </c:pt>
                <c:pt idx="36">
                  <c:v>2.2393000000000107E-2</c:v>
                </c:pt>
                <c:pt idx="37">
                  <c:v>2.3017000000000065E-2</c:v>
                </c:pt>
                <c:pt idx="38">
                  <c:v>2.3598000000000008E-2</c:v>
                </c:pt>
                <c:pt idx="39">
                  <c:v>2.4310499999999902E-2</c:v>
                </c:pt>
                <c:pt idx="40">
                  <c:v>2.4875800000000003E-2</c:v>
                </c:pt>
                <c:pt idx="41">
                  <c:v>2.5468400000000058E-2</c:v>
                </c:pt>
                <c:pt idx="42">
                  <c:v>2.6088600000000017E-2</c:v>
                </c:pt>
                <c:pt idx="43">
                  <c:v>2.6668899999999995E-2</c:v>
                </c:pt>
                <c:pt idx="44">
                  <c:v>2.7308499999999958E-2</c:v>
                </c:pt>
                <c:pt idx="45">
                  <c:v>2.799510000000005E-2</c:v>
                </c:pt>
                <c:pt idx="46">
                  <c:v>2.860930000000006E-2</c:v>
                </c:pt>
                <c:pt idx="47">
                  <c:v>2.9141700000000048E-2</c:v>
                </c:pt>
                <c:pt idx="48">
                  <c:v>2.9902000000000095E-2</c:v>
                </c:pt>
                <c:pt idx="49">
                  <c:v>3.0461000000000071E-2</c:v>
                </c:pt>
                <c:pt idx="50">
                  <c:v>3.1063000000000063E-2</c:v>
                </c:pt>
                <c:pt idx="51">
                  <c:v>3.1842399999999937E-2</c:v>
                </c:pt>
                <c:pt idx="52">
                  <c:v>3.246339999999992E-2</c:v>
                </c:pt>
                <c:pt idx="53">
                  <c:v>3.3079700000000045E-2</c:v>
                </c:pt>
                <c:pt idx="54">
                  <c:v>3.3676800000000062E-2</c:v>
                </c:pt>
                <c:pt idx="55">
                  <c:v>3.4276100000000032E-2</c:v>
                </c:pt>
                <c:pt idx="56">
                  <c:v>3.4928099999999906E-2</c:v>
                </c:pt>
                <c:pt idx="57">
                  <c:v>3.5472299999999901E-2</c:v>
                </c:pt>
                <c:pt idx="58">
                  <c:v>3.6037600000000003E-2</c:v>
                </c:pt>
                <c:pt idx="59">
                  <c:v>3.6714300000000089E-2</c:v>
                </c:pt>
                <c:pt idx="60">
                  <c:v>3.7375699999999901E-2</c:v>
                </c:pt>
                <c:pt idx="61">
                  <c:v>3.7994300000000036E-2</c:v>
                </c:pt>
                <c:pt idx="62">
                  <c:v>3.8623199999999969E-2</c:v>
                </c:pt>
                <c:pt idx="63">
                  <c:v>3.926889999999994E-2</c:v>
                </c:pt>
                <c:pt idx="64">
                  <c:v>3.9829399999999904E-2</c:v>
                </c:pt>
                <c:pt idx="65">
                  <c:v>4.0437499999999904E-2</c:v>
                </c:pt>
                <c:pt idx="66">
                  <c:v>4.1132900000000028E-2</c:v>
                </c:pt>
                <c:pt idx="67">
                  <c:v>4.1819999999999968E-2</c:v>
                </c:pt>
                <c:pt idx="68">
                  <c:v>4.2545300000000008E-2</c:v>
                </c:pt>
                <c:pt idx="69">
                  <c:v>4.3283100000000019E-2</c:v>
                </c:pt>
                <c:pt idx="70">
                  <c:v>4.3741599999999936E-2</c:v>
                </c:pt>
                <c:pt idx="71">
                  <c:v>4.4263500000000011E-2</c:v>
                </c:pt>
                <c:pt idx="72">
                  <c:v>4.5016600000000073E-2</c:v>
                </c:pt>
                <c:pt idx="73">
                  <c:v>4.5508499999999952E-2</c:v>
                </c:pt>
                <c:pt idx="74">
                  <c:v>4.6093699999999904E-2</c:v>
                </c:pt>
                <c:pt idx="75">
                  <c:v>4.683970000000004E-2</c:v>
                </c:pt>
                <c:pt idx="76">
                  <c:v>4.7236300000000009E-2</c:v>
                </c:pt>
                <c:pt idx="77">
                  <c:v>4.7824000000000089E-2</c:v>
                </c:pt>
                <c:pt idx="78">
                  <c:v>4.8529999999999962E-2</c:v>
                </c:pt>
                <c:pt idx="79">
                  <c:v>4.9063999999999997E-2</c:v>
                </c:pt>
                <c:pt idx="80">
                  <c:v>4.9726200000000054E-2</c:v>
                </c:pt>
                <c:pt idx="81">
                  <c:v>5.0267999999999979E-2</c:v>
                </c:pt>
                <c:pt idx="82">
                  <c:v>5.0898600000000016E-2</c:v>
                </c:pt>
                <c:pt idx="83">
                  <c:v>5.1509599999999933E-2</c:v>
                </c:pt>
                <c:pt idx="84">
                  <c:v>5.2198399999999978E-2</c:v>
                </c:pt>
                <c:pt idx="85">
                  <c:v>5.2808600000000094E-2</c:v>
                </c:pt>
                <c:pt idx="86">
                  <c:v>5.3406099999999901E-2</c:v>
                </c:pt>
                <c:pt idx="87">
                  <c:v>5.4161600000000032E-2</c:v>
                </c:pt>
                <c:pt idx="88">
                  <c:v>5.462239999999996E-2</c:v>
                </c:pt>
                <c:pt idx="89">
                  <c:v>5.5228599999999961E-2</c:v>
                </c:pt>
                <c:pt idx="90">
                  <c:v>5.5800099999999908E-2</c:v>
                </c:pt>
                <c:pt idx="91">
                  <c:v>5.6565100000000035E-2</c:v>
                </c:pt>
                <c:pt idx="92">
                  <c:v>5.7244199999999967E-2</c:v>
                </c:pt>
                <c:pt idx="93">
                  <c:v>5.7897099999999924E-2</c:v>
                </c:pt>
                <c:pt idx="94">
                  <c:v>5.8596899999999952E-2</c:v>
                </c:pt>
                <c:pt idx="95">
                  <c:v>5.929619999999991E-2</c:v>
                </c:pt>
                <c:pt idx="96">
                  <c:v>6.0028200000000087E-2</c:v>
                </c:pt>
                <c:pt idx="97">
                  <c:v>6.0568600000000083E-2</c:v>
                </c:pt>
                <c:pt idx="98">
                  <c:v>6.1227900000000002E-2</c:v>
                </c:pt>
                <c:pt idx="99">
                  <c:v>6.1931500000000028E-2</c:v>
                </c:pt>
                <c:pt idx="100">
                  <c:v>6.2374900000000011E-2</c:v>
                </c:pt>
                <c:pt idx="101">
                  <c:v>6.2943999999999889E-2</c:v>
                </c:pt>
                <c:pt idx="102">
                  <c:v>6.3604800000000017E-2</c:v>
                </c:pt>
                <c:pt idx="103">
                  <c:v>6.4197099999999896E-2</c:v>
                </c:pt>
                <c:pt idx="104">
                  <c:v>6.4800699999999933E-2</c:v>
                </c:pt>
                <c:pt idx="105">
                  <c:v>6.5428800000000065E-2</c:v>
                </c:pt>
                <c:pt idx="106">
                  <c:v>6.616399999999989E-2</c:v>
                </c:pt>
                <c:pt idx="107">
                  <c:v>6.6834099999999896E-2</c:v>
                </c:pt>
                <c:pt idx="108">
                  <c:v>6.7518600000000095E-2</c:v>
                </c:pt>
                <c:pt idx="109">
                  <c:v>6.8062499999999915E-2</c:v>
                </c:pt>
                <c:pt idx="110">
                  <c:v>6.8662000000000001E-2</c:v>
                </c:pt>
                <c:pt idx="111">
                  <c:v>6.9360199999999983E-2</c:v>
                </c:pt>
                <c:pt idx="112">
                  <c:v>6.992200000000004E-2</c:v>
                </c:pt>
                <c:pt idx="113">
                  <c:v>7.0364199999999988E-2</c:v>
                </c:pt>
                <c:pt idx="114">
                  <c:v>7.0950300000000022E-2</c:v>
                </c:pt>
                <c:pt idx="115">
                  <c:v>7.1750399999999992E-2</c:v>
                </c:pt>
                <c:pt idx="116">
                  <c:v>7.230089999999989E-2</c:v>
                </c:pt>
                <c:pt idx="117">
                  <c:v>7.2846600000000095E-2</c:v>
                </c:pt>
                <c:pt idx="118">
                  <c:v>7.3262699999999903E-2</c:v>
                </c:pt>
                <c:pt idx="119">
                  <c:v>7.3883799999999944E-2</c:v>
                </c:pt>
                <c:pt idx="120">
                  <c:v>7.4487699999999935E-2</c:v>
                </c:pt>
                <c:pt idx="121">
                  <c:v>7.4937800000000054E-2</c:v>
                </c:pt>
                <c:pt idx="122">
                  <c:v>7.5272999999999923E-2</c:v>
                </c:pt>
                <c:pt idx="123">
                  <c:v>7.5492700000000079E-2</c:v>
                </c:pt>
                <c:pt idx="124">
                  <c:v>7.6048600000000022E-2</c:v>
                </c:pt>
                <c:pt idx="125">
                  <c:v>7.6640199999999936E-2</c:v>
                </c:pt>
                <c:pt idx="126">
                  <c:v>7.7220000000000066E-2</c:v>
                </c:pt>
                <c:pt idx="127">
                  <c:v>7.7854700000000054E-2</c:v>
                </c:pt>
                <c:pt idx="128">
                  <c:v>7.8413499999999914E-2</c:v>
                </c:pt>
                <c:pt idx="129">
                  <c:v>7.9080000000000039E-2</c:v>
                </c:pt>
                <c:pt idx="130">
                  <c:v>7.9714199999999957E-2</c:v>
                </c:pt>
                <c:pt idx="131">
                  <c:v>8.0287100000000056E-2</c:v>
                </c:pt>
                <c:pt idx="132">
                  <c:v>8.0810700000000013E-2</c:v>
                </c:pt>
                <c:pt idx="133">
                  <c:v>8.1275999999999904E-2</c:v>
                </c:pt>
                <c:pt idx="134">
                  <c:v>8.1555299999999997E-2</c:v>
                </c:pt>
                <c:pt idx="135">
                  <c:v>8.196289999999995E-2</c:v>
                </c:pt>
                <c:pt idx="136">
                  <c:v>8.2659199999999933E-2</c:v>
                </c:pt>
                <c:pt idx="137">
                  <c:v>8.3100299999999905E-2</c:v>
                </c:pt>
                <c:pt idx="138">
                  <c:v>8.3892300000000031E-2</c:v>
                </c:pt>
                <c:pt idx="139">
                  <c:v>8.4554999999999936E-2</c:v>
                </c:pt>
                <c:pt idx="140">
                  <c:v>8.5011699999999912E-2</c:v>
                </c:pt>
                <c:pt idx="141">
                  <c:v>8.5552300000000026E-2</c:v>
                </c:pt>
                <c:pt idx="142">
                  <c:v>8.6307799999999935E-2</c:v>
                </c:pt>
                <c:pt idx="143">
                  <c:v>8.7023700000000037E-2</c:v>
                </c:pt>
                <c:pt idx="144">
                  <c:v>8.7563899999999917E-2</c:v>
                </c:pt>
                <c:pt idx="145">
                  <c:v>8.8222199999999917E-2</c:v>
                </c:pt>
                <c:pt idx="146">
                  <c:v>8.8808699999999963E-2</c:v>
                </c:pt>
                <c:pt idx="147">
                  <c:v>8.9420899999999914E-2</c:v>
                </c:pt>
                <c:pt idx="148">
                  <c:v>8.9913799999999933E-2</c:v>
                </c:pt>
                <c:pt idx="149">
                  <c:v>9.057880000000007E-2</c:v>
                </c:pt>
                <c:pt idx="150">
                  <c:v>9.1174499999999936E-2</c:v>
                </c:pt>
                <c:pt idx="151">
                  <c:v>9.1875300000000104E-2</c:v>
                </c:pt>
                <c:pt idx="152">
                  <c:v>9.259470000000003E-2</c:v>
                </c:pt>
                <c:pt idx="153">
                  <c:v>9.3100100000000019E-2</c:v>
                </c:pt>
                <c:pt idx="154">
                  <c:v>9.3920500000000073E-2</c:v>
                </c:pt>
                <c:pt idx="155">
                  <c:v>9.4448499999999935E-2</c:v>
                </c:pt>
                <c:pt idx="156">
                  <c:v>9.5074000000000103E-2</c:v>
                </c:pt>
                <c:pt idx="157">
                  <c:v>9.5696400000000015E-2</c:v>
                </c:pt>
                <c:pt idx="158">
                  <c:v>9.6444900000000056E-2</c:v>
                </c:pt>
                <c:pt idx="159">
                  <c:v>9.7005800000000031E-2</c:v>
                </c:pt>
                <c:pt idx="160">
                  <c:v>9.7653699999999954E-2</c:v>
                </c:pt>
                <c:pt idx="161">
                  <c:v>9.8282200000000097E-2</c:v>
                </c:pt>
                <c:pt idx="162">
                  <c:v>9.8825600000000069E-2</c:v>
                </c:pt>
                <c:pt idx="163">
                  <c:v>9.9455599999999977E-2</c:v>
                </c:pt>
                <c:pt idx="164">
                  <c:v>0.10016460000000005</c:v>
                </c:pt>
                <c:pt idx="165">
                  <c:v>0.10079389999999999</c:v>
                </c:pt>
                <c:pt idx="166">
                  <c:v>0.10139699999999996</c:v>
                </c:pt>
                <c:pt idx="167">
                  <c:v>0.10207169999999999</c:v>
                </c:pt>
                <c:pt idx="168">
                  <c:v>0.10270249999999992</c:v>
                </c:pt>
                <c:pt idx="169">
                  <c:v>0.10326079999999993</c:v>
                </c:pt>
                <c:pt idx="170">
                  <c:v>0.1039353999999999</c:v>
                </c:pt>
                <c:pt idx="171">
                  <c:v>0.10454450000000004</c:v>
                </c:pt>
                <c:pt idx="172">
                  <c:v>0.10515260000000004</c:v>
                </c:pt>
                <c:pt idx="173">
                  <c:v>0.10579659999999991</c:v>
                </c:pt>
                <c:pt idx="174">
                  <c:v>0.10648260000000009</c:v>
                </c:pt>
                <c:pt idx="175">
                  <c:v>0.10711270000000006</c:v>
                </c:pt>
                <c:pt idx="176">
                  <c:v>0.10775310000000005</c:v>
                </c:pt>
                <c:pt idx="177">
                  <c:v>0.10856379999999999</c:v>
                </c:pt>
                <c:pt idx="178">
                  <c:v>0.10915380000000008</c:v>
                </c:pt>
                <c:pt idx="179">
                  <c:v>0.10983429999999994</c:v>
                </c:pt>
                <c:pt idx="180">
                  <c:v>0.11048290000000005</c:v>
                </c:pt>
                <c:pt idx="181">
                  <c:v>0.1111466000000001</c:v>
                </c:pt>
                <c:pt idx="182">
                  <c:v>0.11176150000000007</c:v>
                </c:pt>
                <c:pt idx="183">
                  <c:v>0.11241870000000009</c:v>
                </c:pt>
                <c:pt idx="184">
                  <c:v>0.1130719</c:v>
                </c:pt>
                <c:pt idx="185">
                  <c:v>0.11379969999999995</c:v>
                </c:pt>
                <c:pt idx="186">
                  <c:v>0.11444570000000009</c:v>
                </c:pt>
                <c:pt idx="187">
                  <c:v>0.11506109999999992</c:v>
                </c:pt>
                <c:pt idx="188">
                  <c:v>0.11573180000000005</c:v>
                </c:pt>
                <c:pt idx="189">
                  <c:v>0.11637910000000007</c:v>
                </c:pt>
                <c:pt idx="190">
                  <c:v>0.11694160000000009</c:v>
                </c:pt>
                <c:pt idx="191">
                  <c:v>0.11753009999999997</c:v>
                </c:pt>
                <c:pt idx="192">
                  <c:v>0.11819240000000009</c:v>
                </c:pt>
                <c:pt idx="193">
                  <c:v>0.1187187999999999</c:v>
                </c:pt>
                <c:pt idx="194">
                  <c:v>0.11932019999999999</c:v>
                </c:pt>
                <c:pt idx="195">
                  <c:v>0.1197611999999999</c:v>
                </c:pt>
                <c:pt idx="196">
                  <c:v>0.12036749999999996</c:v>
                </c:pt>
                <c:pt idx="197">
                  <c:v>0.1210306000000001</c:v>
                </c:pt>
                <c:pt idx="198">
                  <c:v>0.12160729999999997</c:v>
                </c:pt>
                <c:pt idx="199">
                  <c:v>0.1223843</c:v>
                </c:pt>
                <c:pt idx="200">
                  <c:v>0.12299330000000008</c:v>
                </c:pt>
                <c:pt idx="201">
                  <c:v>0.1235195</c:v>
                </c:pt>
                <c:pt idx="202">
                  <c:v>0.12381810000000004</c:v>
                </c:pt>
                <c:pt idx="203">
                  <c:v>0.12439589999999989</c:v>
                </c:pt>
                <c:pt idx="204">
                  <c:v>0.12507730000000006</c:v>
                </c:pt>
                <c:pt idx="205">
                  <c:v>0.12570499999999996</c:v>
                </c:pt>
                <c:pt idx="206">
                  <c:v>0.12629350000000006</c:v>
                </c:pt>
                <c:pt idx="207">
                  <c:v>0.12700149999999999</c:v>
                </c:pt>
                <c:pt idx="208">
                  <c:v>0.1276714000000001</c:v>
                </c:pt>
                <c:pt idx="209">
                  <c:v>0.12830750000000002</c:v>
                </c:pt>
                <c:pt idx="210">
                  <c:v>0.12904249999999995</c:v>
                </c:pt>
                <c:pt idx="211">
                  <c:v>0.12972819999999996</c:v>
                </c:pt>
                <c:pt idx="212">
                  <c:v>0.1303160000000001</c:v>
                </c:pt>
                <c:pt idx="213">
                  <c:v>0.13093679999999996</c:v>
                </c:pt>
                <c:pt idx="214">
                  <c:v>0.13147690000000001</c:v>
                </c:pt>
                <c:pt idx="215">
                  <c:v>0.13199530000000004</c:v>
                </c:pt>
                <c:pt idx="216">
                  <c:v>0.13206709999999999</c:v>
                </c:pt>
                <c:pt idx="217">
                  <c:v>0.1316949999999999</c:v>
                </c:pt>
                <c:pt idx="218">
                  <c:v>0.13151810000000008</c:v>
                </c:pt>
                <c:pt idx="219">
                  <c:v>0.13160630000000006</c:v>
                </c:pt>
                <c:pt idx="220">
                  <c:v>0.13207009999999997</c:v>
                </c:pt>
                <c:pt idx="221">
                  <c:v>0.13265510000000003</c:v>
                </c:pt>
                <c:pt idx="222">
                  <c:v>0.13270219999999999</c:v>
                </c:pt>
                <c:pt idx="223">
                  <c:v>0.1332236</c:v>
                </c:pt>
                <c:pt idx="224">
                  <c:v>0.1336873999999999</c:v>
                </c:pt>
                <c:pt idx="225">
                  <c:v>0.13440910000000006</c:v>
                </c:pt>
                <c:pt idx="226">
                  <c:v>0.13472480000000009</c:v>
                </c:pt>
                <c:pt idx="227">
                  <c:v>0.1352198</c:v>
                </c:pt>
                <c:pt idx="228">
                  <c:v>0.13559959999999993</c:v>
                </c:pt>
                <c:pt idx="229">
                  <c:v>0.13581010000000004</c:v>
                </c:pt>
                <c:pt idx="230">
                  <c:v>0.1363951000000001</c:v>
                </c:pt>
                <c:pt idx="231">
                  <c:v>0.13727470000000008</c:v>
                </c:pt>
                <c:pt idx="232">
                  <c:v>0.13818529999999996</c:v>
                </c:pt>
                <c:pt idx="233">
                  <c:v>0.13829219999999998</c:v>
                </c:pt>
                <c:pt idx="234">
                  <c:v>0.13882149999999993</c:v>
                </c:pt>
                <c:pt idx="235">
                  <c:v>0.13920409999999994</c:v>
                </c:pt>
                <c:pt idx="236">
                  <c:v>0.13994949999999995</c:v>
                </c:pt>
                <c:pt idx="237">
                  <c:v>0.14076979999999994</c:v>
                </c:pt>
                <c:pt idx="238">
                  <c:v>0.14138410000000001</c:v>
                </c:pt>
                <c:pt idx="239">
                  <c:v>0.14214079999999996</c:v>
                </c:pt>
                <c:pt idx="240">
                  <c:v>0.1428853000000001</c:v>
                </c:pt>
                <c:pt idx="241">
                  <c:v>0.143818</c:v>
                </c:pt>
                <c:pt idx="242">
                  <c:v>0.14438939999999989</c:v>
                </c:pt>
                <c:pt idx="243">
                  <c:v>0.14495349999999996</c:v>
                </c:pt>
                <c:pt idx="244">
                  <c:v>0.14568040000000004</c:v>
                </c:pt>
                <c:pt idx="245">
                  <c:v>0.14658750000000009</c:v>
                </c:pt>
                <c:pt idx="246">
                  <c:v>0.14752049999999994</c:v>
                </c:pt>
                <c:pt idx="247">
                  <c:v>0.14833610000000008</c:v>
                </c:pt>
                <c:pt idx="248">
                  <c:v>0.14925359999999999</c:v>
                </c:pt>
                <c:pt idx="249">
                  <c:v>0.14988679999999999</c:v>
                </c:pt>
                <c:pt idx="250">
                  <c:v>0.15059909999999999</c:v>
                </c:pt>
                <c:pt idx="251">
                  <c:v>0.15138439999999997</c:v>
                </c:pt>
                <c:pt idx="252">
                  <c:v>0.15233239999999992</c:v>
                </c:pt>
                <c:pt idx="253">
                  <c:v>0.15372370000000002</c:v>
                </c:pt>
                <c:pt idx="254">
                  <c:v>0.15434909999999991</c:v>
                </c:pt>
                <c:pt idx="255">
                  <c:v>0.1552458000000001</c:v>
                </c:pt>
                <c:pt idx="256">
                  <c:v>0.15586570000000011</c:v>
                </c:pt>
                <c:pt idx="257">
                  <c:v>0.15658360000000004</c:v>
                </c:pt>
                <c:pt idx="258">
                  <c:v>0.15745000000000009</c:v>
                </c:pt>
                <c:pt idx="259">
                  <c:v>0.15821949999999996</c:v>
                </c:pt>
                <c:pt idx="260">
                  <c:v>0.15889430000000004</c:v>
                </c:pt>
                <c:pt idx="261">
                  <c:v>0.1598366</c:v>
                </c:pt>
                <c:pt idx="262">
                  <c:v>0.16048759999999995</c:v>
                </c:pt>
                <c:pt idx="263">
                  <c:v>0.16115229999999992</c:v>
                </c:pt>
                <c:pt idx="264">
                  <c:v>0.16179089999999996</c:v>
                </c:pt>
                <c:pt idx="265">
                  <c:v>0.16243560000000001</c:v>
                </c:pt>
                <c:pt idx="266">
                  <c:v>0.16316320000000006</c:v>
                </c:pt>
                <c:pt idx="267">
                  <c:v>0.16375260000000003</c:v>
                </c:pt>
                <c:pt idx="268">
                  <c:v>0.16423150000000009</c:v>
                </c:pt>
                <c:pt idx="269">
                  <c:v>0.16510589999999992</c:v>
                </c:pt>
                <c:pt idx="270">
                  <c:v>0.16566820000000004</c:v>
                </c:pt>
                <c:pt idx="271">
                  <c:v>0.16646359999999993</c:v>
                </c:pt>
                <c:pt idx="272">
                  <c:v>0.1671130999999999</c:v>
                </c:pt>
                <c:pt idx="273">
                  <c:v>0.16738990000000009</c:v>
                </c:pt>
                <c:pt idx="274">
                  <c:v>0.16804179999999991</c:v>
                </c:pt>
                <c:pt idx="275">
                  <c:v>0.16870680000000005</c:v>
                </c:pt>
                <c:pt idx="276">
                  <c:v>0.169346</c:v>
                </c:pt>
                <c:pt idx="277">
                  <c:v>0.17015219999999998</c:v>
                </c:pt>
                <c:pt idx="278">
                  <c:v>0.17078829999999989</c:v>
                </c:pt>
                <c:pt idx="279">
                  <c:v>0.1714287000000001</c:v>
                </c:pt>
                <c:pt idx="280">
                  <c:v>0.17216359999999997</c:v>
                </c:pt>
                <c:pt idx="281">
                  <c:v>0.17282339999999996</c:v>
                </c:pt>
                <c:pt idx="282">
                  <c:v>0.17346480000000009</c:v>
                </c:pt>
                <c:pt idx="283">
                  <c:v>0.1741028</c:v>
                </c:pt>
                <c:pt idx="284">
                  <c:v>0.17475020000000008</c:v>
                </c:pt>
                <c:pt idx="285">
                  <c:v>0.17539919999999998</c:v>
                </c:pt>
                <c:pt idx="286">
                  <c:v>0.17594439999999989</c:v>
                </c:pt>
                <c:pt idx="287">
                  <c:v>0.17660429999999994</c:v>
                </c:pt>
                <c:pt idx="288">
                  <c:v>0.17728929999999998</c:v>
                </c:pt>
                <c:pt idx="289">
                  <c:v>0.17797810000000003</c:v>
                </c:pt>
                <c:pt idx="290">
                  <c:v>0.17864729999999995</c:v>
                </c:pt>
                <c:pt idx="291">
                  <c:v>0.17941910000000005</c:v>
                </c:pt>
                <c:pt idx="292">
                  <c:v>0.18011080000000002</c:v>
                </c:pt>
                <c:pt idx="293">
                  <c:v>0.18076950000000003</c:v>
                </c:pt>
                <c:pt idx="294">
                  <c:v>0.18145820000000001</c:v>
                </c:pt>
                <c:pt idx="295">
                  <c:v>0.18213039999999991</c:v>
                </c:pt>
                <c:pt idx="296">
                  <c:v>0.18309620000000004</c:v>
                </c:pt>
                <c:pt idx="297">
                  <c:v>0.1837032999999999</c:v>
                </c:pt>
                <c:pt idx="298">
                  <c:v>0.18437450000000011</c:v>
                </c:pt>
                <c:pt idx="299">
                  <c:v>0.18498670000000006</c:v>
                </c:pt>
                <c:pt idx="300">
                  <c:v>0.18567160000000005</c:v>
                </c:pt>
                <c:pt idx="301">
                  <c:v>0.18634170000000005</c:v>
                </c:pt>
                <c:pt idx="302">
                  <c:v>0.18696610000000002</c:v>
                </c:pt>
                <c:pt idx="303">
                  <c:v>0.18760749999999993</c:v>
                </c:pt>
                <c:pt idx="304">
                  <c:v>0.18823330000000005</c:v>
                </c:pt>
                <c:pt idx="305">
                  <c:v>0.18890410000000002</c:v>
                </c:pt>
                <c:pt idx="306">
                  <c:v>0.18952490000000011</c:v>
                </c:pt>
                <c:pt idx="307">
                  <c:v>0.19014430000000004</c:v>
                </c:pt>
                <c:pt idx="308">
                  <c:v>0.19094199999999995</c:v>
                </c:pt>
                <c:pt idx="309">
                  <c:v>0.19168650000000009</c:v>
                </c:pt>
                <c:pt idx="310">
                  <c:v>0.19231970000000009</c:v>
                </c:pt>
                <c:pt idx="311">
                  <c:v>0.19300059999999997</c:v>
                </c:pt>
                <c:pt idx="312">
                  <c:v>0.19366520000000009</c:v>
                </c:pt>
                <c:pt idx="313">
                  <c:v>0.19441789999999992</c:v>
                </c:pt>
                <c:pt idx="314">
                  <c:v>0.19506409999999996</c:v>
                </c:pt>
                <c:pt idx="315">
                  <c:v>0.19560029999999995</c:v>
                </c:pt>
                <c:pt idx="316">
                  <c:v>0.19633600000000007</c:v>
                </c:pt>
                <c:pt idx="317">
                  <c:v>0.19697809999999993</c:v>
                </c:pt>
                <c:pt idx="318">
                  <c:v>0.1978084</c:v>
                </c:pt>
                <c:pt idx="319">
                  <c:v>0.19788460000000008</c:v>
                </c:pt>
                <c:pt idx="320">
                  <c:v>0.19858590000000009</c:v>
                </c:pt>
                <c:pt idx="321">
                  <c:v>0.19923000000000002</c:v>
                </c:pt>
                <c:pt idx="322">
                  <c:v>0.19996569999999991</c:v>
                </c:pt>
                <c:pt idx="323">
                  <c:v>0.20063680000000006</c:v>
                </c:pt>
                <c:pt idx="324">
                  <c:v>0.2012699</c:v>
                </c:pt>
                <c:pt idx="325">
                  <c:v>0.20187880000000002</c:v>
                </c:pt>
                <c:pt idx="326">
                  <c:v>0.20248770000000005</c:v>
                </c:pt>
                <c:pt idx="327">
                  <c:v>0.20310530000000004</c:v>
                </c:pt>
                <c:pt idx="328">
                  <c:v>0.20382309999999992</c:v>
                </c:pt>
                <c:pt idx="329">
                  <c:v>0.20444149999999994</c:v>
                </c:pt>
                <c:pt idx="330">
                  <c:v>0.20508009999999999</c:v>
                </c:pt>
                <c:pt idx="331">
                  <c:v>0.20569079999999995</c:v>
                </c:pt>
                <c:pt idx="332">
                  <c:v>0.20632589999999995</c:v>
                </c:pt>
                <c:pt idx="333">
                  <c:v>0.20698630000000007</c:v>
                </c:pt>
                <c:pt idx="334">
                  <c:v>0.20756960000000002</c:v>
                </c:pt>
                <c:pt idx="335">
                  <c:v>0.20808190000000004</c:v>
                </c:pt>
                <c:pt idx="336">
                  <c:v>0.20871010000000001</c:v>
                </c:pt>
                <c:pt idx="337">
                  <c:v>0.20931410000000006</c:v>
                </c:pt>
                <c:pt idx="338">
                  <c:v>0.21002940000000003</c:v>
                </c:pt>
                <c:pt idx="339">
                  <c:v>0.21056370000000002</c:v>
                </c:pt>
                <c:pt idx="340">
                  <c:v>0.2112381000000001</c:v>
                </c:pt>
                <c:pt idx="341">
                  <c:v>0.21189290000000005</c:v>
                </c:pt>
                <c:pt idx="342">
                  <c:v>0.21265230000000002</c:v>
                </c:pt>
                <c:pt idx="343">
                  <c:v>0.21333399999999991</c:v>
                </c:pt>
                <c:pt idx="344">
                  <c:v>0.21398129999999993</c:v>
                </c:pt>
                <c:pt idx="345">
                  <c:v>0.2145999999999999</c:v>
                </c:pt>
                <c:pt idx="346">
                  <c:v>0.2152118999999999</c:v>
                </c:pt>
                <c:pt idx="347">
                  <c:v>0.21589600000000009</c:v>
                </c:pt>
                <c:pt idx="348">
                  <c:v>0.21644350000000001</c:v>
                </c:pt>
                <c:pt idx="349">
                  <c:v>0.21696179999999998</c:v>
                </c:pt>
                <c:pt idx="350">
                  <c:v>0.21747209999999995</c:v>
                </c:pt>
                <c:pt idx="351">
                  <c:v>0.2181744000000001</c:v>
                </c:pt>
                <c:pt idx="352">
                  <c:v>0.21877600000000008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29F-4EE0-B66A-EDBEBE9AA310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45786</c:v>
                </c:pt>
                <c:pt idx="1">
                  <c:v>45789</c:v>
                </c:pt>
                <c:pt idx="2">
                  <c:v>45790</c:v>
                </c:pt>
                <c:pt idx="3">
                  <c:v>45791</c:v>
                </c:pt>
                <c:pt idx="4">
                  <c:v>45792</c:v>
                </c:pt>
                <c:pt idx="5">
                  <c:v>45793</c:v>
                </c:pt>
                <c:pt idx="6">
                  <c:v>45796</c:v>
                </c:pt>
                <c:pt idx="7">
                  <c:v>45797</c:v>
                </c:pt>
                <c:pt idx="8">
                  <c:v>45798</c:v>
                </c:pt>
                <c:pt idx="9">
                  <c:v>45799</c:v>
                </c:pt>
                <c:pt idx="10">
                  <c:v>45800</c:v>
                </c:pt>
                <c:pt idx="11">
                  <c:v>45803</c:v>
                </c:pt>
                <c:pt idx="12">
                  <c:v>45804</c:v>
                </c:pt>
                <c:pt idx="13">
                  <c:v>45805</c:v>
                </c:pt>
                <c:pt idx="14">
                  <c:v>45806</c:v>
                </c:pt>
                <c:pt idx="15">
                  <c:v>45807</c:v>
                </c:pt>
                <c:pt idx="16">
                  <c:v>45810</c:v>
                </c:pt>
                <c:pt idx="17">
                  <c:v>45811</c:v>
                </c:pt>
                <c:pt idx="18">
                  <c:v>45812</c:v>
                </c:pt>
                <c:pt idx="19">
                  <c:v>45813</c:v>
                </c:pt>
                <c:pt idx="20">
                  <c:v>45814</c:v>
                </c:pt>
                <c:pt idx="21">
                  <c:v>45817</c:v>
                </c:pt>
                <c:pt idx="22">
                  <c:v>45818</c:v>
                </c:pt>
                <c:pt idx="23">
                  <c:v>45819</c:v>
                </c:pt>
                <c:pt idx="24">
                  <c:v>45820</c:v>
                </c:pt>
                <c:pt idx="25">
                  <c:v>45821</c:v>
                </c:pt>
                <c:pt idx="26">
                  <c:v>45824</c:v>
                </c:pt>
                <c:pt idx="27">
                  <c:v>45825</c:v>
                </c:pt>
                <c:pt idx="28">
                  <c:v>45826</c:v>
                </c:pt>
                <c:pt idx="29">
                  <c:v>45828</c:v>
                </c:pt>
                <c:pt idx="30">
                  <c:v>45831</c:v>
                </c:pt>
                <c:pt idx="31">
                  <c:v>45832</c:v>
                </c:pt>
                <c:pt idx="32">
                  <c:v>45833</c:v>
                </c:pt>
                <c:pt idx="33">
                  <c:v>45834</c:v>
                </c:pt>
                <c:pt idx="34">
                  <c:v>45835</c:v>
                </c:pt>
                <c:pt idx="35">
                  <c:v>45838</c:v>
                </c:pt>
                <c:pt idx="36">
                  <c:v>45839</c:v>
                </c:pt>
                <c:pt idx="37">
                  <c:v>45840</c:v>
                </c:pt>
                <c:pt idx="38">
                  <c:v>45841</c:v>
                </c:pt>
                <c:pt idx="39">
                  <c:v>45842</c:v>
                </c:pt>
                <c:pt idx="40">
                  <c:v>45845</c:v>
                </c:pt>
                <c:pt idx="41">
                  <c:v>45846</c:v>
                </c:pt>
                <c:pt idx="42">
                  <c:v>45847</c:v>
                </c:pt>
                <c:pt idx="43">
                  <c:v>45848</c:v>
                </c:pt>
                <c:pt idx="44">
                  <c:v>45849</c:v>
                </c:pt>
                <c:pt idx="45">
                  <c:v>45852</c:v>
                </c:pt>
                <c:pt idx="46">
                  <c:v>45853</c:v>
                </c:pt>
                <c:pt idx="47">
                  <c:v>45854</c:v>
                </c:pt>
                <c:pt idx="48">
                  <c:v>45855</c:v>
                </c:pt>
                <c:pt idx="49">
                  <c:v>45856</c:v>
                </c:pt>
                <c:pt idx="50">
                  <c:v>45859</c:v>
                </c:pt>
                <c:pt idx="51">
                  <c:v>45860</c:v>
                </c:pt>
                <c:pt idx="52">
                  <c:v>45861</c:v>
                </c:pt>
                <c:pt idx="53">
                  <c:v>45862</c:v>
                </c:pt>
                <c:pt idx="54">
                  <c:v>45863</c:v>
                </c:pt>
                <c:pt idx="55">
                  <c:v>45866</c:v>
                </c:pt>
                <c:pt idx="56">
                  <c:v>45867</c:v>
                </c:pt>
                <c:pt idx="57">
                  <c:v>45868</c:v>
                </c:pt>
                <c:pt idx="58">
                  <c:v>45869</c:v>
                </c:pt>
                <c:pt idx="59">
                  <c:v>45870</c:v>
                </c:pt>
                <c:pt idx="60">
                  <c:v>45873</c:v>
                </c:pt>
                <c:pt idx="61">
                  <c:v>45874</c:v>
                </c:pt>
                <c:pt idx="62">
                  <c:v>45875</c:v>
                </c:pt>
                <c:pt idx="63">
                  <c:v>45876</c:v>
                </c:pt>
                <c:pt idx="64">
                  <c:v>45877</c:v>
                </c:pt>
                <c:pt idx="65">
                  <c:v>45880</c:v>
                </c:pt>
                <c:pt idx="66">
                  <c:v>45881</c:v>
                </c:pt>
                <c:pt idx="67">
                  <c:v>45882</c:v>
                </c:pt>
                <c:pt idx="68">
                  <c:v>45883</c:v>
                </c:pt>
                <c:pt idx="69">
                  <c:v>45884</c:v>
                </c:pt>
                <c:pt idx="70">
                  <c:v>45887</c:v>
                </c:pt>
                <c:pt idx="71">
                  <c:v>45888</c:v>
                </c:pt>
                <c:pt idx="72">
                  <c:v>45889</c:v>
                </c:pt>
                <c:pt idx="73">
                  <c:v>45890</c:v>
                </c:pt>
                <c:pt idx="74">
                  <c:v>45891</c:v>
                </c:pt>
                <c:pt idx="75">
                  <c:v>45894</c:v>
                </c:pt>
                <c:pt idx="76">
                  <c:v>45895</c:v>
                </c:pt>
                <c:pt idx="77">
                  <c:v>45896</c:v>
                </c:pt>
                <c:pt idx="78">
                  <c:v>45897</c:v>
                </c:pt>
                <c:pt idx="79">
                  <c:v>45898</c:v>
                </c:pt>
                <c:pt idx="80">
                  <c:v>45901</c:v>
                </c:pt>
                <c:pt idx="81">
                  <c:v>45902</c:v>
                </c:pt>
                <c:pt idx="82">
                  <c:v>45903</c:v>
                </c:pt>
                <c:pt idx="83">
                  <c:v>45904</c:v>
                </c:pt>
                <c:pt idx="84">
                  <c:v>45905</c:v>
                </c:pt>
                <c:pt idx="85">
                  <c:v>45908</c:v>
                </c:pt>
                <c:pt idx="86">
                  <c:v>45909</c:v>
                </c:pt>
                <c:pt idx="87">
                  <c:v>45910</c:v>
                </c:pt>
                <c:pt idx="88">
                  <c:v>45911</c:v>
                </c:pt>
                <c:pt idx="89">
                  <c:v>45912</c:v>
                </c:pt>
                <c:pt idx="90">
                  <c:v>45915</c:v>
                </c:pt>
                <c:pt idx="91">
                  <c:v>45916</c:v>
                </c:pt>
                <c:pt idx="92">
                  <c:v>45917</c:v>
                </c:pt>
                <c:pt idx="93">
                  <c:v>45918</c:v>
                </c:pt>
                <c:pt idx="94">
                  <c:v>45919</c:v>
                </c:pt>
                <c:pt idx="95">
                  <c:v>45922</c:v>
                </c:pt>
                <c:pt idx="96">
                  <c:v>45923</c:v>
                </c:pt>
                <c:pt idx="97">
                  <c:v>45924</c:v>
                </c:pt>
                <c:pt idx="98">
                  <c:v>45925</c:v>
                </c:pt>
                <c:pt idx="99">
                  <c:v>45926</c:v>
                </c:pt>
                <c:pt idx="100">
                  <c:v>45929</c:v>
                </c:pt>
                <c:pt idx="101">
                  <c:v>45930</c:v>
                </c:pt>
                <c:pt idx="102">
                  <c:v>45931</c:v>
                </c:pt>
                <c:pt idx="103">
                  <c:v>45932</c:v>
                </c:pt>
                <c:pt idx="104">
                  <c:v>45933</c:v>
                </c:pt>
                <c:pt idx="105">
                  <c:v>45936</c:v>
                </c:pt>
                <c:pt idx="106">
                  <c:v>45937</c:v>
                </c:pt>
                <c:pt idx="107">
                  <c:v>45938</c:v>
                </c:pt>
                <c:pt idx="108">
                  <c:v>45939</c:v>
                </c:pt>
                <c:pt idx="109">
                  <c:v>45940</c:v>
                </c:pt>
                <c:pt idx="110">
                  <c:v>45943</c:v>
                </c:pt>
                <c:pt idx="111">
                  <c:v>45944</c:v>
                </c:pt>
                <c:pt idx="112">
                  <c:v>45945</c:v>
                </c:pt>
                <c:pt idx="113">
                  <c:v>45946</c:v>
                </c:pt>
                <c:pt idx="114">
                  <c:v>45947</c:v>
                </c:pt>
                <c:pt idx="115">
                  <c:v>45950</c:v>
                </c:pt>
                <c:pt idx="116">
                  <c:v>45951</c:v>
                </c:pt>
                <c:pt idx="117">
                  <c:v>45952</c:v>
                </c:pt>
                <c:pt idx="118">
                  <c:v>45953</c:v>
                </c:pt>
                <c:pt idx="119">
                  <c:v>45954</c:v>
                </c:pt>
                <c:pt idx="120">
                  <c:v>45957</c:v>
                </c:pt>
                <c:pt idx="121">
                  <c:v>45958</c:v>
                </c:pt>
                <c:pt idx="122">
                  <c:v>45959</c:v>
                </c:pt>
                <c:pt idx="123">
                  <c:v>45960</c:v>
                </c:pt>
                <c:pt idx="124">
                  <c:v>45961</c:v>
                </c:pt>
                <c:pt idx="125">
                  <c:v>45964</c:v>
                </c:pt>
                <c:pt idx="126">
                  <c:v>45965</c:v>
                </c:pt>
                <c:pt idx="127">
                  <c:v>45966</c:v>
                </c:pt>
                <c:pt idx="128">
                  <c:v>45967</c:v>
                </c:pt>
                <c:pt idx="129">
                  <c:v>45968</c:v>
                </c:pt>
                <c:pt idx="130">
                  <c:v>45971</c:v>
                </c:pt>
                <c:pt idx="131">
                  <c:v>45972</c:v>
                </c:pt>
                <c:pt idx="132">
                  <c:v>45973</c:v>
                </c:pt>
                <c:pt idx="133">
                  <c:v>45974</c:v>
                </c:pt>
                <c:pt idx="134">
                  <c:v>45975</c:v>
                </c:pt>
                <c:pt idx="135">
                  <c:v>45978</c:v>
                </c:pt>
                <c:pt idx="136">
                  <c:v>45979</c:v>
                </c:pt>
                <c:pt idx="137">
                  <c:v>45980</c:v>
                </c:pt>
                <c:pt idx="138">
                  <c:v>45982</c:v>
                </c:pt>
                <c:pt idx="139">
                  <c:v>45985</c:v>
                </c:pt>
                <c:pt idx="140">
                  <c:v>45986</c:v>
                </c:pt>
                <c:pt idx="141">
                  <c:v>45987</c:v>
                </c:pt>
                <c:pt idx="142">
                  <c:v>45988</c:v>
                </c:pt>
                <c:pt idx="143">
                  <c:v>45989</c:v>
                </c:pt>
                <c:pt idx="144">
                  <c:v>45992</c:v>
                </c:pt>
                <c:pt idx="145">
                  <c:v>45993</c:v>
                </c:pt>
                <c:pt idx="146">
                  <c:v>45994</c:v>
                </c:pt>
                <c:pt idx="147">
                  <c:v>45995</c:v>
                </c:pt>
                <c:pt idx="148">
                  <c:v>45996</c:v>
                </c:pt>
                <c:pt idx="149">
                  <c:v>45999</c:v>
                </c:pt>
                <c:pt idx="150">
                  <c:v>46000</c:v>
                </c:pt>
                <c:pt idx="151">
                  <c:v>46001</c:v>
                </c:pt>
                <c:pt idx="152">
                  <c:v>46002</c:v>
                </c:pt>
                <c:pt idx="153">
                  <c:v>46003</c:v>
                </c:pt>
                <c:pt idx="154">
                  <c:v>46006</c:v>
                </c:pt>
                <c:pt idx="155">
                  <c:v>46007</c:v>
                </c:pt>
                <c:pt idx="156">
                  <c:v>46008</c:v>
                </c:pt>
                <c:pt idx="157">
                  <c:v>46009</c:v>
                </c:pt>
                <c:pt idx="158">
                  <c:v>46010</c:v>
                </c:pt>
                <c:pt idx="159">
                  <c:v>46013</c:v>
                </c:pt>
                <c:pt idx="160">
                  <c:v>46014</c:v>
                </c:pt>
                <c:pt idx="161">
                  <c:v>46015</c:v>
                </c:pt>
                <c:pt idx="162">
                  <c:v>46017</c:v>
                </c:pt>
                <c:pt idx="163">
                  <c:v>46020</c:v>
                </c:pt>
                <c:pt idx="164">
                  <c:v>46021</c:v>
                </c:pt>
                <c:pt idx="165">
                  <c:v>46022</c:v>
                </c:pt>
                <c:pt idx="166">
                  <c:v>46024</c:v>
                </c:pt>
                <c:pt idx="167">
                  <c:v>46027</c:v>
                </c:pt>
                <c:pt idx="168">
                  <c:v>46028</c:v>
                </c:pt>
                <c:pt idx="169">
                  <c:v>46029</c:v>
                </c:pt>
                <c:pt idx="170">
                  <c:v>46030</c:v>
                </c:pt>
                <c:pt idx="171">
                  <c:v>46031</c:v>
                </c:pt>
                <c:pt idx="172">
                  <c:v>46034</c:v>
                </c:pt>
                <c:pt idx="173">
                  <c:v>46035</c:v>
                </c:pt>
                <c:pt idx="174">
                  <c:v>46036</c:v>
                </c:pt>
                <c:pt idx="175">
                  <c:v>46037</c:v>
                </c:pt>
                <c:pt idx="176">
                  <c:v>46038</c:v>
                </c:pt>
                <c:pt idx="177">
                  <c:v>46041</c:v>
                </c:pt>
                <c:pt idx="178">
                  <c:v>46042</c:v>
                </c:pt>
                <c:pt idx="179">
                  <c:v>46043</c:v>
                </c:pt>
                <c:pt idx="180">
                  <c:v>46044</c:v>
                </c:pt>
                <c:pt idx="181">
                  <c:v>46045</c:v>
                </c:pt>
                <c:pt idx="182">
                  <c:v>46048</c:v>
                </c:pt>
                <c:pt idx="183">
                  <c:v>46049</c:v>
                </c:pt>
                <c:pt idx="184">
                  <c:v>46050</c:v>
                </c:pt>
                <c:pt idx="185">
                  <c:v>46051</c:v>
                </c:pt>
                <c:pt idx="186">
                  <c:v>46052</c:v>
                </c:pt>
                <c:pt idx="187">
                  <c:v>46055</c:v>
                </c:pt>
                <c:pt idx="188">
                  <c:v>46056</c:v>
                </c:pt>
                <c:pt idx="189">
                  <c:v>46057</c:v>
                </c:pt>
                <c:pt idx="190">
                  <c:v>46058</c:v>
                </c:pt>
                <c:pt idx="191">
                  <c:v>46059</c:v>
                </c:pt>
                <c:pt idx="192">
                  <c:v>46062</c:v>
                </c:pt>
                <c:pt idx="193">
                  <c:v>46063</c:v>
                </c:pt>
                <c:pt idx="194">
                  <c:v>46064</c:v>
                </c:pt>
                <c:pt idx="195">
                  <c:v>46065</c:v>
                </c:pt>
                <c:pt idx="196">
                  <c:v>46066</c:v>
                </c:pt>
                <c:pt idx="197">
                  <c:v>46071</c:v>
                </c:pt>
                <c:pt idx="198">
                  <c:v>46072</c:v>
                </c:pt>
                <c:pt idx="199">
                  <c:v>46073</c:v>
                </c:pt>
                <c:pt idx="200">
                  <c:v>46076</c:v>
                </c:pt>
                <c:pt idx="201">
                  <c:v>46077</c:v>
                </c:pt>
                <c:pt idx="202">
                  <c:v>46078</c:v>
                </c:pt>
                <c:pt idx="203">
                  <c:v>46079</c:v>
                </c:pt>
                <c:pt idx="204">
                  <c:v>46080</c:v>
                </c:pt>
                <c:pt idx="205">
                  <c:v>46083</c:v>
                </c:pt>
                <c:pt idx="206">
                  <c:v>46084</c:v>
                </c:pt>
                <c:pt idx="207">
                  <c:v>46085</c:v>
                </c:pt>
                <c:pt idx="208">
                  <c:v>46086</c:v>
                </c:pt>
                <c:pt idx="209">
                  <c:v>46087</c:v>
                </c:pt>
                <c:pt idx="210">
                  <c:v>46090</c:v>
                </c:pt>
                <c:pt idx="211">
                  <c:v>46091</c:v>
                </c:pt>
                <c:pt idx="212">
                  <c:v>46092</c:v>
                </c:pt>
                <c:pt idx="213">
                  <c:v>46093</c:v>
                </c:pt>
                <c:pt idx="214">
                  <c:v>46094</c:v>
                </c:pt>
                <c:pt idx="215">
                  <c:v>46097</c:v>
                </c:pt>
                <c:pt idx="216">
                  <c:v>46098</c:v>
                </c:pt>
                <c:pt idx="217">
                  <c:v>46099</c:v>
                </c:pt>
                <c:pt idx="218">
                  <c:v>46100</c:v>
                </c:pt>
                <c:pt idx="219">
                  <c:v>46101</c:v>
                </c:pt>
                <c:pt idx="220">
                  <c:v>46104</c:v>
                </c:pt>
                <c:pt idx="221">
                  <c:v>46105</c:v>
                </c:pt>
                <c:pt idx="222">
                  <c:v>46106</c:v>
                </c:pt>
                <c:pt idx="223">
                  <c:v>46107</c:v>
                </c:pt>
                <c:pt idx="224">
                  <c:v>46108</c:v>
                </c:pt>
                <c:pt idx="225">
                  <c:v>46111</c:v>
                </c:pt>
                <c:pt idx="226">
                  <c:v>46112</c:v>
                </c:pt>
                <c:pt idx="227">
                  <c:v>46113</c:v>
                </c:pt>
                <c:pt idx="228">
                  <c:v>46114</c:v>
                </c:pt>
                <c:pt idx="229">
                  <c:v>46118</c:v>
                </c:pt>
                <c:pt idx="230">
                  <c:v>46119</c:v>
                </c:pt>
                <c:pt idx="231">
                  <c:v>46120</c:v>
                </c:pt>
                <c:pt idx="232">
                  <c:v>46121</c:v>
                </c:pt>
                <c:pt idx="233">
                  <c:v>46122</c:v>
                </c:pt>
                <c:pt idx="234">
                  <c:v>46125</c:v>
                </c:pt>
                <c:pt idx="235">
                  <c:v>46126</c:v>
                </c:pt>
                <c:pt idx="236">
                  <c:v>46127</c:v>
                </c:pt>
                <c:pt idx="237">
                  <c:v>46128</c:v>
                </c:pt>
                <c:pt idx="238">
                  <c:v>46129</c:v>
                </c:pt>
                <c:pt idx="239">
                  <c:v>46132</c:v>
                </c:pt>
                <c:pt idx="240">
                  <c:v>46134</c:v>
                </c:pt>
                <c:pt idx="241">
                  <c:v>46135</c:v>
                </c:pt>
                <c:pt idx="242">
                  <c:v>46136</c:v>
                </c:pt>
                <c:pt idx="243">
                  <c:v>46139</c:v>
                </c:pt>
                <c:pt idx="244">
                  <c:v>46140</c:v>
                </c:pt>
                <c:pt idx="245">
                  <c:v>46141</c:v>
                </c:pt>
                <c:pt idx="246">
                  <c:v>46142</c:v>
                </c:pt>
                <c:pt idx="247">
                  <c:v>46146</c:v>
                </c:pt>
                <c:pt idx="248">
                  <c:v>46147</c:v>
                </c:pt>
                <c:pt idx="249">
                  <c:v>46148</c:v>
                </c:pt>
                <c:pt idx="250">
                  <c:v>46149</c:v>
                </c:pt>
                <c:pt idx="251">
                  <c:v>46150</c:v>
                </c:pt>
                <c:pt idx="252">
                  <c:v>46153</c:v>
                </c:pt>
                <c:pt idx="253">
                  <c:v>46154</c:v>
                </c:pt>
                <c:pt idx="254">
                  <c:v>46155</c:v>
                </c:pt>
                <c:pt idx="255">
                  <c:v>46156</c:v>
                </c:pt>
                <c:pt idx="256">
                  <c:v>46157</c:v>
                </c:pt>
                <c:pt idx="257">
                  <c:v>46160</c:v>
                </c:pt>
                <c:pt idx="258">
                  <c:v>46161</c:v>
                </c:pt>
                <c:pt idx="259">
                  <c:v>46162</c:v>
                </c:pt>
                <c:pt idx="260">
                  <c:v>46163</c:v>
                </c:pt>
                <c:pt idx="261">
                  <c:v>46164</c:v>
                </c:pt>
                <c:pt idx="262">
                  <c:v>46167</c:v>
                </c:pt>
                <c:pt idx="263">
                  <c:v>46168</c:v>
                </c:pt>
                <c:pt idx="264">
                  <c:v>46169</c:v>
                </c:pt>
                <c:pt idx="265">
                  <c:v>46170</c:v>
                </c:pt>
                <c:pt idx="266">
                  <c:v>46171</c:v>
                </c:pt>
                <c:pt idx="267">
                  <c:v>46174</c:v>
                </c:pt>
                <c:pt idx="268">
                  <c:v>46175</c:v>
                </c:pt>
                <c:pt idx="269">
                  <c:v>46176</c:v>
                </c:pt>
                <c:pt idx="270">
                  <c:v>46178</c:v>
                </c:pt>
                <c:pt idx="271">
                  <c:v>46181</c:v>
                </c:pt>
                <c:pt idx="272">
                  <c:v>46182</c:v>
                </c:pt>
                <c:pt idx="273">
                  <c:v>46183</c:v>
                </c:pt>
                <c:pt idx="274">
                  <c:v>46184</c:v>
                </c:pt>
                <c:pt idx="275">
                  <c:v>46185</c:v>
                </c:pt>
                <c:pt idx="276">
                  <c:v>46188</c:v>
                </c:pt>
                <c:pt idx="277">
                  <c:v>46189</c:v>
                </c:pt>
                <c:pt idx="278">
                  <c:v>46190</c:v>
                </c:pt>
                <c:pt idx="279">
                  <c:v>46191</c:v>
                </c:pt>
                <c:pt idx="280">
                  <c:v>46192</c:v>
                </c:pt>
                <c:pt idx="281">
                  <c:v>46195</c:v>
                </c:pt>
                <c:pt idx="282">
                  <c:v>46196</c:v>
                </c:pt>
                <c:pt idx="283">
                  <c:v>46197</c:v>
                </c:pt>
                <c:pt idx="284">
                  <c:v>46198</c:v>
                </c:pt>
                <c:pt idx="285">
                  <c:v>46199</c:v>
                </c:pt>
                <c:pt idx="286">
                  <c:v>46202</c:v>
                </c:pt>
                <c:pt idx="287">
                  <c:v>46203</c:v>
                </c:pt>
                <c:pt idx="288">
                  <c:v>46204</c:v>
                </c:pt>
                <c:pt idx="289">
                  <c:v>46205</c:v>
                </c:pt>
                <c:pt idx="290">
                  <c:v>46206</c:v>
                </c:pt>
                <c:pt idx="291">
                  <c:v>46209</c:v>
                </c:pt>
                <c:pt idx="292">
                  <c:v>46210</c:v>
                </c:pt>
                <c:pt idx="293">
                  <c:v>46211</c:v>
                </c:pt>
                <c:pt idx="294">
                  <c:v>46212</c:v>
                </c:pt>
                <c:pt idx="295">
                  <c:v>46213</c:v>
                </c:pt>
                <c:pt idx="296">
                  <c:v>46216</c:v>
                </c:pt>
                <c:pt idx="297">
                  <c:v>46217</c:v>
                </c:pt>
                <c:pt idx="298">
                  <c:v>46218</c:v>
                </c:pt>
                <c:pt idx="299">
                  <c:v>46219</c:v>
                </c:pt>
                <c:pt idx="300">
                  <c:v>46220</c:v>
                </c:pt>
                <c:pt idx="301">
                  <c:v>46223</c:v>
                </c:pt>
                <c:pt idx="302">
                  <c:v>46224</c:v>
                </c:pt>
                <c:pt idx="303">
                  <c:v>46225</c:v>
                </c:pt>
                <c:pt idx="304">
                  <c:v>46226</c:v>
                </c:pt>
                <c:pt idx="305">
                  <c:v>46227</c:v>
                </c:pt>
                <c:pt idx="306">
                  <c:v>46230</c:v>
                </c:pt>
                <c:pt idx="307">
                  <c:v>46231</c:v>
                </c:pt>
                <c:pt idx="308">
                  <c:v>46232</c:v>
                </c:pt>
                <c:pt idx="309">
                  <c:v>46233</c:v>
                </c:pt>
                <c:pt idx="310">
                  <c:v>46234</c:v>
                </c:pt>
                <c:pt idx="311">
                  <c:v>46237</c:v>
                </c:pt>
                <c:pt idx="312">
                  <c:v>46238</c:v>
                </c:pt>
                <c:pt idx="313">
                  <c:v>46239</c:v>
                </c:pt>
                <c:pt idx="314">
                  <c:v>46240</c:v>
                </c:pt>
                <c:pt idx="315">
                  <c:v>46241</c:v>
                </c:pt>
                <c:pt idx="316">
                  <c:v>46244</c:v>
                </c:pt>
                <c:pt idx="317">
                  <c:v>46245</c:v>
                </c:pt>
                <c:pt idx="318">
                  <c:v>46246</c:v>
                </c:pt>
                <c:pt idx="319">
                  <c:v>46247</c:v>
                </c:pt>
                <c:pt idx="320">
                  <c:v>46248</c:v>
                </c:pt>
                <c:pt idx="321">
                  <c:v>46251</c:v>
                </c:pt>
                <c:pt idx="322">
                  <c:v>46252</c:v>
                </c:pt>
                <c:pt idx="323">
                  <c:v>46253</c:v>
                </c:pt>
                <c:pt idx="324">
                  <c:v>46254</c:v>
                </c:pt>
                <c:pt idx="325">
                  <c:v>46255</c:v>
                </c:pt>
                <c:pt idx="326">
                  <c:v>46258</c:v>
                </c:pt>
                <c:pt idx="327">
                  <c:v>46259</c:v>
                </c:pt>
                <c:pt idx="328">
                  <c:v>46260</c:v>
                </c:pt>
                <c:pt idx="329">
                  <c:v>46261</c:v>
                </c:pt>
                <c:pt idx="330">
                  <c:v>46262</c:v>
                </c:pt>
                <c:pt idx="331">
                  <c:v>46265</c:v>
                </c:pt>
                <c:pt idx="332">
                  <c:v>46266</c:v>
                </c:pt>
                <c:pt idx="333">
                  <c:v>46267</c:v>
                </c:pt>
                <c:pt idx="334">
                  <c:v>46268</c:v>
                </c:pt>
                <c:pt idx="335">
                  <c:v>46269</c:v>
                </c:pt>
                <c:pt idx="336">
                  <c:v>46273</c:v>
                </c:pt>
                <c:pt idx="337">
                  <c:v>46274</c:v>
                </c:pt>
                <c:pt idx="338">
                  <c:v>46275</c:v>
                </c:pt>
                <c:pt idx="339">
                  <c:v>46276</c:v>
                </c:pt>
                <c:pt idx="340">
                  <c:v>46279</c:v>
                </c:pt>
                <c:pt idx="341">
                  <c:v>46280</c:v>
                </c:pt>
                <c:pt idx="342">
                  <c:v>46281</c:v>
                </c:pt>
                <c:pt idx="343">
                  <c:v>46282</c:v>
                </c:pt>
                <c:pt idx="344">
                  <c:v>46283</c:v>
                </c:pt>
                <c:pt idx="345">
                  <c:v>46286</c:v>
                </c:pt>
                <c:pt idx="346">
                  <c:v>46287</c:v>
                </c:pt>
                <c:pt idx="347">
                  <c:v>46288</c:v>
                </c:pt>
                <c:pt idx="348">
                  <c:v>46289</c:v>
                </c:pt>
                <c:pt idx="349">
                  <c:v>46290</c:v>
                </c:pt>
                <c:pt idx="350">
                  <c:v>46293</c:v>
                </c:pt>
                <c:pt idx="351">
                  <c:v>46294</c:v>
                </c:pt>
                <c:pt idx="352">
                  <c:v>46295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5.4266235986011324E-4</c:v>
                </c:pt>
                <c:pt idx="2">
                  <c:v>1.0856192021568845E-3</c:v>
                </c:pt>
                <c:pt idx="3">
                  <c:v>1.6288706866953717E-3</c:v>
                </c:pt>
                <c:pt idx="4">
                  <c:v>2.1724169733661203E-3</c:v>
                </c:pt>
                <c:pt idx="5">
                  <c:v>2.716258222147605E-3</c:v>
                </c:pt>
                <c:pt idx="6">
                  <c:v>3.2603945931044542E-3</c:v>
                </c:pt>
                <c:pt idx="7">
                  <c:v>3.8048262463885596E-3</c:v>
                </c:pt>
                <c:pt idx="8">
                  <c:v>4.3495533422384103E-3</c:v>
                </c:pt>
                <c:pt idx="9">
                  <c:v>4.894576040979759E-3</c:v>
                </c:pt>
                <c:pt idx="10">
                  <c:v>5.4398945030247337E-3</c:v>
                </c:pt>
                <c:pt idx="11">
                  <c:v>5.98550888887317E-3</c:v>
                </c:pt>
                <c:pt idx="12">
                  <c:v>6.5314193591117231E-3</c:v>
                </c:pt>
                <c:pt idx="13">
                  <c:v>7.0776260744145336E-3</c:v>
                </c:pt>
                <c:pt idx="14">
                  <c:v>7.6241291955423396E-3</c:v>
                </c:pt>
                <c:pt idx="15">
                  <c:v>8.1709288833438087E-3</c:v>
                </c:pt>
                <c:pt idx="16">
                  <c:v>8.7180252987537621E-3</c:v>
                </c:pt>
                <c:pt idx="17">
                  <c:v>9.2654186027960606E-3</c:v>
                </c:pt>
                <c:pt idx="18">
                  <c:v>9.8131089565800522E-3</c:v>
                </c:pt>
                <c:pt idx="19">
                  <c:v>1.0361096521304125E-2</c:v>
                </c:pt>
                <c:pt idx="20">
                  <c:v>1.0909381458253264E-2</c:v>
                </c:pt>
                <c:pt idx="21">
                  <c:v>1.1457963928800163E-2</c:v>
                </c:pt>
                <c:pt idx="22">
                  <c:v>1.2006844094405E-2</c:v>
                </c:pt>
                <c:pt idx="23">
                  <c:v>1.2556022116615884E-2</c:v>
                </c:pt>
                <c:pt idx="24">
                  <c:v>1.3105498157068407E-2</c:v>
                </c:pt>
                <c:pt idx="25">
                  <c:v>1.3655272377485428E-2</c:v>
                </c:pt>
                <c:pt idx="26">
                  <c:v>1.4205344939678621E-2</c:v>
                </c:pt>
                <c:pt idx="27">
                  <c:v>1.475571600554626E-2</c:v>
                </c:pt>
                <c:pt idx="28">
                  <c:v>1.5306385737075212E-2</c:v>
                </c:pt>
                <c:pt idx="29">
                  <c:v>1.5857354296340498E-2</c:v>
                </c:pt>
                <c:pt idx="30">
                  <c:v>1.6417407266050787E-2</c:v>
                </c:pt>
                <c:pt idx="31">
                  <c:v>1.6977768998923448E-2</c:v>
                </c:pt>
                <c:pt idx="32">
                  <c:v>1.7538439665182093E-2</c:v>
                </c:pt>
                <c:pt idx="33">
                  <c:v>1.8099419435145814E-2</c:v>
                </c:pt>
                <c:pt idx="34">
                  <c:v>1.8660708479226518E-2</c:v>
                </c:pt>
                <c:pt idx="35">
                  <c:v>1.9222306967930036E-2</c:v>
                </c:pt>
                <c:pt idx="36">
                  <c:v>1.9784215071856792E-2</c:v>
                </c:pt>
                <c:pt idx="37">
                  <c:v>2.0346432961700467E-2</c:v>
                </c:pt>
                <c:pt idx="38">
                  <c:v>2.0908960808249777E-2</c:v>
                </c:pt>
                <c:pt idx="39">
                  <c:v>2.1471798782387141E-2</c:v>
                </c:pt>
                <c:pt idx="40">
                  <c:v>2.2034947055089127E-2</c:v>
                </c:pt>
                <c:pt idx="41">
                  <c:v>2.2598405797426668E-2</c:v>
                </c:pt>
                <c:pt idx="42">
                  <c:v>2.3162175180564848E-2</c:v>
                </c:pt>
                <c:pt idx="43">
                  <c:v>2.3726255375763339E-2</c:v>
                </c:pt>
                <c:pt idx="44">
                  <c:v>2.4290646554376183E-2</c:v>
                </c:pt>
                <c:pt idx="45">
                  <c:v>2.4855348887851791E-2</c:v>
                </c:pt>
                <c:pt idx="46">
                  <c:v>2.5420362547732944E-2</c:v>
                </c:pt>
                <c:pt idx="47">
                  <c:v>2.5985687705657678E-2</c:v>
                </c:pt>
                <c:pt idx="48">
                  <c:v>2.6551324533357734E-2</c:v>
                </c:pt>
                <c:pt idx="49">
                  <c:v>2.711727320266033E-2</c:v>
                </c:pt>
                <c:pt idx="50">
                  <c:v>2.7683533885486611E-2</c:v>
                </c:pt>
                <c:pt idx="51">
                  <c:v>2.8250106753853421E-2</c:v>
                </c:pt>
                <c:pt idx="52">
                  <c:v>2.8816991979871753E-2</c:v>
                </c:pt>
                <c:pt idx="53">
                  <c:v>2.9384189735747634E-2</c:v>
                </c:pt>
                <c:pt idx="54">
                  <c:v>2.9951700193782127E-2</c:v>
                </c:pt>
                <c:pt idx="55">
                  <c:v>3.0519523526371328E-2</c:v>
                </c:pt>
                <c:pt idx="56">
                  <c:v>3.1087659906006371E-2</c:v>
                </c:pt>
                <c:pt idx="57">
                  <c:v>3.1656109505273422E-2</c:v>
                </c:pt>
                <c:pt idx="58">
                  <c:v>3.2224872496853685E-2</c:v>
                </c:pt>
                <c:pt idx="59">
                  <c:v>3.2793949053523619E-2</c:v>
                </c:pt>
                <c:pt idx="60">
                  <c:v>3.3363339348155163E-2</c:v>
                </c:pt>
                <c:pt idx="61">
                  <c:v>3.3933043553715292E-2</c:v>
                </c:pt>
                <c:pt idx="62">
                  <c:v>3.450306184326668E-2</c:v>
                </c:pt>
                <c:pt idx="63">
                  <c:v>3.5073394389966817E-2</c:v>
                </c:pt>
                <c:pt idx="64">
                  <c:v>3.5644041367069113E-2</c:v>
                </c:pt>
                <c:pt idx="65">
                  <c:v>3.6215002947922681E-2</c:v>
                </c:pt>
                <c:pt idx="66">
                  <c:v>3.6786279305971448E-2</c:v>
                </c:pt>
                <c:pt idx="67">
                  <c:v>3.7357870614755706E-2</c:v>
                </c:pt>
                <c:pt idx="68">
                  <c:v>3.7929777047911228E-2</c:v>
                </c:pt>
                <c:pt idx="69">
                  <c:v>3.8501998779169266E-2</c:v>
                </c:pt>
                <c:pt idx="70">
                  <c:v>3.9074535982356995E-2</c:v>
                </c:pt>
                <c:pt idx="71">
                  <c:v>3.9647388831397512E-2</c:v>
                </c:pt>
                <c:pt idx="72">
                  <c:v>4.0220557500309839E-2</c:v>
                </c:pt>
                <c:pt idx="73">
                  <c:v>4.0794042163208699E-2</c:v>
                </c:pt>
                <c:pt idx="74">
                  <c:v>4.136784299430496E-2</c:v>
                </c:pt>
                <c:pt idx="75">
                  <c:v>4.1941960167905412E-2</c:v>
                </c:pt>
                <c:pt idx="76">
                  <c:v>4.2516393858413215E-2</c:v>
                </c:pt>
                <c:pt idx="77">
                  <c:v>4.3091144240327672E-2</c:v>
                </c:pt>
                <c:pt idx="78">
                  <c:v>4.3666211488243567E-2</c:v>
                </c:pt>
                <c:pt idx="79">
                  <c:v>4.424159577685316E-2</c:v>
                </c:pt>
                <c:pt idx="80">
                  <c:v>4.4817297280943968E-2</c:v>
                </c:pt>
                <c:pt idx="81">
                  <c:v>4.53933161754001E-2</c:v>
                </c:pt>
                <c:pt idx="82">
                  <c:v>4.5969652635202696E-2</c:v>
                </c:pt>
                <c:pt idx="83">
                  <c:v>4.6546306835428597E-2</c:v>
                </c:pt>
                <c:pt idx="84">
                  <c:v>4.7123278951251679E-2</c:v>
                </c:pt>
                <c:pt idx="85">
                  <c:v>4.7700569157941963E-2</c:v>
                </c:pt>
                <c:pt idx="86">
                  <c:v>4.8278177630866503E-2</c:v>
                </c:pt>
                <c:pt idx="87">
                  <c:v>4.8856104545488721E-2</c:v>
                </c:pt>
                <c:pt idx="88">
                  <c:v>4.9434350077369071E-2</c:v>
                </c:pt>
                <c:pt idx="89">
                  <c:v>5.0012914402164599E-2</c:v>
                </c:pt>
                <c:pt idx="90">
                  <c:v>5.0591797695629159E-2</c:v>
                </c:pt>
                <c:pt idx="91">
                  <c:v>5.1171000133613864E-2</c:v>
                </c:pt>
                <c:pt idx="92">
                  <c:v>5.175052189206597E-2</c:v>
                </c:pt>
                <c:pt idx="93">
                  <c:v>5.2330363147030434E-2</c:v>
                </c:pt>
                <c:pt idx="94">
                  <c:v>5.2910524074649468E-2</c:v>
                </c:pt>
                <c:pt idx="95">
                  <c:v>5.3491004851161428E-2</c:v>
                </c:pt>
                <c:pt idx="96">
                  <c:v>5.4071805652902816E-2</c:v>
                </c:pt>
                <c:pt idx="97">
                  <c:v>5.4652926656306722E-2</c:v>
                </c:pt>
                <c:pt idx="98">
                  <c:v>5.5234368037903936E-2</c:v>
                </c:pt>
                <c:pt idx="99">
                  <c:v>5.5816129974322282E-2</c:v>
                </c:pt>
                <c:pt idx="100">
                  <c:v>5.6398212642286838E-2</c:v>
                </c:pt>
                <c:pt idx="101">
                  <c:v>5.6980616218620828E-2</c:v>
                </c:pt>
                <c:pt idx="102">
                  <c:v>5.7563340880243841E-2</c:v>
                </c:pt>
                <c:pt idx="103">
                  <c:v>5.8146386804173833E-2</c:v>
                </c:pt>
                <c:pt idx="104">
                  <c:v>5.872975416752646E-2</c:v>
                </c:pt>
                <c:pt idx="105">
                  <c:v>5.9313443147514189E-2</c:v>
                </c:pt>
                <c:pt idx="106">
                  <c:v>5.9897453921448074E-2</c:v>
                </c:pt>
                <c:pt idx="107">
                  <c:v>6.0481786666736204E-2</c:v>
                </c:pt>
                <c:pt idx="108">
                  <c:v>6.1066441560885254E-2</c:v>
                </c:pt>
                <c:pt idx="109">
                  <c:v>6.1651418781498935E-2</c:v>
                </c:pt>
                <c:pt idx="110">
                  <c:v>6.2236718506279542E-2</c:v>
                </c:pt>
                <c:pt idx="111">
                  <c:v>6.2822340913026853E-2</c:v>
                </c:pt>
                <c:pt idx="112">
                  <c:v>6.3408286179639006E-2</c:v>
                </c:pt>
                <c:pt idx="113">
                  <c:v>6.3994554484112065E-2</c:v>
                </c:pt>
                <c:pt idx="114">
                  <c:v>6.4581146004539791E-2</c:v>
                </c:pt>
                <c:pt idx="115">
                  <c:v>6.51680609191152E-2</c:v>
                </c:pt>
                <c:pt idx="116">
                  <c:v>6.5755299406128787E-2</c:v>
                </c:pt>
                <c:pt idx="117">
                  <c:v>6.6342861643969187E-2</c:v>
                </c:pt>
                <c:pt idx="118">
                  <c:v>6.6930747811124069E-2</c:v>
                </c:pt>
                <c:pt idx="119">
                  <c:v>6.7518958086178804E-2</c:v>
                </c:pt>
                <c:pt idx="120">
                  <c:v>6.8107492647817569E-2</c:v>
                </c:pt>
                <c:pt idx="121">
                  <c:v>6.8696351674823131E-2</c:v>
                </c:pt>
                <c:pt idx="122">
                  <c:v>6.9285535346076843E-2</c:v>
                </c:pt>
                <c:pt idx="123">
                  <c:v>6.9875043840558204E-2</c:v>
                </c:pt>
                <c:pt idx="124">
                  <c:v>7.0464877337345744E-2</c:v>
                </c:pt>
                <c:pt idx="125">
                  <c:v>7.1055036015616801E-2</c:v>
                </c:pt>
                <c:pt idx="126">
                  <c:v>7.1645520054647527E-2</c:v>
                </c:pt>
                <c:pt idx="127">
                  <c:v>7.2236329633812435E-2</c:v>
                </c:pt>
                <c:pt idx="128">
                  <c:v>7.2827464932585739E-2</c:v>
                </c:pt>
                <c:pt idx="129">
                  <c:v>7.3418926130539575E-2</c:v>
                </c:pt>
                <c:pt idx="130">
                  <c:v>7.4010713407345996E-2</c:v>
                </c:pt>
                <c:pt idx="131">
                  <c:v>7.4602826942775646E-2</c:v>
                </c:pt>
                <c:pt idx="132">
                  <c:v>7.5195266916698644E-2</c:v>
                </c:pt>
                <c:pt idx="133">
                  <c:v>7.5788033509083474E-2</c:v>
                </c:pt>
                <c:pt idx="134">
                  <c:v>7.6381126899998542E-2</c:v>
                </c:pt>
                <c:pt idx="135">
                  <c:v>7.6974547269611504E-2</c:v>
                </c:pt>
                <c:pt idx="136">
                  <c:v>7.7568294798189275E-2</c:v>
                </c:pt>
                <c:pt idx="137">
                  <c:v>7.8162369666098019E-2</c:v>
                </c:pt>
                <c:pt idx="138">
                  <c:v>7.8756772053803159E-2</c:v>
                </c:pt>
                <c:pt idx="139">
                  <c:v>7.9351502141870034E-2</c:v>
                </c:pt>
                <c:pt idx="140">
                  <c:v>7.9946560110963238E-2</c:v>
                </c:pt>
                <c:pt idx="141">
                  <c:v>8.0541946141847065E-2</c:v>
                </c:pt>
                <c:pt idx="142">
                  <c:v>8.1137660415385726E-2</c:v>
                </c:pt>
                <c:pt idx="143">
                  <c:v>8.1733703112542688E-2</c:v>
                </c:pt>
                <c:pt idx="144">
                  <c:v>8.2330074414381338E-2</c:v>
                </c:pt>
                <c:pt idx="145">
                  <c:v>8.2926774502064982E-2</c:v>
                </c:pt>
                <c:pt idx="146">
                  <c:v>8.3523803556856846E-2</c:v>
                </c:pt>
                <c:pt idx="147">
                  <c:v>8.4121161760119856E-2</c:v>
                </c:pt>
                <c:pt idx="148">
                  <c:v>8.4718849293317078E-2</c:v>
                </c:pt>
                <c:pt idx="149">
                  <c:v>8.5316866338011943E-2</c:v>
                </c:pt>
                <c:pt idx="150">
                  <c:v>8.5915213075867136E-2</c:v>
                </c:pt>
                <c:pt idx="151">
                  <c:v>8.6513889688646373E-2</c:v>
                </c:pt>
                <c:pt idx="152">
                  <c:v>8.7112896358213066E-2</c:v>
                </c:pt>
                <c:pt idx="153">
                  <c:v>8.771223326653077E-2</c:v>
                </c:pt>
                <c:pt idx="154">
                  <c:v>8.8311900595664294E-2</c:v>
                </c:pt>
                <c:pt idx="155">
                  <c:v>8.8911898527777478E-2</c:v>
                </c:pt>
                <c:pt idx="156">
                  <c:v>8.9512227245135634E-2</c:v>
                </c:pt>
                <c:pt idx="157">
                  <c:v>9.0112886930103997E-2</c:v>
                </c:pt>
                <c:pt idx="158">
                  <c:v>9.0713877765148832E-2</c:v>
                </c:pt>
                <c:pt idx="159">
                  <c:v>9.1315199932836322E-2</c:v>
                </c:pt>
                <c:pt idx="160">
                  <c:v>9.1916853615833904E-2</c:v>
                </c:pt>
                <c:pt idx="161">
                  <c:v>9.2518838996909381E-2</c:v>
                </c:pt>
                <c:pt idx="162">
                  <c:v>9.3121156258931581E-2</c:v>
                </c:pt>
                <c:pt idx="163">
                  <c:v>9.3723805584869924E-2</c:v>
                </c:pt>
                <c:pt idx="164">
                  <c:v>9.4326787157794856E-2</c:v>
                </c:pt>
                <c:pt idx="165">
                  <c:v>9.4930101160877411E-2</c:v>
                </c:pt>
                <c:pt idx="166">
                  <c:v>9.5533747777390099E-2</c:v>
                </c:pt>
                <c:pt idx="167">
                  <c:v>9.6137727190706235E-2</c:v>
                </c:pt>
                <c:pt idx="168">
                  <c:v>9.6742039584300166E-2</c:v>
                </c:pt>
                <c:pt idx="169">
                  <c:v>9.7346685141747491E-2</c:v>
                </c:pt>
                <c:pt idx="170">
                  <c:v>9.7951664046725062E-2</c:v>
                </c:pt>
                <c:pt idx="171">
                  <c:v>9.8556976483010761E-2</c:v>
                </c:pt>
                <c:pt idx="172">
                  <c:v>9.9162622634484165E-2</c:v>
                </c:pt>
                <c:pt idx="173">
                  <c:v>9.9768602685125662E-2</c:v>
                </c:pt>
                <c:pt idx="174">
                  <c:v>0.100374916819018</c:v>
                </c:pt>
                <c:pt idx="175">
                  <c:v>0.10098156522034407</c:v>
                </c:pt>
                <c:pt idx="176">
                  <c:v>0.10158854807338979</c:v>
                </c:pt>
                <c:pt idx="177">
                  <c:v>0.10219586556254145</c:v>
                </c:pt>
                <c:pt idx="178">
                  <c:v>0.10280351787228792</c:v>
                </c:pt>
                <c:pt idx="179">
                  <c:v>0.10341150518721864</c:v>
                </c:pt>
                <c:pt idx="180">
                  <c:v>0.10401982769202656</c:v>
                </c:pt>
                <c:pt idx="181">
                  <c:v>0.1046284855715045</c:v>
                </c:pt>
                <c:pt idx="182">
                  <c:v>0.10523747901054858</c:v>
                </c:pt>
                <c:pt idx="183">
                  <c:v>0.10584680819415615</c:v>
                </c:pt>
                <c:pt idx="184">
                  <c:v>0.10645647330742691</c:v>
                </c:pt>
                <c:pt idx="185">
                  <c:v>0.10706647453556228</c:v>
                </c:pt>
                <c:pt idx="186">
                  <c:v>0.10767681206386626</c:v>
                </c:pt>
                <c:pt idx="187">
                  <c:v>0.1082874860777443</c:v>
                </c:pt>
                <c:pt idx="188">
                  <c:v>0.10889849676270491</c:v>
                </c:pt>
                <c:pt idx="189">
                  <c:v>0.10950984430435806</c:v>
                </c:pt>
                <c:pt idx="190">
                  <c:v>0.11012152888841675</c:v>
                </c:pt>
                <c:pt idx="191">
                  <c:v>0.1107335507006959</c:v>
                </c:pt>
                <c:pt idx="192">
                  <c:v>0.11134590992711302</c:v>
                </c:pt>
                <c:pt idx="193">
                  <c:v>0.11195860675368796</c:v>
                </c:pt>
                <c:pt idx="194">
                  <c:v>0.11257164136654363</c:v>
                </c:pt>
                <c:pt idx="195">
                  <c:v>0.11318501395190483</c:v>
                </c:pt>
                <c:pt idx="196">
                  <c:v>0.11379872469609964</c:v>
                </c:pt>
                <c:pt idx="197">
                  <c:v>0.11441277378555847</c:v>
                </c:pt>
                <c:pt idx="198">
                  <c:v>0.11502716140681501</c:v>
                </c:pt>
                <c:pt idx="199">
                  <c:v>0.11564188774650486</c:v>
                </c:pt>
                <c:pt idx="200">
                  <c:v>0.11625695299136751</c:v>
                </c:pt>
                <c:pt idx="201">
                  <c:v>0.11687235732824508</c:v>
                </c:pt>
                <c:pt idx="202">
                  <c:v>0.11748810094408224</c:v>
                </c:pt>
                <c:pt idx="203">
                  <c:v>0.11810418402592715</c:v>
                </c:pt>
                <c:pt idx="204">
                  <c:v>0.11872060676093166</c:v>
                </c:pt>
                <c:pt idx="205">
                  <c:v>0.11933736933634909</c:v>
                </c:pt>
                <c:pt idx="206">
                  <c:v>0.11995447193953779</c:v>
                </c:pt>
                <c:pt idx="207">
                  <c:v>0.1205719147579587</c:v>
                </c:pt>
                <c:pt idx="208">
                  <c:v>0.12118969797917578</c:v>
                </c:pt>
                <c:pt idx="209">
                  <c:v>0.12180782179085714</c:v>
                </c:pt>
                <c:pt idx="210">
                  <c:v>0.12242628638077346</c:v>
                </c:pt>
                <c:pt idx="211">
                  <c:v>0.1230450919367998</c:v>
                </c:pt>
                <c:pt idx="212">
                  <c:v>0.123664238646914</c:v>
                </c:pt>
                <c:pt idx="213">
                  <c:v>0.12428372669919829</c:v>
                </c:pt>
                <c:pt idx="214">
                  <c:v>0.12490355628183791</c:v>
                </c:pt>
                <c:pt idx="215">
                  <c:v>0.12552372758312269</c:v>
                </c:pt>
                <c:pt idx="216">
                  <c:v>0.12614424079144526</c:v>
                </c:pt>
                <c:pt idx="217">
                  <c:v>0.12676509609530284</c:v>
                </c:pt>
                <c:pt idx="218">
                  <c:v>0.12738629368329635</c:v>
                </c:pt>
                <c:pt idx="219">
                  <c:v>0.12799808378990041</c:v>
                </c:pt>
                <c:pt idx="220">
                  <c:v>0.12861020589196737</c:v>
                </c:pt>
                <c:pt idx="221">
                  <c:v>0.12922266016965889</c:v>
                </c:pt>
                <c:pt idx="222">
                  <c:v>0.12983544680323411</c:v>
                </c:pt>
                <c:pt idx="223">
                  <c:v>0.13044856597304988</c:v>
                </c:pt>
                <c:pt idx="224">
                  <c:v>0.13106201785956118</c:v>
                </c:pt>
                <c:pt idx="225">
                  <c:v>0.13167580264332091</c:v>
                </c:pt>
                <c:pt idx="226">
                  <c:v>0.1322899205049799</c:v>
                </c:pt>
                <c:pt idx="227">
                  <c:v>0.13290437162528712</c:v>
                </c:pt>
                <c:pt idx="228">
                  <c:v>0.13351915618508903</c:v>
                </c:pt>
                <c:pt idx="229">
                  <c:v>0.1341342743653311</c:v>
                </c:pt>
                <c:pt idx="230">
                  <c:v>0.13474972634705651</c:v>
                </c:pt>
                <c:pt idx="231">
                  <c:v>0.13536551231140659</c:v>
                </c:pt>
                <c:pt idx="232">
                  <c:v>0.13598163243962125</c:v>
                </c:pt>
                <c:pt idx="233">
                  <c:v>0.13659808691303854</c:v>
                </c:pt>
                <c:pt idx="234">
                  <c:v>0.13721487591309534</c:v>
                </c:pt>
                <c:pt idx="235">
                  <c:v>0.13783199962132642</c:v>
                </c:pt>
                <c:pt idx="236">
                  <c:v>0.13844945821936516</c:v>
                </c:pt>
                <c:pt idx="237">
                  <c:v>0.13906725188894398</c:v>
                </c:pt>
                <c:pt idx="238">
                  <c:v>0.13968538081189341</c:v>
                </c:pt>
                <c:pt idx="239">
                  <c:v>0.14030384517014283</c:v>
                </c:pt>
                <c:pt idx="240">
                  <c:v>0.14092264514572039</c:v>
                </c:pt>
                <c:pt idx="241">
                  <c:v>0.14154178092075309</c:v>
                </c:pt>
                <c:pt idx="242">
                  <c:v>0.14216125267746649</c:v>
                </c:pt>
                <c:pt idx="243">
                  <c:v>0.14278106059818541</c:v>
                </c:pt>
                <c:pt idx="244">
                  <c:v>0.14340120486533303</c:v>
                </c:pt>
                <c:pt idx="245">
                  <c:v>0.14402168566143203</c:v>
                </c:pt>
                <c:pt idx="246">
                  <c:v>0.14464250316910432</c:v>
                </c:pt>
                <c:pt idx="247">
                  <c:v>0.14525373685687115</c:v>
                </c:pt>
                <c:pt idx="248">
                  <c:v>0.14586529694053874</c:v>
                </c:pt>
                <c:pt idx="249">
                  <c:v>0.14647718359440121</c:v>
                </c:pt>
                <c:pt idx="250">
                  <c:v>0.14708939699284573</c:v>
                </c:pt>
                <c:pt idx="251">
                  <c:v>0.14770193731035164</c:v>
                </c:pt>
                <c:pt idx="252">
                  <c:v>0.14831480472149283</c:v>
                </c:pt>
                <c:pt idx="253">
                  <c:v>0.14892799940093537</c:v>
                </c:pt>
                <c:pt idx="254">
                  <c:v>0.14954152152343925</c:v>
                </c:pt>
                <c:pt idx="255">
                  <c:v>0.15015537126385747</c:v>
                </c:pt>
                <c:pt idx="256">
                  <c:v>0.15076954879713633</c:v>
                </c:pt>
                <c:pt idx="257">
                  <c:v>0.15138405429831558</c:v>
                </c:pt>
                <c:pt idx="258">
                  <c:v>0.15199888794252869</c:v>
                </c:pt>
                <c:pt idx="259">
                  <c:v>0.15261404990500238</c:v>
                </c:pt>
                <c:pt idx="260">
                  <c:v>0.15322954036105729</c:v>
                </c:pt>
                <c:pt idx="261">
                  <c:v>0.15384535948610711</c:v>
                </c:pt>
                <c:pt idx="262">
                  <c:v>0.1544615074556599</c:v>
                </c:pt>
                <c:pt idx="263">
                  <c:v>0.15507798444531673</c:v>
                </c:pt>
                <c:pt idx="264">
                  <c:v>0.15569479063077307</c:v>
                </c:pt>
                <c:pt idx="265">
                  <c:v>0.15631192618781764</c:v>
                </c:pt>
                <c:pt idx="266">
                  <c:v>0.1569293912923333</c:v>
                </c:pt>
                <c:pt idx="267">
                  <c:v>0.15754718612029728</c:v>
                </c:pt>
                <c:pt idx="268">
                  <c:v>0.15816531084777985</c:v>
                </c:pt>
                <c:pt idx="269">
                  <c:v>0.15878376565094587</c:v>
                </c:pt>
                <c:pt idx="270">
                  <c:v>0.15940255070605436</c:v>
                </c:pt>
                <c:pt idx="271">
                  <c:v>0.16002166618945846</c:v>
                </c:pt>
                <c:pt idx="272">
                  <c:v>0.1606411122776048</c:v>
                </c:pt>
                <c:pt idx="273">
                  <c:v>0.16126088914703551</c:v>
                </c:pt>
                <c:pt idx="274">
                  <c:v>0.16188099697438529</c:v>
                </c:pt>
                <c:pt idx="275">
                  <c:v>0.16250143593638477</c:v>
                </c:pt>
                <c:pt idx="276">
                  <c:v>0.16312220620985829</c:v>
                </c:pt>
                <c:pt idx="277">
                  <c:v>0.16374330797172432</c:v>
                </c:pt>
                <c:pt idx="278">
                  <c:v>0.16436474139899615</c:v>
                </c:pt>
                <c:pt idx="279">
                  <c:v>0.16498650666878167</c:v>
                </c:pt>
                <c:pt idx="280">
                  <c:v>0.16559848491926465</c:v>
                </c:pt>
                <c:pt idx="281">
                  <c:v>0.16621078464761618</c:v>
                </c:pt>
                <c:pt idx="282">
                  <c:v>0.16682340602271162</c:v>
                </c:pt>
                <c:pt idx="283">
                  <c:v>0.16743634921351491</c:v>
                </c:pt>
                <c:pt idx="284">
                  <c:v>0.16804961438907906</c:v>
                </c:pt>
                <c:pt idx="285">
                  <c:v>0.16866320171854543</c:v>
                </c:pt>
                <c:pt idx="286">
                  <c:v>0.16927711137114465</c:v>
                </c:pt>
                <c:pt idx="287">
                  <c:v>0.1698913435161955</c:v>
                </c:pt>
                <c:pt idx="288">
                  <c:v>0.17050589832310692</c:v>
                </c:pt>
                <c:pt idx="289">
                  <c:v>0.17112077596137598</c:v>
                </c:pt>
                <c:pt idx="290">
                  <c:v>0.17173597660058881</c:v>
                </c:pt>
                <c:pt idx="291">
                  <c:v>0.17235150041042102</c:v>
                </c:pt>
                <c:pt idx="292">
                  <c:v>0.17296734756063725</c:v>
                </c:pt>
                <c:pt idx="293">
                  <c:v>0.17358351822109119</c:v>
                </c:pt>
                <c:pt idx="294">
                  <c:v>0.17420001256172535</c:v>
                </c:pt>
                <c:pt idx="295">
                  <c:v>0.17481683075257215</c:v>
                </c:pt>
                <c:pt idx="296">
                  <c:v>0.17543397296375352</c:v>
                </c:pt>
                <c:pt idx="297">
                  <c:v>0.17605143936547996</c:v>
                </c:pt>
                <c:pt idx="298">
                  <c:v>0.17666923012805169</c:v>
                </c:pt>
                <c:pt idx="299">
                  <c:v>0.17728734542185864</c:v>
                </c:pt>
                <c:pt idx="300">
                  <c:v>0.17790578541738045</c:v>
                </c:pt>
                <c:pt idx="301">
                  <c:v>0.17852455028518555</c:v>
                </c:pt>
                <c:pt idx="302">
                  <c:v>0.1791436401959321</c:v>
                </c:pt>
                <c:pt idx="303">
                  <c:v>0.17976305532036885</c:v>
                </c:pt>
                <c:pt idx="304">
                  <c:v>0.18038279582933314</c:v>
                </c:pt>
                <c:pt idx="305">
                  <c:v>0.1810028618937527</c:v>
                </c:pt>
                <c:pt idx="306">
                  <c:v>0.18162325368464449</c:v>
                </c:pt>
                <c:pt idx="307">
                  <c:v>0.18224397137311588</c:v>
                </c:pt>
                <c:pt idx="308">
                  <c:v>0.18286501513036391</c:v>
                </c:pt>
                <c:pt idx="309">
                  <c:v>0.18348638512767579</c:v>
                </c:pt>
                <c:pt idx="310">
                  <c:v>0.18410808153642799</c:v>
                </c:pt>
                <c:pt idx="311">
                  <c:v>0.1847301045280878</c:v>
                </c:pt>
                <c:pt idx="312">
                  <c:v>0.18535245427421199</c:v>
                </c:pt>
                <c:pt idx="313">
                  <c:v>0.18597513094644813</c:v>
                </c:pt>
                <c:pt idx="314">
                  <c:v>0.18659813471653308</c:v>
                </c:pt>
                <c:pt idx="315">
                  <c:v>0.18721113649147303</c:v>
                </c:pt>
                <c:pt idx="316">
                  <c:v>0.18782445494580502</c:v>
                </c:pt>
                <c:pt idx="317">
                  <c:v>0.18843809024312708</c:v>
                </c:pt>
                <c:pt idx="318">
                  <c:v>0.18905204254712182</c:v>
                </c:pt>
                <c:pt idx="319">
                  <c:v>0.18966631202155626</c:v>
                </c:pt>
                <c:pt idx="320">
                  <c:v>0.19028089883028199</c:v>
                </c:pt>
                <c:pt idx="321">
                  <c:v>0.19089580313723542</c:v>
                </c:pt>
                <c:pt idx="322">
                  <c:v>0.19151102510643736</c:v>
                </c:pt>
                <c:pt idx="323">
                  <c:v>0.19212656490199342</c:v>
                </c:pt>
                <c:pt idx="324">
                  <c:v>0.19274242268809405</c:v>
                </c:pt>
                <c:pt idx="325">
                  <c:v>0.19335859862901494</c:v>
                </c:pt>
                <c:pt idx="326">
                  <c:v>0.19397509288911596</c:v>
                </c:pt>
                <c:pt idx="327">
                  <c:v>0.19459190563284245</c:v>
                </c:pt>
                <c:pt idx="328">
                  <c:v>0.19520903702472392</c:v>
                </c:pt>
                <c:pt idx="329">
                  <c:v>0.19582648722937579</c:v>
                </c:pt>
                <c:pt idx="330">
                  <c:v>0.1964442564114981</c:v>
                </c:pt>
                <c:pt idx="331">
                  <c:v>0.19706234473587592</c:v>
                </c:pt>
                <c:pt idx="332">
                  <c:v>0.19768075236737959</c:v>
                </c:pt>
                <c:pt idx="333">
                  <c:v>0.19829947947096449</c:v>
                </c:pt>
                <c:pt idx="334">
                  <c:v>0.19891852621167128</c:v>
                </c:pt>
                <c:pt idx="335">
                  <c:v>0.19953789275462608</c:v>
                </c:pt>
                <c:pt idx="336">
                  <c:v>0.20015757926503985</c:v>
                </c:pt>
                <c:pt idx="337">
                  <c:v>0.20077758590820927</c:v>
                </c:pt>
                <c:pt idx="338">
                  <c:v>0.20139791284951669</c:v>
                </c:pt>
                <c:pt idx="339">
                  <c:v>0.2020185602544291</c:v>
                </c:pt>
                <c:pt idx="340">
                  <c:v>0.2026395282884994</c:v>
                </c:pt>
                <c:pt idx="341">
                  <c:v>0.20326081711736621</c:v>
                </c:pt>
                <c:pt idx="342">
                  <c:v>0.20388242690675362</c:v>
                </c:pt>
                <c:pt idx="343">
                  <c:v>0.20450435782247101</c:v>
                </c:pt>
                <c:pt idx="344">
                  <c:v>0.20511610194531715</c:v>
                </c:pt>
                <c:pt idx="345">
                  <c:v>0.20572815676099721</c:v>
                </c:pt>
                <c:pt idx="346">
                  <c:v>0.20634052242730516</c:v>
                </c:pt>
                <c:pt idx="347">
                  <c:v>0.20695319910211651</c:v>
                </c:pt>
                <c:pt idx="348">
                  <c:v>0.20756618694338602</c:v>
                </c:pt>
                <c:pt idx="349">
                  <c:v>0.20817948610914927</c:v>
                </c:pt>
                <c:pt idx="350">
                  <c:v>0.20879309675752178</c:v>
                </c:pt>
                <c:pt idx="351">
                  <c:v>0.20940701904669923</c:v>
                </c:pt>
                <c:pt idx="352">
                  <c:v>0.21002125313495834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29F-4EE0-B66A-EDBEBE9AA3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1"/>
        <c:majorTimeUnit val="month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700" b="0"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withinLinear" id="14">
  <a:schemeClr val="accent1"/>
</cs:colorStyle>
</file>

<file path=ppt/charts/colors2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32F5019-F103-40FF-969F-1314B6ECC3B3}" type="datetimeFigureOut">
              <a:rPr lang="pt-BR" smtClean="0"/>
              <a:t>13/10/2026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572954E-268E-48D9-B982-5424E1210F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536360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A6F6462-2CA2-4AE3-AD2E-EB43427E866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23024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1349641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26404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1B530D-335A-37B1-E085-BC295C5970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4CD8F91-8B63-B4B4-F18A-7985B879AD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05EAB0-C392-C27E-DE96-4B5F100D2D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270278172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7B969-8FAF-1486-BA0B-05A67CD4CA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AA2C710-7EC0-5190-FEE3-3ACC682A0E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38410F9-414F-069C-0253-C5FECC519D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52662061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296420-A6C0-1BAF-F5FC-E1463AB01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C4B4F93-8FB7-BDB4-F730-2E27C546E8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75619F8-90ED-E8EC-B50B-96953C1A43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Banks, Institucional e Crédito Ativo</a:t>
            </a:r>
          </a:p>
        </p:txBody>
      </p:sp>
    </p:spTree>
    <p:extLst>
      <p:ext uri="{BB962C8B-B14F-4D97-AF65-F5344CB8AC3E}">
        <p14:creationId xmlns:p14="http://schemas.microsoft.com/office/powerpoint/2010/main" val="173018762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400B95-64AE-FC43-D975-E874DB798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B1B5B2C-BDBE-D1FD-7482-F18AE71F60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C911248-56B7-DF39-900E-DF7941B5D5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624442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F226C5-303F-383E-965E-B4B8AB6D2B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FCE79D6-E136-27A0-5BA5-4EA876BDE8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00F048D-76E8-ED85-0E00-B0166E7085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914165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754504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705419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002139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7476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2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319509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250912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31950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250912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3173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2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7618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5180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11443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67167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051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14352100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8685210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2159780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4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39553388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2159780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4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</p:spTree>
    <p:extLst>
      <p:ext uri="{BB962C8B-B14F-4D97-AF65-F5344CB8AC3E}">
        <p14:creationId xmlns:p14="http://schemas.microsoft.com/office/powerpoint/2010/main" val="8506836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2159780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4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</p:spTree>
    <p:extLst>
      <p:ext uri="{BB962C8B-B14F-4D97-AF65-F5344CB8AC3E}">
        <p14:creationId xmlns:p14="http://schemas.microsoft.com/office/powerpoint/2010/main" val="33379596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01664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319510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240645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250913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26923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319510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240645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250913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26923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28315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28315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092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3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1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7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5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1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29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29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82654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5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66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1" y="513298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3" y="6294311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66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13918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2159780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30992028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8577796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323985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529168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07162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627092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26272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690869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1829429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94929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184775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34846173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8949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83358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339212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771106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448272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43119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639476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803059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08775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20141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7839216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345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612515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157983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03348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898212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03773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985849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26453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572073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7001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0884233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424603"/>
          </a:xfrm>
        </p:spPr>
        <p:txBody>
          <a:bodyPr lIns="0" tIns="0" rIns="0" bIns="0"/>
          <a:lstStyle>
            <a:lvl1pPr>
              <a:defRPr sz="2759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168773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424603"/>
          </a:xfrm>
        </p:spPr>
        <p:txBody>
          <a:bodyPr lIns="0" tIns="0" rIns="0" bIns="0"/>
          <a:lstStyle>
            <a:lvl1pPr>
              <a:defRPr sz="2759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4300323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424603"/>
          </a:xfrm>
        </p:spPr>
        <p:txBody>
          <a:bodyPr lIns="0" tIns="0" rIns="0" bIns="0"/>
          <a:lstStyle>
            <a:lvl1pPr>
              <a:defRPr sz="2759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84855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567422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29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451867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99511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428927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4213226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953704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344445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4034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901">
          <p15:clr>
            <a:srgbClr val="FBAE40"/>
          </p15:clr>
        </p15:guide>
        <p15:guide id="6" pos="898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181015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7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25407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6840100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23949628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979458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801907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218063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5157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18143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226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6298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233078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72724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1857038" cy="2091184"/>
          </a:xfrm>
          <a:prstGeom prst="round1Rect">
            <a:avLst>
              <a:gd name="adj" fmla="val 50000"/>
            </a:avLst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20669646-0E31-B58E-25E0-8DB70B50D5BD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404BD73C-8E0E-436E-C0F7-D9B20EDD3A8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8223C8-B19C-406A-0E1A-412B531D226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031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4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24139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71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632226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20599480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superior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F216AB5E-D38B-66D5-8239-7B0151BF7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7" name="Picture 8">
            <a:extLst>
              <a:ext uri="{FF2B5EF4-FFF2-40B4-BE49-F238E27FC236}">
                <a16:creationId xmlns:a16="http://schemas.microsoft.com/office/drawing/2014/main" id="{1A5BA7F4-667F-F678-D52B-B0E7F22710B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04D163A-91B9-6223-CBDA-177ED43B7C7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D0E0086-7D78-E1C3-45A7-352B452EA387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47D10088-EE5F-A16B-8EDA-8D4B83FD96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93651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4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144598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6165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isclaimer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19200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5877252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0734203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isclaimer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025C7EE0-5DC8-3AFD-68DD-425A1257532B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269CD027-1F93-75FA-DF19-E607C7D57FE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3993707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ntracap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A48B79F-F005-55BB-3F2A-A6415298A428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4B293BCE-5255-CA92-7B6A-826B980465BA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150326433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ontracapa - Escura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rgbClr val="FFFFFF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CFDB3A0-33C3-E607-8736-492DB68BA51E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9C19B5E-6634-BD9E-DAF0-C9E13ED4A7D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24463941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406">
          <p15:clr>
            <a:srgbClr val="FBAE40"/>
          </p15:clr>
        </p15:guide>
        <p15:guide id="2" orient="horz" pos="1213">
          <p15:clr>
            <a:srgbClr val="FBAE40"/>
          </p15:clr>
        </p15:guide>
        <p15:guide id="3" orient="horz" pos="2396">
          <p15:clr>
            <a:srgbClr val="FBAE40"/>
          </p15:clr>
        </p15:guide>
        <p15:guide id="4" orient="horz" pos="2520">
          <p15:clr>
            <a:srgbClr val="FBAE40"/>
          </p15:clr>
        </p15:guide>
        <p15:guide id="5" orient="horz" pos="2245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ontracapa - Ver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F6E11D50-B4C0-91C8-A625-B4CC17BF3AF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3" name="CaixaDeTexto 5">
            <a:extLst>
              <a:ext uri="{FF2B5EF4-FFF2-40B4-BE49-F238E27FC236}">
                <a16:creationId xmlns:a16="http://schemas.microsoft.com/office/drawing/2014/main" id="{943F62F9-7B7C-803A-9ABE-30B4071FF71D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9517706-97A9-0F2E-14F2-016064B4ECC6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0B86C8C-C6DF-A40C-2203-D92D03E8257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7830407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1406">
          <p15:clr>
            <a:srgbClr val="FBAE40"/>
          </p15:clr>
        </p15:guide>
        <p15:guide id="4" orient="horz" pos="1213">
          <p15:clr>
            <a:srgbClr val="FBAE40"/>
          </p15:clr>
        </p15:guide>
        <p15:guide id="5" orient="horz" pos="2245">
          <p15:clr>
            <a:srgbClr val="FBAE40"/>
          </p15:clr>
        </p15:guide>
        <p15:guide id="6" orient="horz" pos="2396">
          <p15:clr>
            <a:srgbClr val="FBAE40"/>
          </p15:clr>
        </p15:guide>
        <p15:guide id="7" orient="horz" pos="2520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bg object 17"/>
          <p:cNvSpPr/>
          <p:nvPr/>
        </p:nvSpPr>
        <p:spPr>
          <a:xfrm>
            <a:off x="412048" y="2159081"/>
            <a:ext cx="8951105" cy="0"/>
          </a:xfrm>
          <a:custGeom>
            <a:avLst/>
            <a:gdLst/>
            <a:ahLst/>
            <a:cxnLst/>
            <a:rect l="l" t="t" r="r" b="b"/>
            <a:pathLst>
              <a:path w="17780635">
                <a:moveTo>
                  <a:pt x="0" y="0"/>
                </a:moveTo>
                <a:lnTo>
                  <a:pt x="17780442" y="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8" name="bg object 18"/>
          <p:cNvSpPr/>
          <p:nvPr/>
        </p:nvSpPr>
        <p:spPr>
          <a:xfrm>
            <a:off x="9363887" y="0"/>
            <a:ext cx="2831964" cy="6819494"/>
          </a:xfrm>
          <a:custGeom>
            <a:avLst/>
            <a:gdLst/>
            <a:ahLst/>
            <a:cxnLst/>
            <a:rect l="l" t="t" r="r" b="b"/>
            <a:pathLst>
              <a:path w="4669790" h="11245850">
                <a:moveTo>
                  <a:pt x="4669640" y="0"/>
                </a:moveTo>
                <a:lnTo>
                  <a:pt x="147074" y="0"/>
                </a:lnTo>
                <a:lnTo>
                  <a:pt x="103828" y="7024"/>
                </a:lnTo>
                <a:lnTo>
                  <a:pt x="62224" y="28614"/>
                </a:lnTo>
                <a:lnTo>
                  <a:pt x="29353" y="61483"/>
                </a:lnTo>
                <a:lnTo>
                  <a:pt x="7762" y="103084"/>
                </a:lnTo>
                <a:lnTo>
                  <a:pt x="0" y="150869"/>
                </a:lnTo>
                <a:lnTo>
                  <a:pt x="0" y="11094211"/>
                </a:lnTo>
                <a:lnTo>
                  <a:pt x="7762" y="11141997"/>
                </a:lnTo>
                <a:lnTo>
                  <a:pt x="29353" y="11183598"/>
                </a:lnTo>
                <a:lnTo>
                  <a:pt x="62224" y="11216467"/>
                </a:lnTo>
                <a:lnTo>
                  <a:pt x="103828" y="11238057"/>
                </a:lnTo>
                <a:lnTo>
                  <a:pt x="151618" y="11245819"/>
                </a:lnTo>
                <a:lnTo>
                  <a:pt x="4669640" y="11245819"/>
                </a:lnTo>
                <a:lnTo>
                  <a:pt x="4669640" y="0"/>
                </a:lnTo>
                <a:close/>
              </a:path>
            </a:pathLst>
          </a:custGeom>
          <a:solidFill>
            <a:srgbClr val="C1F4D4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9" name="bg object 19"/>
          <p:cNvSpPr/>
          <p:nvPr/>
        </p:nvSpPr>
        <p:spPr>
          <a:xfrm>
            <a:off x="9363887" y="3645882"/>
            <a:ext cx="2831964" cy="3211824"/>
          </a:xfrm>
          <a:custGeom>
            <a:avLst/>
            <a:gdLst/>
            <a:ahLst/>
            <a:cxnLst/>
            <a:rect l="l" t="t" r="r" b="b"/>
            <a:pathLst>
              <a:path w="4669790" h="5296535">
                <a:moveTo>
                  <a:pt x="4669640" y="0"/>
                </a:moveTo>
                <a:lnTo>
                  <a:pt x="151618" y="0"/>
                </a:lnTo>
                <a:lnTo>
                  <a:pt x="103828" y="7761"/>
                </a:lnTo>
                <a:lnTo>
                  <a:pt x="62224" y="29349"/>
                </a:lnTo>
                <a:lnTo>
                  <a:pt x="29353" y="62217"/>
                </a:lnTo>
                <a:lnTo>
                  <a:pt x="7762" y="103818"/>
                </a:lnTo>
                <a:lnTo>
                  <a:pt x="0" y="151607"/>
                </a:lnTo>
                <a:lnTo>
                  <a:pt x="0" y="5150272"/>
                </a:lnTo>
                <a:lnTo>
                  <a:pt x="7762" y="5198057"/>
                </a:lnTo>
                <a:lnTo>
                  <a:pt x="29353" y="5239658"/>
                </a:lnTo>
                <a:lnTo>
                  <a:pt x="62224" y="5272527"/>
                </a:lnTo>
                <a:lnTo>
                  <a:pt x="103828" y="5294117"/>
                </a:lnTo>
                <a:lnTo>
                  <a:pt x="116808" y="5296226"/>
                </a:lnTo>
                <a:lnTo>
                  <a:pt x="4669640" y="5296226"/>
                </a:lnTo>
                <a:lnTo>
                  <a:pt x="4669640" y="0"/>
                </a:lnTo>
                <a:close/>
              </a:path>
            </a:pathLst>
          </a:custGeom>
          <a:solidFill>
            <a:srgbClr val="ABC6CD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1" name="bg object 21"/>
          <p:cNvSpPr/>
          <p:nvPr/>
        </p:nvSpPr>
        <p:spPr>
          <a:xfrm>
            <a:off x="2746664" y="615903"/>
            <a:ext cx="0" cy="1537948"/>
          </a:xfrm>
          <a:custGeom>
            <a:avLst/>
            <a:gdLst/>
            <a:ahLst/>
            <a:cxnLst/>
            <a:rect l="l" t="t" r="r" b="b"/>
            <a:pathLst>
              <a:path h="2536190">
                <a:moveTo>
                  <a:pt x="0" y="0"/>
                </a:moveTo>
                <a:lnTo>
                  <a:pt x="0" y="253609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9988" y="531264"/>
            <a:ext cx="6356322" cy="392766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3">
              <a:lnSpc>
                <a:spcPct val="100000"/>
              </a:lnSpc>
              <a:spcBef>
                <a:spcPts val="45"/>
              </a:spcBef>
            </a:pPr>
            <a:fld id="{81D60167-4931-47E6-BA6A-407CBD079E47}" type="slidenum">
              <a:rPr spc="-15" dirty="0"/>
              <a:pPr marL="20023">
                <a:lnSpc>
                  <a:spcPct val="100000"/>
                </a:lnSpc>
                <a:spcBef>
                  <a:spcPts val="45"/>
                </a:spcBef>
              </a:pPr>
              <a:t>‹nº›</a:t>
            </a:fld>
            <a:endParaRPr spc="-15"/>
          </a:p>
        </p:txBody>
      </p:sp>
    </p:spTree>
    <p:extLst>
      <p:ext uri="{BB962C8B-B14F-4D97-AF65-F5344CB8AC3E}">
        <p14:creationId xmlns:p14="http://schemas.microsoft.com/office/powerpoint/2010/main" val="31670928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76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apa 01 - Offwhite">
    <p:bg>
      <p:bgPr>
        <a:gradFill flip="none" rotWithShape="1">
          <a:gsLst>
            <a:gs pos="0">
              <a:schemeClr val="accent2">
                <a:lumMod val="90000"/>
              </a:schemeClr>
            </a:gs>
            <a:gs pos="62000">
              <a:schemeClr val="tx1">
                <a:lumMod val="95000"/>
                <a:lumOff val="5000"/>
              </a:schemeClr>
            </a:gs>
          </a:gsLst>
          <a:path path="circle">
            <a:fillToRect r="100000" b="100000"/>
          </a:path>
          <a:tileRect l="-100000" t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/>
          <p:cNvSpPr/>
          <p:nvPr userDrawn="1"/>
        </p:nvSpPr>
        <p:spPr>
          <a:xfrm>
            <a:off x="4733063" y="2926924"/>
            <a:ext cx="2725872" cy="925310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31689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apa 01 - Offwhite">
    <p:bg>
      <p:bgPr>
        <a:gradFill>
          <a:gsLst>
            <a:gs pos="0">
              <a:schemeClr val="accent2">
                <a:lumMod val="90000"/>
              </a:schemeClr>
            </a:gs>
            <a:gs pos="100000">
              <a:schemeClr val="accent3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05425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6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5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1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6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8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5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30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0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66880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6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5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1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6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8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5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0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230378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6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5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1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6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8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5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0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841318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0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6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0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1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2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2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1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1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1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39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307825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6652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35">
          <p15:clr>
            <a:srgbClr val="FBAE40"/>
          </p15:clr>
        </p15:guide>
        <p15:guide id="6" pos="1481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0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6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0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1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2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2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1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1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1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39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937992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6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0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1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2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2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1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1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1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39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061561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22415865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9849690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12599472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243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153417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232282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163685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23228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163685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41986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2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3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39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2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7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3418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360103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153417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232282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163685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23228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15341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163685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182010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19593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03656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2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3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39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2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7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01934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12089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53612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1857038" cy="2091184"/>
          </a:xfrm>
          <a:prstGeom prst="round1Rect">
            <a:avLst>
              <a:gd name="adj" fmla="val 50000"/>
            </a:avLst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20669646-0E31-B58E-25E0-8DB70B50D5BD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404BD73C-8E0E-436E-C0F7-D9B20EDD3A8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8223C8-B19C-406A-0E1A-412B531D226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1325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3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048488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| 1 linha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1C5A9D77-5042-AFA2-4029-92F3B694460A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7" name="Espaço Reservado para Número de Slide 5">
            <a:extLst>
              <a:ext uri="{FF2B5EF4-FFF2-40B4-BE49-F238E27FC236}">
                <a16:creationId xmlns:a16="http://schemas.microsoft.com/office/drawing/2014/main" id="{EB4D65AC-7989-8C37-9085-177EBF9A6E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F414ABE-979A-334B-B993-143CC35E6443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F2BDA728-2C53-64B2-EFB2-4861130E9B8A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E2AD1A-316D-2FEE-A176-BC23BBA2314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0881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582039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superior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F216AB5E-D38B-66D5-8239-7B0151BF7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7" name="Picture 8">
            <a:extLst>
              <a:ext uri="{FF2B5EF4-FFF2-40B4-BE49-F238E27FC236}">
                <a16:creationId xmlns:a16="http://schemas.microsoft.com/office/drawing/2014/main" id="{1A5BA7F4-667F-F678-D52B-B0E7F22710B9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04D163A-91B9-6223-CBDA-177ED43B7C7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D0E0086-7D78-E1C3-45A7-352B452EA387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47D10088-EE5F-A16B-8EDA-8D4B83FD96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238452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3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73976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5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gradFill>
            <a:gsLst>
              <a:gs pos="0">
                <a:srgbClr val="9CC7CE"/>
              </a:gs>
              <a:gs pos="56000">
                <a:schemeClr val="accent2">
                  <a:lumMod val="90000"/>
                </a:schemeClr>
              </a:gs>
            </a:gsLst>
            <a:lin ang="1200000" scaled="0"/>
          </a:gra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855431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Disclaimer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19200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5877252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2928430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Disclaimer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025C7EE0-5DC8-3AFD-68DD-425A1257532B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269CD027-1F93-75FA-DF19-E607C7D57FE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9764764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ontracapa - Escura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rgbClr val="FFFFFF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CFDB3A0-33C3-E607-8736-492DB68BA51E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9C19B5E-6634-BD9E-DAF0-C9E13ED4A7D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822573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2" orient="horz" pos="2001">
          <p15:clr>
            <a:srgbClr val="FBAE40"/>
          </p15:clr>
        </p15:guide>
        <p15:guide id="3" orient="horz" pos="3952">
          <p15:clr>
            <a:srgbClr val="FBAE40"/>
          </p15:clr>
        </p15:guide>
        <p15:guide id="4" orient="horz" pos="4156">
          <p15:clr>
            <a:srgbClr val="FBAE40"/>
          </p15:clr>
        </p15:guide>
        <p15:guide id="5" orient="horz" pos="3702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ontracapa - Ver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F6E11D50-B4C0-91C8-A625-B4CC17BF3AF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3" name="CaixaDeTexto 5">
            <a:extLst>
              <a:ext uri="{FF2B5EF4-FFF2-40B4-BE49-F238E27FC236}">
                <a16:creationId xmlns:a16="http://schemas.microsoft.com/office/drawing/2014/main" id="{943F62F9-7B7C-803A-9ABE-30B4071FF71D}"/>
              </a:ext>
            </a:extLst>
          </p:cNvPr>
          <p:cNvSpPr txBox="1"/>
          <p:nvPr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9517706-97A9-0F2E-14F2-016064B4ECC6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0B86C8C-C6DF-A40C-2203-D92D03E8257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895109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2319">
          <p15:clr>
            <a:srgbClr val="FBAE40"/>
          </p15:clr>
        </p15:guide>
        <p15:guide id="4" orient="horz" pos="2001">
          <p15:clr>
            <a:srgbClr val="FBAE40"/>
          </p15:clr>
        </p15:guide>
        <p15:guide id="5" orient="horz" pos="3702">
          <p15:clr>
            <a:srgbClr val="FBAE40"/>
          </p15:clr>
        </p15:guide>
        <p15:guide id="6" orient="horz" pos="3952">
          <p15:clr>
            <a:srgbClr val="FBAE40"/>
          </p15:clr>
        </p15:guide>
        <p15:guide id="7" orient="horz" pos="4156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5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wrap="square" lIns="0" tIns="0" rIns="0" bIns="0" rtlCol="0"/>
          <a:lstStyle/>
          <a:p>
            <a:pPr defTabSz="554492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389249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7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90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3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9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2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7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29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35277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7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90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3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9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2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7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591239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428927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4213227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90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3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8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90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2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7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884459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pos="4502">
          <p15:clr>
            <a:srgbClr val="FBAE40"/>
          </p15:clr>
        </p15:guide>
        <p15:guide id="3" orient="horz" pos="2479">
          <p15:clr>
            <a:srgbClr val="FBAE40"/>
          </p15:clr>
        </p15:guide>
        <p15:guide id="4" orient="horz" pos="2259">
          <p15:clr>
            <a:srgbClr val="FBAE40"/>
          </p15:clr>
        </p15:guide>
        <p15:guide id="5" orient="horz" pos="155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2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3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4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4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3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3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3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07166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4034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901">
          <p15:clr>
            <a:srgbClr val="FBAE40"/>
          </p15:clr>
        </p15:guide>
        <p15:guide id="6" pos="898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3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2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3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4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4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3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3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3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51115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7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2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3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4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4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3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3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3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72142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609">
          <p15:clr>
            <a:srgbClr val="FBAE40"/>
          </p15:clr>
        </p15:guide>
        <p15:guide id="2" pos="321">
          <p15:clr>
            <a:srgbClr val="FBAE40"/>
          </p15:clr>
        </p15:guide>
        <p15:guide id="3" pos="898">
          <p15:clr>
            <a:srgbClr val="FBAE40"/>
          </p15:clr>
        </p15:guide>
        <p15:guide id="4" orient="horz" pos="1324">
          <p15:clr>
            <a:srgbClr val="FBAE40"/>
          </p15:clr>
        </p15:guide>
        <p15:guide id="5" orient="horz" pos="1888">
          <p15:clr>
            <a:srgbClr val="FBAE40"/>
          </p15:clr>
        </p15:guide>
        <p15:guide id="6" pos="4034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1125454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21029071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133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1868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1205999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56">
          <p15:clr>
            <a:srgbClr val="FBAE40"/>
          </p15:clr>
        </p15:guide>
        <p15:guide id="2" orient="horz" pos="2286">
          <p15:clr>
            <a:srgbClr val="FBAE40"/>
          </p15:clr>
        </p15:guide>
        <p15:guide id="3" pos="4516">
          <p15:clr>
            <a:srgbClr val="FBAE40"/>
          </p15:clr>
        </p15:guide>
        <p15:guide id="4" orient="horz" pos="2424">
          <p15:clr>
            <a:srgbClr val="FBAE40"/>
          </p15:clr>
        </p15:guide>
        <p15:guide id="5" orient="horz" pos="334">
          <p15:clr>
            <a:srgbClr val="FBAE40"/>
          </p15:clr>
        </p15:guide>
        <p15:guide id="6" orient="horz" pos="196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7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767714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1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1" y="2153419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1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1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9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9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9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9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6" y="1232284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6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6" y="316368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6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4" y="1232284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4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4" y="3163687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4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1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9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6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4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72913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4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85371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7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00854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1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1" y="2153419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1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1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9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9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9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9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6" y="1232284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6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6" y="3163687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6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4" y="1232284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4" y="2153419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4" y="3163687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4" y="418201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1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9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6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4" y="519593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7246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4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0081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65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424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85">
          <p15:clr>
            <a:srgbClr val="FBAE40"/>
          </p15:clr>
        </p15:guide>
      </p15:sldGuideLst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6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9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463598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90911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4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26065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71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7483504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4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006000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30">
          <p15:clr>
            <a:srgbClr val="FBAE40"/>
          </p15:clr>
        </p15:guide>
        <p15:guide id="2" orient="horz" pos="2410">
          <p15:clr>
            <a:srgbClr val="FBAE40"/>
          </p15:clr>
        </p15:guide>
        <p15:guide id="3" orient="horz" pos="141">
          <p15:clr>
            <a:srgbClr val="FBAE40"/>
          </p15:clr>
        </p15:guide>
        <p15:guide id="4" pos="128">
          <p15:clr>
            <a:srgbClr val="FBAE40"/>
          </p15:clr>
        </p15:guide>
        <p15:guide id="5" orient="horz" pos="2465">
          <p15:clr>
            <a:srgbClr val="FBAE40"/>
          </p15:clr>
        </p15:guide>
        <p15:guide id="6" orient="horz" pos="485">
          <p15:clr>
            <a:srgbClr val="FBAE40"/>
          </p15:clr>
        </p15:guide>
        <p15:guide id="7" orient="horz" pos="567">
          <p15:clr>
            <a:srgbClr val="FBAE40"/>
          </p15:clr>
        </p15:guide>
      </p15:sldGuideLst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Disclaimer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2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0" y="169333"/>
            <a:ext cx="1219200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5877252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802601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Disclaimer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2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025C7EE0-5DC8-3AFD-68DD-425A1257532B}"/>
              </a:ext>
            </a:extLst>
          </p:cNvPr>
          <p:cNvCxnSpPr>
            <a:cxnSpLocks/>
          </p:cNvCxnSpPr>
          <p:nvPr/>
        </p:nvCxnSpPr>
        <p:spPr>
          <a:xfrm>
            <a:off x="2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269CD027-1F93-75FA-DF19-E607C7D57FE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081651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51">
          <p15:clr>
            <a:srgbClr val="FBAE40"/>
          </p15:clr>
        </p15:guide>
        <p15:guide id="2" pos="128">
          <p15:clr>
            <a:srgbClr val="FBAE40"/>
          </p15:clr>
        </p15:guide>
        <p15:guide id="3" orient="horz" pos="2383">
          <p15:clr>
            <a:srgbClr val="FBAE40"/>
          </p15:clr>
        </p15:guide>
        <p15:guide id="4" pos="4530">
          <p15:clr>
            <a:srgbClr val="FBAE40"/>
          </p15:clr>
        </p15:guide>
        <p15:guide id="5" orient="horz" pos="141">
          <p15:clr>
            <a:srgbClr val="FBAE40"/>
          </p15:clr>
        </p15:guide>
        <p15:guide id="6" orient="horz" pos="306">
          <p15:clr>
            <a:srgbClr val="FBAE40"/>
          </p15:clr>
        </p15:guide>
        <p15:guide id="7" orient="horz" pos="416">
          <p15:clr>
            <a:srgbClr val="FBAE40"/>
          </p15:clr>
        </p15:guide>
      </p15:sldGuideLst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bg object 17"/>
          <p:cNvSpPr/>
          <p:nvPr/>
        </p:nvSpPr>
        <p:spPr>
          <a:xfrm>
            <a:off x="412049" y="2159081"/>
            <a:ext cx="8951105" cy="0"/>
          </a:xfrm>
          <a:custGeom>
            <a:avLst/>
            <a:gdLst/>
            <a:ahLst/>
            <a:cxnLst/>
            <a:rect l="l" t="t" r="r" b="b"/>
            <a:pathLst>
              <a:path w="17780635">
                <a:moveTo>
                  <a:pt x="0" y="0"/>
                </a:moveTo>
                <a:lnTo>
                  <a:pt x="17780442" y="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8" name="bg object 18"/>
          <p:cNvSpPr/>
          <p:nvPr/>
        </p:nvSpPr>
        <p:spPr>
          <a:xfrm>
            <a:off x="9363887" y="0"/>
            <a:ext cx="2831964" cy="6819494"/>
          </a:xfrm>
          <a:custGeom>
            <a:avLst/>
            <a:gdLst/>
            <a:ahLst/>
            <a:cxnLst/>
            <a:rect l="l" t="t" r="r" b="b"/>
            <a:pathLst>
              <a:path w="4669790" h="11245850">
                <a:moveTo>
                  <a:pt x="4669640" y="0"/>
                </a:moveTo>
                <a:lnTo>
                  <a:pt x="147074" y="0"/>
                </a:lnTo>
                <a:lnTo>
                  <a:pt x="103828" y="7024"/>
                </a:lnTo>
                <a:lnTo>
                  <a:pt x="62224" y="28614"/>
                </a:lnTo>
                <a:lnTo>
                  <a:pt x="29353" y="61483"/>
                </a:lnTo>
                <a:lnTo>
                  <a:pt x="7762" y="103084"/>
                </a:lnTo>
                <a:lnTo>
                  <a:pt x="0" y="150869"/>
                </a:lnTo>
                <a:lnTo>
                  <a:pt x="0" y="11094211"/>
                </a:lnTo>
                <a:lnTo>
                  <a:pt x="7762" y="11141997"/>
                </a:lnTo>
                <a:lnTo>
                  <a:pt x="29353" y="11183598"/>
                </a:lnTo>
                <a:lnTo>
                  <a:pt x="62224" y="11216467"/>
                </a:lnTo>
                <a:lnTo>
                  <a:pt x="103828" y="11238057"/>
                </a:lnTo>
                <a:lnTo>
                  <a:pt x="151618" y="11245819"/>
                </a:lnTo>
                <a:lnTo>
                  <a:pt x="4669640" y="11245819"/>
                </a:lnTo>
                <a:lnTo>
                  <a:pt x="4669640" y="0"/>
                </a:lnTo>
                <a:close/>
              </a:path>
            </a:pathLst>
          </a:custGeom>
          <a:solidFill>
            <a:srgbClr val="C1F4D4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19" name="bg object 19"/>
          <p:cNvSpPr/>
          <p:nvPr/>
        </p:nvSpPr>
        <p:spPr>
          <a:xfrm>
            <a:off x="9363887" y="3645882"/>
            <a:ext cx="2831964" cy="3211824"/>
          </a:xfrm>
          <a:custGeom>
            <a:avLst/>
            <a:gdLst/>
            <a:ahLst/>
            <a:cxnLst/>
            <a:rect l="l" t="t" r="r" b="b"/>
            <a:pathLst>
              <a:path w="4669790" h="5296535">
                <a:moveTo>
                  <a:pt x="4669640" y="0"/>
                </a:moveTo>
                <a:lnTo>
                  <a:pt x="151618" y="0"/>
                </a:lnTo>
                <a:lnTo>
                  <a:pt x="103828" y="7761"/>
                </a:lnTo>
                <a:lnTo>
                  <a:pt x="62224" y="29349"/>
                </a:lnTo>
                <a:lnTo>
                  <a:pt x="29353" y="62217"/>
                </a:lnTo>
                <a:lnTo>
                  <a:pt x="7762" y="103818"/>
                </a:lnTo>
                <a:lnTo>
                  <a:pt x="0" y="151607"/>
                </a:lnTo>
                <a:lnTo>
                  <a:pt x="0" y="5150272"/>
                </a:lnTo>
                <a:lnTo>
                  <a:pt x="7762" y="5198057"/>
                </a:lnTo>
                <a:lnTo>
                  <a:pt x="29353" y="5239658"/>
                </a:lnTo>
                <a:lnTo>
                  <a:pt x="62224" y="5272527"/>
                </a:lnTo>
                <a:lnTo>
                  <a:pt x="103828" y="5294117"/>
                </a:lnTo>
                <a:lnTo>
                  <a:pt x="116808" y="5296226"/>
                </a:lnTo>
                <a:lnTo>
                  <a:pt x="4669640" y="5296226"/>
                </a:lnTo>
                <a:lnTo>
                  <a:pt x="4669640" y="0"/>
                </a:lnTo>
                <a:close/>
              </a:path>
            </a:pathLst>
          </a:custGeom>
          <a:solidFill>
            <a:srgbClr val="ABC6CD"/>
          </a:solidFill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1" name="bg object 21"/>
          <p:cNvSpPr/>
          <p:nvPr/>
        </p:nvSpPr>
        <p:spPr>
          <a:xfrm>
            <a:off x="2746664" y="615903"/>
            <a:ext cx="0" cy="1537948"/>
          </a:xfrm>
          <a:custGeom>
            <a:avLst/>
            <a:gdLst/>
            <a:ahLst/>
            <a:cxnLst/>
            <a:rect l="l" t="t" r="r" b="b"/>
            <a:pathLst>
              <a:path h="2536190">
                <a:moveTo>
                  <a:pt x="0" y="0"/>
                </a:moveTo>
                <a:lnTo>
                  <a:pt x="0" y="253609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849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9988" y="531264"/>
            <a:ext cx="6356322" cy="392766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‹nº›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20713181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76">
          <p15:clr>
            <a:srgbClr val="FBAE40"/>
          </p15:clr>
        </p15:guide>
      </p15:sldGuideLst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apa 01 - Offwhite">
    <p:bg>
      <p:bgPr>
        <a:gradFill flip="none" rotWithShape="1">
          <a:gsLst>
            <a:gs pos="0">
              <a:schemeClr val="accent2">
                <a:lumMod val="90000"/>
              </a:schemeClr>
            </a:gs>
            <a:gs pos="62000">
              <a:schemeClr val="tx1">
                <a:lumMod val="95000"/>
                <a:lumOff val="5000"/>
              </a:schemeClr>
            </a:gs>
          </a:gsLst>
          <a:path path="circle">
            <a:fillToRect r="100000" b="100000"/>
          </a:path>
          <a:tileRect l="-100000" t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/>
          <p:cNvSpPr/>
          <p:nvPr userDrawn="1"/>
        </p:nvSpPr>
        <p:spPr>
          <a:xfrm>
            <a:off x="4733063" y="2926924"/>
            <a:ext cx="2725872" cy="925310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36066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Capa 01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6" name="Text Placeholder 17">
            <a:extLst>
              <a:ext uri="{FF2B5EF4-FFF2-40B4-BE49-F238E27FC236}">
                <a16:creationId xmlns:a16="http://schemas.microsoft.com/office/drawing/2014/main" id="{48CDD840-EB84-76C6-6376-7AFDC5AF941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2935FC2-3F32-CBA6-4567-CD29DB2E616B}"/>
              </a:ext>
            </a:extLst>
          </p:cNvPr>
          <p:cNvGrpSpPr/>
          <p:nvPr/>
        </p:nvGrpSpPr>
        <p:grpSpPr>
          <a:xfrm>
            <a:off x="-62629" y="3261055"/>
            <a:ext cx="12291315" cy="3825292"/>
            <a:chOff x="-62630" y="3261055"/>
            <a:chExt cx="12291315" cy="382529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58F887-7E41-5E66-1A5E-8F80DCB30644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079FF5-2532-84E1-7456-BB6FC72227D3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E0605A0-B5C6-7ACB-6BC0-473556C05E5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5" name="Text Placeholder 41">
            <a:extLst>
              <a:ext uri="{FF2B5EF4-FFF2-40B4-BE49-F238E27FC236}">
                <a16:creationId xmlns:a16="http://schemas.microsoft.com/office/drawing/2014/main" id="{578E0E92-2BD9-4613-36C5-35EAB19449D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457631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1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428927"/>
            <a:ext cx="8528622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4213226"/>
            <a:ext cx="8528622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accent2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3B41FADA-7416-6D91-985E-A81EE25A04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E98746F-93D0-516C-ECFF-DF28CB0B3CBB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E96A427-24E0-016B-D437-13FB1826003C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4980C9D-4D41-B17A-8A67-22E43D7DF67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04999D09-56F6-319B-CE2A-FDBF50EE074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328874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1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CE25AA9-5507-D7AE-7A0F-6F730AB9E7E0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9" y="1428927"/>
            <a:ext cx="5331075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9" y="4213226"/>
            <a:ext cx="5331075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30" name="Text Placeholder 20">
            <a:extLst>
              <a:ext uri="{FF2B5EF4-FFF2-40B4-BE49-F238E27FC236}">
                <a16:creationId xmlns:a16="http://schemas.microsoft.com/office/drawing/2014/main" id="{934DB4E9-86EE-19B2-F28E-B6B39FA4B1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07989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2" name="Text Placeholder 20">
            <a:extLst>
              <a:ext uri="{FF2B5EF4-FFF2-40B4-BE49-F238E27FC236}">
                <a16:creationId xmlns:a16="http://schemas.microsoft.com/office/drawing/2014/main" id="{850383A8-9127-B34A-E6D1-F69E05D7989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78072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34" name="Text Placeholder 20">
            <a:extLst>
              <a:ext uri="{FF2B5EF4-FFF2-40B4-BE49-F238E27FC236}">
                <a16:creationId xmlns:a16="http://schemas.microsoft.com/office/drawing/2014/main" id="{85F8F009-E0C0-389F-A62C-DC5687737A0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47997" y="6296541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42" name="Text Placeholder 41">
            <a:extLst>
              <a:ext uri="{FF2B5EF4-FFF2-40B4-BE49-F238E27FC236}">
                <a16:creationId xmlns:a16="http://schemas.microsoft.com/office/drawing/2014/main" id="{140D0127-258A-5E7A-3C7D-AF1C84BD6CA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07989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3" name="Text Placeholder 41">
            <a:extLst>
              <a:ext uri="{FF2B5EF4-FFF2-40B4-BE49-F238E27FC236}">
                <a16:creationId xmlns:a16="http://schemas.microsoft.com/office/drawing/2014/main" id="{A32E9CBC-834D-C50D-C2C9-565EFA05B77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078071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44" name="Text Placeholder 41">
            <a:extLst>
              <a:ext uri="{FF2B5EF4-FFF2-40B4-BE49-F238E27FC236}">
                <a16:creationId xmlns:a16="http://schemas.microsoft.com/office/drawing/2014/main" id="{1D22D663-9C6A-0A9C-E296-B8F5A8C9450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47996" y="6089649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41C09ACC-02F6-3AD2-5D5C-3A3C21574A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776796"/>
            <a:ext cx="6115360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9B04EE8F-3EE7-08DA-E9BC-E70CF14BFD5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575831" y="6296541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05FE4C0A-8DA4-2E19-B615-8025ECABD75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575831" y="6089649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947780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3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tx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1916A49C-2CB2-080D-9837-92DC89445C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DE651AEE-6CAB-58D3-A876-CD9B9FA39B7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L="0" marR="3081" lvl="0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887153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6652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35">
          <p15:clr>
            <a:srgbClr val="FBAE40"/>
          </p15:clr>
        </p15:guide>
        <p15:guide id="6" pos="1481">
          <p15:clr>
            <a:srgbClr val="FBAE40"/>
          </p15:clr>
        </p15:guide>
      </p15:sldGuideLst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3 - Escura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2DEBEA0F-4E1B-9808-C99B-E41F9970CFF7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738641" y="838926"/>
            <a:ext cx="1715687" cy="74296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CB6E0B1-6C5C-8EAA-A4FE-6874C89277DD}"/>
              </a:ext>
            </a:extLst>
          </p:cNvPr>
          <p:cNvGrpSpPr/>
          <p:nvPr/>
        </p:nvGrpSpPr>
        <p:grpSpPr>
          <a:xfrm flipH="1" flipV="1">
            <a:off x="-2245849" y="188827"/>
            <a:ext cx="16683698" cy="8435291"/>
            <a:chOff x="-4315054" y="3467120"/>
            <a:chExt cx="10395022" cy="5255732"/>
          </a:xfrm>
          <a:noFill/>
        </p:grpSpPr>
        <p:sp>
          <p:nvSpPr>
            <p:cNvPr id="10" name="Google Shape;164;p7">
              <a:extLst>
                <a:ext uri="{FF2B5EF4-FFF2-40B4-BE49-F238E27FC236}">
                  <a16:creationId xmlns:a16="http://schemas.microsoft.com/office/drawing/2014/main" id="{709557B1-E813-ED30-6E19-09CE53F83F05}"/>
                </a:ext>
              </a:extLst>
            </p:cNvPr>
            <p:cNvSpPr>
              <a:spLocks/>
            </p:cNvSpPr>
            <p:nvPr/>
          </p:nvSpPr>
          <p:spPr>
            <a:xfrm>
              <a:off x="-4315054" y="3579352"/>
              <a:ext cx="8001000" cy="5143500"/>
            </a:xfrm>
            <a:custGeom>
              <a:avLst/>
              <a:gdLst/>
              <a:ahLst/>
              <a:cxnLst/>
              <a:rect l="l" t="t" r="r" b="b"/>
              <a:pathLst>
                <a:path w="10668000" h="6858000" extrusionOk="0">
                  <a:moveTo>
                    <a:pt x="10668000" y="3048000"/>
                  </a:moveTo>
                  <a:lnTo>
                    <a:pt x="7620000" y="0"/>
                  </a:lnTo>
                  <a:lnTo>
                    <a:pt x="0" y="0"/>
                  </a:lnTo>
                  <a:lnTo>
                    <a:pt x="0" y="6858000"/>
                  </a:lnTo>
                  <a:lnTo>
                    <a:pt x="5275072" y="6858000"/>
                  </a:lnTo>
                  <a:cubicBezTo>
                    <a:pt x="6288596" y="6858000"/>
                    <a:pt x="7260590" y="6455410"/>
                    <a:pt x="7977251" y="5738686"/>
                  </a:cubicBezTo>
                  <a:lnTo>
                    <a:pt x="10667936" y="304800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;p7">
              <a:extLst>
                <a:ext uri="{FF2B5EF4-FFF2-40B4-BE49-F238E27FC236}">
                  <a16:creationId xmlns:a16="http://schemas.microsoft.com/office/drawing/2014/main" id="{163B179E-000D-0A93-A099-1F2DD3405A63}"/>
                </a:ext>
              </a:extLst>
            </p:cNvPr>
            <p:cNvSpPr>
              <a:spLocks/>
            </p:cNvSpPr>
            <p:nvPr/>
          </p:nvSpPr>
          <p:spPr>
            <a:xfrm>
              <a:off x="3685946" y="3467120"/>
              <a:ext cx="2394022" cy="4788044"/>
            </a:xfrm>
            <a:custGeom>
              <a:avLst/>
              <a:gdLst/>
              <a:ahLst/>
              <a:cxnLst/>
              <a:rect l="l" t="t" r="r" b="b"/>
              <a:pathLst>
                <a:path w="1524000" h="3048000" extrusionOk="0">
                  <a:moveTo>
                    <a:pt x="1524000" y="0"/>
                  </a:moveTo>
                  <a:lnTo>
                    <a:pt x="0" y="1524000"/>
                  </a:lnTo>
                  <a:lnTo>
                    <a:pt x="1524000" y="3048000"/>
                  </a:lnTo>
                  <a:lnTo>
                    <a:pt x="1524000" y="0"/>
                  </a:lnTo>
                  <a:close/>
                </a:path>
              </a:pathLst>
            </a:custGeom>
            <a:grpFill/>
            <a:ln w="19050">
              <a:solidFill>
                <a:schemeClr val="accent2"/>
              </a:solidFill>
            </a:ln>
          </p:spPr>
          <p:txBody>
            <a:bodyPr spcFirstLastPara="1" wrap="square" lIns="68569" tIns="34275" rIns="68569" bIns="34275" anchor="ctr" anchorCtr="0">
              <a:noAutofit/>
            </a:bodyPr>
            <a:lstStyle/>
            <a:p>
              <a:pPr marL="0" marR="0" lvl="0" indent="0" algn="l" defTabSz="68576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2279951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3" name="Text Placeholder 20">
            <a:extLst>
              <a:ext uri="{FF2B5EF4-FFF2-40B4-BE49-F238E27FC236}">
                <a16:creationId xmlns:a16="http://schemas.microsoft.com/office/drawing/2014/main" id="{E42D91A7-19D0-58B4-A17F-19122F5E463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F4A2F437-B55F-6DD8-8289-FCD3631492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610792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3 - Imagem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1D9DDE-7386-ABE7-27BE-B636B984C935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F6397ED-D608-A754-01E3-E54481735F2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025927" y="3805437"/>
            <a:ext cx="4167530" cy="1258492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544F462-C3D0-3A99-CE21-80388166CF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25927" y="5064251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17" name="Text Placeholder 20">
            <a:extLst>
              <a:ext uri="{FF2B5EF4-FFF2-40B4-BE49-F238E27FC236}">
                <a16:creationId xmlns:a16="http://schemas.microsoft.com/office/drawing/2014/main" id="{BA5F3DEE-BFFD-4F51-8E6D-21F8F53938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78242" y="3832328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72C5B231-DCCE-4C1F-607F-C0BF7E80DE1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778243" y="4336763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19" name="Text Placeholder 20">
            <a:extLst>
              <a:ext uri="{FF2B5EF4-FFF2-40B4-BE49-F238E27FC236}">
                <a16:creationId xmlns:a16="http://schemas.microsoft.com/office/drawing/2014/main" id="{0CE07D1D-E8D1-4A91-522C-CF94F53AF32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778243" y="4836532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0" name="Text Placeholder 41">
            <a:extLst>
              <a:ext uri="{FF2B5EF4-FFF2-40B4-BE49-F238E27FC236}">
                <a16:creationId xmlns:a16="http://schemas.microsoft.com/office/drawing/2014/main" id="{E6FF7A22-891A-F86E-5FD7-CCADE47C44B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778242" y="3625436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1" name="Text Placeholder 41">
            <a:extLst>
              <a:ext uri="{FF2B5EF4-FFF2-40B4-BE49-F238E27FC236}">
                <a16:creationId xmlns:a16="http://schemas.microsoft.com/office/drawing/2014/main" id="{5739434A-89B9-197A-C954-C8C8400EA0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778242" y="4129871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2" name="Text Placeholder 41">
            <a:extLst>
              <a:ext uri="{FF2B5EF4-FFF2-40B4-BE49-F238E27FC236}">
                <a16:creationId xmlns:a16="http://schemas.microsoft.com/office/drawing/2014/main" id="{E86E28AF-5895-145B-3E48-B69C6E087D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778242" y="4629640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AEF0A33D-9CDC-CEEC-25F1-D50C4A0AE0F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78241" y="3328640"/>
            <a:ext cx="1773356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23EA8F35-A116-C243-FB66-325BA6C556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778242" y="5882922"/>
            <a:ext cx="3186900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3" name="Text Placeholder 41">
            <a:extLst>
              <a:ext uri="{FF2B5EF4-FFF2-40B4-BE49-F238E27FC236}">
                <a16:creationId xmlns:a16="http://schemas.microsoft.com/office/drawing/2014/main" id="{9671512C-19B4-D1DD-B1BC-82CBD3FA48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778241" y="5676030"/>
            <a:ext cx="3186900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108905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5">
          <p15:clr>
            <a:srgbClr val="FBAE40"/>
          </p15:clr>
        </p15:guide>
        <p15:guide id="2" pos="529">
          <p15:clr>
            <a:srgbClr val="FBAE40"/>
          </p15:clr>
        </p15:guide>
        <p15:guide id="3" pos="1481">
          <p15:clr>
            <a:srgbClr val="FBAE40"/>
          </p15:clr>
        </p15:guide>
        <p15:guide id="4" orient="horz" pos="2183">
          <p15:clr>
            <a:srgbClr val="FBAE40"/>
          </p15:clr>
        </p15:guide>
        <p15:guide id="5" orient="horz" pos="3113">
          <p15:clr>
            <a:srgbClr val="FBAE40"/>
          </p15:clr>
        </p15:guide>
        <p15:guide id="6" pos="6652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Divisória - Offwhit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tx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1733779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ADEEF5FA-E06D-34B7-BB29-590E9E06012B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221000" y="415511"/>
            <a:ext cx="1715687" cy="742966"/>
          </a:xfrm>
          <a:prstGeom prst="rect">
            <a:avLst/>
          </a:prstGeom>
        </p:spPr>
      </p:pic>
      <p:sp>
        <p:nvSpPr>
          <p:cNvPr id="3" name="object 4">
            <a:extLst>
              <a:ext uri="{FF2B5EF4-FFF2-40B4-BE49-F238E27FC236}">
                <a16:creationId xmlns:a16="http://schemas.microsoft.com/office/drawing/2014/main" id="{4E931D96-188D-2C26-E83E-305868F1218B}"/>
              </a:ext>
            </a:extLst>
          </p:cNvPr>
          <p:cNvSpPr/>
          <p:nvPr/>
        </p:nvSpPr>
        <p:spPr>
          <a:xfrm flipV="1">
            <a:off x="-2086899" y="2985948"/>
            <a:ext cx="12224042" cy="5749856"/>
          </a:xfrm>
          <a:custGeom>
            <a:avLst/>
            <a:gdLst/>
            <a:ahLst/>
            <a:cxnLst/>
            <a:rect l="l" t="t" r="r" b="b"/>
            <a:pathLst>
              <a:path w="20104100" h="9456420">
                <a:moveTo>
                  <a:pt x="0" y="9456078"/>
                </a:moveTo>
                <a:lnTo>
                  <a:pt x="6945301" y="9456078"/>
                </a:lnTo>
                <a:lnTo>
                  <a:pt x="6995278" y="9455836"/>
                </a:lnTo>
                <a:lnTo>
                  <a:pt x="7045194" y="9455111"/>
                </a:lnTo>
                <a:lnTo>
                  <a:pt x="7095043" y="9453904"/>
                </a:lnTo>
                <a:lnTo>
                  <a:pt x="7144825" y="9452217"/>
                </a:lnTo>
                <a:lnTo>
                  <a:pt x="7194535" y="9450052"/>
                </a:lnTo>
                <a:lnTo>
                  <a:pt x="7244171" y="9447409"/>
                </a:lnTo>
                <a:lnTo>
                  <a:pt x="7293730" y="9444290"/>
                </a:lnTo>
                <a:lnTo>
                  <a:pt x="7343208" y="9440698"/>
                </a:lnTo>
                <a:lnTo>
                  <a:pt x="7392603" y="9436632"/>
                </a:lnTo>
                <a:lnTo>
                  <a:pt x="7441911" y="9432096"/>
                </a:lnTo>
                <a:lnTo>
                  <a:pt x="7491130" y="9427089"/>
                </a:lnTo>
                <a:lnTo>
                  <a:pt x="7540257" y="9421615"/>
                </a:lnTo>
                <a:lnTo>
                  <a:pt x="7589288" y="9415673"/>
                </a:lnTo>
                <a:lnTo>
                  <a:pt x="7638221" y="9409267"/>
                </a:lnTo>
                <a:lnTo>
                  <a:pt x="7687052" y="9402396"/>
                </a:lnTo>
                <a:lnTo>
                  <a:pt x="7735779" y="9395063"/>
                </a:lnTo>
                <a:lnTo>
                  <a:pt x="7784399" y="9387270"/>
                </a:lnTo>
                <a:lnTo>
                  <a:pt x="7832908" y="9379017"/>
                </a:lnTo>
                <a:lnTo>
                  <a:pt x="7881303" y="9370306"/>
                </a:lnTo>
                <a:lnTo>
                  <a:pt x="7929582" y="9361139"/>
                </a:lnTo>
                <a:lnTo>
                  <a:pt x="7977741" y="9351517"/>
                </a:lnTo>
                <a:lnTo>
                  <a:pt x="8025778" y="9341441"/>
                </a:lnTo>
                <a:lnTo>
                  <a:pt x="8073690" y="9330914"/>
                </a:lnTo>
                <a:lnTo>
                  <a:pt x="8121473" y="9319936"/>
                </a:lnTo>
                <a:lnTo>
                  <a:pt x="8169124" y="9308509"/>
                </a:lnTo>
                <a:lnTo>
                  <a:pt x="8216640" y="9296635"/>
                </a:lnTo>
                <a:lnTo>
                  <a:pt x="8264020" y="9284315"/>
                </a:lnTo>
                <a:lnTo>
                  <a:pt x="8311258" y="9271550"/>
                </a:lnTo>
                <a:lnTo>
                  <a:pt x="8358353" y="9258342"/>
                </a:lnTo>
                <a:lnTo>
                  <a:pt x="8405301" y="9244693"/>
                </a:lnTo>
                <a:lnTo>
                  <a:pt x="8452100" y="9230604"/>
                </a:lnTo>
                <a:lnTo>
                  <a:pt x="8498746" y="9216076"/>
                </a:lnTo>
                <a:lnTo>
                  <a:pt x="8545236" y="9201111"/>
                </a:lnTo>
                <a:lnTo>
                  <a:pt x="8591568" y="9185710"/>
                </a:lnTo>
                <a:lnTo>
                  <a:pt x="8637738" y="9169876"/>
                </a:lnTo>
                <a:lnTo>
                  <a:pt x="8683743" y="9153608"/>
                </a:lnTo>
                <a:lnTo>
                  <a:pt x="8729581" y="9136910"/>
                </a:lnTo>
                <a:lnTo>
                  <a:pt x="8775248" y="9119782"/>
                </a:lnTo>
                <a:lnTo>
                  <a:pt x="8820741" y="9102226"/>
                </a:lnTo>
                <a:lnTo>
                  <a:pt x="8866057" y="9084243"/>
                </a:lnTo>
                <a:lnTo>
                  <a:pt x="8911194" y="9065835"/>
                </a:lnTo>
                <a:lnTo>
                  <a:pt x="8956148" y="9047004"/>
                </a:lnTo>
                <a:lnTo>
                  <a:pt x="9000916" y="9027750"/>
                </a:lnTo>
                <a:lnTo>
                  <a:pt x="9045496" y="9008075"/>
                </a:lnTo>
                <a:lnTo>
                  <a:pt x="9089883" y="8987981"/>
                </a:lnTo>
                <a:lnTo>
                  <a:pt x="9134076" y="8967470"/>
                </a:lnTo>
                <a:lnTo>
                  <a:pt x="9178071" y="8946542"/>
                </a:lnTo>
                <a:lnTo>
                  <a:pt x="9221865" y="8925199"/>
                </a:lnTo>
                <a:lnTo>
                  <a:pt x="9265455" y="8903443"/>
                </a:lnTo>
                <a:lnTo>
                  <a:pt x="9308839" y="8881275"/>
                </a:lnTo>
                <a:lnTo>
                  <a:pt x="9352012" y="8858697"/>
                </a:lnTo>
                <a:lnTo>
                  <a:pt x="9394973" y="8835710"/>
                </a:lnTo>
                <a:lnTo>
                  <a:pt x="9437718" y="8812316"/>
                </a:lnTo>
                <a:lnTo>
                  <a:pt x="9480244" y="8788516"/>
                </a:lnTo>
                <a:lnTo>
                  <a:pt x="9522548" y="8764311"/>
                </a:lnTo>
                <a:lnTo>
                  <a:pt x="9564627" y="8739704"/>
                </a:lnTo>
                <a:lnTo>
                  <a:pt x="9606478" y="8714695"/>
                </a:lnTo>
                <a:lnTo>
                  <a:pt x="9648098" y="8689286"/>
                </a:lnTo>
                <a:lnTo>
                  <a:pt x="9689484" y="8663479"/>
                </a:lnTo>
                <a:lnTo>
                  <a:pt x="9730634" y="8637274"/>
                </a:lnTo>
                <a:lnTo>
                  <a:pt x="9771543" y="8610675"/>
                </a:lnTo>
                <a:lnTo>
                  <a:pt x="9812209" y="8583681"/>
                </a:lnTo>
                <a:lnTo>
                  <a:pt x="9852630" y="8556295"/>
                </a:lnTo>
                <a:lnTo>
                  <a:pt x="9892801" y="8528517"/>
                </a:lnTo>
                <a:lnTo>
                  <a:pt x="9932720" y="8500351"/>
                </a:lnTo>
                <a:lnTo>
                  <a:pt x="9972384" y="8471796"/>
                </a:lnTo>
                <a:lnTo>
                  <a:pt x="10011790" y="8442854"/>
                </a:lnTo>
                <a:lnTo>
                  <a:pt x="10050935" y="8413528"/>
                </a:lnTo>
                <a:lnTo>
                  <a:pt x="10089816" y="8383818"/>
                </a:lnTo>
                <a:lnTo>
                  <a:pt x="10128430" y="8353726"/>
                </a:lnTo>
                <a:lnTo>
                  <a:pt x="10166774" y="8323253"/>
                </a:lnTo>
                <a:lnTo>
                  <a:pt x="10204845" y="8292401"/>
                </a:lnTo>
                <a:lnTo>
                  <a:pt x="10242640" y="8261172"/>
                </a:lnTo>
                <a:lnTo>
                  <a:pt x="10280155" y="8229566"/>
                </a:lnTo>
                <a:lnTo>
                  <a:pt x="10317388" y="8197585"/>
                </a:lnTo>
                <a:lnTo>
                  <a:pt x="10354336" y="8165232"/>
                </a:lnTo>
                <a:lnTo>
                  <a:pt x="10390996" y="8132507"/>
                </a:lnTo>
                <a:lnTo>
                  <a:pt x="10427365" y="8099411"/>
                </a:lnTo>
                <a:lnTo>
                  <a:pt x="10463440" y="8065947"/>
                </a:lnTo>
                <a:lnTo>
                  <a:pt x="10499217" y="8032115"/>
                </a:lnTo>
                <a:lnTo>
                  <a:pt x="10534694" y="7997918"/>
                </a:lnTo>
                <a:lnTo>
                  <a:pt x="10569868" y="7963356"/>
                </a:lnTo>
                <a:lnTo>
                  <a:pt x="10604736" y="7928432"/>
                </a:lnTo>
                <a:lnTo>
                  <a:pt x="10639295" y="7893146"/>
                </a:lnTo>
                <a:lnTo>
                  <a:pt x="10673541" y="7857501"/>
                </a:lnTo>
                <a:lnTo>
                  <a:pt x="10707472" y="7821497"/>
                </a:lnTo>
                <a:lnTo>
                  <a:pt x="10741084" y="7785136"/>
                </a:lnTo>
                <a:lnTo>
                  <a:pt x="10774376" y="7748420"/>
                </a:lnTo>
                <a:lnTo>
                  <a:pt x="10807343" y="7711350"/>
                </a:lnTo>
                <a:lnTo>
                  <a:pt x="10839983" y="7673928"/>
                </a:lnTo>
                <a:lnTo>
                  <a:pt x="10872292" y="7636155"/>
                </a:lnTo>
                <a:lnTo>
                  <a:pt x="10904268" y="7598032"/>
                </a:lnTo>
                <a:lnTo>
                  <a:pt x="10935908" y="7559561"/>
                </a:lnTo>
                <a:lnTo>
                  <a:pt x="10967208" y="7520744"/>
                </a:lnTo>
                <a:lnTo>
                  <a:pt x="10998166" y="7481582"/>
                </a:lnTo>
                <a:lnTo>
                  <a:pt x="11028779" y="7442077"/>
                </a:lnTo>
                <a:lnTo>
                  <a:pt x="14967612" y="2307814"/>
                </a:lnTo>
                <a:lnTo>
                  <a:pt x="14998203" y="2268285"/>
                </a:lnTo>
                <a:lnTo>
                  <a:pt x="15029097" y="2229056"/>
                </a:lnTo>
                <a:lnTo>
                  <a:pt x="15060290" y="2190127"/>
                </a:lnTo>
                <a:lnTo>
                  <a:pt x="15091780" y="2151500"/>
                </a:lnTo>
                <a:lnTo>
                  <a:pt x="15123565" y="2113176"/>
                </a:lnTo>
                <a:lnTo>
                  <a:pt x="15155642" y="2075157"/>
                </a:lnTo>
                <a:lnTo>
                  <a:pt x="15188010" y="2037442"/>
                </a:lnTo>
                <a:lnTo>
                  <a:pt x="15220666" y="2000034"/>
                </a:lnTo>
                <a:lnTo>
                  <a:pt x="15253608" y="1962934"/>
                </a:lnTo>
                <a:lnTo>
                  <a:pt x="15286833" y="1926142"/>
                </a:lnTo>
                <a:lnTo>
                  <a:pt x="15320339" y="1889660"/>
                </a:lnTo>
                <a:lnTo>
                  <a:pt x="15354124" y="1853489"/>
                </a:lnTo>
                <a:lnTo>
                  <a:pt x="15388186" y="1817630"/>
                </a:lnTo>
                <a:lnTo>
                  <a:pt x="15422522" y="1782084"/>
                </a:lnTo>
                <a:lnTo>
                  <a:pt x="15457130" y="1746853"/>
                </a:lnTo>
                <a:lnTo>
                  <a:pt x="15492007" y="1711937"/>
                </a:lnTo>
                <a:lnTo>
                  <a:pt x="15527152" y="1677337"/>
                </a:lnTo>
                <a:lnTo>
                  <a:pt x="15562562" y="1643056"/>
                </a:lnTo>
                <a:lnTo>
                  <a:pt x="15598235" y="1609093"/>
                </a:lnTo>
                <a:lnTo>
                  <a:pt x="15634168" y="1575450"/>
                </a:lnTo>
                <a:lnTo>
                  <a:pt x="15670359" y="1542128"/>
                </a:lnTo>
                <a:lnTo>
                  <a:pt x="15706807" y="1509129"/>
                </a:lnTo>
                <a:lnTo>
                  <a:pt x="15743508" y="1476452"/>
                </a:lnTo>
                <a:lnTo>
                  <a:pt x="15780460" y="1444101"/>
                </a:lnTo>
                <a:lnTo>
                  <a:pt x="15817661" y="1412075"/>
                </a:lnTo>
                <a:lnTo>
                  <a:pt x="15855109" y="1380375"/>
                </a:lnTo>
                <a:lnTo>
                  <a:pt x="15892802" y="1349004"/>
                </a:lnTo>
                <a:lnTo>
                  <a:pt x="15930736" y="1317962"/>
                </a:lnTo>
                <a:lnTo>
                  <a:pt x="15968911" y="1287250"/>
                </a:lnTo>
                <a:lnTo>
                  <a:pt x="16007323" y="1256869"/>
                </a:lnTo>
                <a:lnTo>
                  <a:pt x="16045970" y="1226820"/>
                </a:lnTo>
                <a:lnTo>
                  <a:pt x="16084850" y="1197105"/>
                </a:lnTo>
                <a:lnTo>
                  <a:pt x="16123961" y="1167725"/>
                </a:lnTo>
                <a:lnTo>
                  <a:pt x="16163300" y="1138681"/>
                </a:lnTo>
                <a:lnTo>
                  <a:pt x="16202865" y="1109974"/>
                </a:lnTo>
                <a:lnTo>
                  <a:pt x="16242654" y="1081604"/>
                </a:lnTo>
                <a:lnTo>
                  <a:pt x="16282665" y="1053574"/>
                </a:lnTo>
                <a:lnTo>
                  <a:pt x="16322895" y="1025884"/>
                </a:lnTo>
                <a:lnTo>
                  <a:pt x="16363341" y="998536"/>
                </a:lnTo>
                <a:lnTo>
                  <a:pt x="16404003" y="971530"/>
                </a:lnTo>
                <a:lnTo>
                  <a:pt x="16444876" y="944868"/>
                </a:lnTo>
                <a:lnTo>
                  <a:pt x="16485960" y="918551"/>
                </a:lnTo>
                <a:lnTo>
                  <a:pt x="16527251" y="892580"/>
                </a:lnTo>
                <a:lnTo>
                  <a:pt x="16568748" y="866956"/>
                </a:lnTo>
                <a:lnTo>
                  <a:pt x="16610448" y="841681"/>
                </a:lnTo>
                <a:lnTo>
                  <a:pt x="16652349" y="816754"/>
                </a:lnTo>
                <a:lnTo>
                  <a:pt x="16694448" y="792179"/>
                </a:lnTo>
                <a:lnTo>
                  <a:pt x="16736744" y="767955"/>
                </a:lnTo>
                <a:lnTo>
                  <a:pt x="16779233" y="744083"/>
                </a:lnTo>
                <a:lnTo>
                  <a:pt x="16821914" y="720566"/>
                </a:lnTo>
                <a:lnTo>
                  <a:pt x="16864785" y="697404"/>
                </a:lnTo>
                <a:lnTo>
                  <a:pt x="16907843" y="674598"/>
                </a:lnTo>
                <a:lnTo>
                  <a:pt x="16951085" y="652149"/>
                </a:lnTo>
                <a:lnTo>
                  <a:pt x="16994510" y="630059"/>
                </a:lnTo>
                <a:lnTo>
                  <a:pt x="17038115" y="608328"/>
                </a:lnTo>
                <a:lnTo>
                  <a:pt x="17081898" y="586958"/>
                </a:lnTo>
                <a:lnTo>
                  <a:pt x="17125857" y="565950"/>
                </a:lnTo>
                <a:lnTo>
                  <a:pt x="17169989" y="545304"/>
                </a:lnTo>
                <a:lnTo>
                  <a:pt x="17214292" y="525023"/>
                </a:lnTo>
                <a:lnTo>
                  <a:pt x="17258764" y="505107"/>
                </a:lnTo>
                <a:lnTo>
                  <a:pt x="17303402" y="485558"/>
                </a:lnTo>
                <a:lnTo>
                  <a:pt x="17348204" y="466376"/>
                </a:lnTo>
                <a:lnTo>
                  <a:pt x="17393169" y="447563"/>
                </a:lnTo>
                <a:lnTo>
                  <a:pt x="17438292" y="429119"/>
                </a:lnTo>
                <a:lnTo>
                  <a:pt x="17483573" y="411046"/>
                </a:lnTo>
                <a:lnTo>
                  <a:pt x="17529009" y="393346"/>
                </a:lnTo>
                <a:lnTo>
                  <a:pt x="17574598" y="376018"/>
                </a:lnTo>
                <a:lnTo>
                  <a:pt x="17620337" y="359065"/>
                </a:lnTo>
                <a:lnTo>
                  <a:pt x="17666224" y="342487"/>
                </a:lnTo>
                <a:lnTo>
                  <a:pt x="17712257" y="326286"/>
                </a:lnTo>
                <a:lnTo>
                  <a:pt x="17758433" y="310462"/>
                </a:lnTo>
                <a:lnTo>
                  <a:pt x="17804751" y="295018"/>
                </a:lnTo>
                <a:lnTo>
                  <a:pt x="17851208" y="279953"/>
                </a:lnTo>
                <a:lnTo>
                  <a:pt x="17897801" y="265269"/>
                </a:lnTo>
                <a:lnTo>
                  <a:pt x="17944528" y="250968"/>
                </a:lnTo>
                <a:lnTo>
                  <a:pt x="17991388" y="237049"/>
                </a:lnTo>
                <a:lnTo>
                  <a:pt x="18038377" y="223516"/>
                </a:lnTo>
                <a:lnTo>
                  <a:pt x="18085494" y="210368"/>
                </a:lnTo>
                <a:lnTo>
                  <a:pt x="18132735" y="197606"/>
                </a:lnTo>
                <a:lnTo>
                  <a:pt x="18180100" y="185233"/>
                </a:lnTo>
                <a:lnTo>
                  <a:pt x="18227585" y="173248"/>
                </a:lnTo>
                <a:lnTo>
                  <a:pt x="18275189" y="161654"/>
                </a:lnTo>
                <a:lnTo>
                  <a:pt x="18322908" y="150451"/>
                </a:lnTo>
                <a:lnTo>
                  <a:pt x="18370741" y="139640"/>
                </a:lnTo>
                <a:lnTo>
                  <a:pt x="18418686" y="129223"/>
                </a:lnTo>
                <a:lnTo>
                  <a:pt x="18466740" y="119201"/>
                </a:lnTo>
                <a:lnTo>
                  <a:pt x="18514900" y="109574"/>
                </a:lnTo>
                <a:lnTo>
                  <a:pt x="18563165" y="100344"/>
                </a:lnTo>
                <a:lnTo>
                  <a:pt x="18611532" y="91512"/>
                </a:lnTo>
                <a:lnTo>
                  <a:pt x="18659999" y="83080"/>
                </a:lnTo>
                <a:lnTo>
                  <a:pt x="18708564" y="75047"/>
                </a:lnTo>
                <a:lnTo>
                  <a:pt x="18757224" y="67417"/>
                </a:lnTo>
                <a:lnTo>
                  <a:pt x="18805977" y="60188"/>
                </a:lnTo>
                <a:lnTo>
                  <a:pt x="18854820" y="53364"/>
                </a:lnTo>
                <a:lnTo>
                  <a:pt x="18903752" y="46944"/>
                </a:lnTo>
                <a:lnTo>
                  <a:pt x="18952771" y="40931"/>
                </a:lnTo>
                <a:lnTo>
                  <a:pt x="19001873" y="35324"/>
                </a:lnTo>
                <a:lnTo>
                  <a:pt x="19051057" y="30126"/>
                </a:lnTo>
                <a:lnTo>
                  <a:pt x="19100320" y="25337"/>
                </a:lnTo>
                <a:lnTo>
                  <a:pt x="19149660" y="20958"/>
                </a:lnTo>
                <a:lnTo>
                  <a:pt x="19199074" y="16991"/>
                </a:lnTo>
                <a:lnTo>
                  <a:pt x="19248561" y="13437"/>
                </a:lnTo>
                <a:lnTo>
                  <a:pt x="19298119" y="10297"/>
                </a:lnTo>
                <a:lnTo>
                  <a:pt x="19347744" y="7572"/>
                </a:lnTo>
                <a:lnTo>
                  <a:pt x="19397434" y="5263"/>
                </a:lnTo>
                <a:lnTo>
                  <a:pt x="19447188" y="3371"/>
                </a:lnTo>
                <a:lnTo>
                  <a:pt x="19497002" y="1898"/>
                </a:lnTo>
                <a:lnTo>
                  <a:pt x="19546875" y="844"/>
                </a:lnTo>
                <a:lnTo>
                  <a:pt x="19596805" y="211"/>
                </a:lnTo>
                <a:lnTo>
                  <a:pt x="19646788" y="0"/>
                </a:lnTo>
                <a:lnTo>
                  <a:pt x="20104099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4D79B08D-8C32-FB4A-74B4-C76E2DB52D00}"/>
              </a:ext>
            </a:extLst>
          </p:cNvPr>
          <p:cNvSpPr/>
          <p:nvPr/>
        </p:nvSpPr>
        <p:spPr>
          <a:xfrm rot="10247908" flipH="1">
            <a:off x="5297646" y="-1969541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solidFill>
              <a:schemeClr val="accent2"/>
            </a:soli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7509876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Divisória - Fot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4A7A786-F7A7-EC4D-1E36-93517BEA1F7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733019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| Padrão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|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EA4336CC-56F4-E024-5FA4-922FCB6B45F5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AC9EC34-0046-3354-FEAE-146185321E73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EA43F7C-5165-0414-8BF4-D266CF3B3FAB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0837E43-FCDB-06B6-D55B-7277D47AE58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37847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Índice | Até 10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33CC779-BEB9-7E74-0EFA-C0016862AF3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24045CC-C0AE-FAC2-0A11-CE407887FED6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69E0EED8-8A07-AB8C-3B0C-6AB8115B4DB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EEB43E4-181F-7295-80FA-E603B81F5F0B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6805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| Até 14 títulos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FA2E0788-A75A-5FD1-87DF-D30CAABD5AB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7A0549EC-8DC2-05D6-2003-C541A12B95F9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35B88CBE-64E8-46FB-48E7-E570DE98361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F00413E-B619-B34F-57AB-0D37CAFD8EF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20388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Índice | Padrão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8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84" marR="0" lvl="0" indent="-342884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783D2061-084A-94F3-C296-418296966C6B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065698B-521D-DD6F-BD6E-C11EA0C73942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4FA54AF8-53F1-9EE0-3CB8-1F854D32CA0E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47355C3-E565-CD06-62D4-5A5093D7D7B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05267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Índice - Offwhite - 10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0" y="1232282"/>
            <a:ext cx="4304945" cy="58564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0" y="2153418"/>
            <a:ext cx="4304945" cy="595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0" y="3163685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0" y="4182010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8" y="1232282"/>
            <a:ext cx="4304945" cy="5819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8" y="2153417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8" y="3163685"/>
            <a:ext cx="4304945" cy="591654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8" y="4182010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2283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3163686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32283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153418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3163686"/>
            <a:ext cx="666897" cy="666897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4182011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0" y="5195931"/>
            <a:ext cx="4304945" cy="60135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8" y="5195931"/>
            <a:ext cx="4304945" cy="59766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5195932"/>
            <a:ext cx="666897" cy="666897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5C4B308-9A73-C952-BC94-A59F0C0C9921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CE520D13-0977-0020-E843-B1F49AD9DBB4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C3E900F5-D2B5-DCE6-DEB6-07FA9585743D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D654237-7A8B-7549-A6FA-F7E001C96C03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22426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Índice - Offwhite - 14 títulos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32283"/>
            <a:ext cx="3633266" cy="494267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1986612"/>
            <a:ext cx="3633266" cy="502453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743933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09439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37476"/>
            <a:ext cx="3633266" cy="49115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1986612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743934"/>
            <a:ext cx="3633266" cy="499341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09440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37091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4393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42285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1986613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43933"/>
            <a:ext cx="562844" cy="562844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09439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285152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285153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285152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064614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064614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64614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840327"/>
            <a:ext cx="3633266" cy="507526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840328"/>
            <a:ext cx="3633266" cy="504415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40327"/>
            <a:ext cx="562844" cy="562844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40D4B1AE-2876-9D52-23DD-7F3F7CBFA25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7D24408-FB74-1089-B433-0DF2980CDC98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bject 4">
            <a:extLst>
              <a:ext uri="{FF2B5EF4-FFF2-40B4-BE49-F238E27FC236}">
                <a16:creationId xmlns:a16="http://schemas.microsoft.com/office/drawing/2014/main" id="{D7C5E417-B862-B520-5604-54C31C0F7237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58A386-52FA-00C7-C721-432D2FB1ADA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83006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9429EAB7-9C7C-DB55-2137-57D6FB3CA32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C03017-6CEE-FFFF-8135-D661C0DBBC3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bject 4">
            <a:extLst>
              <a:ext uri="{FF2B5EF4-FFF2-40B4-BE49-F238E27FC236}">
                <a16:creationId xmlns:a16="http://schemas.microsoft.com/office/drawing/2014/main" id="{364C00B2-B10F-B792-45F6-A57A8A301C42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386E73B-247A-53EE-BBDF-E29641B5F9E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33203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8">
            <a:extLst>
              <a:ext uri="{FF2B5EF4-FFF2-40B4-BE49-F238E27FC236}">
                <a16:creationId xmlns:a16="http://schemas.microsoft.com/office/drawing/2014/main" id="{1943F4AD-5909-A027-AB7E-4B0B0CAB4873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616412D-DE90-817B-54BB-23F888952ABC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4">
            <a:extLst>
              <a:ext uri="{FF2B5EF4-FFF2-40B4-BE49-F238E27FC236}">
                <a16:creationId xmlns:a16="http://schemas.microsoft.com/office/drawing/2014/main" id="{C5004964-A8D5-62D5-7847-D18DE5CAFF4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5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F5D9E45-CD14-A20E-A4B7-7B03E55383DE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248031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1857038" cy="2091184"/>
          </a:xfrm>
          <a:prstGeom prst="round1Rect">
            <a:avLst>
              <a:gd name="adj" fmla="val 50000"/>
            </a:avLst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20669646-0E31-B58E-25E0-8DB70B50D5BD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404BD73C-8E0E-436E-C0F7-D9B20EDD3A8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8223C8-B19C-406A-0E1A-412B531D226A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3398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0">
                <a:schemeClr val="tx1"/>
              </a:gs>
              <a:gs pos="23000">
                <a:schemeClr val="tx1"/>
              </a:gs>
              <a:gs pos="5500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17E4CCC7-1929-43B7-5053-E4687D9CD03C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A4C09E7-58F7-D1C0-7F9D-8BDE6540D76F}"/>
              </a:ext>
            </a:extLst>
          </p:cNvPr>
          <p:cNvCxnSpPr>
            <a:cxnSpLocks/>
          </p:cNvCxnSpPr>
          <p:nvPr/>
        </p:nvCxnSpPr>
        <p:spPr>
          <a:xfrm>
            <a:off x="5529943" y="169333"/>
            <a:ext cx="669962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3326D04B-5317-36B2-D8FC-7DA9E201E8D9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4000">
                  <a:schemeClr val="tx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6EA7F2F-F9FB-1505-1D7F-4808F02B5E7E}"/>
              </a:ext>
            </a:extLst>
          </p:cNvPr>
          <p:cNvCxnSpPr>
            <a:cxnSpLocks/>
          </p:cNvCxnSpPr>
          <p:nvPr/>
        </p:nvCxnSpPr>
        <p:spPr>
          <a:xfrm flipH="1">
            <a:off x="5529944" y="6678798"/>
            <a:ext cx="5785020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673668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ítulo | 1 linha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1C5A9D77-5042-AFA2-4029-92F3B694460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sp>
        <p:nvSpPr>
          <p:cNvPr id="7" name="Espaço Reservado para Número de Slide 5">
            <a:extLst>
              <a:ext uri="{FF2B5EF4-FFF2-40B4-BE49-F238E27FC236}">
                <a16:creationId xmlns:a16="http://schemas.microsoft.com/office/drawing/2014/main" id="{EB4D65AC-7989-8C37-9085-177EBF9A6E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F414ABE-979A-334B-B993-143CC35E6443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F2BDA728-2C53-64B2-EFB2-4861130E9B8A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E2AD1A-316D-2FEE-A176-BC23BBA23140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33025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2 linhas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8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8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8">
            <a:extLst>
              <a:ext uri="{FF2B5EF4-FFF2-40B4-BE49-F238E27FC236}">
                <a16:creationId xmlns:a16="http://schemas.microsoft.com/office/drawing/2014/main" id="{3817326F-902B-78F4-AB0D-A7DACB0B149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558BA19F-FF7C-DEDD-7893-A00EE7B54BB0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4">
            <a:extLst>
              <a:ext uri="{FF2B5EF4-FFF2-40B4-BE49-F238E27FC236}">
                <a16:creationId xmlns:a16="http://schemas.microsoft.com/office/drawing/2014/main" id="{34983A01-315D-9F68-CCA2-B3C5032DEC0F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852DA27-3FF7-A998-37F4-EF0ED0A5C838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Espaço Reservado para Número de Slide 5">
            <a:extLst>
              <a:ext uri="{FF2B5EF4-FFF2-40B4-BE49-F238E27FC236}">
                <a16:creationId xmlns:a16="http://schemas.microsoft.com/office/drawing/2014/main" id="{3C3AD1DB-74F2-5CB8-23C2-508B0D63F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852270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superior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F216AB5E-D38B-66D5-8239-7B0151BF7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7" name="Picture 8">
            <a:extLst>
              <a:ext uri="{FF2B5EF4-FFF2-40B4-BE49-F238E27FC236}">
                <a16:creationId xmlns:a16="http://schemas.microsoft.com/office/drawing/2014/main" id="{1A5BA7F4-667F-F678-D52B-B0E7F22710B9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904D163A-91B9-6223-CBDA-177ED43B7C77}"/>
              </a:ext>
            </a:extLst>
          </p:cNvPr>
          <p:cNvCxnSpPr>
            <a:cxnSpLocks/>
          </p:cNvCxnSpPr>
          <p:nvPr/>
        </p:nvCxnSpPr>
        <p:spPr>
          <a:xfrm>
            <a:off x="1" y="169333"/>
            <a:ext cx="12229571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D0E0086-7D78-E1C3-45A7-352B452EA387}"/>
              </a:ext>
            </a:extLst>
          </p:cNvPr>
          <p:cNvCxnSpPr>
            <a:cxnSpLocks/>
          </p:cNvCxnSpPr>
          <p:nvPr/>
        </p:nvCxnSpPr>
        <p:spPr>
          <a:xfrm flipH="1">
            <a:off x="334962" y="6678798"/>
            <a:ext cx="1098000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47D10088-EE5F-A16B-8EDA-8D4B83FD96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340768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ítulo | Box lateral - Escuro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4" y="6509521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89992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Picture 8">
            <a:extLst>
              <a:ext uri="{FF2B5EF4-FFF2-40B4-BE49-F238E27FC236}">
                <a16:creationId xmlns:a16="http://schemas.microsoft.com/office/drawing/2014/main" id="{BDCC83E7-0F77-B8A6-85B1-3C7C7DEFD0BA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21BCF8F-C3DE-3A54-5FA9-6EE512FF48C7}"/>
              </a:ext>
            </a:extLst>
          </p:cNvPr>
          <p:cNvCxnSpPr>
            <a:cxnSpLocks/>
          </p:cNvCxnSpPr>
          <p:nvPr/>
        </p:nvCxnSpPr>
        <p:spPr>
          <a:xfrm>
            <a:off x="5631543" y="169333"/>
            <a:ext cx="659802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bject 4">
            <a:extLst>
              <a:ext uri="{FF2B5EF4-FFF2-40B4-BE49-F238E27FC236}">
                <a16:creationId xmlns:a16="http://schemas.microsoft.com/office/drawing/2014/main" id="{0855DF8C-626E-4C52-7A80-ABDF64F92933}"/>
              </a:ext>
            </a:extLst>
          </p:cNvPr>
          <p:cNvSpPr/>
          <p:nvPr/>
        </p:nvSpPr>
        <p:spPr>
          <a:xfrm rot="10247908" flipH="1">
            <a:off x="4106509" y="-4146683"/>
            <a:ext cx="8001039" cy="5749648"/>
          </a:xfrm>
          <a:custGeom>
            <a:avLst/>
            <a:gdLst>
              <a:gd name="connsiteX0" fmla="*/ 0 w 13940157"/>
              <a:gd name="connsiteY0" fmla="*/ 9200719 h 9456078"/>
              <a:gd name="connsiteX1" fmla="*/ 781360 w 13940157"/>
              <a:gd name="connsiteY1" fmla="*/ 9456078 h 9456078"/>
              <a:gd name="connsiteX2" fmla="*/ 831337 w 13940157"/>
              <a:gd name="connsiteY2" fmla="*/ 9455836 h 9456078"/>
              <a:gd name="connsiteX3" fmla="*/ 881253 w 13940157"/>
              <a:gd name="connsiteY3" fmla="*/ 9455111 h 9456078"/>
              <a:gd name="connsiteX4" fmla="*/ 931102 w 13940157"/>
              <a:gd name="connsiteY4" fmla="*/ 9453904 h 9456078"/>
              <a:gd name="connsiteX5" fmla="*/ 980884 w 13940157"/>
              <a:gd name="connsiteY5" fmla="*/ 9452217 h 9456078"/>
              <a:gd name="connsiteX6" fmla="*/ 1030594 w 13940157"/>
              <a:gd name="connsiteY6" fmla="*/ 9450052 h 9456078"/>
              <a:gd name="connsiteX7" fmla="*/ 1080230 w 13940157"/>
              <a:gd name="connsiteY7" fmla="*/ 9447409 h 9456078"/>
              <a:gd name="connsiteX8" fmla="*/ 1129789 w 13940157"/>
              <a:gd name="connsiteY8" fmla="*/ 9444290 h 9456078"/>
              <a:gd name="connsiteX9" fmla="*/ 1179267 w 13940157"/>
              <a:gd name="connsiteY9" fmla="*/ 9440698 h 9456078"/>
              <a:gd name="connsiteX10" fmla="*/ 1228662 w 13940157"/>
              <a:gd name="connsiteY10" fmla="*/ 9436632 h 9456078"/>
              <a:gd name="connsiteX11" fmla="*/ 1277970 w 13940157"/>
              <a:gd name="connsiteY11" fmla="*/ 9432096 h 9456078"/>
              <a:gd name="connsiteX12" fmla="*/ 1327189 w 13940157"/>
              <a:gd name="connsiteY12" fmla="*/ 9427089 h 9456078"/>
              <a:gd name="connsiteX13" fmla="*/ 1376316 w 13940157"/>
              <a:gd name="connsiteY13" fmla="*/ 9421615 h 9456078"/>
              <a:gd name="connsiteX14" fmla="*/ 1425347 w 13940157"/>
              <a:gd name="connsiteY14" fmla="*/ 9415673 h 9456078"/>
              <a:gd name="connsiteX15" fmla="*/ 1474280 w 13940157"/>
              <a:gd name="connsiteY15" fmla="*/ 9409267 h 9456078"/>
              <a:gd name="connsiteX16" fmla="*/ 1523111 w 13940157"/>
              <a:gd name="connsiteY16" fmla="*/ 9402396 h 9456078"/>
              <a:gd name="connsiteX17" fmla="*/ 1571838 w 13940157"/>
              <a:gd name="connsiteY17" fmla="*/ 9395063 h 9456078"/>
              <a:gd name="connsiteX18" fmla="*/ 1620458 w 13940157"/>
              <a:gd name="connsiteY18" fmla="*/ 9387270 h 9456078"/>
              <a:gd name="connsiteX19" fmla="*/ 1668967 w 13940157"/>
              <a:gd name="connsiteY19" fmla="*/ 9379017 h 9456078"/>
              <a:gd name="connsiteX20" fmla="*/ 1717362 w 13940157"/>
              <a:gd name="connsiteY20" fmla="*/ 9370306 h 9456078"/>
              <a:gd name="connsiteX21" fmla="*/ 1765641 w 13940157"/>
              <a:gd name="connsiteY21" fmla="*/ 9361139 h 9456078"/>
              <a:gd name="connsiteX22" fmla="*/ 1813800 w 13940157"/>
              <a:gd name="connsiteY22" fmla="*/ 9351517 h 9456078"/>
              <a:gd name="connsiteX23" fmla="*/ 1861837 w 13940157"/>
              <a:gd name="connsiteY23" fmla="*/ 9341441 h 9456078"/>
              <a:gd name="connsiteX24" fmla="*/ 1909749 w 13940157"/>
              <a:gd name="connsiteY24" fmla="*/ 9330914 h 9456078"/>
              <a:gd name="connsiteX25" fmla="*/ 1957532 w 13940157"/>
              <a:gd name="connsiteY25" fmla="*/ 9319936 h 9456078"/>
              <a:gd name="connsiteX26" fmla="*/ 2005183 w 13940157"/>
              <a:gd name="connsiteY26" fmla="*/ 9308509 h 9456078"/>
              <a:gd name="connsiteX27" fmla="*/ 2052699 w 13940157"/>
              <a:gd name="connsiteY27" fmla="*/ 9296635 h 9456078"/>
              <a:gd name="connsiteX28" fmla="*/ 2100079 w 13940157"/>
              <a:gd name="connsiteY28" fmla="*/ 9284315 h 9456078"/>
              <a:gd name="connsiteX29" fmla="*/ 2147317 w 13940157"/>
              <a:gd name="connsiteY29" fmla="*/ 9271550 h 9456078"/>
              <a:gd name="connsiteX30" fmla="*/ 2194412 w 13940157"/>
              <a:gd name="connsiteY30" fmla="*/ 9258342 h 9456078"/>
              <a:gd name="connsiteX31" fmla="*/ 2241360 w 13940157"/>
              <a:gd name="connsiteY31" fmla="*/ 9244693 h 9456078"/>
              <a:gd name="connsiteX32" fmla="*/ 2288159 w 13940157"/>
              <a:gd name="connsiteY32" fmla="*/ 9230604 h 9456078"/>
              <a:gd name="connsiteX33" fmla="*/ 2334805 w 13940157"/>
              <a:gd name="connsiteY33" fmla="*/ 9216076 h 9456078"/>
              <a:gd name="connsiteX34" fmla="*/ 2381295 w 13940157"/>
              <a:gd name="connsiteY34" fmla="*/ 9201111 h 9456078"/>
              <a:gd name="connsiteX35" fmla="*/ 2427627 w 13940157"/>
              <a:gd name="connsiteY35" fmla="*/ 9185710 h 9456078"/>
              <a:gd name="connsiteX36" fmla="*/ 2473797 w 13940157"/>
              <a:gd name="connsiteY36" fmla="*/ 9169876 h 9456078"/>
              <a:gd name="connsiteX37" fmla="*/ 2519802 w 13940157"/>
              <a:gd name="connsiteY37" fmla="*/ 9153608 h 9456078"/>
              <a:gd name="connsiteX38" fmla="*/ 2565640 w 13940157"/>
              <a:gd name="connsiteY38" fmla="*/ 9136910 h 9456078"/>
              <a:gd name="connsiteX39" fmla="*/ 2611307 w 13940157"/>
              <a:gd name="connsiteY39" fmla="*/ 9119782 h 9456078"/>
              <a:gd name="connsiteX40" fmla="*/ 2656800 w 13940157"/>
              <a:gd name="connsiteY40" fmla="*/ 9102226 h 9456078"/>
              <a:gd name="connsiteX41" fmla="*/ 2702116 w 13940157"/>
              <a:gd name="connsiteY41" fmla="*/ 9084243 h 9456078"/>
              <a:gd name="connsiteX42" fmla="*/ 2747253 w 13940157"/>
              <a:gd name="connsiteY42" fmla="*/ 9065835 h 9456078"/>
              <a:gd name="connsiteX43" fmla="*/ 2792207 w 13940157"/>
              <a:gd name="connsiteY43" fmla="*/ 9047004 h 9456078"/>
              <a:gd name="connsiteX44" fmla="*/ 2836975 w 13940157"/>
              <a:gd name="connsiteY44" fmla="*/ 9027750 h 9456078"/>
              <a:gd name="connsiteX45" fmla="*/ 2881555 w 13940157"/>
              <a:gd name="connsiteY45" fmla="*/ 9008075 h 9456078"/>
              <a:gd name="connsiteX46" fmla="*/ 2925942 w 13940157"/>
              <a:gd name="connsiteY46" fmla="*/ 8987981 h 9456078"/>
              <a:gd name="connsiteX47" fmla="*/ 2970135 w 13940157"/>
              <a:gd name="connsiteY47" fmla="*/ 8967470 h 9456078"/>
              <a:gd name="connsiteX48" fmla="*/ 3014130 w 13940157"/>
              <a:gd name="connsiteY48" fmla="*/ 8946542 h 9456078"/>
              <a:gd name="connsiteX49" fmla="*/ 3057924 w 13940157"/>
              <a:gd name="connsiteY49" fmla="*/ 8925199 h 9456078"/>
              <a:gd name="connsiteX50" fmla="*/ 3101514 w 13940157"/>
              <a:gd name="connsiteY50" fmla="*/ 8903443 h 9456078"/>
              <a:gd name="connsiteX51" fmla="*/ 3144898 w 13940157"/>
              <a:gd name="connsiteY51" fmla="*/ 8881275 h 9456078"/>
              <a:gd name="connsiteX52" fmla="*/ 3188071 w 13940157"/>
              <a:gd name="connsiteY52" fmla="*/ 8858697 h 9456078"/>
              <a:gd name="connsiteX53" fmla="*/ 3231032 w 13940157"/>
              <a:gd name="connsiteY53" fmla="*/ 8835710 h 9456078"/>
              <a:gd name="connsiteX54" fmla="*/ 3273777 w 13940157"/>
              <a:gd name="connsiteY54" fmla="*/ 8812316 h 9456078"/>
              <a:gd name="connsiteX55" fmla="*/ 3316303 w 13940157"/>
              <a:gd name="connsiteY55" fmla="*/ 8788516 h 9456078"/>
              <a:gd name="connsiteX56" fmla="*/ 3358607 w 13940157"/>
              <a:gd name="connsiteY56" fmla="*/ 8764311 h 9456078"/>
              <a:gd name="connsiteX57" fmla="*/ 3400686 w 13940157"/>
              <a:gd name="connsiteY57" fmla="*/ 8739704 h 9456078"/>
              <a:gd name="connsiteX58" fmla="*/ 3442537 w 13940157"/>
              <a:gd name="connsiteY58" fmla="*/ 8714695 h 9456078"/>
              <a:gd name="connsiteX59" fmla="*/ 3484157 w 13940157"/>
              <a:gd name="connsiteY59" fmla="*/ 8689286 h 9456078"/>
              <a:gd name="connsiteX60" fmla="*/ 3525543 w 13940157"/>
              <a:gd name="connsiteY60" fmla="*/ 8663479 h 9456078"/>
              <a:gd name="connsiteX61" fmla="*/ 3566693 w 13940157"/>
              <a:gd name="connsiteY61" fmla="*/ 8637274 h 9456078"/>
              <a:gd name="connsiteX62" fmla="*/ 3607602 w 13940157"/>
              <a:gd name="connsiteY62" fmla="*/ 8610675 h 9456078"/>
              <a:gd name="connsiteX63" fmla="*/ 3648268 w 13940157"/>
              <a:gd name="connsiteY63" fmla="*/ 8583681 h 9456078"/>
              <a:gd name="connsiteX64" fmla="*/ 3688689 w 13940157"/>
              <a:gd name="connsiteY64" fmla="*/ 8556295 h 9456078"/>
              <a:gd name="connsiteX65" fmla="*/ 3728860 w 13940157"/>
              <a:gd name="connsiteY65" fmla="*/ 8528517 h 9456078"/>
              <a:gd name="connsiteX66" fmla="*/ 3768779 w 13940157"/>
              <a:gd name="connsiteY66" fmla="*/ 8500351 h 9456078"/>
              <a:gd name="connsiteX67" fmla="*/ 3808443 w 13940157"/>
              <a:gd name="connsiteY67" fmla="*/ 8471796 h 9456078"/>
              <a:gd name="connsiteX68" fmla="*/ 3847849 w 13940157"/>
              <a:gd name="connsiteY68" fmla="*/ 8442854 h 9456078"/>
              <a:gd name="connsiteX69" fmla="*/ 3886994 w 13940157"/>
              <a:gd name="connsiteY69" fmla="*/ 8413528 h 9456078"/>
              <a:gd name="connsiteX70" fmla="*/ 3925875 w 13940157"/>
              <a:gd name="connsiteY70" fmla="*/ 8383818 h 9456078"/>
              <a:gd name="connsiteX71" fmla="*/ 3964489 w 13940157"/>
              <a:gd name="connsiteY71" fmla="*/ 8353726 h 9456078"/>
              <a:gd name="connsiteX72" fmla="*/ 4002833 w 13940157"/>
              <a:gd name="connsiteY72" fmla="*/ 8323253 h 9456078"/>
              <a:gd name="connsiteX73" fmla="*/ 4040904 w 13940157"/>
              <a:gd name="connsiteY73" fmla="*/ 8292401 h 9456078"/>
              <a:gd name="connsiteX74" fmla="*/ 4078699 w 13940157"/>
              <a:gd name="connsiteY74" fmla="*/ 8261172 h 9456078"/>
              <a:gd name="connsiteX75" fmla="*/ 4116214 w 13940157"/>
              <a:gd name="connsiteY75" fmla="*/ 8229566 h 9456078"/>
              <a:gd name="connsiteX76" fmla="*/ 4153447 w 13940157"/>
              <a:gd name="connsiteY76" fmla="*/ 8197585 h 9456078"/>
              <a:gd name="connsiteX77" fmla="*/ 4190395 w 13940157"/>
              <a:gd name="connsiteY77" fmla="*/ 8165232 h 9456078"/>
              <a:gd name="connsiteX78" fmla="*/ 4227055 w 13940157"/>
              <a:gd name="connsiteY78" fmla="*/ 8132507 h 9456078"/>
              <a:gd name="connsiteX79" fmla="*/ 4263424 w 13940157"/>
              <a:gd name="connsiteY79" fmla="*/ 8099411 h 9456078"/>
              <a:gd name="connsiteX80" fmla="*/ 4299499 w 13940157"/>
              <a:gd name="connsiteY80" fmla="*/ 8065947 h 9456078"/>
              <a:gd name="connsiteX81" fmla="*/ 4335276 w 13940157"/>
              <a:gd name="connsiteY81" fmla="*/ 8032115 h 9456078"/>
              <a:gd name="connsiteX82" fmla="*/ 4370753 w 13940157"/>
              <a:gd name="connsiteY82" fmla="*/ 7997918 h 9456078"/>
              <a:gd name="connsiteX83" fmla="*/ 4405927 w 13940157"/>
              <a:gd name="connsiteY83" fmla="*/ 7963356 h 9456078"/>
              <a:gd name="connsiteX84" fmla="*/ 4440795 w 13940157"/>
              <a:gd name="connsiteY84" fmla="*/ 7928432 h 9456078"/>
              <a:gd name="connsiteX85" fmla="*/ 4475354 w 13940157"/>
              <a:gd name="connsiteY85" fmla="*/ 7893146 h 9456078"/>
              <a:gd name="connsiteX86" fmla="*/ 4509600 w 13940157"/>
              <a:gd name="connsiteY86" fmla="*/ 7857501 h 9456078"/>
              <a:gd name="connsiteX87" fmla="*/ 4543531 w 13940157"/>
              <a:gd name="connsiteY87" fmla="*/ 7821497 h 9456078"/>
              <a:gd name="connsiteX88" fmla="*/ 4577143 w 13940157"/>
              <a:gd name="connsiteY88" fmla="*/ 7785136 h 9456078"/>
              <a:gd name="connsiteX89" fmla="*/ 4610435 w 13940157"/>
              <a:gd name="connsiteY89" fmla="*/ 7748420 h 9456078"/>
              <a:gd name="connsiteX90" fmla="*/ 4643402 w 13940157"/>
              <a:gd name="connsiteY90" fmla="*/ 7711350 h 9456078"/>
              <a:gd name="connsiteX91" fmla="*/ 4676042 w 13940157"/>
              <a:gd name="connsiteY91" fmla="*/ 7673928 h 9456078"/>
              <a:gd name="connsiteX92" fmla="*/ 4708351 w 13940157"/>
              <a:gd name="connsiteY92" fmla="*/ 7636155 h 9456078"/>
              <a:gd name="connsiteX93" fmla="*/ 4740327 w 13940157"/>
              <a:gd name="connsiteY93" fmla="*/ 7598032 h 9456078"/>
              <a:gd name="connsiteX94" fmla="*/ 4771967 w 13940157"/>
              <a:gd name="connsiteY94" fmla="*/ 7559561 h 9456078"/>
              <a:gd name="connsiteX95" fmla="*/ 4803267 w 13940157"/>
              <a:gd name="connsiteY95" fmla="*/ 7520744 h 9456078"/>
              <a:gd name="connsiteX96" fmla="*/ 4834225 w 13940157"/>
              <a:gd name="connsiteY96" fmla="*/ 7481582 h 9456078"/>
              <a:gd name="connsiteX97" fmla="*/ 4864838 w 13940157"/>
              <a:gd name="connsiteY97" fmla="*/ 7442077 h 9456078"/>
              <a:gd name="connsiteX98" fmla="*/ 8803671 w 13940157"/>
              <a:gd name="connsiteY98" fmla="*/ 2307814 h 9456078"/>
              <a:gd name="connsiteX99" fmla="*/ 8834262 w 13940157"/>
              <a:gd name="connsiteY99" fmla="*/ 2268285 h 9456078"/>
              <a:gd name="connsiteX100" fmla="*/ 8865156 w 13940157"/>
              <a:gd name="connsiteY100" fmla="*/ 2229056 h 9456078"/>
              <a:gd name="connsiteX101" fmla="*/ 8896349 w 13940157"/>
              <a:gd name="connsiteY101" fmla="*/ 2190127 h 9456078"/>
              <a:gd name="connsiteX102" fmla="*/ 8927839 w 13940157"/>
              <a:gd name="connsiteY102" fmla="*/ 2151500 h 9456078"/>
              <a:gd name="connsiteX103" fmla="*/ 8959624 w 13940157"/>
              <a:gd name="connsiteY103" fmla="*/ 2113176 h 9456078"/>
              <a:gd name="connsiteX104" fmla="*/ 8991701 w 13940157"/>
              <a:gd name="connsiteY104" fmla="*/ 2075157 h 9456078"/>
              <a:gd name="connsiteX105" fmla="*/ 9024069 w 13940157"/>
              <a:gd name="connsiteY105" fmla="*/ 2037442 h 9456078"/>
              <a:gd name="connsiteX106" fmla="*/ 9056725 w 13940157"/>
              <a:gd name="connsiteY106" fmla="*/ 2000034 h 9456078"/>
              <a:gd name="connsiteX107" fmla="*/ 9089667 w 13940157"/>
              <a:gd name="connsiteY107" fmla="*/ 1962934 h 9456078"/>
              <a:gd name="connsiteX108" fmla="*/ 9122892 w 13940157"/>
              <a:gd name="connsiteY108" fmla="*/ 1926142 h 9456078"/>
              <a:gd name="connsiteX109" fmla="*/ 9156398 w 13940157"/>
              <a:gd name="connsiteY109" fmla="*/ 1889660 h 9456078"/>
              <a:gd name="connsiteX110" fmla="*/ 9190183 w 13940157"/>
              <a:gd name="connsiteY110" fmla="*/ 1853489 h 9456078"/>
              <a:gd name="connsiteX111" fmla="*/ 9224245 w 13940157"/>
              <a:gd name="connsiteY111" fmla="*/ 1817630 h 9456078"/>
              <a:gd name="connsiteX112" fmla="*/ 9258581 w 13940157"/>
              <a:gd name="connsiteY112" fmla="*/ 1782084 h 9456078"/>
              <a:gd name="connsiteX113" fmla="*/ 9293189 w 13940157"/>
              <a:gd name="connsiteY113" fmla="*/ 1746853 h 9456078"/>
              <a:gd name="connsiteX114" fmla="*/ 9328066 w 13940157"/>
              <a:gd name="connsiteY114" fmla="*/ 1711937 h 9456078"/>
              <a:gd name="connsiteX115" fmla="*/ 9363211 w 13940157"/>
              <a:gd name="connsiteY115" fmla="*/ 1677337 h 9456078"/>
              <a:gd name="connsiteX116" fmla="*/ 9398621 w 13940157"/>
              <a:gd name="connsiteY116" fmla="*/ 1643056 h 9456078"/>
              <a:gd name="connsiteX117" fmla="*/ 9434294 w 13940157"/>
              <a:gd name="connsiteY117" fmla="*/ 1609093 h 9456078"/>
              <a:gd name="connsiteX118" fmla="*/ 9470227 w 13940157"/>
              <a:gd name="connsiteY118" fmla="*/ 1575450 h 9456078"/>
              <a:gd name="connsiteX119" fmla="*/ 9506418 w 13940157"/>
              <a:gd name="connsiteY119" fmla="*/ 1542128 h 9456078"/>
              <a:gd name="connsiteX120" fmla="*/ 9542866 w 13940157"/>
              <a:gd name="connsiteY120" fmla="*/ 1509129 h 9456078"/>
              <a:gd name="connsiteX121" fmla="*/ 9579567 w 13940157"/>
              <a:gd name="connsiteY121" fmla="*/ 1476452 h 9456078"/>
              <a:gd name="connsiteX122" fmla="*/ 9616519 w 13940157"/>
              <a:gd name="connsiteY122" fmla="*/ 1444101 h 9456078"/>
              <a:gd name="connsiteX123" fmla="*/ 9653720 w 13940157"/>
              <a:gd name="connsiteY123" fmla="*/ 1412075 h 9456078"/>
              <a:gd name="connsiteX124" fmla="*/ 9691168 w 13940157"/>
              <a:gd name="connsiteY124" fmla="*/ 1380375 h 9456078"/>
              <a:gd name="connsiteX125" fmla="*/ 9728861 w 13940157"/>
              <a:gd name="connsiteY125" fmla="*/ 1349004 h 9456078"/>
              <a:gd name="connsiteX126" fmla="*/ 9766795 w 13940157"/>
              <a:gd name="connsiteY126" fmla="*/ 1317962 h 9456078"/>
              <a:gd name="connsiteX127" fmla="*/ 9804970 w 13940157"/>
              <a:gd name="connsiteY127" fmla="*/ 1287250 h 9456078"/>
              <a:gd name="connsiteX128" fmla="*/ 9843382 w 13940157"/>
              <a:gd name="connsiteY128" fmla="*/ 1256869 h 9456078"/>
              <a:gd name="connsiteX129" fmla="*/ 9882029 w 13940157"/>
              <a:gd name="connsiteY129" fmla="*/ 1226820 h 9456078"/>
              <a:gd name="connsiteX130" fmla="*/ 9920909 w 13940157"/>
              <a:gd name="connsiteY130" fmla="*/ 1197105 h 9456078"/>
              <a:gd name="connsiteX131" fmla="*/ 9960020 w 13940157"/>
              <a:gd name="connsiteY131" fmla="*/ 1167725 h 9456078"/>
              <a:gd name="connsiteX132" fmla="*/ 9999359 w 13940157"/>
              <a:gd name="connsiteY132" fmla="*/ 1138681 h 9456078"/>
              <a:gd name="connsiteX133" fmla="*/ 10038924 w 13940157"/>
              <a:gd name="connsiteY133" fmla="*/ 1109974 h 9456078"/>
              <a:gd name="connsiteX134" fmla="*/ 10078713 w 13940157"/>
              <a:gd name="connsiteY134" fmla="*/ 1081604 h 9456078"/>
              <a:gd name="connsiteX135" fmla="*/ 10118724 w 13940157"/>
              <a:gd name="connsiteY135" fmla="*/ 1053574 h 9456078"/>
              <a:gd name="connsiteX136" fmla="*/ 10158954 w 13940157"/>
              <a:gd name="connsiteY136" fmla="*/ 1025884 h 9456078"/>
              <a:gd name="connsiteX137" fmla="*/ 10199400 w 13940157"/>
              <a:gd name="connsiteY137" fmla="*/ 998536 h 9456078"/>
              <a:gd name="connsiteX138" fmla="*/ 10240062 w 13940157"/>
              <a:gd name="connsiteY138" fmla="*/ 971530 h 9456078"/>
              <a:gd name="connsiteX139" fmla="*/ 10280935 w 13940157"/>
              <a:gd name="connsiteY139" fmla="*/ 944868 h 9456078"/>
              <a:gd name="connsiteX140" fmla="*/ 10322019 w 13940157"/>
              <a:gd name="connsiteY140" fmla="*/ 918551 h 9456078"/>
              <a:gd name="connsiteX141" fmla="*/ 10363310 w 13940157"/>
              <a:gd name="connsiteY141" fmla="*/ 892580 h 9456078"/>
              <a:gd name="connsiteX142" fmla="*/ 10404807 w 13940157"/>
              <a:gd name="connsiteY142" fmla="*/ 866956 h 9456078"/>
              <a:gd name="connsiteX143" fmla="*/ 10446507 w 13940157"/>
              <a:gd name="connsiteY143" fmla="*/ 841681 h 9456078"/>
              <a:gd name="connsiteX144" fmla="*/ 10488408 w 13940157"/>
              <a:gd name="connsiteY144" fmla="*/ 816754 h 9456078"/>
              <a:gd name="connsiteX145" fmla="*/ 10530507 w 13940157"/>
              <a:gd name="connsiteY145" fmla="*/ 792179 h 9456078"/>
              <a:gd name="connsiteX146" fmla="*/ 10572803 w 13940157"/>
              <a:gd name="connsiteY146" fmla="*/ 767955 h 9456078"/>
              <a:gd name="connsiteX147" fmla="*/ 10615292 w 13940157"/>
              <a:gd name="connsiteY147" fmla="*/ 744083 h 9456078"/>
              <a:gd name="connsiteX148" fmla="*/ 10657973 w 13940157"/>
              <a:gd name="connsiteY148" fmla="*/ 720566 h 9456078"/>
              <a:gd name="connsiteX149" fmla="*/ 10700844 w 13940157"/>
              <a:gd name="connsiteY149" fmla="*/ 697404 h 9456078"/>
              <a:gd name="connsiteX150" fmla="*/ 10743902 w 13940157"/>
              <a:gd name="connsiteY150" fmla="*/ 674598 h 9456078"/>
              <a:gd name="connsiteX151" fmla="*/ 10787144 w 13940157"/>
              <a:gd name="connsiteY151" fmla="*/ 652149 h 9456078"/>
              <a:gd name="connsiteX152" fmla="*/ 10830569 w 13940157"/>
              <a:gd name="connsiteY152" fmla="*/ 630059 h 9456078"/>
              <a:gd name="connsiteX153" fmla="*/ 10874174 w 13940157"/>
              <a:gd name="connsiteY153" fmla="*/ 608328 h 9456078"/>
              <a:gd name="connsiteX154" fmla="*/ 10917957 w 13940157"/>
              <a:gd name="connsiteY154" fmla="*/ 586958 h 9456078"/>
              <a:gd name="connsiteX155" fmla="*/ 10961916 w 13940157"/>
              <a:gd name="connsiteY155" fmla="*/ 565950 h 9456078"/>
              <a:gd name="connsiteX156" fmla="*/ 11006048 w 13940157"/>
              <a:gd name="connsiteY156" fmla="*/ 545304 h 9456078"/>
              <a:gd name="connsiteX157" fmla="*/ 11050351 w 13940157"/>
              <a:gd name="connsiteY157" fmla="*/ 525023 h 9456078"/>
              <a:gd name="connsiteX158" fmla="*/ 11094823 w 13940157"/>
              <a:gd name="connsiteY158" fmla="*/ 505107 h 9456078"/>
              <a:gd name="connsiteX159" fmla="*/ 11139461 w 13940157"/>
              <a:gd name="connsiteY159" fmla="*/ 485558 h 9456078"/>
              <a:gd name="connsiteX160" fmla="*/ 11184263 w 13940157"/>
              <a:gd name="connsiteY160" fmla="*/ 466376 h 9456078"/>
              <a:gd name="connsiteX161" fmla="*/ 11229228 w 13940157"/>
              <a:gd name="connsiteY161" fmla="*/ 447563 h 9456078"/>
              <a:gd name="connsiteX162" fmla="*/ 11274351 w 13940157"/>
              <a:gd name="connsiteY162" fmla="*/ 429119 h 9456078"/>
              <a:gd name="connsiteX163" fmla="*/ 11319632 w 13940157"/>
              <a:gd name="connsiteY163" fmla="*/ 411046 h 9456078"/>
              <a:gd name="connsiteX164" fmla="*/ 11365068 w 13940157"/>
              <a:gd name="connsiteY164" fmla="*/ 393346 h 9456078"/>
              <a:gd name="connsiteX165" fmla="*/ 11410657 w 13940157"/>
              <a:gd name="connsiteY165" fmla="*/ 376018 h 9456078"/>
              <a:gd name="connsiteX166" fmla="*/ 11456396 w 13940157"/>
              <a:gd name="connsiteY166" fmla="*/ 359065 h 9456078"/>
              <a:gd name="connsiteX167" fmla="*/ 11502283 w 13940157"/>
              <a:gd name="connsiteY167" fmla="*/ 342487 h 9456078"/>
              <a:gd name="connsiteX168" fmla="*/ 11548316 w 13940157"/>
              <a:gd name="connsiteY168" fmla="*/ 326286 h 9456078"/>
              <a:gd name="connsiteX169" fmla="*/ 11594492 w 13940157"/>
              <a:gd name="connsiteY169" fmla="*/ 310462 h 9456078"/>
              <a:gd name="connsiteX170" fmla="*/ 11640810 w 13940157"/>
              <a:gd name="connsiteY170" fmla="*/ 295018 h 9456078"/>
              <a:gd name="connsiteX171" fmla="*/ 11687267 w 13940157"/>
              <a:gd name="connsiteY171" fmla="*/ 279953 h 9456078"/>
              <a:gd name="connsiteX172" fmla="*/ 11733860 w 13940157"/>
              <a:gd name="connsiteY172" fmla="*/ 265269 h 9456078"/>
              <a:gd name="connsiteX173" fmla="*/ 11780587 w 13940157"/>
              <a:gd name="connsiteY173" fmla="*/ 250968 h 9456078"/>
              <a:gd name="connsiteX174" fmla="*/ 11827447 w 13940157"/>
              <a:gd name="connsiteY174" fmla="*/ 237049 h 9456078"/>
              <a:gd name="connsiteX175" fmla="*/ 11874436 w 13940157"/>
              <a:gd name="connsiteY175" fmla="*/ 223516 h 9456078"/>
              <a:gd name="connsiteX176" fmla="*/ 11921553 w 13940157"/>
              <a:gd name="connsiteY176" fmla="*/ 210368 h 9456078"/>
              <a:gd name="connsiteX177" fmla="*/ 11968794 w 13940157"/>
              <a:gd name="connsiteY177" fmla="*/ 197606 h 9456078"/>
              <a:gd name="connsiteX178" fmla="*/ 12016159 w 13940157"/>
              <a:gd name="connsiteY178" fmla="*/ 185233 h 9456078"/>
              <a:gd name="connsiteX179" fmla="*/ 12063644 w 13940157"/>
              <a:gd name="connsiteY179" fmla="*/ 173248 h 9456078"/>
              <a:gd name="connsiteX180" fmla="*/ 12111248 w 13940157"/>
              <a:gd name="connsiteY180" fmla="*/ 161654 h 9456078"/>
              <a:gd name="connsiteX181" fmla="*/ 12158967 w 13940157"/>
              <a:gd name="connsiteY181" fmla="*/ 150451 h 9456078"/>
              <a:gd name="connsiteX182" fmla="*/ 12206800 w 13940157"/>
              <a:gd name="connsiteY182" fmla="*/ 139640 h 9456078"/>
              <a:gd name="connsiteX183" fmla="*/ 12254745 w 13940157"/>
              <a:gd name="connsiteY183" fmla="*/ 129223 h 9456078"/>
              <a:gd name="connsiteX184" fmla="*/ 12302799 w 13940157"/>
              <a:gd name="connsiteY184" fmla="*/ 119201 h 9456078"/>
              <a:gd name="connsiteX185" fmla="*/ 12350959 w 13940157"/>
              <a:gd name="connsiteY185" fmla="*/ 109574 h 9456078"/>
              <a:gd name="connsiteX186" fmla="*/ 12399224 w 13940157"/>
              <a:gd name="connsiteY186" fmla="*/ 100344 h 9456078"/>
              <a:gd name="connsiteX187" fmla="*/ 12447591 w 13940157"/>
              <a:gd name="connsiteY187" fmla="*/ 91512 h 9456078"/>
              <a:gd name="connsiteX188" fmla="*/ 12496058 w 13940157"/>
              <a:gd name="connsiteY188" fmla="*/ 83080 h 9456078"/>
              <a:gd name="connsiteX189" fmla="*/ 12544623 w 13940157"/>
              <a:gd name="connsiteY189" fmla="*/ 75047 h 9456078"/>
              <a:gd name="connsiteX190" fmla="*/ 12593283 w 13940157"/>
              <a:gd name="connsiteY190" fmla="*/ 67417 h 9456078"/>
              <a:gd name="connsiteX191" fmla="*/ 12642036 w 13940157"/>
              <a:gd name="connsiteY191" fmla="*/ 60188 h 9456078"/>
              <a:gd name="connsiteX192" fmla="*/ 12690879 w 13940157"/>
              <a:gd name="connsiteY192" fmla="*/ 53364 h 9456078"/>
              <a:gd name="connsiteX193" fmla="*/ 12739811 w 13940157"/>
              <a:gd name="connsiteY193" fmla="*/ 46944 h 9456078"/>
              <a:gd name="connsiteX194" fmla="*/ 12788830 w 13940157"/>
              <a:gd name="connsiteY194" fmla="*/ 40931 h 9456078"/>
              <a:gd name="connsiteX195" fmla="*/ 12837932 w 13940157"/>
              <a:gd name="connsiteY195" fmla="*/ 35324 h 9456078"/>
              <a:gd name="connsiteX196" fmla="*/ 12887116 w 13940157"/>
              <a:gd name="connsiteY196" fmla="*/ 30126 h 9456078"/>
              <a:gd name="connsiteX197" fmla="*/ 12936379 w 13940157"/>
              <a:gd name="connsiteY197" fmla="*/ 25337 h 9456078"/>
              <a:gd name="connsiteX198" fmla="*/ 12985719 w 13940157"/>
              <a:gd name="connsiteY198" fmla="*/ 20958 h 9456078"/>
              <a:gd name="connsiteX199" fmla="*/ 13035133 w 13940157"/>
              <a:gd name="connsiteY199" fmla="*/ 16991 h 9456078"/>
              <a:gd name="connsiteX200" fmla="*/ 13084620 w 13940157"/>
              <a:gd name="connsiteY200" fmla="*/ 13437 h 9456078"/>
              <a:gd name="connsiteX201" fmla="*/ 13134178 w 13940157"/>
              <a:gd name="connsiteY201" fmla="*/ 10297 h 9456078"/>
              <a:gd name="connsiteX202" fmla="*/ 13183803 w 13940157"/>
              <a:gd name="connsiteY202" fmla="*/ 7572 h 9456078"/>
              <a:gd name="connsiteX203" fmla="*/ 13233493 w 13940157"/>
              <a:gd name="connsiteY203" fmla="*/ 5263 h 9456078"/>
              <a:gd name="connsiteX204" fmla="*/ 13283247 w 13940157"/>
              <a:gd name="connsiteY204" fmla="*/ 3371 h 9456078"/>
              <a:gd name="connsiteX205" fmla="*/ 13333061 w 13940157"/>
              <a:gd name="connsiteY205" fmla="*/ 1898 h 9456078"/>
              <a:gd name="connsiteX206" fmla="*/ 13382934 w 13940157"/>
              <a:gd name="connsiteY206" fmla="*/ 844 h 9456078"/>
              <a:gd name="connsiteX207" fmla="*/ 13432864 w 13940157"/>
              <a:gd name="connsiteY207" fmla="*/ 211 h 9456078"/>
              <a:gd name="connsiteX208" fmla="*/ 13482847 w 13940157"/>
              <a:gd name="connsiteY208" fmla="*/ 0 h 9456078"/>
              <a:gd name="connsiteX209" fmla="*/ 13940158 w 13940157"/>
              <a:gd name="connsiteY209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49234 w 13158799"/>
              <a:gd name="connsiteY5" fmla="*/ 9450052 h 9456078"/>
              <a:gd name="connsiteX6" fmla="*/ 298870 w 13158799"/>
              <a:gd name="connsiteY6" fmla="*/ 9447409 h 9456078"/>
              <a:gd name="connsiteX7" fmla="*/ 348429 w 13158799"/>
              <a:gd name="connsiteY7" fmla="*/ 9444290 h 9456078"/>
              <a:gd name="connsiteX8" fmla="*/ 397907 w 13158799"/>
              <a:gd name="connsiteY8" fmla="*/ 9440698 h 9456078"/>
              <a:gd name="connsiteX9" fmla="*/ 447302 w 13158799"/>
              <a:gd name="connsiteY9" fmla="*/ 9436632 h 9456078"/>
              <a:gd name="connsiteX10" fmla="*/ 496610 w 13158799"/>
              <a:gd name="connsiteY10" fmla="*/ 9432096 h 9456078"/>
              <a:gd name="connsiteX11" fmla="*/ 545829 w 13158799"/>
              <a:gd name="connsiteY11" fmla="*/ 9427089 h 9456078"/>
              <a:gd name="connsiteX12" fmla="*/ 594956 w 13158799"/>
              <a:gd name="connsiteY12" fmla="*/ 9421615 h 9456078"/>
              <a:gd name="connsiteX13" fmla="*/ 643987 w 13158799"/>
              <a:gd name="connsiteY13" fmla="*/ 9415673 h 9456078"/>
              <a:gd name="connsiteX14" fmla="*/ 692920 w 13158799"/>
              <a:gd name="connsiteY14" fmla="*/ 9409267 h 9456078"/>
              <a:gd name="connsiteX15" fmla="*/ 741751 w 13158799"/>
              <a:gd name="connsiteY15" fmla="*/ 9402396 h 9456078"/>
              <a:gd name="connsiteX16" fmla="*/ 790478 w 13158799"/>
              <a:gd name="connsiteY16" fmla="*/ 9395063 h 9456078"/>
              <a:gd name="connsiteX17" fmla="*/ 839098 w 13158799"/>
              <a:gd name="connsiteY17" fmla="*/ 9387270 h 9456078"/>
              <a:gd name="connsiteX18" fmla="*/ 887607 w 13158799"/>
              <a:gd name="connsiteY18" fmla="*/ 9379017 h 9456078"/>
              <a:gd name="connsiteX19" fmla="*/ 936002 w 13158799"/>
              <a:gd name="connsiteY19" fmla="*/ 9370306 h 9456078"/>
              <a:gd name="connsiteX20" fmla="*/ 984281 w 13158799"/>
              <a:gd name="connsiteY20" fmla="*/ 9361139 h 9456078"/>
              <a:gd name="connsiteX21" fmla="*/ 1032440 w 13158799"/>
              <a:gd name="connsiteY21" fmla="*/ 9351517 h 9456078"/>
              <a:gd name="connsiteX22" fmla="*/ 1080477 w 13158799"/>
              <a:gd name="connsiteY22" fmla="*/ 9341441 h 9456078"/>
              <a:gd name="connsiteX23" fmla="*/ 1128389 w 13158799"/>
              <a:gd name="connsiteY23" fmla="*/ 9330914 h 9456078"/>
              <a:gd name="connsiteX24" fmla="*/ 1176172 w 13158799"/>
              <a:gd name="connsiteY24" fmla="*/ 9319936 h 9456078"/>
              <a:gd name="connsiteX25" fmla="*/ 1223823 w 13158799"/>
              <a:gd name="connsiteY25" fmla="*/ 9308509 h 9456078"/>
              <a:gd name="connsiteX26" fmla="*/ 1271339 w 13158799"/>
              <a:gd name="connsiteY26" fmla="*/ 9296635 h 9456078"/>
              <a:gd name="connsiteX27" fmla="*/ 1318719 w 13158799"/>
              <a:gd name="connsiteY27" fmla="*/ 9284315 h 9456078"/>
              <a:gd name="connsiteX28" fmla="*/ 1365957 w 13158799"/>
              <a:gd name="connsiteY28" fmla="*/ 9271550 h 9456078"/>
              <a:gd name="connsiteX29" fmla="*/ 1413052 w 13158799"/>
              <a:gd name="connsiteY29" fmla="*/ 9258342 h 9456078"/>
              <a:gd name="connsiteX30" fmla="*/ 1460000 w 13158799"/>
              <a:gd name="connsiteY30" fmla="*/ 9244693 h 9456078"/>
              <a:gd name="connsiteX31" fmla="*/ 1506799 w 13158799"/>
              <a:gd name="connsiteY31" fmla="*/ 9230604 h 9456078"/>
              <a:gd name="connsiteX32" fmla="*/ 1553445 w 13158799"/>
              <a:gd name="connsiteY32" fmla="*/ 9216076 h 9456078"/>
              <a:gd name="connsiteX33" fmla="*/ 1599935 w 13158799"/>
              <a:gd name="connsiteY33" fmla="*/ 9201111 h 9456078"/>
              <a:gd name="connsiteX34" fmla="*/ 1646267 w 13158799"/>
              <a:gd name="connsiteY34" fmla="*/ 9185710 h 9456078"/>
              <a:gd name="connsiteX35" fmla="*/ 1692437 w 13158799"/>
              <a:gd name="connsiteY35" fmla="*/ 9169876 h 9456078"/>
              <a:gd name="connsiteX36" fmla="*/ 1738442 w 13158799"/>
              <a:gd name="connsiteY36" fmla="*/ 9153608 h 9456078"/>
              <a:gd name="connsiteX37" fmla="*/ 1784280 w 13158799"/>
              <a:gd name="connsiteY37" fmla="*/ 9136910 h 9456078"/>
              <a:gd name="connsiteX38" fmla="*/ 1829947 w 13158799"/>
              <a:gd name="connsiteY38" fmla="*/ 9119782 h 9456078"/>
              <a:gd name="connsiteX39" fmla="*/ 1875440 w 13158799"/>
              <a:gd name="connsiteY39" fmla="*/ 9102226 h 9456078"/>
              <a:gd name="connsiteX40" fmla="*/ 1920756 w 13158799"/>
              <a:gd name="connsiteY40" fmla="*/ 9084243 h 9456078"/>
              <a:gd name="connsiteX41" fmla="*/ 1965893 w 13158799"/>
              <a:gd name="connsiteY41" fmla="*/ 9065835 h 9456078"/>
              <a:gd name="connsiteX42" fmla="*/ 2010847 w 13158799"/>
              <a:gd name="connsiteY42" fmla="*/ 9047004 h 9456078"/>
              <a:gd name="connsiteX43" fmla="*/ 2055615 w 13158799"/>
              <a:gd name="connsiteY43" fmla="*/ 9027750 h 9456078"/>
              <a:gd name="connsiteX44" fmla="*/ 2100195 w 13158799"/>
              <a:gd name="connsiteY44" fmla="*/ 9008075 h 9456078"/>
              <a:gd name="connsiteX45" fmla="*/ 2144582 w 13158799"/>
              <a:gd name="connsiteY45" fmla="*/ 8987981 h 9456078"/>
              <a:gd name="connsiteX46" fmla="*/ 2188775 w 13158799"/>
              <a:gd name="connsiteY46" fmla="*/ 8967470 h 9456078"/>
              <a:gd name="connsiteX47" fmla="*/ 2232770 w 13158799"/>
              <a:gd name="connsiteY47" fmla="*/ 8946542 h 9456078"/>
              <a:gd name="connsiteX48" fmla="*/ 2276564 w 13158799"/>
              <a:gd name="connsiteY48" fmla="*/ 8925199 h 9456078"/>
              <a:gd name="connsiteX49" fmla="*/ 2320154 w 13158799"/>
              <a:gd name="connsiteY49" fmla="*/ 8903443 h 9456078"/>
              <a:gd name="connsiteX50" fmla="*/ 2363538 w 13158799"/>
              <a:gd name="connsiteY50" fmla="*/ 8881275 h 9456078"/>
              <a:gd name="connsiteX51" fmla="*/ 2406711 w 13158799"/>
              <a:gd name="connsiteY51" fmla="*/ 8858697 h 9456078"/>
              <a:gd name="connsiteX52" fmla="*/ 2449672 w 13158799"/>
              <a:gd name="connsiteY52" fmla="*/ 8835710 h 9456078"/>
              <a:gd name="connsiteX53" fmla="*/ 2492417 w 13158799"/>
              <a:gd name="connsiteY53" fmla="*/ 8812316 h 9456078"/>
              <a:gd name="connsiteX54" fmla="*/ 2534943 w 13158799"/>
              <a:gd name="connsiteY54" fmla="*/ 8788516 h 9456078"/>
              <a:gd name="connsiteX55" fmla="*/ 2577247 w 13158799"/>
              <a:gd name="connsiteY55" fmla="*/ 8764311 h 9456078"/>
              <a:gd name="connsiteX56" fmla="*/ 2619326 w 13158799"/>
              <a:gd name="connsiteY56" fmla="*/ 8739704 h 9456078"/>
              <a:gd name="connsiteX57" fmla="*/ 2661177 w 13158799"/>
              <a:gd name="connsiteY57" fmla="*/ 8714695 h 9456078"/>
              <a:gd name="connsiteX58" fmla="*/ 2702797 w 13158799"/>
              <a:gd name="connsiteY58" fmla="*/ 8689286 h 9456078"/>
              <a:gd name="connsiteX59" fmla="*/ 2744183 w 13158799"/>
              <a:gd name="connsiteY59" fmla="*/ 8663479 h 9456078"/>
              <a:gd name="connsiteX60" fmla="*/ 2785333 w 13158799"/>
              <a:gd name="connsiteY60" fmla="*/ 8637274 h 9456078"/>
              <a:gd name="connsiteX61" fmla="*/ 2826242 w 13158799"/>
              <a:gd name="connsiteY61" fmla="*/ 8610675 h 9456078"/>
              <a:gd name="connsiteX62" fmla="*/ 2866908 w 13158799"/>
              <a:gd name="connsiteY62" fmla="*/ 8583681 h 9456078"/>
              <a:gd name="connsiteX63" fmla="*/ 2907329 w 13158799"/>
              <a:gd name="connsiteY63" fmla="*/ 8556295 h 9456078"/>
              <a:gd name="connsiteX64" fmla="*/ 2947500 w 13158799"/>
              <a:gd name="connsiteY64" fmla="*/ 8528517 h 9456078"/>
              <a:gd name="connsiteX65" fmla="*/ 2987419 w 13158799"/>
              <a:gd name="connsiteY65" fmla="*/ 8500351 h 9456078"/>
              <a:gd name="connsiteX66" fmla="*/ 3027083 w 13158799"/>
              <a:gd name="connsiteY66" fmla="*/ 8471796 h 9456078"/>
              <a:gd name="connsiteX67" fmla="*/ 3066489 w 13158799"/>
              <a:gd name="connsiteY67" fmla="*/ 8442854 h 9456078"/>
              <a:gd name="connsiteX68" fmla="*/ 3105634 w 13158799"/>
              <a:gd name="connsiteY68" fmla="*/ 8413528 h 9456078"/>
              <a:gd name="connsiteX69" fmla="*/ 3144515 w 13158799"/>
              <a:gd name="connsiteY69" fmla="*/ 8383818 h 9456078"/>
              <a:gd name="connsiteX70" fmla="*/ 3183129 w 13158799"/>
              <a:gd name="connsiteY70" fmla="*/ 8353726 h 9456078"/>
              <a:gd name="connsiteX71" fmla="*/ 3221473 w 13158799"/>
              <a:gd name="connsiteY71" fmla="*/ 8323253 h 9456078"/>
              <a:gd name="connsiteX72" fmla="*/ 3259544 w 13158799"/>
              <a:gd name="connsiteY72" fmla="*/ 8292401 h 9456078"/>
              <a:gd name="connsiteX73" fmla="*/ 3297339 w 13158799"/>
              <a:gd name="connsiteY73" fmla="*/ 8261172 h 9456078"/>
              <a:gd name="connsiteX74" fmla="*/ 3334854 w 13158799"/>
              <a:gd name="connsiteY74" fmla="*/ 8229566 h 9456078"/>
              <a:gd name="connsiteX75" fmla="*/ 3372087 w 13158799"/>
              <a:gd name="connsiteY75" fmla="*/ 8197585 h 9456078"/>
              <a:gd name="connsiteX76" fmla="*/ 3409035 w 13158799"/>
              <a:gd name="connsiteY76" fmla="*/ 8165232 h 9456078"/>
              <a:gd name="connsiteX77" fmla="*/ 3445695 w 13158799"/>
              <a:gd name="connsiteY77" fmla="*/ 8132507 h 9456078"/>
              <a:gd name="connsiteX78" fmla="*/ 3482064 w 13158799"/>
              <a:gd name="connsiteY78" fmla="*/ 8099411 h 9456078"/>
              <a:gd name="connsiteX79" fmla="*/ 3518139 w 13158799"/>
              <a:gd name="connsiteY79" fmla="*/ 8065947 h 9456078"/>
              <a:gd name="connsiteX80" fmla="*/ 3553916 w 13158799"/>
              <a:gd name="connsiteY80" fmla="*/ 8032115 h 9456078"/>
              <a:gd name="connsiteX81" fmla="*/ 3589393 w 13158799"/>
              <a:gd name="connsiteY81" fmla="*/ 7997918 h 9456078"/>
              <a:gd name="connsiteX82" fmla="*/ 3624567 w 13158799"/>
              <a:gd name="connsiteY82" fmla="*/ 7963356 h 9456078"/>
              <a:gd name="connsiteX83" fmla="*/ 3659435 w 13158799"/>
              <a:gd name="connsiteY83" fmla="*/ 7928432 h 9456078"/>
              <a:gd name="connsiteX84" fmla="*/ 3693994 w 13158799"/>
              <a:gd name="connsiteY84" fmla="*/ 7893146 h 9456078"/>
              <a:gd name="connsiteX85" fmla="*/ 3728240 w 13158799"/>
              <a:gd name="connsiteY85" fmla="*/ 7857501 h 9456078"/>
              <a:gd name="connsiteX86" fmla="*/ 3762171 w 13158799"/>
              <a:gd name="connsiteY86" fmla="*/ 7821497 h 9456078"/>
              <a:gd name="connsiteX87" fmla="*/ 3795783 w 13158799"/>
              <a:gd name="connsiteY87" fmla="*/ 7785136 h 9456078"/>
              <a:gd name="connsiteX88" fmla="*/ 3829075 w 13158799"/>
              <a:gd name="connsiteY88" fmla="*/ 7748420 h 9456078"/>
              <a:gd name="connsiteX89" fmla="*/ 3862042 w 13158799"/>
              <a:gd name="connsiteY89" fmla="*/ 7711350 h 9456078"/>
              <a:gd name="connsiteX90" fmla="*/ 3894682 w 13158799"/>
              <a:gd name="connsiteY90" fmla="*/ 7673928 h 9456078"/>
              <a:gd name="connsiteX91" fmla="*/ 3926991 w 13158799"/>
              <a:gd name="connsiteY91" fmla="*/ 7636155 h 9456078"/>
              <a:gd name="connsiteX92" fmla="*/ 3958967 w 13158799"/>
              <a:gd name="connsiteY92" fmla="*/ 7598032 h 9456078"/>
              <a:gd name="connsiteX93" fmla="*/ 3990607 w 13158799"/>
              <a:gd name="connsiteY93" fmla="*/ 7559561 h 9456078"/>
              <a:gd name="connsiteX94" fmla="*/ 4021907 w 13158799"/>
              <a:gd name="connsiteY94" fmla="*/ 7520744 h 9456078"/>
              <a:gd name="connsiteX95" fmla="*/ 4052865 w 13158799"/>
              <a:gd name="connsiteY95" fmla="*/ 7481582 h 9456078"/>
              <a:gd name="connsiteX96" fmla="*/ 4083478 w 13158799"/>
              <a:gd name="connsiteY96" fmla="*/ 7442077 h 9456078"/>
              <a:gd name="connsiteX97" fmla="*/ 8022311 w 13158799"/>
              <a:gd name="connsiteY97" fmla="*/ 2307814 h 9456078"/>
              <a:gd name="connsiteX98" fmla="*/ 8052902 w 13158799"/>
              <a:gd name="connsiteY98" fmla="*/ 2268285 h 9456078"/>
              <a:gd name="connsiteX99" fmla="*/ 8083796 w 13158799"/>
              <a:gd name="connsiteY99" fmla="*/ 2229056 h 9456078"/>
              <a:gd name="connsiteX100" fmla="*/ 8114989 w 13158799"/>
              <a:gd name="connsiteY100" fmla="*/ 2190127 h 9456078"/>
              <a:gd name="connsiteX101" fmla="*/ 8146479 w 13158799"/>
              <a:gd name="connsiteY101" fmla="*/ 2151500 h 9456078"/>
              <a:gd name="connsiteX102" fmla="*/ 8178264 w 13158799"/>
              <a:gd name="connsiteY102" fmla="*/ 2113176 h 9456078"/>
              <a:gd name="connsiteX103" fmla="*/ 8210341 w 13158799"/>
              <a:gd name="connsiteY103" fmla="*/ 2075157 h 9456078"/>
              <a:gd name="connsiteX104" fmla="*/ 8242709 w 13158799"/>
              <a:gd name="connsiteY104" fmla="*/ 2037442 h 9456078"/>
              <a:gd name="connsiteX105" fmla="*/ 8275365 w 13158799"/>
              <a:gd name="connsiteY105" fmla="*/ 2000034 h 9456078"/>
              <a:gd name="connsiteX106" fmla="*/ 8308307 w 13158799"/>
              <a:gd name="connsiteY106" fmla="*/ 1962934 h 9456078"/>
              <a:gd name="connsiteX107" fmla="*/ 8341532 w 13158799"/>
              <a:gd name="connsiteY107" fmla="*/ 1926142 h 9456078"/>
              <a:gd name="connsiteX108" fmla="*/ 8375038 w 13158799"/>
              <a:gd name="connsiteY108" fmla="*/ 1889660 h 9456078"/>
              <a:gd name="connsiteX109" fmla="*/ 8408823 w 13158799"/>
              <a:gd name="connsiteY109" fmla="*/ 1853489 h 9456078"/>
              <a:gd name="connsiteX110" fmla="*/ 8442885 w 13158799"/>
              <a:gd name="connsiteY110" fmla="*/ 1817630 h 9456078"/>
              <a:gd name="connsiteX111" fmla="*/ 8477221 w 13158799"/>
              <a:gd name="connsiteY111" fmla="*/ 1782084 h 9456078"/>
              <a:gd name="connsiteX112" fmla="*/ 8511829 w 13158799"/>
              <a:gd name="connsiteY112" fmla="*/ 1746853 h 9456078"/>
              <a:gd name="connsiteX113" fmla="*/ 8546706 w 13158799"/>
              <a:gd name="connsiteY113" fmla="*/ 1711937 h 9456078"/>
              <a:gd name="connsiteX114" fmla="*/ 8581851 w 13158799"/>
              <a:gd name="connsiteY114" fmla="*/ 1677337 h 9456078"/>
              <a:gd name="connsiteX115" fmla="*/ 8617261 w 13158799"/>
              <a:gd name="connsiteY115" fmla="*/ 1643056 h 9456078"/>
              <a:gd name="connsiteX116" fmla="*/ 8652934 w 13158799"/>
              <a:gd name="connsiteY116" fmla="*/ 1609093 h 9456078"/>
              <a:gd name="connsiteX117" fmla="*/ 8688867 w 13158799"/>
              <a:gd name="connsiteY117" fmla="*/ 1575450 h 9456078"/>
              <a:gd name="connsiteX118" fmla="*/ 8725058 w 13158799"/>
              <a:gd name="connsiteY118" fmla="*/ 1542128 h 9456078"/>
              <a:gd name="connsiteX119" fmla="*/ 8761506 w 13158799"/>
              <a:gd name="connsiteY119" fmla="*/ 1509129 h 9456078"/>
              <a:gd name="connsiteX120" fmla="*/ 8798207 w 13158799"/>
              <a:gd name="connsiteY120" fmla="*/ 1476452 h 9456078"/>
              <a:gd name="connsiteX121" fmla="*/ 8835159 w 13158799"/>
              <a:gd name="connsiteY121" fmla="*/ 1444101 h 9456078"/>
              <a:gd name="connsiteX122" fmla="*/ 8872360 w 13158799"/>
              <a:gd name="connsiteY122" fmla="*/ 1412075 h 9456078"/>
              <a:gd name="connsiteX123" fmla="*/ 8909808 w 13158799"/>
              <a:gd name="connsiteY123" fmla="*/ 1380375 h 9456078"/>
              <a:gd name="connsiteX124" fmla="*/ 8947501 w 13158799"/>
              <a:gd name="connsiteY124" fmla="*/ 1349004 h 9456078"/>
              <a:gd name="connsiteX125" fmla="*/ 8985435 w 13158799"/>
              <a:gd name="connsiteY125" fmla="*/ 1317962 h 9456078"/>
              <a:gd name="connsiteX126" fmla="*/ 9023610 w 13158799"/>
              <a:gd name="connsiteY126" fmla="*/ 1287250 h 9456078"/>
              <a:gd name="connsiteX127" fmla="*/ 9062022 w 13158799"/>
              <a:gd name="connsiteY127" fmla="*/ 1256869 h 9456078"/>
              <a:gd name="connsiteX128" fmla="*/ 9100669 w 13158799"/>
              <a:gd name="connsiteY128" fmla="*/ 1226820 h 9456078"/>
              <a:gd name="connsiteX129" fmla="*/ 9139549 w 13158799"/>
              <a:gd name="connsiteY129" fmla="*/ 1197105 h 9456078"/>
              <a:gd name="connsiteX130" fmla="*/ 9178660 w 13158799"/>
              <a:gd name="connsiteY130" fmla="*/ 1167725 h 9456078"/>
              <a:gd name="connsiteX131" fmla="*/ 9217999 w 13158799"/>
              <a:gd name="connsiteY131" fmla="*/ 1138681 h 9456078"/>
              <a:gd name="connsiteX132" fmla="*/ 9257564 w 13158799"/>
              <a:gd name="connsiteY132" fmla="*/ 1109974 h 9456078"/>
              <a:gd name="connsiteX133" fmla="*/ 9297353 w 13158799"/>
              <a:gd name="connsiteY133" fmla="*/ 1081604 h 9456078"/>
              <a:gd name="connsiteX134" fmla="*/ 9337364 w 13158799"/>
              <a:gd name="connsiteY134" fmla="*/ 1053574 h 9456078"/>
              <a:gd name="connsiteX135" fmla="*/ 9377594 w 13158799"/>
              <a:gd name="connsiteY135" fmla="*/ 1025884 h 9456078"/>
              <a:gd name="connsiteX136" fmla="*/ 9418040 w 13158799"/>
              <a:gd name="connsiteY136" fmla="*/ 998536 h 9456078"/>
              <a:gd name="connsiteX137" fmla="*/ 9458702 w 13158799"/>
              <a:gd name="connsiteY137" fmla="*/ 971530 h 9456078"/>
              <a:gd name="connsiteX138" fmla="*/ 9499575 w 13158799"/>
              <a:gd name="connsiteY138" fmla="*/ 944868 h 9456078"/>
              <a:gd name="connsiteX139" fmla="*/ 9540659 w 13158799"/>
              <a:gd name="connsiteY139" fmla="*/ 918551 h 9456078"/>
              <a:gd name="connsiteX140" fmla="*/ 9581950 w 13158799"/>
              <a:gd name="connsiteY140" fmla="*/ 892580 h 9456078"/>
              <a:gd name="connsiteX141" fmla="*/ 9623447 w 13158799"/>
              <a:gd name="connsiteY141" fmla="*/ 866956 h 9456078"/>
              <a:gd name="connsiteX142" fmla="*/ 9665147 w 13158799"/>
              <a:gd name="connsiteY142" fmla="*/ 841681 h 9456078"/>
              <a:gd name="connsiteX143" fmla="*/ 9707048 w 13158799"/>
              <a:gd name="connsiteY143" fmla="*/ 816754 h 9456078"/>
              <a:gd name="connsiteX144" fmla="*/ 9749147 w 13158799"/>
              <a:gd name="connsiteY144" fmla="*/ 792179 h 9456078"/>
              <a:gd name="connsiteX145" fmla="*/ 9791443 w 13158799"/>
              <a:gd name="connsiteY145" fmla="*/ 767955 h 9456078"/>
              <a:gd name="connsiteX146" fmla="*/ 9833932 w 13158799"/>
              <a:gd name="connsiteY146" fmla="*/ 744083 h 9456078"/>
              <a:gd name="connsiteX147" fmla="*/ 9876613 w 13158799"/>
              <a:gd name="connsiteY147" fmla="*/ 720566 h 9456078"/>
              <a:gd name="connsiteX148" fmla="*/ 9919484 w 13158799"/>
              <a:gd name="connsiteY148" fmla="*/ 697404 h 9456078"/>
              <a:gd name="connsiteX149" fmla="*/ 9962542 w 13158799"/>
              <a:gd name="connsiteY149" fmla="*/ 674598 h 9456078"/>
              <a:gd name="connsiteX150" fmla="*/ 10005784 w 13158799"/>
              <a:gd name="connsiteY150" fmla="*/ 652149 h 9456078"/>
              <a:gd name="connsiteX151" fmla="*/ 10049209 w 13158799"/>
              <a:gd name="connsiteY151" fmla="*/ 630059 h 9456078"/>
              <a:gd name="connsiteX152" fmla="*/ 10092814 w 13158799"/>
              <a:gd name="connsiteY152" fmla="*/ 608328 h 9456078"/>
              <a:gd name="connsiteX153" fmla="*/ 10136597 w 13158799"/>
              <a:gd name="connsiteY153" fmla="*/ 586958 h 9456078"/>
              <a:gd name="connsiteX154" fmla="*/ 10180556 w 13158799"/>
              <a:gd name="connsiteY154" fmla="*/ 565950 h 9456078"/>
              <a:gd name="connsiteX155" fmla="*/ 10224688 w 13158799"/>
              <a:gd name="connsiteY155" fmla="*/ 545304 h 9456078"/>
              <a:gd name="connsiteX156" fmla="*/ 10268991 w 13158799"/>
              <a:gd name="connsiteY156" fmla="*/ 525023 h 9456078"/>
              <a:gd name="connsiteX157" fmla="*/ 10313463 w 13158799"/>
              <a:gd name="connsiteY157" fmla="*/ 505107 h 9456078"/>
              <a:gd name="connsiteX158" fmla="*/ 10358101 w 13158799"/>
              <a:gd name="connsiteY158" fmla="*/ 485558 h 9456078"/>
              <a:gd name="connsiteX159" fmla="*/ 10402903 w 13158799"/>
              <a:gd name="connsiteY159" fmla="*/ 466376 h 9456078"/>
              <a:gd name="connsiteX160" fmla="*/ 10447868 w 13158799"/>
              <a:gd name="connsiteY160" fmla="*/ 447563 h 9456078"/>
              <a:gd name="connsiteX161" fmla="*/ 10492991 w 13158799"/>
              <a:gd name="connsiteY161" fmla="*/ 429119 h 9456078"/>
              <a:gd name="connsiteX162" fmla="*/ 10538272 w 13158799"/>
              <a:gd name="connsiteY162" fmla="*/ 411046 h 9456078"/>
              <a:gd name="connsiteX163" fmla="*/ 10583708 w 13158799"/>
              <a:gd name="connsiteY163" fmla="*/ 393346 h 9456078"/>
              <a:gd name="connsiteX164" fmla="*/ 10629297 w 13158799"/>
              <a:gd name="connsiteY164" fmla="*/ 376018 h 9456078"/>
              <a:gd name="connsiteX165" fmla="*/ 10675036 w 13158799"/>
              <a:gd name="connsiteY165" fmla="*/ 359065 h 9456078"/>
              <a:gd name="connsiteX166" fmla="*/ 10720923 w 13158799"/>
              <a:gd name="connsiteY166" fmla="*/ 342487 h 9456078"/>
              <a:gd name="connsiteX167" fmla="*/ 10766956 w 13158799"/>
              <a:gd name="connsiteY167" fmla="*/ 326286 h 9456078"/>
              <a:gd name="connsiteX168" fmla="*/ 10813132 w 13158799"/>
              <a:gd name="connsiteY168" fmla="*/ 310462 h 9456078"/>
              <a:gd name="connsiteX169" fmla="*/ 10859450 w 13158799"/>
              <a:gd name="connsiteY169" fmla="*/ 295018 h 9456078"/>
              <a:gd name="connsiteX170" fmla="*/ 10905907 w 13158799"/>
              <a:gd name="connsiteY170" fmla="*/ 279953 h 9456078"/>
              <a:gd name="connsiteX171" fmla="*/ 10952500 w 13158799"/>
              <a:gd name="connsiteY171" fmla="*/ 265269 h 9456078"/>
              <a:gd name="connsiteX172" fmla="*/ 10999227 w 13158799"/>
              <a:gd name="connsiteY172" fmla="*/ 250968 h 9456078"/>
              <a:gd name="connsiteX173" fmla="*/ 11046087 w 13158799"/>
              <a:gd name="connsiteY173" fmla="*/ 237049 h 9456078"/>
              <a:gd name="connsiteX174" fmla="*/ 11093076 w 13158799"/>
              <a:gd name="connsiteY174" fmla="*/ 223516 h 9456078"/>
              <a:gd name="connsiteX175" fmla="*/ 11140193 w 13158799"/>
              <a:gd name="connsiteY175" fmla="*/ 210368 h 9456078"/>
              <a:gd name="connsiteX176" fmla="*/ 11187434 w 13158799"/>
              <a:gd name="connsiteY176" fmla="*/ 197606 h 9456078"/>
              <a:gd name="connsiteX177" fmla="*/ 11234799 w 13158799"/>
              <a:gd name="connsiteY177" fmla="*/ 185233 h 9456078"/>
              <a:gd name="connsiteX178" fmla="*/ 11282284 w 13158799"/>
              <a:gd name="connsiteY178" fmla="*/ 173248 h 9456078"/>
              <a:gd name="connsiteX179" fmla="*/ 11329888 w 13158799"/>
              <a:gd name="connsiteY179" fmla="*/ 161654 h 9456078"/>
              <a:gd name="connsiteX180" fmla="*/ 11377607 w 13158799"/>
              <a:gd name="connsiteY180" fmla="*/ 150451 h 9456078"/>
              <a:gd name="connsiteX181" fmla="*/ 11425440 w 13158799"/>
              <a:gd name="connsiteY181" fmla="*/ 139640 h 9456078"/>
              <a:gd name="connsiteX182" fmla="*/ 11473385 w 13158799"/>
              <a:gd name="connsiteY182" fmla="*/ 129223 h 9456078"/>
              <a:gd name="connsiteX183" fmla="*/ 11521439 w 13158799"/>
              <a:gd name="connsiteY183" fmla="*/ 119201 h 9456078"/>
              <a:gd name="connsiteX184" fmla="*/ 11569599 w 13158799"/>
              <a:gd name="connsiteY184" fmla="*/ 109574 h 9456078"/>
              <a:gd name="connsiteX185" fmla="*/ 11617864 w 13158799"/>
              <a:gd name="connsiteY185" fmla="*/ 100344 h 9456078"/>
              <a:gd name="connsiteX186" fmla="*/ 11666231 w 13158799"/>
              <a:gd name="connsiteY186" fmla="*/ 91512 h 9456078"/>
              <a:gd name="connsiteX187" fmla="*/ 11714698 w 13158799"/>
              <a:gd name="connsiteY187" fmla="*/ 83080 h 9456078"/>
              <a:gd name="connsiteX188" fmla="*/ 11763263 w 13158799"/>
              <a:gd name="connsiteY188" fmla="*/ 75047 h 9456078"/>
              <a:gd name="connsiteX189" fmla="*/ 11811923 w 13158799"/>
              <a:gd name="connsiteY189" fmla="*/ 67417 h 9456078"/>
              <a:gd name="connsiteX190" fmla="*/ 11860676 w 13158799"/>
              <a:gd name="connsiteY190" fmla="*/ 60188 h 9456078"/>
              <a:gd name="connsiteX191" fmla="*/ 11909519 w 13158799"/>
              <a:gd name="connsiteY191" fmla="*/ 53364 h 9456078"/>
              <a:gd name="connsiteX192" fmla="*/ 11958451 w 13158799"/>
              <a:gd name="connsiteY192" fmla="*/ 46944 h 9456078"/>
              <a:gd name="connsiteX193" fmla="*/ 12007470 w 13158799"/>
              <a:gd name="connsiteY193" fmla="*/ 40931 h 9456078"/>
              <a:gd name="connsiteX194" fmla="*/ 12056572 w 13158799"/>
              <a:gd name="connsiteY194" fmla="*/ 35324 h 9456078"/>
              <a:gd name="connsiteX195" fmla="*/ 12105756 w 13158799"/>
              <a:gd name="connsiteY195" fmla="*/ 30126 h 9456078"/>
              <a:gd name="connsiteX196" fmla="*/ 12155019 w 13158799"/>
              <a:gd name="connsiteY196" fmla="*/ 25337 h 9456078"/>
              <a:gd name="connsiteX197" fmla="*/ 12204359 w 13158799"/>
              <a:gd name="connsiteY197" fmla="*/ 20958 h 9456078"/>
              <a:gd name="connsiteX198" fmla="*/ 12253773 w 13158799"/>
              <a:gd name="connsiteY198" fmla="*/ 16991 h 9456078"/>
              <a:gd name="connsiteX199" fmla="*/ 12303260 w 13158799"/>
              <a:gd name="connsiteY199" fmla="*/ 13437 h 9456078"/>
              <a:gd name="connsiteX200" fmla="*/ 12352818 w 13158799"/>
              <a:gd name="connsiteY200" fmla="*/ 10297 h 9456078"/>
              <a:gd name="connsiteX201" fmla="*/ 12402443 w 13158799"/>
              <a:gd name="connsiteY201" fmla="*/ 7572 h 9456078"/>
              <a:gd name="connsiteX202" fmla="*/ 12452133 w 13158799"/>
              <a:gd name="connsiteY202" fmla="*/ 5263 h 9456078"/>
              <a:gd name="connsiteX203" fmla="*/ 12501887 w 13158799"/>
              <a:gd name="connsiteY203" fmla="*/ 3371 h 9456078"/>
              <a:gd name="connsiteX204" fmla="*/ 12551701 w 13158799"/>
              <a:gd name="connsiteY204" fmla="*/ 1898 h 9456078"/>
              <a:gd name="connsiteX205" fmla="*/ 12601574 w 13158799"/>
              <a:gd name="connsiteY205" fmla="*/ 844 h 9456078"/>
              <a:gd name="connsiteX206" fmla="*/ 12651504 w 13158799"/>
              <a:gd name="connsiteY206" fmla="*/ 211 h 9456078"/>
              <a:gd name="connsiteX207" fmla="*/ 12701487 w 13158799"/>
              <a:gd name="connsiteY207" fmla="*/ 0 h 9456078"/>
              <a:gd name="connsiteX208" fmla="*/ 13158798 w 13158799"/>
              <a:gd name="connsiteY208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28389 w 13158797"/>
              <a:gd name="connsiteY22" fmla="*/ 9330914 h 9456078"/>
              <a:gd name="connsiteX23" fmla="*/ 1176172 w 13158797"/>
              <a:gd name="connsiteY23" fmla="*/ 9319936 h 9456078"/>
              <a:gd name="connsiteX24" fmla="*/ 1223823 w 13158797"/>
              <a:gd name="connsiteY24" fmla="*/ 9308509 h 9456078"/>
              <a:gd name="connsiteX25" fmla="*/ 1271339 w 13158797"/>
              <a:gd name="connsiteY25" fmla="*/ 9296635 h 9456078"/>
              <a:gd name="connsiteX26" fmla="*/ 1318719 w 13158797"/>
              <a:gd name="connsiteY26" fmla="*/ 9284315 h 9456078"/>
              <a:gd name="connsiteX27" fmla="*/ 1365957 w 13158797"/>
              <a:gd name="connsiteY27" fmla="*/ 9271550 h 9456078"/>
              <a:gd name="connsiteX28" fmla="*/ 1413052 w 13158797"/>
              <a:gd name="connsiteY28" fmla="*/ 9258342 h 9456078"/>
              <a:gd name="connsiteX29" fmla="*/ 1460000 w 13158797"/>
              <a:gd name="connsiteY29" fmla="*/ 9244693 h 9456078"/>
              <a:gd name="connsiteX30" fmla="*/ 1506799 w 13158797"/>
              <a:gd name="connsiteY30" fmla="*/ 9230604 h 9456078"/>
              <a:gd name="connsiteX31" fmla="*/ 1553445 w 13158797"/>
              <a:gd name="connsiteY31" fmla="*/ 9216076 h 9456078"/>
              <a:gd name="connsiteX32" fmla="*/ 1599935 w 13158797"/>
              <a:gd name="connsiteY32" fmla="*/ 9201111 h 9456078"/>
              <a:gd name="connsiteX33" fmla="*/ 1646267 w 13158797"/>
              <a:gd name="connsiteY33" fmla="*/ 9185710 h 9456078"/>
              <a:gd name="connsiteX34" fmla="*/ 1692437 w 13158797"/>
              <a:gd name="connsiteY34" fmla="*/ 9169876 h 9456078"/>
              <a:gd name="connsiteX35" fmla="*/ 1738442 w 13158797"/>
              <a:gd name="connsiteY35" fmla="*/ 9153608 h 9456078"/>
              <a:gd name="connsiteX36" fmla="*/ 1784280 w 13158797"/>
              <a:gd name="connsiteY36" fmla="*/ 9136910 h 9456078"/>
              <a:gd name="connsiteX37" fmla="*/ 1829947 w 13158797"/>
              <a:gd name="connsiteY37" fmla="*/ 9119782 h 9456078"/>
              <a:gd name="connsiteX38" fmla="*/ 1875440 w 13158797"/>
              <a:gd name="connsiteY38" fmla="*/ 9102226 h 9456078"/>
              <a:gd name="connsiteX39" fmla="*/ 1920756 w 13158797"/>
              <a:gd name="connsiteY39" fmla="*/ 9084243 h 9456078"/>
              <a:gd name="connsiteX40" fmla="*/ 1965893 w 13158797"/>
              <a:gd name="connsiteY40" fmla="*/ 9065835 h 9456078"/>
              <a:gd name="connsiteX41" fmla="*/ 2010847 w 13158797"/>
              <a:gd name="connsiteY41" fmla="*/ 9047004 h 9456078"/>
              <a:gd name="connsiteX42" fmla="*/ 2055615 w 13158797"/>
              <a:gd name="connsiteY42" fmla="*/ 9027750 h 9456078"/>
              <a:gd name="connsiteX43" fmla="*/ 2100195 w 13158797"/>
              <a:gd name="connsiteY43" fmla="*/ 9008075 h 9456078"/>
              <a:gd name="connsiteX44" fmla="*/ 2144582 w 13158797"/>
              <a:gd name="connsiteY44" fmla="*/ 8987981 h 9456078"/>
              <a:gd name="connsiteX45" fmla="*/ 2188775 w 13158797"/>
              <a:gd name="connsiteY45" fmla="*/ 8967470 h 9456078"/>
              <a:gd name="connsiteX46" fmla="*/ 2232770 w 13158797"/>
              <a:gd name="connsiteY46" fmla="*/ 8946542 h 9456078"/>
              <a:gd name="connsiteX47" fmla="*/ 2276564 w 13158797"/>
              <a:gd name="connsiteY47" fmla="*/ 8925199 h 9456078"/>
              <a:gd name="connsiteX48" fmla="*/ 2320154 w 13158797"/>
              <a:gd name="connsiteY48" fmla="*/ 8903443 h 9456078"/>
              <a:gd name="connsiteX49" fmla="*/ 2363538 w 13158797"/>
              <a:gd name="connsiteY49" fmla="*/ 8881275 h 9456078"/>
              <a:gd name="connsiteX50" fmla="*/ 2406711 w 13158797"/>
              <a:gd name="connsiteY50" fmla="*/ 8858697 h 9456078"/>
              <a:gd name="connsiteX51" fmla="*/ 2449672 w 13158797"/>
              <a:gd name="connsiteY51" fmla="*/ 8835710 h 9456078"/>
              <a:gd name="connsiteX52" fmla="*/ 2492417 w 13158797"/>
              <a:gd name="connsiteY52" fmla="*/ 8812316 h 9456078"/>
              <a:gd name="connsiteX53" fmla="*/ 2534943 w 13158797"/>
              <a:gd name="connsiteY53" fmla="*/ 8788516 h 9456078"/>
              <a:gd name="connsiteX54" fmla="*/ 2577247 w 13158797"/>
              <a:gd name="connsiteY54" fmla="*/ 8764311 h 9456078"/>
              <a:gd name="connsiteX55" fmla="*/ 2619326 w 13158797"/>
              <a:gd name="connsiteY55" fmla="*/ 8739704 h 9456078"/>
              <a:gd name="connsiteX56" fmla="*/ 2661177 w 13158797"/>
              <a:gd name="connsiteY56" fmla="*/ 8714695 h 9456078"/>
              <a:gd name="connsiteX57" fmla="*/ 2702797 w 13158797"/>
              <a:gd name="connsiteY57" fmla="*/ 8689286 h 9456078"/>
              <a:gd name="connsiteX58" fmla="*/ 2744183 w 13158797"/>
              <a:gd name="connsiteY58" fmla="*/ 8663479 h 9456078"/>
              <a:gd name="connsiteX59" fmla="*/ 2785333 w 13158797"/>
              <a:gd name="connsiteY59" fmla="*/ 8637274 h 9456078"/>
              <a:gd name="connsiteX60" fmla="*/ 2826242 w 13158797"/>
              <a:gd name="connsiteY60" fmla="*/ 8610675 h 9456078"/>
              <a:gd name="connsiteX61" fmla="*/ 2866908 w 13158797"/>
              <a:gd name="connsiteY61" fmla="*/ 8583681 h 9456078"/>
              <a:gd name="connsiteX62" fmla="*/ 2907329 w 13158797"/>
              <a:gd name="connsiteY62" fmla="*/ 8556295 h 9456078"/>
              <a:gd name="connsiteX63" fmla="*/ 2947500 w 13158797"/>
              <a:gd name="connsiteY63" fmla="*/ 8528517 h 9456078"/>
              <a:gd name="connsiteX64" fmla="*/ 2987419 w 13158797"/>
              <a:gd name="connsiteY64" fmla="*/ 8500351 h 9456078"/>
              <a:gd name="connsiteX65" fmla="*/ 3027083 w 13158797"/>
              <a:gd name="connsiteY65" fmla="*/ 8471796 h 9456078"/>
              <a:gd name="connsiteX66" fmla="*/ 3066489 w 13158797"/>
              <a:gd name="connsiteY66" fmla="*/ 8442854 h 9456078"/>
              <a:gd name="connsiteX67" fmla="*/ 3105634 w 13158797"/>
              <a:gd name="connsiteY67" fmla="*/ 8413528 h 9456078"/>
              <a:gd name="connsiteX68" fmla="*/ 3144515 w 13158797"/>
              <a:gd name="connsiteY68" fmla="*/ 8383818 h 9456078"/>
              <a:gd name="connsiteX69" fmla="*/ 3183129 w 13158797"/>
              <a:gd name="connsiteY69" fmla="*/ 8353726 h 9456078"/>
              <a:gd name="connsiteX70" fmla="*/ 3221473 w 13158797"/>
              <a:gd name="connsiteY70" fmla="*/ 8323253 h 9456078"/>
              <a:gd name="connsiteX71" fmla="*/ 3259544 w 13158797"/>
              <a:gd name="connsiteY71" fmla="*/ 8292401 h 9456078"/>
              <a:gd name="connsiteX72" fmla="*/ 3297339 w 13158797"/>
              <a:gd name="connsiteY72" fmla="*/ 8261172 h 9456078"/>
              <a:gd name="connsiteX73" fmla="*/ 3334854 w 13158797"/>
              <a:gd name="connsiteY73" fmla="*/ 8229566 h 9456078"/>
              <a:gd name="connsiteX74" fmla="*/ 3372087 w 13158797"/>
              <a:gd name="connsiteY74" fmla="*/ 8197585 h 9456078"/>
              <a:gd name="connsiteX75" fmla="*/ 3409035 w 13158797"/>
              <a:gd name="connsiteY75" fmla="*/ 8165232 h 9456078"/>
              <a:gd name="connsiteX76" fmla="*/ 3445695 w 13158797"/>
              <a:gd name="connsiteY76" fmla="*/ 8132507 h 9456078"/>
              <a:gd name="connsiteX77" fmla="*/ 3482064 w 13158797"/>
              <a:gd name="connsiteY77" fmla="*/ 8099411 h 9456078"/>
              <a:gd name="connsiteX78" fmla="*/ 3518139 w 13158797"/>
              <a:gd name="connsiteY78" fmla="*/ 8065947 h 9456078"/>
              <a:gd name="connsiteX79" fmla="*/ 3553916 w 13158797"/>
              <a:gd name="connsiteY79" fmla="*/ 8032115 h 9456078"/>
              <a:gd name="connsiteX80" fmla="*/ 3589393 w 13158797"/>
              <a:gd name="connsiteY80" fmla="*/ 7997918 h 9456078"/>
              <a:gd name="connsiteX81" fmla="*/ 3624567 w 13158797"/>
              <a:gd name="connsiteY81" fmla="*/ 7963356 h 9456078"/>
              <a:gd name="connsiteX82" fmla="*/ 3659435 w 13158797"/>
              <a:gd name="connsiteY82" fmla="*/ 7928432 h 9456078"/>
              <a:gd name="connsiteX83" fmla="*/ 3693994 w 13158797"/>
              <a:gd name="connsiteY83" fmla="*/ 7893146 h 9456078"/>
              <a:gd name="connsiteX84" fmla="*/ 3728240 w 13158797"/>
              <a:gd name="connsiteY84" fmla="*/ 7857501 h 9456078"/>
              <a:gd name="connsiteX85" fmla="*/ 3762171 w 13158797"/>
              <a:gd name="connsiteY85" fmla="*/ 7821497 h 9456078"/>
              <a:gd name="connsiteX86" fmla="*/ 3795783 w 13158797"/>
              <a:gd name="connsiteY86" fmla="*/ 7785136 h 9456078"/>
              <a:gd name="connsiteX87" fmla="*/ 3829075 w 13158797"/>
              <a:gd name="connsiteY87" fmla="*/ 7748420 h 9456078"/>
              <a:gd name="connsiteX88" fmla="*/ 3862042 w 13158797"/>
              <a:gd name="connsiteY88" fmla="*/ 7711350 h 9456078"/>
              <a:gd name="connsiteX89" fmla="*/ 3894682 w 13158797"/>
              <a:gd name="connsiteY89" fmla="*/ 7673928 h 9456078"/>
              <a:gd name="connsiteX90" fmla="*/ 3926991 w 13158797"/>
              <a:gd name="connsiteY90" fmla="*/ 7636155 h 9456078"/>
              <a:gd name="connsiteX91" fmla="*/ 3958967 w 13158797"/>
              <a:gd name="connsiteY91" fmla="*/ 7598032 h 9456078"/>
              <a:gd name="connsiteX92" fmla="*/ 3990607 w 13158797"/>
              <a:gd name="connsiteY92" fmla="*/ 7559561 h 9456078"/>
              <a:gd name="connsiteX93" fmla="*/ 4021907 w 13158797"/>
              <a:gd name="connsiteY93" fmla="*/ 7520744 h 9456078"/>
              <a:gd name="connsiteX94" fmla="*/ 4052865 w 13158797"/>
              <a:gd name="connsiteY94" fmla="*/ 7481582 h 9456078"/>
              <a:gd name="connsiteX95" fmla="*/ 4083478 w 13158797"/>
              <a:gd name="connsiteY95" fmla="*/ 7442077 h 9456078"/>
              <a:gd name="connsiteX96" fmla="*/ 8022311 w 13158797"/>
              <a:gd name="connsiteY96" fmla="*/ 2307814 h 9456078"/>
              <a:gd name="connsiteX97" fmla="*/ 8052902 w 13158797"/>
              <a:gd name="connsiteY97" fmla="*/ 2268285 h 9456078"/>
              <a:gd name="connsiteX98" fmla="*/ 8083796 w 13158797"/>
              <a:gd name="connsiteY98" fmla="*/ 2229056 h 9456078"/>
              <a:gd name="connsiteX99" fmla="*/ 8114989 w 13158797"/>
              <a:gd name="connsiteY99" fmla="*/ 2190127 h 9456078"/>
              <a:gd name="connsiteX100" fmla="*/ 8146479 w 13158797"/>
              <a:gd name="connsiteY100" fmla="*/ 2151500 h 9456078"/>
              <a:gd name="connsiteX101" fmla="*/ 8178264 w 13158797"/>
              <a:gd name="connsiteY101" fmla="*/ 2113176 h 9456078"/>
              <a:gd name="connsiteX102" fmla="*/ 8210341 w 13158797"/>
              <a:gd name="connsiteY102" fmla="*/ 2075157 h 9456078"/>
              <a:gd name="connsiteX103" fmla="*/ 8242709 w 13158797"/>
              <a:gd name="connsiteY103" fmla="*/ 2037442 h 9456078"/>
              <a:gd name="connsiteX104" fmla="*/ 8275365 w 13158797"/>
              <a:gd name="connsiteY104" fmla="*/ 2000034 h 9456078"/>
              <a:gd name="connsiteX105" fmla="*/ 8308307 w 13158797"/>
              <a:gd name="connsiteY105" fmla="*/ 1962934 h 9456078"/>
              <a:gd name="connsiteX106" fmla="*/ 8341532 w 13158797"/>
              <a:gd name="connsiteY106" fmla="*/ 1926142 h 9456078"/>
              <a:gd name="connsiteX107" fmla="*/ 8375038 w 13158797"/>
              <a:gd name="connsiteY107" fmla="*/ 1889660 h 9456078"/>
              <a:gd name="connsiteX108" fmla="*/ 8408823 w 13158797"/>
              <a:gd name="connsiteY108" fmla="*/ 1853489 h 9456078"/>
              <a:gd name="connsiteX109" fmla="*/ 8442885 w 13158797"/>
              <a:gd name="connsiteY109" fmla="*/ 1817630 h 9456078"/>
              <a:gd name="connsiteX110" fmla="*/ 8477221 w 13158797"/>
              <a:gd name="connsiteY110" fmla="*/ 1782084 h 9456078"/>
              <a:gd name="connsiteX111" fmla="*/ 8511829 w 13158797"/>
              <a:gd name="connsiteY111" fmla="*/ 1746853 h 9456078"/>
              <a:gd name="connsiteX112" fmla="*/ 8546706 w 13158797"/>
              <a:gd name="connsiteY112" fmla="*/ 1711937 h 9456078"/>
              <a:gd name="connsiteX113" fmla="*/ 8581851 w 13158797"/>
              <a:gd name="connsiteY113" fmla="*/ 1677337 h 9456078"/>
              <a:gd name="connsiteX114" fmla="*/ 8617261 w 13158797"/>
              <a:gd name="connsiteY114" fmla="*/ 1643056 h 9456078"/>
              <a:gd name="connsiteX115" fmla="*/ 8652934 w 13158797"/>
              <a:gd name="connsiteY115" fmla="*/ 1609093 h 9456078"/>
              <a:gd name="connsiteX116" fmla="*/ 8688867 w 13158797"/>
              <a:gd name="connsiteY116" fmla="*/ 1575450 h 9456078"/>
              <a:gd name="connsiteX117" fmla="*/ 8725058 w 13158797"/>
              <a:gd name="connsiteY117" fmla="*/ 1542128 h 9456078"/>
              <a:gd name="connsiteX118" fmla="*/ 8761506 w 13158797"/>
              <a:gd name="connsiteY118" fmla="*/ 1509129 h 9456078"/>
              <a:gd name="connsiteX119" fmla="*/ 8798207 w 13158797"/>
              <a:gd name="connsiteY119" fmla="*/ 1476452 h 9456078"/>
              <a:gd name="connsiteX120" fmla="*/ 8835159 w 13158797"/>
              <a:gd name="connsiteY120" fmla="*/ 1444101 h 9456078"/>
              <a:gd name="connsiteX121" fmla="*/ 8872360 w 13158797"/>
              <a:gd name="connsiteY121" fmla="*/ 1412075 h 9456078"/>
              <a:gd name="connsiteX122" fmla="*/ 8909808 w 13158797"/>
              <a:gd name="connsiteY122" fmla="*/ 1380375 h 9456078"/>
              <a:gd name="connsiteX123" fmla="*/ 8947501 w 13158797"/>
              <a:gd name="connsiteY123" fmla="*/ 1349004 h 9456078"/>
              <a:gd name="connsiteX124" fmla="*/ 8985435 w 13158797"/>
              <a:gd name="connsiteY124" fmla="*/ 1317962 h 9456078"/>
              <a:gd name="connsiteX125" fmla="*/ 9023610 w 13158797"/>
              <a:gd name="connsiteY125" fmla="*/ 1287250 h 9456078"/>
              <a:gd name="connsiteX126" fmla="*/ 9062022 w 13158797"/>
              <a:gd name="connsiteY126" fmla="*/ 1256869 h 9456078"/>
              <a:gd name="connsiteX127" fmla="*/ 9100669 w 13158797"/>
              <a:gd name="connsiteY127" fmla="*/ 1226820 h 9456078"/>
              <a:gd name="connsiteX128" fmla="*/ 9139549 w 13158797"/>
              <a:gd name="connsiteY128" fmla="*/ 1197105 h 9456078"/>
              <a:gd name="connsiteX129" fmla="*/ 9178660 w 13158797"/>
              <a:gd name="connsiteY129" fmla="*/ 1167725 h 9456078"/>
              <a:gd name="connsiteX130" fmla="*/ 9217999 w 13158797"/>
              <a:gd name="connsiteY130" fmla="*/ 1138681 h 9456078"/>
              <a:gd name="connsiteX131" fmla="*/ 9257564 w 13158797"/>
              <a:gd name="connsiteY131" fmla="*/ 1109974 h 9456078"/>
              <a:gd name="connsiteX132" fmla="*/ 9297353 w 13158797"/>
              <a:gd name="connsiteY132" fmla="*/ 1081604 h 9456078"/>
              <a:gd name="connsiteX133" fmla="*/ 9337364 w 13158797"/>
              <a:gd name="connsiteY133" fmla="*/ 1053574 h 9456078"/>
              <a:gd name="connsiteX134" fmla="*/ 9377594 w 13158797"/>
              <a:gd name="connsiteY134" fmla="*/ 1025884 h 9456078"/>
              <a:gd name="connsiteX135" fmla="*/ 9418040 w 13158797"/>
              <a:gd name="connsiteY135" fmla="*/ 998536 h 9456078"/>
              <a:gd name="connsiteX136" fmla="*/ 9458702 w 13158797"/>
              <a:gd name="connsiteY136" fmla="*/ 971530 h 9456078"/>
              <a:gd name="connsiteX137" fmla="*/ 9499575 w 13158797"/>
              <a:gd name="connsiteY137" fmla="*/ 944868 h 9456078"/>
              <a:gd name="connsiteX138" fmla="*/ 9540659 w 13158797"/>
              <a:gd name="connsiteY138" fmla="*/ 918551 h 9456078"/>
              <a:gd name="connsiteX139" fmla="*/ 9581950 w 13158797"/>
              <a:gd name="connsiteY139" fmla="*/ 892580 h 9456078"/>
              <a:gd name="connsiteX140" fmla="*/ 9623447 w 13158797"/>
              <a:gd name="connsiteY140" fmla="*/ 866956 h 9456078"/>
              <a:gd name="connsiteX141" fmla="*/ 9665147 w 13158797"/>
              <a:gd name="connsiteY141" fmla="*/ 841681 h 9456078"/>
              <a:gd name="connsiteX142" fmla="*/ 9707048 w 13158797"/>
              <a:gd name="connsiteY142" fmla="*/ 816754 h 9456078"/>
              <a:gd name="connsiteX143" fmla="*/ 9749147 w 13158797"/>
              <a:gd name="connsiteY143" fmla="*/ 792179 h 9456078"/>
              <a:gd name="connsiteX144" fmla="*/ 9791443 w 13158797"/>
              <a:gd name="connsiteY144" fmla="*/ 767955 h 9456078"/>
              <a:gd name="connsiteX145" fmla="*/ 9833932 w 13158797"/>
              <a:gd name="connsiteY145" fmla="*/ 744083 h 9456078"/>
              <a:gd name="connsiteX146" fmla="*/ 9876613 w 13158797"/>
              <a:gd name="connsiteY146" fmla="*/ 720566 h 9456078"/>
              <a:gd name="connsiteX147" fmla="*/ 9919484 w 13158797"/>
              <a:gd name="connsiteY147" fmla="*/ 697404 h 9456078"/>
              <a:gd name="connsiteX148" fmla="*/ 9962542 w 13158797"/>
              <a:gd name="connsiteY148" fmla="*/ 674598 h 9456078"/>
              <a:gd name="connsiteX149" fmla="*/ 10005784 w 13158797"/>
              <a:gd name="connsiteY149" fmla="*/ 652149 h 9456078"/>
              <a:gd name="connsiteX150" fmla="*/ 10049209 w 13158797"/>
              <a:gd name="connsiteY150" fmla="*/ 630059 h 9456078"/>
              <a:gd name="connsiteX151" fmla="*/ 10092814 w 13158797"/>
              <a:gd name="connsiteY151" fmla="*/ 608328 h 9456078"/>
              <a:gd name="connsiteX152" fmla="*/ 10136597 w 13158797"/>
              <a:gd name="connsiteY152" fmla="*/ 586958 h 9456078"/>
              <a:gd name="connsiteX153" fmla="*/ 10180556 w 13158797"/>
              <a:gd name="connsiteY153" fmla="*/ 565950 h 9456078"/>
              <a:gd name="connsiteX154" fmla="*/ 10224688 w 13158797"/>
              <a:gd name="connsiteY154" fmla="*/ 545304 h 9456078"/>
              <a:gd name="connsiteX155" fmla="*/ 10268991 w 13158797"/>
              <a:gd name="connsiteY155" fmla="*/ 525023 h 9456078"/>
              <a:gd name="connsiteX156" fmla="*/ 10313463 w 13158797"/>
              <a:gd name="connsiteY156" fmla="*/ 505107 h 9456078"/>
              <a:gd name="connsiteX157" fmla="*/ 10358101 w 13158797"/>
              <a:gd name="connsiteY157" fmla="*/ 485558 h 9456078"/>
              <a:gd name="connsiteX158" fmla="*/ 10402903 w 13158797"/>
              <a:gd name="connsiteY158" fmla="*/ 466376 h 9456078"/>
              <a:gd name="connsiteX159" fmla="*/ 10447868 w 13158797"/>
              <a:gd name="connsiteY159" fmla="*/ 447563 h 9456078"/>
              <a:gd name="connsiteX160" fmla="*/ 10492991 w 13158797"/>
              <a:gd name="connsiteY160" fmla="*/ 429119 h 9456078"/>
              <a:gd name="connsiteX161" fmla="*/ 10538272 w 13158797"/>
              <a:gd name="connsiteY161" fmla="*/ 411046 h 9456078"/>
              <a:gd name="connsiteX162" fmla="*/ 10583708 w 13158797"/>
              <a:gd name="connsiteY162" fmla="*/ 393346 h 9456078"/>
              <a:gd name="connsiteX163" fmla="*/ 10629297 w 13158797"/>
              <a:gd name="connsiteY163" fmla="*/ 376018 h 9456078"/>
              <a:gd name="connsiteX164" fmla="*/ 10675036 w 13158797"/>
              <a:gd name="connsiteY164" fmla="*/ 359065 h 9456078"/>
              <a:gd name="connsiteX165" fmla="*/ 10720923 w 13158797"/>
              <a:gd name="connsiteY165" fmla="*/ 342487 h 9456078"/>
              <a:gd name="connsiteX166" fmla="*/ 10766956 w 13158797"/>
              <a:gd name="connsiteY166" fmla="*/ 326286 h 9456078"/>
              <a:gd name="connsiteX167" fmla="*/ 10813132 w 13158797"/>
              <a:gd name="connsiteY167" fmla="*/ 310462 h 9456078"/>
              <a:gd name="connsiteX168" fmla="*/ 10859450 w 13158797"/>
              <a:gd name="connsiteY168" fmla="*/ 295018 h 9456078"/>
              <a:gd name="connsiteX169" fmla="*/ 10905907 w 13158797"/>
              <a:gd name="connsiteY169" fmla="*/ 279953 h 9456078"/>
              <a:gd name="connsiteX170" fmla="*/ 10952500 w 13158797"/>
              <a:gd name="connsiteY170" fmla="*/ 265269 h 9456078"/>
              <a:gd name="connsiteX171" fmla="*/ 10999227 w 13158797"/>
              <a:gd name="connsiteY171" fmla="*/ 250968 h 9456078"/>
              <a:gd name="connsiteX172" fmla="*/ 11046087 w 13158797"/>
              <a:gd name="connsiteY172" fmla="*/ 237049 h 9456078"/>
              <a:gd name="connsiteX173" fmla="*/ 11093076 w 13158797"/>
              <a:gd name="connsiteY173" fmla="*/ 223516 h 9456078"/>
              <a:gd name="connsiteX174" fmla="*/ 11140193 w 13158797"/>
              <a:gd name="connsiteY174" fmla="*/ 210368 h 9456078"/>
              <a:gd name="connsiteX175" fmla="*/ 11187434 w 13158797"/>
              <a:gd name="connsiteY175" fmla="*/ 197606 h 9456078"/>
              <a:gd name="connsiteX176" fmla="*/ 11234799 w 13158797"/>
              <a:gd name="connsiteY176" fmla="*/ 185233 h 9456078"/>
              <a:gd name="connsiteX177" fmla="*/ 11282284 w 13158797"/>
              <a:gd name="connsiteY177" fmla="*/ 173248 h 9456078"/>
              <a:gd name="connsiteX178" fmla="*/ 11329888 w 13158797"/>
              <a:gd name="connsiteY178" fmla="*/ 161654 h 9456078"/>
              <a:gd name="connsiteX179" fmla="*/ 11377607 w 13158797"/>
              <a:gd name="connsiteY179" fmla="*/ 150451 h 9456078"/>
              <a:gd name="connsiteX180" fmla="*/ 11425440 w 13158797"/>
              <a:gd name="connsiteY180" fmla="*/ 139640 h 9456078"/>
              <a:gd name="connsiteX181" fmla="*/ 11473385 w 13158797"/>
              <a:gd name="connsiteY181" fmla="*/ 129223 h 9456078"/>
              <a:gd name="connsiteX182" fmla="*/ 11521439 w 13158797"/>
              <a:gd name="connsiteY182" fmla="*/ 119201 h 9456078"/>
              <a:gd name="connsiteX183" fmla="*/ 11569599 w 13158797"/>
              <a:gd name="connsiteY183" fmla="*/ 109574 h 9456078"/>
              <a:gd name="connsiteX184" fmla="*/ 11617864 w 13158797"/>
              <a:gd name="connsiteY184" fmla="*/ 100344 h 9456078"/>
              <a:gd name="connsiteX185" fmla="*/ 11666231 w 13158797"/>
              <a:gd name="connsiteY185" fmla="*/ 91512 h 9456078"/>
              <a:gd name="connsiteX186" fmla="*/ 11714698 w 13158797"/>
              <a:gd name="connsiteY186" fmla="*/ 83080 h 9456078"/>
              <a:gd name="connsiteX187" fmla="*/ 11763263 w 13158797"/>
              <a:gd name="connsiteY187" fmla="*/ 75047 h 9456078"/>
              <a:gd name="connsiteX188" fmla="*/ 11811923 w 13158797"/>
              <a:gd name="connsiteY188" fmla="*/ 67417 h 9456078"/>
              <a:gd name="connsiteX189" fmla="*/ 11860676 w 13158797"/>
              <a:gd name="connsiteY189" fmla="*/ 60188 h 9456078"/>
              <a:gd name="connsiteX190" fmla="*/ 11909519 w 13158797"/>
              <a:gd name="connsiteY190" fmla="*/ 53364 h 9456078"/>
              <a:gd name="connsiteX191" fmla="*/ 11958451 w 13158797"/>
              <a:gd name="connsiteY191" fmla="*/ 46944 h 9456078"/>
              <a:gd name="connsiteX192" fmla="*/ 12007470 w 13158797"/>
              <a:gd name="connsiteY192" fmla="*/ 40931 h 9456078"/>
              <a:gd name="connsiteX193" fmla="*/ 12056572 w 13158797"/>
              <a:gd name="connsiteY193" fmla="*/ 35324 h 9456078"/>
              <a:gd name="connsiteX194" fmla="*/ 12105756 w 13158797"/>
              <a:gd name="connsiteY194" fmla="*/ 30126 h 9456078"/>
              <a:gd name="connsiteX195" fmla="*/ 12155019 w 13158797"/>
              <a:gd name="connsiteY195" fmla="*/ 25337 h 9456078"/>
              <a:gd name="connsiteX196" fmla="*/ 12204359 w 13158797"/>
              <a:gd name="connsiteY196" fmla="*/ 20958 h 9456078"/>
              <a:gd name="connsiteX197" fmla="*/ 12253773 w 13158797"/>
              <a:gd name="connsiteY197" fmla="*/ 16991 h 9456078"/>
              <a:gd name="connsiteX198" fmla="*/ 12303260 w 13158797"/>
              <a:gd name="connsiteY198" fmla="*/ 13437 h 9456078"/>
              <a:gd name="connsiteX199" fmla="*/ 12352818 w 13158797"/>
              <a:gd name="connsiteY199" fmla="*/ 10297 h 9456078"/>
              <a:gd name="connsiteX200" fmla="*/ 12402443 w 13158797"/>
              <a:gd name="connsiteY200" fmla="*/ 7572 h 9456078"/>
              <a:gd name="connsiteX201" fmla="*/ 12452133 w 13158797"/>
              <a:gd name="connsiteY201" fmla="*/ 5263 h 9456078"/>
              <a:gd name="connsiteX202" fmla="*/ 12501887 w 13158797"/>
              <a:gd name="connsiteY202" fmla="*/ 3371 h 9456078"/>
              <a:gd name="connsiteX203" fmla="*/ 12551701 w 13158797"/>
              <a:gd name="connsiteY203" fmla="*/ 1898 h 9456078"/>
              <a:gd name="connsiteX204" fmla="*/ 12601574 w 13158797"/>
              <a:gd name="connsiteY204" fmla="*/ 844 h 9456078"/>
              <a:gd name="connsiteX205" fmla="*/ 12651504 w 13158797"/>
              <a:gd name="connsiteY205" fmla="*/ 211 h 9456078"/>
              <a:gd name="connsiteX206" fmla="*/ 12701487 w 13158797"/>
              <a:gd name="connsiteY206" fmla="*/ 0 h 9456078"/>
              <a:gd name="connsiteX207" fmla="*/ 13158798 w 13158797"/>
              <a:gd name="connsiteY207" fmla="*/ 0 h 9456078"/>
              <a:gd name="connsiteX0" fmla="*/ 0 w 13158799"/>
              <a:gd name="connsiteY0" fmla="*/ 9456078 h 9456078"/>
              <a:gd name="connsiteX1" fmla="*/ 49977 w 13158799"/>
              <a:gd name="connsiteY1" fmla="*/ 9455836 h 9456078"/>
              <a:gd name="connsiteX2" fmla="*/ 99893 w 13158799"/>
              <a:gd name="connsiteY2" fmla="*/ 9455111 h 9456078"/>
              <a:gd name="connsiteX3" fmla="*/ 149742 w 13158799"/>
              <a:gd name="connsiteY3" fmla="*/ 9453904 h 9456078"/>
              <a:gd name="connsiteX4" fmla="*/ 199524 w 13158799"/>
              <a:gd name="connsiteY4" fmla="*/ 9452217 h 9456078"/>
              <a:gd name="connsiteX5" fmla="*/ 298870 w 13158799"/>
              <a:gd name="connsiteY5" fmla="*/ 9447409 h 9456078"/>
              <a:gd name="connsiteX6" fmla="*/ 348429 w 13158799"/>
              <a:gd name="connsiteY6" fmla="*/ 9444290 h 9456078"/>
              <a:gd name="connsiteX7" fmla="*/ 397907 w 13158799"/>
              <a:gd name="connsiteY7" fmla="*/ 9440698 h 9456078"/>
              <a:gd name="connsiteX8" fmla="*/ 447302 w 13158799"/>
              <a:gd name="connsiteY8" fmla="*/ 9436632 h 9456078"/>
              <a:gd name="connsiteX9" fmla="*/ 496610 w 13158799"/>
              <a:gd name="connsiteY9" fmla="*/ 9432096 h 9456078"/>
              <a:gd name="connsiteX10" fmla="*/ 545829 w 13158799"/>
              <a:gd name="connsiteY10" fmla="*/ 9427089 h 9456078"/>
              <a:gd name="connsiteX11" fmla="*/ 594956 w 13158799"/>
              <a:gd name="connsiteY11" fmla="*/ 9421615 h 9456078"/>
              <a:gd name="connsiteX12" fmla="*/ 643987 w 13158799"/>
              <a:gd name="connsiteY12" fmla="*/ 9415673 h 9456078"/>
              <a:gd name="connsiteX13" fmla="*/ 692920 w 13158799"/>
              <a:gd name="connsiteY13" fmla="*/ 9409267 h 9456078"/>
              <a:gd name="connsiteX14" fmla="*/ 741751 w 13158799"/>
              <a:gd name="connsiteY14" fmla="*/ 9402396 h 9456078"/>
              <a:gd name="connsiteX15" fmla="*/ 790478 w 13158799"/>
              <a:gd name="connsiteY15" fmla="*/ 9395063 h 9456078"/>
              <a:gd name="connsiteX16" fmla="*/ 839098 w 13158799"/>
              <a:gd name="connsiteY16" fmla="*/ 9387270 h 9456078"/>
              <a:gd name="connsiteX17" fmla="*/ 887607 w 13158799"/>
              <a:gd name="connsiteY17" fmla="*/ 9379017 h 9456078"/>
              <a:gd name="connsiteX18" fmla="*/ 936002 w 13158799"/>
              <a:gd name="connsiteY18" fmla="*/ 9370306 h 9456078"/>
              <a:gd name="connsiteX19" fmla="*/ 984281 w 13158799"/>
              <a:gd name="connsiteY19" fmla="*/ 9361139 h 9456078"/>
              <a:gd name="connsiteX20" fmla="*/ 1032440 w 13158799"/>
              <a:gd name="connsiteY20" fmla="*/ 9351517 h 9456078"/>
              <a:gd name="connsiteX21" fmla="*/ 1080477 w 13158799"/>
              <a:gd name="connsiteY21" fmla="*/ 9341441 h 9456078"/>
              <a:gd name="connsiteX22" fmla="*/ 1176172 w 13158799"/>
              <a:gd name="connsiteY22" fmla="*/ 9319936 h 9456078"/>
              <a:gd name="connsiteX23" fmla="*/ 1223823 w 13158799"/>
              <a:gd name="connsiteY23" fmla="*/ 9308509 h 9456078"/>
              <a:gd name="connsiteX24" fmla="*/ 1271339 w 13158799"/>
              <a:gd name="connsiteY24" fmla="*/ 9296635 h 9456078"/>
              <a:gd name="connsiteX25" fmla="*/ 1318719 w 13158799"/>
              <a:gd name="connsiteY25" fmla="*/ 9284315 h 9456078"/>
              <a:gd name="connsiteX26" fmla="*/ 1365957 w 13158799"/>
              <a:gd name="connsiteY26" fmla="*/ 9271550 h 9456078"/>
              <a:gd name="connsiteX27" fmla="*/ 1413052 w 13158799"/>
              <a:gd name="connsiteY27" fmla="*/ 9258342 h 9456078"/>
              <a:gd name="connsiteX28" fmla="*/ 1460000 w 13158799"/>
              <a:gd name="connsiteY28" fmla="*/ 9244693 h 9456078"/>
              <a:gd name="connsiteX29" fmla="*/ 1506799 w 13158799"/>
              <a:gd name="connsiteY29" fmla="*/ 9230604 h 9456078"/>
              <a:gd name="connsiteX30" fmla="*/ 1553445 w 13158799"/>
              <a:gd name="connsiteY30" fmla="*/ 9216076 h 9456078"/>
              <a:gd name="connsiteX31" fmla="*/ 1599935 w 13158799"/>
              <a:gd name="connsiteY31" fmla="*/ 9201111 h 9456078"/>
              <a:gd name="connsiteX32" fmla="*/ 1646267 w 13158799"/>
              <a:gd name="connsiteY32" fmla="*/ 9185710 h 9456078"/>
              <a:gd name="connsiteX33" fmla="*/ 1692437 w 13158799"/>
              <a:gd name="connsiteY33" fmla="*/ 9169876 h 9456078"/>
              <a:gd name="connsiteX34" fmla="*/ 1738442 w 13158799"/>
              <a:gd name="connsiteY34" fmla="*/ 9153608 h 9456078"/>
              <a:gd name="connsiteX35" fmla="*/ 1784280 w 13158799"/>
              <a:gd name="connsiteY35" fmla="*/ 9136910 h 9456078"/>
              <a:gd name="connsiteX36" fmla="*/ 1829947 w 13158799"/>
              <a:gd name="connsiteY36" fmla="*/ 9119782 h 9456078"/>
              <a:gd name="connsiteX37" fmla="*/ 1875440 w 13158799"/>
              <a:gd name="connsiteY37" fmla="*/ 9102226 h 9456078"/>
              <a:gd name="connsiteX38" fmla="*/ 1920756 w 13158799"/>
              <a:gd name="connsiteY38" fmla="*/ 9084243 h 9456078"/>
              <a:gd name="connsiteX39" fmla="*/ 1965893 w 13158799"/>
              <a:gd name="connsiteY39" fmla="*/ 9065835 h 9456078"/>
              <a:gd name="connsiteX40" fmla="*/ 2010847 w 13158799"/>
              <a:gd name="connsiteY40" fmla="*/ 9047004 h 9456078"/>
              <a:gd name="connsiteX41" fmla="*/ 2055615 w 13158799"/>
              <a:gd name="connsiteY41" fmla="*/ 9027750 h 9456078"/>
              <a:gd name="connsiteX42" fmla="*/ 2100195 w 13158799"/>
              <a:gd name="connsiteY42" fmla="*/ 9008075 h 9456078"/>
              <a:gd name="connsiteX43" fmla="*/ 2144582 w 13158799"/>
              <a:gd name="connsiteY43" fmla="*/ 8987981 h 9456078"/>
              <a:gd name="connsiteX44" fmla="*/ 2188775 w 13158799"/>
              <a:gd name="connsiteY44" fmla="*/ 8967470 h 9456078"/>
              <a:gd name="connsiteX45" fmla="*/ 2232770 w 13158799"/>
              <a:gd name="connsiteY45" fmla="*/ 8946542 h 9456078"/>
              <a:gd name="connsiteX46" fmla="*/ 2276564 w 13158799"/>
              <a:gd name="connsiteY46" fmla="*/ 8925199 h 9456078"/>
              <a:gd name="connsiteX47" fmla="*/ 2320154 w 13158799"/>
              <a:gd name="connsiteY47" fmla="*/ 8903443 h 9456078"/>
              <a:gd name="connsiteX48" fmla="*/ 2363538 w 13158799"/>
              <a:gd name="connsiteY48" fmla="*/ 8881275 h 9456078"/>
              <a:gd name="connsiteX49" fmla="*/ 2406711 w 13158799"/>
              <a:gd name="connsiteY49" fmla="*/ 8858697 h 9456078"/>
              <a:gd name="connsiteX50" fmla="*/ 2449672 w 13158799"/>
              <a:gd name="connsiteY50" fmla="*/ 8835710 h 9456078"/>
              <a:gd name="connsiteX51" fmla="*/ 2492417 w 13158799"/>
              <a:gd name="connsiteY51" fmla="*/ 8812316 h 9456078"/>
              <a:gd name="connsiteX52" fmla="*/ 2534943 w 13158799"/>
              <a:gd name="connsiteY52" fmla="*/ 8788516 h 9456078"/>
              <a:gd name="connsiteX53" fmla="*/ 2577247 w 13158799"/>
              <a:gd name="connsiteY53" fmla="*/ 8764311 h 9456078"/>
              <a:gd name="connsiteX54" fmla="*/ 2619326 w 13158799"/>
              <a:gd name="connsiteY54" fmla="*/ 8739704 h 9456078"/>
              <a:gd name="connsiteX55" fmla="*/ 2661177 w 13158799"/>
              <a:gd name="connsiteY55" fmla="*/ 8714695 h 9456078"/>
              <a:gd name="connsiteX56" fmla="*/ 2702797 w 13158799"/>
              <a:gd name="connsiteY56" fmla="*/ 8689286 h 9456078"/>
              <a:gd name="connsiteX57" fmla="*/ 2744183 w 13158799"/>
              <a:gd name="connsiteY57" fmla="*/ 8663479 h 9456078"/>
              <a:gd name="connsiteX58" fmla="*/ 2785333 w 13158799"/>
              <a:gd name="connsiteY58" fmla="*/ 8637274 h 9456078"/>
              <a:gd name="connsiteX59" fmla="*/ 2826242 w 13158799"/>
              <a:gd name="connsiteY59" fmla="*/ 8610675 h 9456078"/>
              <a:gd name="connsiteX60" fmla="*/ 2866908 w 13158799"/>
              <a:gd name="connsiteY60" fmla="*/ 8583681 h 9456078"/>
              <a:gd name="connsiteX61" fmla="*/ 2907329 w 13158799"/>
              <a:gd name="connsiteY61" fmla="*/ 8556295 h 9456078"/>
              <a:gd name="connsiteX62" fmla="*/ 2947500 w 13158799"/>
              <a:gd name="connsiteY62" fmla="*/ 8528517 h 9456078"/>
              <a:gd name="connsiteX63" fmla="*/ 2987419 w 13158799"/>
              <a:gd name="connsiteY63" fmla="*/ 8500351 h 9456078"/>
              <a:gd name="connsiteX64" fmla="*/ 3027083 w 13158799"/>
              <a:gd name="connsiteY64" fmla="*/ 8471796 h 9456078"/>
              <a:gd name="connsiteX65" fmla="*/ 3066489 w 13158799"/>
              <a:gd name="connsiteY65" fmla="*/ 8442854 h 9456078"/>
              <a:gd name="connsiteX66" fmla="*/ 3105634 w 13158799"/>
              <a:gd name="connsiteY66" fmla="*/ 8413528 h 9456078"/>
              <a:gd name="connsiteX67" fmla="*/ 3144515 w 13158799"/>
              <a:gd name="connsiteY67" fmla="*/ 8383818 h 9456078"/>
              <a:gd name="connsiteX68" fmla="*/ 3183129 w 13158799"/>
              <a:gd name="connsiteY68" fmla="*/ 8353726 h 9456078"/>
              <a:gd name="connsiteX69" fmla="*/ 3221473 w 13158799"/>
              <a:gd name="connsiteY69" fmla="*/ 8323253 h 9456078"/>
              <a:gd name="connsiteX70" fmla="*/ 3259544 w 13158799"/>
              <a:gd name="connsiteY70" fmla="*/ 8292401 h 9456078"/>
              <a:gd name="connsiteX71" fmla="*/ 3297339 w 13158799"/>
              <a:gd name="connsiteY71" fmla="*/ 8261172 h 9456078"/>
              <a:gd name="connsiteX72" fmla="*/ 3334854 w 13158799"/>
              <a:gd name="connsiteY72" fmla="*/ 8229566 h 9456078"/>
              <a:gd name="connsiteX73" fmla="*/ 3372087 w 13158799"/>
              <a:gd name="connsiteY73" fmla="*/ 8197585 h 9456078"/>
              <a:gd name="connsiteX74" fmla="*/ 3409035 w 13158799"/>
              <a:gd name="connsiteY74" fmla="*/ 8165232 h 9456078"/>
              <a:gd name="connsiteX75" fmla="*/ 3445695 w 13158799"/>
              <a:gd name="connsiteY75" fmla="*/ 8132507 h 9456078"/>
              <a:gd name="connsiteX76" fmla="*/ 3482064 w 13158799"/>
              <a:gd name="connsiteY76" fmla="*/ 8099411 h 9456078"/>
              <a:gd name="connsiteX77" fmla="*/ 3518139 w 13158799"/>
              <a:gd name="connsiteY77" fmla="*/ 8065947 h 9456078"/>
              <a:gd name="connsiteX78" fmla="*/ 3553916 w 13158799"/>
              <a:gd name="connsiteY78" fmla="*/ 8032115 h 9456078"/>
              <a:gd name="connsiteX79" fmla="*/ 3589393 w 13158799"/>
              <a:gd name="connsiteY79" fmla="*/ 7997918 h 9456078"/>
              <a:gd name="connsiteX80" fmla="*/ 3624567 w 13158799"/>
              <a:gd name="connsiteY80" fmla="*/ 7963356 h 9456078"/>
              <a:gd name="connsiteX81" fmla="*/ 3659435 w 13158799"/>
              <a:gd name="connsiteY81" fmla="*/ 7928432 h 9456078"/>
              <a:gd name="connsiteX82" fmla="*/ 3693994 w 13158799"/>
              <a:gd name="connsiteY82" fmla="*/ 7893146 h 9456078"/>
              <a:gd name="connsiteX83" fmla="*/ 3728240 w 13158799"/>
              <a:gd name="connsiteY83" fmla="*/ 7857501 h 9456078"/>
              <a:gd name="connsiteX84" fmla="*/ 3762171 w 13158799"/>
              <a:gd name="connsiteY84" fmla="*/ 7821497 h 9456078"/>
              <a:gd name="connsiteX85" fmla="*/ 3795783 w 13158799"/>
              <a:gd name="connsiteY85" fmla="*/ 7785136 h 9456078"/>
              <a:gd name="connsiteX86" fmla="*/ 3829075 w 13158799"/>
              <a:gd name="connsiteY86" fmla="*/ 7748420 h 9456078"/>
              <a:gd name="connsiteX87" fmla="*/ 3862042 w 13158799"/>
              <a:gd name="connsiteY87" fmla="*/ 7711350 h 9456078"/>
              <a:gd name="connsiteX88" fmla="*/ 3894682 w 13158799"/>
              <a:gd name="connsiteY88" fmla="*/ 7673928 h 9456078"/>
              <a:gd name="connsiteX89" fmla="*/ 3926991 w 13158799"/>
              <a:gd name="connsiteY89" fmla="*/ 7636155 h 9456078"/>
              <a:gd name="connsiteX90" fmla="*/ 3958967 w 13158799"/>
              <a:gd name="connsiteY90" fmla="*/ 7598032 h 9456078"/>
              <a:gd name="connsiteX91" fmla="*/ 3990607 w 13158799"/>
              <a:gd name="connsiteY91" fmla="*/ 7559561 h 9456078"/>
              <a:gd name="connsiteX92" fmla="*/ 4021907 w 13158799"/>
              <a:gd name="connsiteY92" fmla="*/ 7520744 h 9456078"/>
              <a:gd name="connsiteX93" fmla="*/ 4052865 w 13158799"/>
              <a:gd name="connsiteY93" fmla="*/ 7481582 h 9456078"/>
              <a:gd name="connsiteX94" fmla="*/ 4083478 w 13158799"/>
              <a:gd name="connsiteY94" fmla="*/ 7442077 h 9456078"/>
              <a:gd name="connsiteX95" fmla="*/ 8022311 w 13158799"/>
              <a:gd name="connsiteY95" fmla="*/ 2307814 h 9456078"/>
              <a:gd name="connsiteX96" fmla="*/ 8052902 w 13158799"/>
              <a:gd name="connsiteY96" fmla="*/ 2268285 h 9456078"/>
              <a:gd name="connsiteX97" fmla="*/ 8083796 w 13158799"/>
              <a:gd name="connsiteY97" fmla="*/ 2229056 h 9456078"/>
              <a:gd name="connsiteX98" fmla="*/ 8114989 w 13158799"/>
              <a:gd name="connsiteY98" fmla="*/ 2190127 h 9456078"/>
              <a:gd name="connsiteX99" fmla="*/ 8146479 w 13158799"/>
              <a:gd name="connsiteY99" fmla="*/ 2151500 h 9456078"/>
              <a:gd name="connsiteX100" fmla="*/ 8178264 w 13158799"/>
              <a:gd name="connsiteY100" fmla="*/ 2113176 h 9456078"/>
              <a:gd name="connsiteX101" fmla="*/ 8210341 w 13158799"/>
              <a:gd name="connsiteY101" fmla="*/ 2075157 h 9456078"/>
              <a:gd name="connsiteX102" fmla="*/ 8242709 w 13158799"/>
              <a:gd name="connsiteY102" fmla="*/ 2037442 h 9456078"/>
              <a:gd name="connsiteX103" fmla="*/ 8275365 w 13158799"/>
              <a:gd name="connsiteY103" fmla="*/ 2000034 h 9456078"/>
              <a:gd name="connsiteX104" fmla="*/ 8308307 w 13158799"/>
              <a:gd name="connsiteY104" fmla="*/ 1962934 h 9456078"/>
              <a:gd name="connsiteX105" fmla="*/ 8341532 w 13158799"/>
              <a:gd name="connsiteY105" fmla="*/ 1926142 h 9456078"/>
              <a:gd name="connsiteX106" fmla="*/ 8375038 w 13158799"/>
              <a:gd name="connsiteY106" fmla="*/ 1889660 h 9456078"/>
              <a:gd name="connsiteX107" fmla="*/ 8408823 w 13158799"/>
              <a:gd name="connsiteY107" fmla="*/ 1853489 h 9456078"/>
              <a:gd name="connsiteX108" fmla="*/ 8442885 w 13158799"/>
              <a:gd name="connsiteY108" fmla="*/ 1817630 h 9456078"/>
              <a:gd name="connsiteX109" fmla="*/ 8477221 w 13158799"/>
              <a:gd name="connsiteY109" fmla="*/ 1782084 h 9456078"/>
              <a:gd name="connsiteX110" fmla="*/ 8511829 w 13158799"/>
              <a:gd name="connsiteY110" fmla="*/ 1746853 h 9456078"/>
              <a:gd name="connsiteX111" fmla="*/ 8546706 w 13158799"/>
              <a:gd name="connsiteY111" fmla="*/ 1711937 h 9456078"/>
              <a:gd name="connsiteX112" fmla="*/ 8581851 w 13158799"/>
              <a:gd name="connsiteY112" fmla="*/ 1677337 h 9456078"/>
              <a:gd name="connsiteX113" fmla="*/ 8617261 w 13158799"/>
              <a:gd name="connsiteY113" fmla="*/ 1643056 h 9456078"/>
              <a:gd name="connsiteX114" fmla="*/ 8652934 w 13158799"/>
              <a:gd name="connsiteY114" fmla="*/ 1609093 h 9456078"/>
              <a:gd name="connsiteX115" fmla="*/ 8688867 w 13158799"/>
              <a:gd name="connsiteY115" fmla="*/ 1575450 h 9456078"/>
              <a:gd name="connsiteX116" fmla="*/ 8725058 w 13158799"/>
              <a:gd name="connsiteY116" fmla="*/ 1542128 h 9456078"/>
              <a:gd name="connsiteX117" fmla="*/ 8761506 w 13158799"/>
              <a:gd name="connsiteY117" fmla="*/ 1509129 h 9456078"/>
              <a:gd name="connsiteX118" fmla="*/ 8798207 w 13158799"/>
              <a:gd name="connsiteY118" fmla="*/ 1476452 h 9456078"/>
              <a:gd name="connsiteX119" fmla="*/ 8835159 w 13158799"/>
              <a:gd name="connsiteY119" fmla="*/ 1444101 h 9456078"/>
              <a:gd name="connsiteX120" fmla="*/ 8872360 w 13158799"/>
              <a:gd name="connsiteY120" fmla="*/ 1412075 h 9456078"/>
              <a:gd name="connsiteX121" fmla="*/ 8909808 w 13158799"/>
              <a:gd name="connsiteY121" fmla="*/ 1380375 h 9456078"/>
              <a:gd name="connsiteX122" fmla="*/ 8947501 w 13158799"/>
              <a:gd name="connsiteY122" fmla="*/ 1349004 h 9456078"/>
              <a:gd name="connsiteX123" fmla="*/ 8985435 w 13158799"/>
              <a:gd name="connsiteY123" fmla="*/ 1317962 h 9456078"/>
              <a:gd name="connsiteX124" fmla="*/ 9023610 w 13158799"/>
              <a:gd name="connsiteY124" fmla="*/ 1287250 h 9456078"/>
              <a:gd name="connsiteX125" fmla="*/ 9062022 w 13158799"/>
              <a:gd name="connsiteY125" fmla="*/ 1256869 h 9456078"/>
              <a:gd name="connsiteX126" fmla="*/ 9100669 w 13158799"/>
              <a:gd name="connsiteY126" fmla="*/ 1226820 h 9456078"/>
              <a:gd name="connsiteX127" fmla="*/ 9139549 w 13158799"/>
              <a:gd name="connsiteY127" fmla="*/ 1197105 h 9456078"/>
              <a:gd name="connsiteX128" fmla="*/ 9178660 w 13158799"/>
              <a:gd name="connsiteY128" fmla="*/ 1167725 h 9456078"/>
              <a:gd name="connsiteX129" fmla="*/ 9217999 w 13158799"/>
              <a:gd name="connsiteY129" fmla="*/ 1138681 h 9456078"/>
              <a:gd name="connsiteX130" fmla="*/ 9257564 w 13158799"/>
              <a:gd name="connsiteY130" fmla="*/ 1109974 h 9456078"/>
              <a:gd name="connsiteX131" fmla="*/ 9297353 w 13158799"/>
              <a:gd name="connsiteY131" fmla="*/ 1081604 h 9456078"/>
              <a:gd name="connsiteX132" fmla="*/ 9337364 w 13158799"/>
              <a:gd name="connsiteY132" fmla="*/ 1053574 h 9456078"/>
              <a:gd name="connsiteX133" fmla="*/ 9377594 w 13158799"/>
              <a:gd name="connsiteY133" fmla="*/ 1025884 h 9456078"/>
              <a:gd name="connsiteX134" fmla="*/ 9418040 w 13158799"/>
              <a:gd name="connsiteY134" fmla="*/ 998536 h 9456078"/>
              <a:gd name="connsiteX135" fmla="*/ 9458702 w 13158799"/>
              <a:gd name="connsiteY135" fmla="*/ 971530 h 9456078"/>
              <a:gd name="connsiteX136" fmla="*/ 9499575 w 13158799"/>
              <a:gd name="connsiteY136" fmla="*/ 944868 h 9456078"/>
              <a:gd name="connsiteX137" fmla="*/ 9540659 w 13158799"/>
              <a:gd name="connsiteY137" fmla="*/ 918551 h 9456078"/>
              <a:gd name="connsiteX138" fmla="*/ 9581950 w 13158799"/>
              <a:gd name="connsiteY138" fmla="*/ 892580 h 9456078"/>
              <a:gd name="connsiteX139" fmla="*/ 9623447 w 13158799"/>
              <a:gd name="connsiteY139" fmla="*/ 866956 h 9456078"/>
              <a:gd name="connsiteX140" fmla="*/ 9665147 w 13158799"/>
              <a:gd name="connsiteY140" fmla="*/ 841681 h 9456078"/>
              <a:gd name="connsiteX141" fmla="*/ 9707048 w 13158799"/>
              <a:gd name="connsiteY141" fmla="*/ 816754 h 9456078"/>
              <a:gd name="connsiteX142" fmla="*/ 9749147 w 13158799"/>
              <a:gd name="connsiteY142" fmla="*/ 792179 h 9456078"/>
              <a:gd name="connsiteX143" fmla="*/ 9791443 w 13158799"/>
              <a:gd name="connsiteY143" fmla="*/ 767955 h 9456078"/>
              <a:gd name="connsiteX144" fmla="*/ 9833932 w 13158799"/>
              <a:gd name="connsiteY144" fmla="*/ 744083 h 9456078"/>
              <a:gd name="connsiteX145" fmla="*/ 9876613 w 13158799"/>
              <a:gd name="connsiteY145" fmla="*/ 720566 h 9456078"/>
              <a:gd name="connsiteX146" fmla="*/ 9919484 w 13158799"/>
              <a:gd name="connsiteY146" fmla="*/ 697404 h 9456078"/>
              <a:gd name="connsiteX147" fmla="*/ 9962542 w 13158799"/>
              <a:gd name="connsiteY147" fmla="*/ 674598 h 9456078"/>
              <a:gd name="connsiteX148" fmla="*/ 10005784 w 13158799"/>
              <a:gd name="connsiteY148" fmla="*/ 652149 h 9456078"/>
              <a:gd name="connsiteX149" fmla="*/ 10049209 w 13158799"/>
              <a:gd name="connsiteY149" fmla="*/ 630059 h 9456078"/>
              <a:gd name="connsiteX150" fmla="*/ 10092814 w 13158799"/>
              <a:gd name="connsiteY150" fmla="*/ 608328 h 9456078"/>
              <a:gd name="connsiteX151" fmla="*/ 10136597 w 13158799"/>
              <a:gd name="connsiteY151" fmla="*/ 586958 h 9456078"/>
              <a:gd name="connsiteX152" fmla="*/ 10180556 w 13158799"/>
              <a:gd name="connsiteY152" fmla="*/ 565950 h 9456078"/>
              <a:gd name="connsiteX153" fmla="*/ 10224688 w 13158799"/>
              <a:gd name="connsiteY153" fmla="*/ 545304 h 9456078"/>
              <a:gd name="connsiteX154" fmla="*/ 10268991 w 13158799"/>
              <a:gd name="connsiteY154" fmla="*/ 525023 h 9456078"/>
              <a:gd name="connsiteX155" fmla="*/ 10313463 w 13158799"/>
              <a:gd name="connsiteY155" fmla="*/ 505107 h 9456078"/>
              <a:gd name="connsiteX156" fmla="*/ 10358101 w 13158799"/>
              <a:gd name="connsiteY156" fmla="*/ 485558 h 9456078"/>
              <a:gd name="connsiteX157" fmla="*/ 10402903 w 13158799"/>
              <a:gd name="connsiteY157" fmla="*/ 466376 h 9456078"/>
              <a:gd name="connsiteX158" fmla="*/ 10447868 w 13158799"/>
              <a:gd name="connsiteY158" fmla="*/ 447563 h 9456078"/>
              <a:gd name="connsiteX159" fmla="*/ 10492991 w 13158799"/>
              <a:gd name="connsiteY159" fmla="*/ 429119 h 9456078"/>
              <a:gd name="connsiteX160" fmla="*/ 10538272 w 13158799"/>
              <a:gd name="connsiteY160" fmla="*/ 411046 h 9456078"/>
              <a:gd name="connsiteX161" fmla="*/ 10583708 w 13158799"/>
              <a:gd name="connsiteY161" fmla="*/ 393346 h 9456078"/>
              <a:gd name="connsiteX162" fmla="*/ 10629297 w 13158799"/>
              <a:gd name="connsiteY162" fmla="*/ 376018 h 9456078"/>
              <a:gd name="connsiteX163" fmla="*/ 10675036 w 13158799"/>
              <a:gd name="connsiteY163" fmla="*/ 359065 h 9456078"/>
              <a:gd name="connsiteX164" fmla="*/ 10720923 w 13158799"/>
              <a:gd name="connsiteY164" fmla="*/ 342487 h 9456078"/>
              <a:gd name="connsiteX165" fmla="*/ 10766956 w 13158799"/>
              <a:gd name="connsiteY165" fmla="*/ 326286 h 9456078"/>
              <a:gd name="connsiteX166" fmla="*/ 10813132 w 13158799"/>
              <a:gd name="connsiteY166" fmla="*/ 310462 h 9456078"/>
              <a:gd name="connsiteX167" fmla="*/ 10859450 w 13158799"/>
              <a:gd name="connsiteY167" fmla="*/ 295018 h 9456078"/>
              <a:gd name="connsiteX168" fmla="*/ 10905907 w 13158799"/>
              <a:gd name="connsiteY168" fmla="*/ 279953 h 9456078"/>
              <a:gd name="connsiteX169" fmla="*/ 10952500 w 13158799"/>
              <a:gd name="connsiteY169" fmla="*/ 265269 h 9456078"/>
              <a:gd name="connsiteX170" fmla="*/ 10999227 w 13158799"/>
              <a:gd name="connsiteY170" fmla="*/ 250968 h 9456078"/>
              <a:gd name="connsiteX171" fmla="*/ 11046087 w 13158799"/>
              <a:gd name="connsiteY171" fmla="*/ 237049 h 9456078"/>
              <a:gd name="connsiteX172" fmla="*/ 11093076 w 13158799"/>
              <a:gd name="connsiteY172" fmla="*/ 223516 h 9456078"/>
              <a:gd name="connsiteX173" fmla="*/ 11140193 w 13158799"/>
              <a:gd name="connsiteY173" fmla="*/ 210368 h 9456078"/>
              <a:gd name="connsiteX174" fmla="*/ 11187434 w 13158799"/>
              <a:gd name="connsiteY174" fmla="*/ 197606 h 9456078"/>
              <a:gd name="connsiteX175" fmla="*/ 11234799 w 13158799"/>
              <a:gd name="connsiteY175" fmla="*/ 185233 h 9456078"/>
              <a:gd name="connsiteX176" fmla="*/ 11282284 w 13158799"/>
              <a:gd name="connsiteY176" fmla="*/ 173248 h 9456078"/>
              <a:gd name="connsiteX177" fmla="*/ 11329888 w 13158799"/>
              <a:gd name="connsiteY177" fmla="*/ 161654 h 9456078"/>
              <a:gd name="connsiteX178" fmla="*/ 11377607 w 13158799"/>
              <a:gd name="connsiteY178" fmla="*/ 150451 h 9456078"/>
              <a:gd name="connsiteX179" fmla="*/ 11425440 w 13158799"/>
              <a:gd name="connsiteY179" fmla="*/ 139640 h 9456078"/>
              <a:gd name="connsiteX180" fmla="*/ 11473385 w 13158799"/>
              <a:gd name="connsiteY180" fmla="*/ 129223 h 9456078"/>
              <a:gd name="connsiteX181" fmla="*/ 11521439 w 13158799"/>
              <a:gd name="connsiteY181" fmla="*/ 119201 h 9456078"/>
              <a:gd name="connsiteX182" fmla="*/ 11569599 w 13158799"/>
              <a:gd name="connsiteY182" fmla="*/ 109574 h 9456078"/>
              <a:gd name="connsiteX183" fmla="*/ 11617864 w 13158799"/>
              <a:gd name="connsiteY183" fmla="*/ 100344 h 9456078"/>
              <a:gd name="connsiteX184" fmla="*/ 11666231 w 13158799"/>
              <a:gd name="connsiteY184" fmla="*/ 91512 h 9456078"/>
              <a:gd name="connsiteX185" fmla="*/ 11714698 w 13158799"/>
              <a:gd name="connsiteY185" fmla="*/ 83080 h 9456078"/>
              <a:gd name="connsiteX186" fmla="*/ 11763263 w 13158799"/>
              <a:gd name="connsiteY186" fmla="*/ 75047 h 9456078"/>
              <a:gd name="connsiteX187" fmla="*/ 11811923 w 13158799"/>
              <a:gd name="connsiteY187" fmla="*/ 67417 h 9456078"/>
              <a:gd name="connsiteX188" fmla="*/ 11860676 w 13158799"/>
              <a:gd name="connsiteY188" fmla="*/ 60188 h 9456078"/>
              <a:gd name="connsiteX189" fmla="*/ 11909519 w 13158799"/>
              <a:gd name="connsiteY189" fmla="*/ 53364 h 9456078"/>
              <a:gd name="connsiteX190" fmla="*/ 11958451 w 13158799"/>
              <a:gd name="connsiteY190" fmla="*/ 46944 h 9456078"/>
              <a:gd name="connsiteX191" fmla="*/ 12007470 w 13158799"/>
              <a:gd name="connsiteY191" fmla="*/ 40931 h 9456078"/>
              <a:gd name="connsiteX192" fmla="*/ 12056572 w 13158799"/>
              <a:gd name="connsiteY192" fmla="*/ 35324 h 9456078"/>
              <a:gd name="connsiteX193" fmla="*/ 12105756 w 13158799"/>
              <a:gd name="connsiteY193" fmla="*/ 30126 h 9456078"/>
              <a:gd name="connsiteX194" fmla="*/ 12155019 w 13158799"/>
              <a:gd name="connsiteY194" fmla="*/ 25337 h 9456078"/>
              <a:gd name="connsiteX195" fmla="*/ 12204359 w 13158799"/>
              <a:gd name="connsiteY195" fmla="*/ 20958 h 9456078"/>
              <a:gd name="connsiteX196" fmla="*/ 12253773 w 13158799"/>
              <a:gd name="connsiteY196" fmla="*/ 16991 h 9456078"/>
              <a:gd name="connsiteX197" fmla="*/ 12303260 w 13158799"/>
              <a:gd name="connsiteY197" fmla="*/ 13437 h 9456078"/>
              <a:gd name="connsiteX198" fmla="*/ 12352818 w 13158799"/>
              <a:gd name="connsiteY198" fmla="*/ 10297 h 9456078"/>
              <a:gd name="connsiteX199" fmla="*/ 12402443 w 13158799"/>
              <a:gd name="connsiteY199" fmla="*/ 7572 h 9456078"/>
              <a:gd name="connsiteX200" fmla="*/ 12452133 w 13158799"/>
              <a:gd name="connsiteY200" fmla="*/ 5263 h 9456078"/>
              <a:gd name="connsiteX201" fmla="*/ 12501887 w 13158799"/>
              <a:gd name="connsiteY201" fmla="*/ 3371 h 9456078"/>
              <a:gd name="connsiteX202" fmla="*/ 12551701 w 13158799"/>
              <a:gd name="connsiteY202" fmla="*/ 1898 h 9456078"/>
              <a:gd name="connsiteX203" fmla="*/ 12601574 w 13158799"/>
              <a:gd name="connsiteY203" fmla="*/ 844 h 9456078"/>
              <a:gd name="connsiteX204" fmla="*/ 12651504 w 13158799"/>
              <a:gd name="connsiteY204" fmla="*/ 211 h 9456078"/>
              <a:gd name="connsiteX205" fmla="*/ 12701487 w 13158799"/>
              <a:gd name="connsiteY205" fmla="*/ 0 h 9456078"/>
              <a:gd name="connsiteX206" fmla="*/ 13158798 w 13158799"/>
              <a:gd name="connsiteY206" fmla="*/ 0 h 9456078"/>
              <a:gd name="connsiteX0" fmla="*/ 0 w 13158797"/>
              <a:gd name="connsiteY0" fmla="*/ 9456078 h 9456078"/>
              <a:gd name="connsiteX1" fmla="*/ 49977 w 13158797"/>
              <a:gd name="connsiteY1" fmla="*/ 9455836 h 9456078"/>
              <a:gd name="connsiteX2" fmla="*/ 99893 w 13158797"/>
              <a:gd name="connsiteY2" fmla="*/ 9455111 h 9456078"/>
              <a:gd name="connsiteX3" fmla="*/ 149742 w 13158797"/>
              <a:gd name="connsiteY3" fmla="*/ 9453904 h 9456078"/>
              <a:gd name="connsiteX4" fmla="*/ 199524 w 13158797"/>
              <a:gd name="connsiteY4" fmla="*/ 9452217 h 9456078"/>
              <a:gd name="connsiteX5" fmla="*/ 298870 w 13158797"/>
              <a:gd name="connsiteY5" fmla="*/ 9447409 h 9456078"/>
              <a:gd name="connsiteX6" fmla="*/ 348429 w 13158797"/>
              <a:gd name="connsiteY6" fmla="*/ 9444290 h 9456078"/>
              <a:gd name="connsiteX7" fmla="*/ 397907 w 13158797"/>
              <a:gd name="connsiteY7" fmla="*/ 9440698 h 9456078"/>
              <a:gd name="connsiteX8" fmla="*/ 447302 w 13158797"/>
              <a:gd name="connsiteY8" fmla="*/ 9436632 h 9456078"/>
              <a:gd name="connsiteX9" fmla="*/ 496610 w 13158797"/>
              <a:gd name="connsiteY9" fmla="*/ 9432096 h 9456078"/>
              <a:gd name="connsiteX10" fmla="*/ 545829 w 13158797"/>
              <a:gd name="connsiteY10" fmla="*/ 9427089 h 9456078"/>
              <a:gd name="connsiteX11" fmla="*/ 594956 w 13158797"/>
              <a:gd name="connsiteY11" fmla="*/ 9421615 h 9456078"/>
              <a:gd name="connsiteX12" fmla="*/ 643987 w 13158797"/>
              <a:gd name="connsiteY12" fmla="*/ 9415673 h 9456078"/>
              <a:gd name="connsiteX13" fmla="*/ 692920 w 13158797"/>
              <a:gd name="connsiteY13" fmla="*/ 9409267 h 9456078"/>
              <a:gd name="connsiteX14" fmla="*/ 741751 w 13158797"/>
              <a:gd name="connsiteY14" fmla="*/ 9402396 h 9456078"/>
              <a:gd name="connsiteX15" fmla="*/ 790478 w 13158797"/>
              <a:gd name="connsiteY15" fmla="*/ 9395063 h 9456078"/>
              <a:gd name="connsiteX16" fmla="*/ 839098 w 13158797"/>
              <a:gd name="connsiteY16" fmla="*/ 9387270 h 9456078"/>
              <a:gd name="connsiteX17" fmla="*/ 887607 w 13158797"/>
              <a:gd name="connsiteY17" fmla="*/ 9379017 h 9456078"/>
              <a:gd name="connsiteX18" fmla="*/ 936002 w 13158797"/>
              <a:gd name="connsiteY18" fmla="*/ 9370306 h 9456078"/>
              <a:gd name="connsiteX19" fmla="*/ 984281 w 13158797"/>
              <a:gd name="connsiteY19" fmla="*/ 9361139 h 9456078"/>
              <a:gd name="connsiteX20" fmla="*/ 1032440 w 13158797"/>
              <a:gd name="connsiteY20" fmla="*/ 9351517 h 9456078"/>
              <a:gd name="connsiteX21" fmla="*/ 1080477 w 13158797"/>
              <a:gd name="connsiteY21" fmla="*/ 9341441 h 9456078"/>
              <a:gd name="connsiteX22" fmla="*/ 1176172 w 13158797"/>
              <a:gd name="connsiteY22" fmla="*/ 9319936 h 9456078"/>
              <a:gd name="connsiteX23" fmla="*/ 1223823 w 13158797"/>
              <a:gd name="connsiteY23" fmla="*/ 9308509 h 9456078"/>
              <a:gd name="connsiteX24" fmla="*/ 1271339 w 13158797"/>
              <a:gd name="connsiteY24" fmla="*/ 9296635 h 9456078"/>
              <a:gd name="connsiteX25" fmla="*/ 1318719 w 13158797"/>
              <a:gd name="connsiteY25" fmla="*/ 9284315 h 9456078"/>
              <a:gd name="connsiteX26" fmla="*/ 1365957 w 13158797"/>
              <a:gd name="connsiteY26" fmla="*/ 9271550 h 9456078"/>
              <a:gd name="connsiteX27" fmla="*/ 1413052 w 13158797"/>
              <a:gd name="connsiteY27" fmla="*/ 9258342 h 9456078"/>
              <a:gd name="connsiteX28" fmla="*/ 1460000 w 13158797"/>
              <a:gd name="connsiteY28" fmla="*/ 9244693 h 9456078"/>
              <a:gd name="connsiteX29" fmla="*/ 1506799 w 13158797"/>
              <a:gd name="connsiteY29" fmla="*/ 9230604 h 9456078"/>
              <a:gd name="connsiteX30" fmla="*/ 1553445 w 13158797"/>
              <a:gd name="connsiteY30" fmla="*/ 9216076 h 9456078"/>
              <a:gd name="connsiteX31" fmla="*/ 1599935 w 13158797"/>
              <a:gd name="connsiteY31" fmla="*/ 9201111 h 9456078"/>
              <a:gd name="connsiteX32" fmla="*/ 1646267 w 13158797"/>
              <a:gd name="connsiteY32" fmla="*/ 9185710 h 9456078"/>
              <a:gd name="connsiteX33" fmla="*/ 1692437 w 13158797"/>
              <a:gd name="connsiteY33" fmla="*/ 9169876 h 9456078"/>
              <a:gd name="connsiteX34" fmla="*/ 1738442 w 13158797"/>
              <a:gd name="connsiteY34" fmla="*/ 9153608 h 9456078"/>
              <a:gd name="connsiteX35" fmla="*/ 1784280 w 13158797"/>
              <a:gd name="connsiteY35" fmla="*/ 9136910 h 9456078"/>
              <a:gd name="connsiteX36" fmla="*/ 1829947 w 13158797"/>
              <a:gd name="connsiteY36" fmla="*/ 9119782 h 9456078"/>
              <a:gd name="connsiteX37" fmla="*/ 1875440 w 13158797"/>
              <a:gd name="connsiteY37" fmla="*/ 9102226 h 9456078"/>
              <a:gd name="connsiteX38" fmla="*/ 1920756 w 13158797"/>
              <a:gd name="connsiteY38" fmla="*/ 9084243 h 9456078"/>
              <a:gd name="connsiteX39" fmla="*/ 1965893 w 13158797"/>
              <a:gd name="connsiteY39" fmla="*/ 9065835 h 9456078"/>
              <a:gd name="connsiteX40" fmla="*/ 2055615 w 13158797"/>
              <a:gd name="connsiteY40" fmla="*/ 9027750 h 9456078"/>
              <a:gd name="connsiteX41" fmla="*/ 2100195 w 13158797"/>
              <a:gd name="connsiteY41" fmla="*/ 9008075 h 9456078"/>
              <a:gd name="connsiteX42" fmla="*/ 2144582 w 13158797"/>
              <a:gd name="connsiteY42" fmla="*/ 8987981 h 9456078"/>
              <a:gd name="connsiteX43" fmla="*/ 2188775 w 13158797"/>
              <a:gd name="connsiteY43" fmla="*/ 8967470 h 9456078"/>
              <a:gd name="connsiteX44" fmla="*/ 2232770 w 13158797"/>
              <a:gd name="connsiteY44" fmla="*/ 8946542 h 9456078"/>
              <a:gd name="connsiteX45" fmla="*/ 2276564 w 13158797"/>
              <a:gd name="connsiteY45" fmla="*/ 8925199 h 9456078"/>
              <a:gd name="connsiteX46" fmla="*/ 2320154 w 13158797"/>
              <a:gd name="connsiteY46" fmla="*/ 8903443 h 9456078"/>
              <a:gd name="connsiteX47" fmla="*/ 2363538 w 13158797"/>
              <a:gd name="connsiteY47" fmla="*/ 8881275 h 9456078"/>
              <a:gd name="connsiteX48" fmla="*/ 2406711 w 13158797"/>
              <a:gd name="connsiteY48" fmla="*/ 8858697 h 9456078"/>
              <a:gd name="connsiteX49" fmla="*/ 2449672 w 13158797"/>
              <a:gd name="connsiteY49" fmla="*/ 8835710 h 9456078"/>
              <a:gd name="connsiteX50" fmla="*/ 2492417 w 13158797"/>
              <a:gd name="connsiteY50" fmla="*/ 8812316 h 9456078"/>
              <a:gd name="connsiteX51" fmla="*/ 2534943 w 13158797"/>
              <a:gd name="connsiteY51" fmla="*/ 8788516 h 9456078"/>
              <a:gd name="connsiteX52" fmla="*/ 2577247 w 13158797"/>
              <a:gd name="connsiteY52" fmla="*/ 8764311 h 9456078"/>
              <a:gd name="connsiteX53" fmla="*/ 2619326 w 13158797"/>
              <a:gd name="connsiteY53" fmla="*/ 8739704 h 9456078"/>
              <a:gd name="connsiteX54" fmla="*/ 2661177 w 13158797"/>
              <a:gd name="connsiteY54" fmla="*/ 8714695 h 9456078"/>
              <a:gd name="connsiteX55" fmla="*/ 2702797 w 13158797"/>
              <a:gd name="connsiteY55" fmla="*/ 8689286 h 9456078"/>
              <a:gd name="connsiteX56" fmla="*/ 2744183 w 13158797"/>
              <a:gd name="connsiteY56" fmla="*/ 8663479 h 9456078"/>
              <a:gd name="connsiteX57" fmla="*/ 2785333 w 13158797"/>
              <a:gd name="connsiteY57" fmla="*/ 8637274 h 9456078"/>
              <a:gd name="connsiteX58" fmla="*/ 2826242 w 13158797"/>
              <a:gd name="connsiteY58" fmla="*/ 8610675 h 9456078"/>
              <a:gd name="connsiteX59" fmla="*/ 2866908 w 13158797"/>
              <a:gd name="connsiteY59" fmla="*/ 8583681 h 9456078"/>
              <a:gd name="connsiteX60" fmla="*/ 2907329 w 13158797"/>
              <a:gd name="connsiteY60" fmla="*/ 8556295 h 9456078"/>
              <a:gd name="connsiteX61" fmla="*/ 2947500 w 13158797"/>
              <a:gd name="connsiteY61" fmla="*/ 8528517 h 9456078"/>
              <a:gd name="connsiteX62" fmla="*/ 2987419 w 13158797"/>
              <a:gd name="connsiteY62" fmla="*/ 8500351 h 9456078"/>
              <a:gd name="connsiteX63" fmla="*/ 3027083 w 13158797"/>
              <a:gd name="connsiteY63" fmla="*/ 8471796 h 9456078"/>
              <a:gd name="connsiteX64" fmla="*/ 3066489 w 13158797"/>
              <a:gd name="connsiteY64" fmla="*/ 8442854 h 9456078"/>
              <a:gd name="connsiteX65" fmla="*/ 3105634 w 13158797"/>
              <a:gd name="connsiteY65" fmla="*/ 8413528 h 9456078"/>
              <a:gd name="connsiteX66" fmla="*/ 3144515 w 13158797"/>
              <a:gd name="connsiteY66" fmla="*/ 8383818 h 9456078"/>
              <a:gd name="connsiteX67" fmla="*/ 3183129 w 13158797"/>
              <a:gd name="connsiteY67" fmla="*/ 8353726 h 9456078"/>
              <a:gd name="connsiteX68" fmla="*/ 3221473 w 13158797"/>
              <a:gd name="connsiteY68" fmla="*/ 8323253 h 9456078"/>
              <a:gd name="connsiteX69" fmla="*/ 3259544 w 13158797"/>
              <a:gd name="connsiteY69" fmla="*/ 8292401 h 9456078"/>
              <a:gd name="connsiteX70" fmla="*/ 3297339 w 13158797"/>
              <a:gd name="connsiteY70" fmla="*/ 8261172 h 9456078"/>
              <a:gd name="connsiteX71" fmla="*/ 3334854 w 13158797"/>
              <a:gd name="connsiteY71" fmla="*/ 8229566 h 9456078"/>
              <a:gd name="connsiteX72" fmla="*/ 3372087 w 13158797"/>
              <a:gd name="connsiteY72" fmla="*/ 8197585 h 9456078"/>
              <a:gd name="connsiteX73" fmla="*/ 3409035 w 13158797"/>
              <a:gd name="connsiteY73" fmla="*/ 8165232 h 9456078"/>
              <a:gd name="connsiteX74" fmla="*/ 3445695 w 13158797"/>
              <a:gd name="connsiteY74" fmla="*/ 8132507 h 9456078"/>
              <a:gd name="connsiteX75" fmla="*/ 3482064 w 13158797"/>
              <a:gd name="connsiteY75" fmla="*/ 8099411 h 9456078"/>
              <a:gd name="connsiteX76" fmla="*/ 3518139 w 13158797"/>
              <a:gd name="connsiteY76" fmla="*/ 8065947 h 9456078"/>
              <a:gd name="connsiteX77" fmla="*/ 3553916 w 13158797"/>
              <a:gd name="connsiteY77" fmla="*/ 8032115 h 9456078"/>
              <a:gd name="connsiteX78" fmla="*/ 3589393 w 13158797"/>
              <a:gd name="connsiteY78" fmla="*/ 7997918 h 9456078"/>
              <a:gd name="connsiteX79" fmla="*/ 3624567 w 13158797"/>
              <a:gd name="connsiteY79" fmla="*/ 7963356 h 9456078"/>
              <a:gd name="connsiteX80" fmla="*/ 3659435 w 13158797"/>
              <a:gd name="connsiteY80" fmla="*/ 7928432 h 9456078"/>
              <a:gd name="connsiteX81" fmla="*/ 3693994 w 13158797"/>
              <a:gd name="connsiteY81" fmla="*/ 7893146 h 9456078"/>
              <a:gd name="connsiteX82" fmla="*/ 3728240 w 13158797"/>
              <a:gd name="connsiteY82" fmla="*/ 7857501 h 9456078"/>
              <a:gd name="connsiteX83" fmla="*/ 3762171 w 13158797"/>
              <a:gd name="connsiteY83" fmla="*/ 7821497 h 9456078"/>
              <a:gd name="connsiteX84" fmla="*/ 3795783 w 13158797"/>
              <a:gd name="connsiteY84" fmla="*/ 7785136 h 9456078"/>
              <a:gd name="connsiteX85" fmla="*/ 3829075 w 13158797"/>
              <a:gd name="connsiteY85" fmla="*/ 7748420 h 9456078"/>
              <a:gd name="connsiteX86" fmla="*/ 3862042 w 13158797"/>
              <a:gd name="connsiteY86" fmla="*/ 7711350 h 9456078"/>
              <a:gd name="connsiteX87" fmla="*/ 3894682 w 13158797"/>
              <a:gd name="connsiteY87" fmla="*/ 7673928 h 9456078"/>
              <a:gd name="connsiteX88" fmla="*/ 3926991 w 13158797"/>
              <a:gd name="connsiteY88" fmla="*/ 7636155 h 9456078"/>
              <a:gd name="connsiteX89" fmla="*/ 3958967 w 13158797"/>
              <a:gd name="connsiteY89" fmla="*/ 7598032 h 9456078"/>
              <a:gd name="connsiteX90" fmla="*/ 3990607 w 13158797"/>
              <a:gd name="connsiteY90" fmla="*/ 7559561 h 9456078"/>
              <a:gd name="connsiteX91" fmla="*/ 4021907 w 13158797"/>
              <a:gd name="connsiteY91" fmla="*/ 7520744 h 9456078"/>
              <a:gd name="connsiteX92" fmla="*/ 4052865 w 13158797"/>
              <a:gd name="connsiteY92" fmla="*/ 7481582 h 9456078"/>
              <a:gd name="connsiteX93" fmla="*/ 4083478 w 13158797"/>
              <a:gd name="connsiteY93" fmla="*/ 7442077 h 9456078"/>
              <a:gd name="connsiteX94" fmla="*/ 8022311 w 13158797"/>
              <a:gd name="connsiteY94" fmla="*/ 2307814 h 9456078"/>
              <a:gd name="connsiteX95" fmla="*/ 8052902 w 13158797"/>
              <a:gd name="connsiteY95" fmla="*/ 2268285 h 9456078"/>
              <a:gd name="connsiteX96" fmla="*/ 8083796 w 13158797"/>
              <a:gd name="connsiteY96" fmla="*/ 2229056 h 9456078"/>
              <a:gd name="connsiteX97" fmla="*/ 8114989 w 13158797"/>
              <a:gd name="connsiteY97" fmla="*/ 2190127 h 9456078"/>
              <a:gd name="connsiteX98" fmla="*/ 8146479 w 13158797"/>
              <a:gd name="connsiteY98" fmla="*/ 2151500 h 9456078"/>
              <a:gd name="connsiteX99" fmla="*/ 8178264 w 13158797"/>
              <a:gd name="connsiteY99" fmla="*/ 2113176 h 9456078"/>
              <a:gd name="connsiteX100" fmla="*/ 8210341 w 13158797"/>
              <a:gd name="connsiteY100" fmla="*/ 2075157 h 9456078"/>
              <a:gd name="connsiteX101" fmla="*/ 8242709 w 13158797"/>
              <a:gd name="connsiteY101" fmla="*/ 2037442 h 9456078"/>
              <a:gd name="connsiteX102" fmla="*/ 8275365 w 13158797"/>
              <a:gd name="connsiteY102" fmla="*/ 2000034 h 9456078"/>
              <a:gd name="connsiteX103" fmla="*/ 8308307 w 13158797"/>
              <a:gd name="connsiteY103" fmla="*/ 1962934 h 9456078"/>
              <a:gd name="connsiteX104" fmla="*/ 8341532 w 13158797"/>
              <a:gd name="connsiteY104" fmla="*/ 1926142 h 9456078"/>
              <a:gd name="connsiteX105" fmla="*/ 8375038 w 13158797"/>
              <a:gd name="connsiteY105" fmla="*/ 1889660 h 9456078"/>
              <a:gd name="connsiteX106" fmla="*/ 8408823 w 13158797"/>
              <a:gd name="connsiteY106" fmla="*/ 1853489 h 9456078"/>
              <a:gd name="connsiteX107" fmla="*/ 8442885 w 13158797"/>
              <a:gd name="connsiteY107" fmla="*/ 1817630 h 9456078"/>
              <a:gd name="connsiteX108" fmla="*/ 8477221 w 13158797"/>
              <a:gd name="connsiteY108" fmla="*/ 1782084 h 9456078"/>
              <a:gd name="connsiteX109" fmla="*/ 8511829 w 13158797"/>
              <a:gd name="connsiteY109" fmla="*/ 1746853 h 9456078"/>
              <a:gd name="connsiteX110" fmla="*/ 8546706 w 13158797"/>
              <a:gd name="connsiteY110" fmla="*/ 1711937 h 9456078"/>
              <a:gd name="connsiteX111" fmla="*/ 8581851 w 13158797"/>
              <a:gd name="connsiteY111" fmla="*/ 1677337 h 9456078"/>
              <a:gd name="connsiteX112" fmla="*/ 8617261 w 13158797"/>
              <a:gd name="connsiteY112" fmla="*/ 1643056 h 9456078"/>
              <a:gd name="connsiteX113" fmla="*/ 8652934 w 13158797"/>
              <a:gd name="connsiteY113" fmla="*/ 1609093 h 9456078"/>
              <a:gd name="connsiteX114" fmla="*/ 8688867 w 13158797"/>
              <a:gd name="connsiteY114" fmla="*/ 1575450 h 9456078"/>
              <a:gd name="connsiteX115" fmla="*/ 8725058 w 13158797"/>
              <a:gd name="connsiteY115" fmla="*/ 1542128 h 9456078"/>
              <a:gd name="connsiteX116" fmla="*/ 8761506 w 13158797"/>
              <a:gd name="connsiteY116" fmla="*/ 1509129 h 9456078"/>
              <a:gd name="connsiteX117" fmla="*/ 8798207 w 13158797"/>
              <a:gd name="connsiteY117" fmla="*/ 1476452 h 9456078"/>
              <a:gd name="connsiteX118" fmla="*/ 8835159 w 13158797"/>
              <a:gd name="connsiteY118" fmla="*/ 1444101 h 9456078"/>
              <a:gd name="connsiteX119" fmla="*/ 8872360 w 13158797"/>
              <a:gd name="connsiteY119" fmla="*/ 1412075 h 9456078"/>
              <a:gd name="connsiteX120" fmla="*/ 8909808 w 13158797"/>
              <a:gd name="connsiteY120" fmla="*/ 1380375 h 9456078"/>
              <a:gd name="connsiteX121" fmla="*/ 8947501 w 13158797"/>
              <a:gd name="connsiteY121" fmla="*/ 1349004 h 9456078"/>
              <a:gd name="connsiteX122" fmla="*/ 8985435 w 13158797"/>
              <a:gd name="connsiteY122" fmla="*/ 1317962 h 9456078"/>
              <a:gd name="connsiteX123" fmla="*/ 9023610 w 13158797"/>
              <a:gd name="connsiteY123" fmla="*/ 1287250 h 9456078"/>
              <a:gd name="connsiteX124" fmla="*/ 9062022 w 13158797"/>
              <a:gd name="connsiteY124" fmla="*/ 1256869 h 9456078"/>
              <a:gd name="connsiteX125" fmla="*/ 9100669 w 13158797"/>
              <a:gd name="connsiteY125" fmla="*/ 1226820 h 9456078"/>
              <a:gd name="connsiteX126" fmla="*/ 9139549 w 13158797"/>
              <a:gd name="connsiteY126" fmla="*/ 1197105 h 9456078"/>
              <a:gd name="connsiteX127" fmla="*/ 9178660 w 13158797"/>
              <a:gd name="connsiteY127" fmla="*/ 1167725 h 9456078"/>
              <a:gd name="connsiteX128" fmla="*/ 9217999 w 13158797"/>
              <a:gd name="connsiteY128" fmla="*/ 1138681 h 9456078"/>
              <a:gd name="connsiteX129" fmla="*/ 9257564 w 13158797"/>
              <a:gd name="connsiteY129" fmla="*/ 1109974 h 9456078"/>
              <a:gd name="connsiteX130" fmla="*/ 9297353 w 13158797"/>
              <a:gd name="connsiteY130" fmla="*/ 1081604 h 9456078"/>
              <a:gd name="connsiteX131" fmla="*/ 9337364 w 13158797"/>
              <a:gd name="connsiteY131" fmla="*/ 1053574 h 9456078"/>
              <a:gd name="connsiteX132" fmla="*/ 9377594 w 13158797"/>
              <a:gd name="connsiteY132" fmla="*/ 1025884 h 9456078"/>
              <a:gd name="connsiteX133" fmla="*/ 9418040 w 13158797"/>
              <a:gd name="connsiteY133" fmla="*/ 998536 h 9456078"/>
              <a:gd name="connsiteX134" fmla="*/ 9458702 w 13158797"/>
              <a:gd name="connsiteY134" fmla="*/ 971530 h 9456078"/>
              <a:gd name="connsiteX135" fmla="*/ 9499575 w 13158797"/>
              <a:gd name="connsiteY135" fmla="*/ 944868 h 9456078"/>
              <a:gd name="connsiteX136" fmla="*/ 9540659 w 13158797"/>
              <a:gd name="connsiteY136" fmla="*/ 918551 h 9456078"/>
              <a:gd name="connsiteX137" fmla="*/ 9581950 w 13158797"/>
              <a:gd name="connsiteY137" fmla="*/ 892580 h 9456078"/>
              <a:gd name="connsiteX138" fmla="*/ 9623447 w 13158797"/>
              <a:gd name="connsiteY138" fmla="*/ 866956 h 9456078"/>
              <a:gd name="connsiteX139" fmla="*/ 9665147 w 13158797"/>
              <a:gd name="connsiteY139" fmla="*/ 841681 h 9456078"/>
              <a:gd name="connsiteX140" fmla="*/ 9707048 w 13158797"/>
              <a:gd name="connsiteY140" fmla="*/ 816754 h 9456078"/>
              <a:gd name="connsiteX141" fmla="*/ 9749147 w 13158797"/>
              <a:gd name="connsiteY141" fmla="*/ 792179 h 9456078"/>
              <a:gd name="connsiteX142" fmla="*/ 9791443 w 13158797"/>
              <a:gd name="connsiteY142" fmla="*/ 767955 h 9456078"/>
              <a:gd name="connsiteX143" fmla="*/ 9833932 w 13158797"/>
              <a:gd name="connsiteY143" fmla="*/ 744083 h 9456078"/>
              <a:gd name="connsiteX144" fmla="*/ 9876613 w 13158797"/>
              <a:gd name="connsiteY144" fmla="*/ 720566 h 9456078"/>
              <a:gd name="connsiteX145" fmla="*/ 9919484 w 13158797"/>
              <a:gd name="connsiteY145" fmla="*/ 697404 h 9456078"/>
              <a:gd name="connsiteX146" fmla="*/ 9962542 w 13158797"/>
              <a:gd name="connsiteY146" fmla="*/ 674598 h 9456078"/>
              <a:gd name="connsiteX147" fmla="*/ 10005784 w 13158797"/>
              <a:gd name="connsiteY147" fmla="*/ 652149 h 9456078"/>
              <a:gd name="connsiteX148" fmla="*/ 10049209 w 13158797"/>
              <a:gd name="connsiteY148" fmla="*/ 630059 h 9456078"/>
              <a:gd name="connsiteX149" fmla="*/ 10092814 w 13158797"/>
              <a:gd name="connsiteY149" fmla="*/ 608328 h 9456078"/>
              <a:gd name="connsiteX150" fmla="*/ 10136597 w 13158797"/>
              <a:gd name="connsiteY150" fmla="*/ 586958 h 9456078"/>
              <a:gd name="connsiteX151" fmla="*/ 10180556 w 13158797"/>
              <a:gd name="connsiteY151" fmla="*/ 565950 h 9456078"/>
              <a:gd name="connsiteX152" fmla="*/ 10224688 w 13158797"/>
              <a:gd name="connsiteY152" fmla="*/ 545304 h 9456078"/>
              <a:gd name="connsiteX153" fmla="*/ 10268991 w 13158797"/>
              <a:gd name="connsiteY153" fmla="*/ 525023 h 9456078"/>
              <a:gd name="connsiteX154" fmla="*/ 10313463 w 13158797"/>
              <a:gd name="connsiteY154" fmla="*/ 505107 h 9456078"/>
              <a:gd name="connsiteX155" fmla="*/ 10358101 w 13158797"/>
              <a:gd name="connsiteY155" fmla="*/ 485558 h 9456078"/>
              <a:gd name="connsiteX156" fmla="*/ 10402903 w 13158797"/>
              <a:gd name="connsiteY156" fmla="*/ 466376 h 9456078"/>
              <a:gd name="connsiteX157" fmla="*/ 10447868 w 13158797"/>
              <a:gd name="connsiteY157" fmla="*/ 447563 h 9456078"/>
              <a:gd name="connsiteX158" fmla="*/ 10492991 w 13158797"/>
              <a:gd name="connsiteY158" fmla="*/ 429119 h 9456078"/>
              <a:gd name="connsiteX159" fmla="*/ 10538272 w 13158797"/>
              <a:gd name="connsiteY159" fmla="*/ 411046 h 9456078"/>
              <a:gd name="connsiteX160" fmla="*/ 10583708 w 13158797"/>
              <a:gd name="connsiteY160" fmla="*/ 393346 h 9456078"/>
              <a:gd name="connsiteX161" fmla="*/ 10629297 w 13158797"/>
              <a:gd name="connsiteY161" fmla="*/ 376018 h 9456078"/>
              <a:gd name="connsiteX162" fmla="*/ 10675036 w 13158797"/>
              <a:gd name="connsiteY162" fmla="*/ 359065 h 9456078"/>
              <a:gd name="connsiteX163" fmla="*/ 10720923 w 13158797"/>
              <a:gd name="connsiteY163" fmla="*/ 342487 h 9456078"/>
              <a:gd name="connsiteX164" fmla="*/ 10766956 w 13158797"/>
              <a:gd name="connsiteY164" fmla="*/ 326286 h 9456078"/>
              <a:gd name="connsiteX165" fmla="*/ 10813132 w 13158797"/>
              <a:gd name="connsiteY165" fmla="*/ 310462 h 9456078"/>
              <a:gd name="connsiteX166" fmla="*/ 10859450 w 13158797"/>
              <a:gd name="connsiteY166" fmla="*/ 295018 h 9456078"/>
              <a:gd name="connsiteX167" fmla="*/ 10905907 w 13158797"/>
              <a:gd name="connsiteY167" fmla="*/ 279953 h 9456078"/>
              <a:gd name="connsiteX168" fmla="*/ 10952500 w 13158797"/>
              <a:gd name="connsiteY168" fmla="*/ 265269 h 9456078"/>
              <a:gd name="connsiteX169" fmla="*/ 10999227 w 13158797"/>
              <a:gd name="connsiteY169" fmla="*/ 250968 h 9456078"/>
              <a:gd name="connsiteX170" fmla="*/ 11046087 w 13158797"/>
              <a:gd name="connsiteY170" fmla="*/ 237049 h 9456078"/>
              <a:gd name="connsiteX171" fmla="*/ 11093076 w 13158797"/>
              <a:gd name="connsiteY171" fmla="*/ 223516 h 9456078"/>
              <a:gd name="connsiteX172" fmla="*/ 11140193 w 13158797"/>
              <a:gd name="connsiteY172" fmla="*/ 210368 h 9456078"/>
              <a:gd name="connsiteX173" fmla="*/ 11187434 w 13158797"/>
              <a:gd name="connsiteY173" fmla="*/ 197606 h 9456078"/>
              <a:gd name="connsiteX174" fmla="*/ 11234799 w 13158797"/>
              <a:gd name="connsiteY174" fmla="*/ 185233 h 9456078"/>
              <a:gd name="connsiteX175" fmla="*/ 11282284 w 13158797"/>
              <a:gd name="connsiteY175" fmla="*/ 173248 h 9456078"/>
              <a:gd name="connsiteX176" fmla="*/ 11329888 w 13158797"/>
              <a:gd name="connsiteY176" fmla="*/ 161654 h 9456078"/>
              <a:gd name="connsiteX177" fmla="*/ 11377607 w 13158797"/>
              <a:gd name="connsiteY177" fmla="*/ 150451 h 9456078"/>
              <a:gd name="connsiteX178" fmla="*/ 11425440 w 13158797"/>
              <a:gd name="connsiteY178" fmla="*/ 139640 h 9456078"/>
              <a:gd name="connsiteX179" fmla="*/ 11473385 w 13158797"/>
              <a:gd name="connsiteY179" fmla="*/ 129223 h 9456078"/>
              <a:gd name="connsiteX180" fmla="*/ 11521439 w 13158797"/>
              <a:gd name="connsiteY180" fmla="*/ 119201 h 9456078"/>
              <a:gd name="connsiteX181" fmla="*/ 11569599 w 13158797"/>
              <a:gd name="connsiteY181" fmla="*/ 109574 h 9456078"/>
              <a:gd name="connsiteX182" fmla="*/ 11617864 w 13158797"/>
              <a:gd name="connsiteY182" fmla="*/ 100344 h 9456078"/>
              <a:gd name="connsiteX183" fmla="*/ 11666231 w 13158797"/>
              <a:gd name="connsiteY183" fmla="*/ 91512 h 9456078"/>
              <a:gd name="connsiteX184" fmla="*/ 11714698 w 13158797"/>
              <a:gd name="connsiteY184" fmla="*/ 83080 h 9456078"/>
              <a:gd name="connsiteX185" fmla="*/ 11763263 w 13158797"/>
              <a:gd name="connsiteY185" fmla="*/ 75047 h 9456078"/>
              <a:gd name="connsiteX186" fmla="*/ 11811923 w 13158797"/>
              <a:gd name="connsiteY186" fmla="*/ 67417 h 9456078"/>
              <a:gd name="connsiteX187" fmla="*/ 11860676 w 13158797"/>
              <a:gd name="connsiteY187" fmla="*/ 60188 h 9456078"/>
              <a:gd name="connsiteX188" fmla="*/ 11909519 w 13158797"/>
              <a:gd name="connsiteY188" fmla="*/ 53364 h 9456078"/>
              <a:gd name="connsiteX189" fmla="*/ 11958451 w 13158797"/>
              <a:gd name="connsiteY189" fmla="*/ 46944 h 9456078"/>
              <a:gd name="connsiteX190" fmla="*/ 12007470 w 13158797"/>
              <a:gd name="connsiteY190" fmla="*/ 40931 h 9456078"/>
              <a:gd name="connsiteX191" fmla="*/ 12056572 w 13158797"/>
              <a:gd name="connsiteY191" fmla="*/ 35324 h 9456078"/>
              <a:gd name="connsiteX192" fmla="*/ 12105756 w 13158797"/>
              <a:gd name="connsiteY192" fmla="*/ 30126 h 9456078"/>
              <a:gd name="connsiteX193" fmla="*/ 12155019 w 13158797"/>
              <a:gd name="connsiteY193" fmla="*/ 25337 h 9456078"/>
              <a:gd name="connsiteX194" fmla="*/ 12204359 w 13158797"/>
              <a:gd name="connsiteY194" fmla="*/ 20958 h 9456078"/>
              <a:gd name="connsiteX195" fmla="*/ 12253773 w 13158797"/>
              <a:gd name="connsiteY195" fmla="*/ 16991 h 9456078"/>
              <a:gd name="connsiteX196" fmla="*/ 12303260 w 13158797"/>
              <a:gd name="connsiteY196" fmla="*/ 13437 h 9456078"/>
              <a:gd name="connsiteX197" fmla="*/ 12352818 w 13158797"/>
              <a:gd name="connsiteY197" fmla="*/ 10297 h 9456078"/>
              <a:gd name="connsiteX198" fmla="*/ 12402443 w 13158797"/>
              <a:gd name="connsiteY198" fmla="*/ 7572 h 9456078"/>
              <a:gd name="connsiteX199" fmla="*/ 12452133 w 13158797"/>
              <a:gd name="connsiteY199" fmla="*/ 5263 h 9456078"/>
              <a:gd name="connsiteX200" fmla="*/ 12501887 w 13158797"/>
              <a:gd name="connsiteY200" fmla="*/ 3371 h 9456078"/>
              <a:gd name="connsiteX201" fmla="*/ 12551701 w 13158797"/>
              <a:gd name="connsiteY201" fmla="*/ 1898 h 9456078"/>
              <a:gd name="connsiteX202" fmla="*/ 12601574 w 13158797"/>
              <a:gd name="connsiteY202" fmla="*/ 844 h 9456078"/>
              <a:gd name="connsiteX203" fmla="*/ 12651504 w 13158797"/>
              <a:gd name="connsiteY203" fmla="*/ 211 h 9456078"/>
              <a:gd name="connsiteX204" fmla="*/ 12701487 w 13158797"/>
              <a:gd name="connsiteY204" fmla="*/ 0 h 9456078"/>
              <a:gd name="connsiteX205" fmla="*/ 13158798 w 13158797"/>
              <a:gd name="connsiteY205" fmla="*/ 0 h 945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13158797" h="9456078">
                <a:moveTo>
                  <a:pt x="0" y="9456078"/>
                </a:moveTo>
                <a:lnTo>
                  <a:pt x="49977" y="9455836"/>
                </a:lnTo>
                <a:lnTo>
                  <a:pt x="99893" y="9455111"/>
                </a:lnTo>
                <a:lnTo>
                  <a:pt x="149742" y="9453904"/>
                </a:lnTo>
                <a:lnTo>
                  <a:pt x="199524" y="9452217"/>
                </a:lnTo>
                <a:lnTo>
                  <a:pt x="298870" y="9447409"/>
                </a:lnTo>
                <a:lnTo>
                  <a:pt x="348429" y="9444290"/>
                </a:lnTo>
                <a:lnTo>
                  <a:pt x="397907" y="9440698"/>
                </a:lnTo>
                <a:lnTo>
                  <a:pt x="447302" y="9436632"/>
                </a:lnTo>
                <a:lnTo>
                  <a:pt x="496610" y="9432096"/>
                </a:lnTo>
                <a:lnTo>
                  <a:pt x="545829" y="9427089"/>
                </a:lnTo>
                <a:lnTo>
                  <a:pt x="594956" y="9421615"/>
                </a:lnTo>
                <a:lnTo>
                  <a:pt x="643987" y="9415673"/>
                </a:lnTo>
                <a:lnTo>
                  <a:pt x="692920" y="9409267"/>
                </a:lnTo>
                <a:lnTo>
                  <a:pt x="741751" y="9402396"/>
                </a:lnTo>
                <a:lnTo>
                  <a:pt x="790478" y="9395063"/>
                </a:lnTo>
                <a:lnTo>
                  <a:pt x="839098" y="9387270"/>
                </a:lnTo>
                <a:lnTo>
                  <a:pt x="887607" y="9379017"/>
                </a:lnTo>
                <a:lnTo>
                  <a:pt x="936002" y="9370306"/>
                </a:lnTo>
                <a:lnTo>
                  <a:pt x="984281" y="9361139"/>
                </a:lnTo>
                <a:lnTo>
                  <a:pt x="1032440" y="9351517"/>
                </a:lnTo>
                <a:lnTo>
                  <a:pt x="1080477" y="9341441"/>
                </a:lnTo>
                <a:lnTo>
                  <a:pt x="1176172" y="9319936"/>
                </a:lnTo>
                <a:lnTo>
                  <a:pt x="1223823" y="9308509"/>
                </a:lnTo>
                <a:lnTo>
                  <a:pt x="1271339" y="9296635"/>
                </a:lnTo>
                <a:lnTo>
                  <a:pt x="1318719" y="9284315"/>
                </a:lnTo>
                <a:lnTo>
                  <a:pt x="1365957" y="9271550"/>
                </a:lnTo>
                <a:lnTo>
                  <a:pt x="1413052" y="9258342"/>
                </a:lnTo>
                <a:lnTo>
                  <a:pt x="1460000" y="9244693"/>
                </a:lnTo>
                <a:lnTo>
                  <a:pt x="1506799" y="9230604"/>
                </a:lnTo>
                <a:lnTo>
                  <a:pt x="1553445" y="9216076"/>
                </a:lnTo>
                <a:lnTo>
                  <a:pt x="1599935" y="9201111"/>
                </a:lnTo>
                <a:lnTo>
                  <a:pt x="1646267" y="9185710"/>
                </a:lnTo>
                <a:lnTo>
                  <a:pt x="1692437" y="9169876"/>
                </a:lnTo>
                <a:lnTo>
                  <a:pt x="1738442" y="9153608"/>
                </a:lnTo>
                <a:lnTo>
                  <a:pt x="1784280" y="9136910"/>
                </a:lnTo>
                <a:lnTo>
                  <a:pt x="1829947" y="9119782"/>
                </a:lnTo>
                <a:lnTo>
                  <a:pt x="1875440" y="9102226"/>
                </a:lnTo>
                <a:lnTo>
                  <a:pt x="1920756" y="9084243"/>
                </a:lnTo>
                <a:lnTo>
                  <a:pt x="1965893" y="9065835"/>
                </a:lnTo>
                <a:lnTo>
                  <a:pt x="2055615" y="9027750"/>
                </a:lnTo>
                <a:lnTo>
                  <a:pt x="2100195" y="9008075"/>
                </a:lnTo>
                <a:lnTo>
                  <a:pt x="2144582" y="8987981"/>
                </a:lnTo>
                <a:lnTo>
                  <a:pt x="2188775" y="8967470"/>
                </a:lnTo>
                <a:lnTo>
                  <a:pt x="2232770" y="8946542"/>
                </a:lnTo>
                <a:lnTo>
                  <a:pt x="2276564" y="8925199"/>
                </a:lnTo>
                <a:lnTo>
                  <a:pt x="2320154" y="8903443"/>
                </a:lnTo>
                <a:lnTo>
                  <a:pt x="2363538" y="8881275"/>
                </a:lnTo>
                <a:lnTo>
                  <a:pt x="2406711" y="8858697"/>
                </a:lnTo>
                <a:lnTo>
                  <a:pt x="2449672" y="8835710"/>
                </a:lnTo>
                <a:lnTo>
                  <a:pt x="2492417" y="8812316"/>
                </a:lnTo>
                <a:lnTo>
                  <a:pt x="2534943" y="8788516"/>
                </a:lnTo>
                <a:lnTo>
                  <a:pt x="2577247" y="8764311"/>
                </a:lnTo>
                <a:lnTo>
                  <a:pt x="2619326" y="8739704"/>
                </a:lnTo>
                <a:lnTo>
                  <a:pt x="2661177" y="8714695"/>
                </a:lnTo>
                <a:lnTo>
                  <a:pt x="2702797" y="8689286"/>
                </a:lnTo>
                <a:lnTo>
                  <a:pt x="2744183" y="8663479"/>
                </a:lnTo>
                <a:lnTo>
                  <a:pt x="2785333" y="8637274"/>
                </a:lnTo>
                <a:lnTo>
                  <a:pt x="2826242" y="8610675"/>
                </a:lnTo>
                <a:lnTo>
                  <a:pt x="2866908" y="8583681"/>
                </a:lnTo>
                <a:lnTo>
                  <a:pt x="2907329" y="8556295"/>
                </a:lnTo>
                <a:lnTo>
                  <a:pt x="2947500" y="8528517"/>
                </a:lnTo>
                <a:lnTo>
                  <a:pt x="2987419" y="8500351"/>
                </a:lnTo>
                <a:lnTo>
                  <a:pt x="3027083" y="8471796"/>
                </a:lnTo>
                <a:lnTo>
                  <a:pt x="3066489" y="8442854"/>
                </a:lnTo>
                <a:lnTo>
                  <a:pt x="3105634" y="8413528"/>
                </a:lnTo>
                <a:lnTo>
                  <a:pt x="3144515" y="8383818"/>
                </a:lnTo>
                <a:lnTo>
                  <a:pt x="3183129" y="8353726"/>
                </a:lnTo>
                <a:lnTo>
                  <a:pt x="3221473" y="8323253"/>
                </a:lnTo>
                <a:lnTo>
                  <a:pt x="3259544" y="8292401"/>
                </a:lnTo>
                <a:lnTo>
                  <a:pt x="3297339" y="8261172"/>
                </a:lnTo>
                <a:lnTo>
                  <a:pt x="3334854" y="8229566"/>
                </a:lnTo>
                <a:lnTo>
                  <a:pt x="3372087" y="8197585"/>
                </a:lnTo>
                <a:lnTo>
                  <a:pt x="3409035" y="8165232"/>
                </a:lnTo>
                <a:lnTo>
                  <a:pt x="3445695" y="8132507"/>
                </a:lnTo>
                <a:lnTo>
                  <a:pt x="3482064" y="8099411"/>
                </a:lnTo>
                <a:lnTo>
                  <a:pt x="3518139" y="8065947"/>
                </a:lnTo>
                <a:lnTo>
                  <a:pt x="3553916" y="8032115"/>
                </a:lnTo>
                <a:lnTo>
                  <a:pt x="3589393" y="7997918"/>
                </a:lnTo>
                <a:lnTo>
                  <a:pt x="3624567" y="7963356"/>
                </a:lnTo>
                <a:lnTo>
                  <a:pt x="3659435" y="7928432"/>
                </a:lnTo>
                <a:lnTo>
                  <a:pt x="3693994" y="7893146"/>
                </a:lnTo>
                <a:lnTo>
                  <a:pt x="3728240" y="7857501"/>
                </a:lnTo>
                <a:lnTo>
                  <a:pt x="3762171" y="7821497"/>
                </a:lnTo>
                <a:lnTo>
                  <a:pt x="3795783" y="7785136"/>
                </a:lnTo>
                <a:lnTo>
                  <a:pt x="3829075" y="7748420"/>
                </a:lnTo>
                <a:lnTo>
                  <a:pt x="3862042" y="7711350"/>
                </a:lnTo>
                <a:lnTo>
                  <a:pt x="3894682" y="7673928"/>
                </a:lnTo>
                <a:lnTo>
                  <a:pt x="3926991" y="7636155"/>
                </a:lnTo>
                <a:lnTo>
                  <a:pt x="3958967" y="7598032"/>
                </a:lnTo>
                <a:lnTo>
                  <a:pt x="3990607" y="7559561"/>
                </a:lnTo>
                <a:lnTo>
                  <a:pt x="4021907" y="7520744"/>
                </a:lnTo>
                <a:lnTo>
                  <a:pt x="4052865" y="7481582"/>
                </a:lnTo>
                <a:lnTo>
                  <a:pt x="4083478" y="7442077"/>
                </a:lnTo>
                <a:lnTo>
                  <a:pt x="8022311" y="2307814"/>
                </a:lnTo>
                <a:lnTo>
                  <a:pt x="8052902" y="2268285"/>
                </a:lnTo>
                <a:lnTo>
                  <a:pt x="8083796" y="2229056"/>
                </a:lnTo>
                <a:lnTo>
                  <a:pt x="8114989" y="2190127"/>
                </a:lnTo>
                <a:lnTo>
                  <a:pt x="8146479" y="2151500"/>
                </a:lnTo>
                <a:lnTo>
                  <a:pt x="8178264" y="2113176"/>
                </a:lnTo>
                <a:lnTo>
                  <a:pt x="8210341" y="2075157"/>
                </a:lnTo>
                <a:lnTo>
                  <a:pt x="8242709" y="2037442"/>
                </a:lnTo>
                <a:lnTo>
                  <a:pt x="8275365" y="2000034"/>
                </a:lnTo>
                <a:lnTo>
                  <a:pt x="8308307" y="1962934"/>
                </a:lnTo>
                <a:lnTo>
                  <a:pt x="8341532" y="1926142"/>
                </a:lnTo>
                <a:lnTo>
                  <a:pt x="8375038" y="1889660"/>
                </a:lnTo>
                <a:lnTo>
                  <a:pt x="8408823" y="1853489"/>
                </a:lnTo>
                <a:lnTo>
                  <a:pt x="8442885" y="1817630"/>
                </a:lnTo>
                <a:lnTo>
                  <a:pt x="8477221" y="1782084"/>
                </a:lnTo>
                <a:lnTo>
                  <a:pt x="8511829" y="1746853"/>
                </a:lnTo>
                <a:lnTo>
                  <a:pt x="8546706" y="1711937"/>
                </a:lnTo>
                <a:lnTo>
                  <a:pt x="8581851" y="1677337"/>
                </a:lnTo>
                <a:lnTo>
                  <a:pt x="8617261" y="1643056"/>
                </a:lnTo>
                <a:lnTo>
                  <a:pt x="8652934" y="1609093"/>
                </a:lnTo>
                <a:lnTo>
                  <a:pt x="8688867" y="1575450"/>
                </a:lnTo>
                <a:lnTo>
                  <a:pt x="8725058" y="1542128"/>
                </a:lnTo>
                <a:lnTo>
                  <a:pt x="8761506" y="1509129"/>
                </a:lnTo>
                <a:lnTo>
                  <a:pt x="8798207" y="1476452"/>
                </a:lnTo>
                <a:lnTo>
                  <a:pt x="8835159" y="1444101"/>
                </a:lnTo>
                <a:lnTo>
                  <a:pt x="8872360" y="1412075"/>
                </a:lnTo>
                <a:lnTo>
                  <a:pt x="8909808" y="1380375"/>
                </a:lnTo>
                <a:lnTo>
                  <a:pt x="8947501" y="1349004"/>
                </a:lnTo>
                <a:lnTo>
                  <a:pt x="8985435" y="1317962"/>
                </a:lnTo>
                <a:lnTo>
                  <a:pt x="9023610" y="1287250"/>
                </a:lnTo>
                <a:lnTo>
                  <a:pt x="9062022" y="1256869"/>
                </a:lnTo>
                <a:lnTo>
                  <a:pt x="9100669" y="1226820"/>
                </a:lnTo>
                <a:lnTo>
                  <a:pt x="9139549" y="1197105"/>
                </a:lnTo>
                <a:lnTo>
                  <a:pt x="9178660" y="1167725"/>
                </a:lnTo>
                <a:lnTo>
                  <a:pt x="9217999" y="1138681"/>
                </a:lnTo>
                <a:lnTo>
                  <a:pt x="9257564" y="1109974"/>
                </a:lnTo>
                <a:lnTo>
                  <a:pt x="9297353" y="1081604"/>
                </a:lnTo>
                <a:lnTo>
                  <a:pt x="9337364" y="1053574"/>
                </a:lnTo>
                <a:lnTo>
                  <a:pt x="9377594" y="1025884"/>
                </a:lnTo>
                <a:lnTo>
                  <a:pt x="9418040" y="998536"/>
                </a:lnTo>
                <a:lnTo>
                  <a:pt x="9458702" y="971530"/>
                </a:lnTo>
                <a:lnTo>
                  <a:pt x="9499575" y="944868"/>
                </a:lnTo>
                <a:lnTo>
                  <a:pt x="9540659" y="918551"/>
                </a:lnTo>
                <a:lnTo>
                  <a:pt x="9581950" y="892580"/>
                </a:lnTo>
                <a:lnTo>
                  <a:pt x="9623447" y="866956"/>
                </a:lnTo>
                <a:lnTo>
                  <a:pt x="9665147" y="841681"/>
                </a:lnTo>
                <a:lnTo>
                  <a:pt x="9707048" y="816754"/>
                </a:lnTo>
                <a:lnTo>
                  <a:pt x="9749147" y="792179"/>
                </a:lnTo>
                <a:lnTo>
                  <a:pt x="9791443" y="767955"/>
                </a:lnTo>
                <a:lnTo>
                  <a:pt x="9833932" y="744083"/>
                </a:lnTo>
                <a:lnTo>
                  <a:pt x="9876613" y="720566"/>
                </a:lnTo>
                <a:lnTo>
                  <a:pt x="9919484" y="697404"/>
                </a:lnTo>
                <a:lnTo>
                  <a:pt x="9962542" y="674598"/>
                </a:lnTo>
                <a:lnTo>
                  <a:pt x="10005784" y="652149"/>
                </a:lnTo>
                <a:lnTo>
                  <a:pt x="10049209" y="630059"/>
                </a:lnTo>
                <a:lnTo>
                  <a:pt x="10092814" y="608328"/>
                </a:lnTo>
                <a:lnTo>
                  <a:pt x="10136597" y="586958"/>
                </a:lnTo>
                <a:lnTo>
                  <a:pt x="10180556" y="565950"/>
                </a:lnTo>
                <a:lnTo>
                  <a:pt x="10224688" y="545304"/>
                </a:lnTo>
                <a:lnTo>
                  <a:pt x="10268991" y="525023"/>
                </a:lnTo>
                <a:lnTo>
                  <a:pt x="10313463" y="505107"/>
                </a:lnTo>
                <a:lnTo>
                  <a:pt x="10358101" y="485558"/>
                </a:lnTo>
                <a:lnTo>
                  <a:pt x="10402903" y="466376"/>
                </a:lnTo>
                <a:lnTo>
                  <a:pt x="10447868" y="447563"/>
                </a:lnTo>
                <a:lnTo>
                  <a:pt x="10492991" y="429119"/>
                </a:lnTo>
                <a:lnTo>
                  <a:pt x="10538272" y="411046"/>
                </a:lnTo>
                <a:lnTo>
                  <a:pt x="10583708" y="393346"/>
                </a:lnTo>
                <a:lnTo>
                  <a:pt x="10629297" y="376018"/>
                </a:lnTo>
                <a:lnTo>
                  <a:pt x="10675036" y="359065"/>
                </a:lnTo>
                <a:lnTo>
                  <a:pt x="10720923" y="342487"/>
                </a:lnTo>
                <a:lnTo>
                  <a:pt x="10766956" y="326286"/>
                </a:lnTo>
                <a:lnTo>
                  <a:pt x="10813132" y="310462"/>
                </a:lnTo>
                <a:lnTo>
                  <a:pt x="10859450" y="295018"/>
                </a:lnTo>
                <a:lnTo>
                  <a:pt x="10905907" y="279953"/>
                </a:lnTo>
                <a:lnTo>
                  <a:pt x="10952500" y="265269"/>
                </a:lnTo>
                <a:lnTo>
                  <a:pt x="10999227" y="250968"/>
                </a:lnTo>
                <a:lnTo>
                  <a:pt x="11046087" y="237049"/>
                </a:lnTo>
                <a:lnTo>
                  <a:pt x="11093076" y="223516"/>
                </a:lnTo>
                <a:lnTo>
                  <a:pt x="11140193" y="210368"/>
                </a:lnTo>
                <a:lnTo>
                  <a:pt x="11187434" y="197606"/>
                </a:lnTo>
                <a:lnTo>
                  <a:pt x="11234799" y="185233"/>
                </a:lnTo>
                <a:lnTo>
                  <a:pt x="11282284" y="173248"/>
                </a:lnTo>
                <a:lnTo>
                  <a:pt x="11329888" y="161654"/>
                </a:lnTo>
                <a:lnTo>
                  <a:pt x="11377607" y="150451"/>
                </a:lnTo>
                <a:lnTo>
                  <a:pt x="11425440" y="139640"/>
                </a:lnTo>
                <a:lnTo>
                  <a:pt x="11473385" y="129223"/>
                </a:lnTo>
                <a:lnTo>
                  <a:pt x="11521439" y="119201"/>
                </a:lnTo>
                <a:lnTo>
                  <a:pt x="11569599" y="109574"/>
                </a:lnTo>
                <a:lnTo>
                  <a:pt x="11617864" y="100344"/>
                </a:lnTo>
                <a:lnTo>
                  <a:pt x="11666231" y="91512"/>
                </a:lnTo>
                <a:lnTo>
                  <a:pt x="11714698" y="83080"/>
                </a:lnTo>
                <a:lnTo>
                  <a:pt x="11763263" y="75047"/>
                </a:lnTo>
                <a:lnTo>
                  <a:pt x="11811923" y="67417"/>
                </a:lnTo>
                <a:lnTo>
                  <a:pt x="11860676" y="60188"/>
                </a:lnTo>
                <a:lnTo>
                  <a:pt x="11909519" y="53364"/>
                </a:lnTo>
                <a:lnTo>
                  <a:pt x="11958451" y="46944"/>
                </a:lnTo>
                <a:lnTo>
                  <a:pt x="12007470" y="40931"/>
                </a:lnTo>
                <a:lnTo>
                  <a:pt x="12056572" y="35324"/>
                </a:lnTo>
                <a:lnTo>
                  <a:pt x="12105756" y="30126"/>
                </a:lnTo>
                <a:lnTo>
                  <a:pt x="12155019" y="25337"/>
                </a:lnTo>
                <a:lnTo>
                  <a:pt x="12204359" y="20958"/>
                </a:lnTo>
                <a:lnTo>
                  <a:pt x="12253773" y="16991"/>
                </a:lnTo>
                <a:lnTo>
                  <a:pt x="12303260" y="13437"/>
                </a:lnTo>
                <a:lnTo>
                  <a:pt x="12352818" y="10297"/>
                </a:lnTo>
                <a:lnTo>
                  <a:pt x="12402443" y="7572"/>
                </a:lnTo>
                <a:lnTo>
                  <a:pt x="12452133" y="5263"/>
                </a:lnTo>
                <a:lnTo>
                  <a:pt x="12501887" y="3371"/>
                </a:lnTo>
                <a:lnTo>
                  <a:pt x="12551701" y="1898"/>
                </a:lnTo>
                <a:lnTo>
                  <a:pt x="12601574" y="844"/>
                </a:lnTo>
                <a:lnTo>
                  <a:pt x="12651504" y="211"/>
                </a:lnTo>
                <a:lnTo>
                  <a:pt x="12701487" y="0"/>
                </a:lnTo>
                <a:lnTo>
                  <a:pt x="13158798" y="0"/>
                </a:lnTo>
              </a:path>
            </a:pathLst>
          </a:custGeom>
          <a:ln w="19050">
            <a:gradFill>
              <a:gsLst>
                <a:gs pos="18000">
                  <a:schemeClr val="accent2"/>
                </a:gs>
                <a:gs pos="0">
                  <a:schemeClr val="bg1">
                    <a:alpha val="0"/>
                  </a:schemeClr>
                </a:gs>
              </a:gsLst>
              <a:lin ang="5400000" scaled="0"/>
            </a:gradFill>
          </a:ln>
        </p:spPr>
        <p:txBody>
          <a:bodyPr wrap="square" lIns="0" tIns="0" rIns="0" bIns="0" rtlCol="0"/>
          <a:lstStyle/>
          <a:p>
            <a:pPr marL="0" marR="0" lvl="0" indent="0" defTabSz="91435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6D25958-B46E-CFC9-AC49-7ABE8ABF93FF}"/>
              </a:ext>
            </a:extLst>
          </p:cNvPr>
          <p:cNvCxnSpPr>
            <a:cxnSpLocks/>
          </p:cNvCxnSpPr>
          <p:nvPr/>
        </p:nvCxnSpPr>
        <p:spPr>
          <a:xfrm flipH="1">
            <a:off x="5631544" y="6678798"/>
            <a:ext cx="568342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153333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6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gradFill>
            <a:gsLst>
              <a:gs pos="0">
                <a:srgbClr val="9CC7CE"/>
              </a:gs>
              <a:gs pos="56000">
                <a:schemeClr val="accent2">
                  <a:lumMod val="90000"/>
                </a:schemeClr>
              </a:gs>
            </a:gsLst>
            <a:lin ang="1200000" scaled="0"/>
          </a:gra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654859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ontracapa - Escura">
    <p:bg>
      <p:bgPr>
        <a:gradFill>
          <a:gsLst>
            <a:gs pos="0">
              <a:schemeClr val="tx1"/>
            </a:gs>
            <a:gs pos="23000">
              <a:schemeClr val="tx1"/>
            </a:gs>
            <a:gs pos="5500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rgbClr val="FFFFFF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rgbClr val="FFFFFF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CFDB3A0-33C3-E607-8736-492DB68BA51E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9C19B5E-6634-BD9E-DAF0-C9E13ED4A7D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</p:spTree>
    <p:extLst>
      <p:ext uri="{BB962C8B-B14F-4D97-AF65-F5344CB8AC3E}">
        <p14:creationId xmlns:p14="http://schemas.microsoft.com/office/powerpoint/2010/main" val="205975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2" orient="horz" pos="2001">
          <p15:clr>
            <a:srgbClr val="FBAE40"/>
          </p15:clr>
        </p15:guide>
        <p15:guide id="3" orient="horz" pos="3952">
          <p15:clr>
            <a:srgbClr val="FBAE40"/>
          </p15:clr>
        </p15:guide>
        <p15:guide id="4" orient="horz" pos="4156">
          <p15:clr>
            <a:srgbClr val="FBAE40"/>
          </p15:clr>
        </p15:guide>
        <p15:guide id="5" orient="horz" pos="3702">
          <p15:clr>
            <a:srgbClr val="FBAE40"/>
          </p15:clr>
        </p15:guide>
      </p15:sldGuideLst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ontracapa - Ver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F6E11D50-B4C0-91C8-A625-B4CC17BF3AF9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3" name="CaixaDeTexto 5">
            <a:extLst>
              <a:ext uri="{FF2B5EF4-FFF2-40B4-BE49-F238E27FC236}">
                <a16:creationId xmlns:a16="http://schemas.microsoft.com/office/drawing/2014/main" id="{943F62F9-7B7C-803A-9ABE-30B4071FF71D}"/>
              </a:ext>
            </a:extLst>
          </p:cNvPr>
          <p:cNvSpPr txBox="1"/>
          <p:nvPr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tx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tx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tx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tx2"/>
              </a:solidFill>
              <a:latin typeface="Versos Light" panose="020B0403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9517706-97A9-0F2E-14F2-016064B4ECC6}"/>
              </a:ext>
            </a:extLst>
          </p:cNvPr>
          <p:cNvSpPr/>
          <p:nvPr/>
        </p:nvSpPr>
        <p:spPr>
          <a:xfrm flipV="1">
            <a:off x="-62630" y="5210522"/>
            <a:ext cx="12254630" cy="200722"/>
          </a:xfrm>
          <a:custGeom>
            <a:avLst/>
            <a:gdLst>
              <a:gd name="connsiteX0" fmla="*/ 0 w 12225403"/>
              <a:gd name="connsiteY0" fmla="*/ 0 h 0"/>
              <a:gd name="connsiteX1" fmla="*/ 12225403 w 1222540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25403">
                <a:moveTo>
                  <a:pt x="0" y="0"/>
                </a:moveTo>
                <a:lnTo>
                  <a:pt x="12225403" y="0"/>
                </a:ln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0B86C8C-C6DF-A40C-2203-D92D03E82577}"/>
              </a:ext>
            </a:extLst>
          </p:cNvPr>
          <p:cNvSpPr/>
          <p:nvPr/>
        </p:nvSpPr>
        <p:spPr>
          <a:xfrm>
            <a:off x="7240261" y="3261055"/>
            <a:ext cx="4988424" cy="3825292"/>
          </a:xfrm>
          <a:custGeom>
            <a:avLst/>
            <a:gdLst>
              <a:gd name="connsiteX0" fmla="*/ 0 w 5087815"/>
              <a:gd name="connsiteY0" fmla="*/ 3845169 h 3845169"/>
              <a:gd name="connsiteX1" fmla="*/ 5087815 w 5087815"/>
              <a:gd name="connsiteY1" fmla="*/ 0 h 3845169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5048059"/>
              <a:gd name="connsiteY0" fmla="*/ 3954500 h 3954500"/>
              <a:gd name="connsiteX1" fmla="*/ 5048059 w 5048059"/>
              <a:gd name="connsiteY1" fmla="*/ 0 h 3954500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35231 h 3835231"/>
              <a:gd name="connsiteX1" fmla="*/ 4988424 w 4988424"/>
              <a:gd name="connsiteY1" fmla="*/ 0 h 3835231"/>
              <a:gd name="connsiteX0" fmla="*/ 0 w 4988424"/>
              <a:gd name="connsiteY0" fmla="*/ 3825292 h 3825292"/>
              <a:gd name="connsiteX1" fmla="*/ 4988424 w 4988424"/>
              <a:gd name="connsiteY1" fmla="*/ 0 h 382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88424" h="3825292">
                <a:moveTo>
                  <a:pt x="0" y="3825292"/>
                </a:moveTo>
                <a:cubicBezTo>
                  <a:pt x="1384087" y="1839675"/>
                  <a:pt x="2310976" y="251621"/>
                  <a:pt x="4988424" y="0"/>
                </a:cubicBezTo>
              </a:path>
            </a:pathLst>
          </a:cu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/>
          </a:p>
        </p:txBody>
      </p:sp>
    </p:spTree>
    <p:extLst>
      <p:ext uri="{BB962C8B-B14F-4D97-AF65-F5344CB8AC3E}">
        <p14:creationId xmlns:p14="http://schemas.microsoft.com/office/powerpoint/2010/main" val="8418385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2319">
          <p15:clr>
            <a:srgbClr val="FBAE40"/>
          </p15:clr>
        </p15:guide>
        <p15:guide id="4" orient="horz" pos="2001">
          <p15:clr>
            <a:srgbClr val="FBAE40"/>
          </p15:clr>
        </p15:guide>
        <p15:guide id="5" orient="horz" pos="3702">
          <p15:clr>
            <a:srgbClr val="FBAE40"/>
          </p15:clr>
        </p15:guide>
        <p15:guide id="6" orient="horz" pos="3952">
          <p15:clr>
            <a:srgbClr val="FBAE40"/>
          </p15:clr>
        </p15:guide>
        <p15:guide id="7" orient="horz" pos="4156">
          <p15:clr>
            <a:srgbClr val="FBAE40"/>
          </p15:clr>
        </p15:guide>
      </p15:sldGuideLst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Blank - Escur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">
            <a:extLst>
              <a:ext uri="{FF2B5EF4-FFF2-40B4-BE49-F238E27FC236}">
                <a16:creationId xmlns:a16="http://schemas.microsoft.com/office/drawing/2014/main" id="{A681700C-71BD-D5FF-337B-E92F200670CC}"/>
              </a:ext>
            </a:extLst>
          </p:cNvPr>
          <p:cNvSpPr/>
          <p:nvPr userDrawn="1"/>
        </p:nvSpPr>
        <p:spPr>
          <a:xfrm>
            <a:off x="0" y="6256326"/>
            <a:ext cx="12198846" cy="601675"/>
          </a:xfrm>
          <a:custGeom>
            <a:avLst/>
            <a:gdLst/>
            <a:ahLst/>
            <a:cxnLst/>
            <a:rect l="l" t="t" r="r" b="b"/>
            <a:pathLst>
              <a:path w="20085685" h="767079">
                <a:moveTo>
                  <a:pt x="20085514" y="0"/>
                </a:moveTo>
                <a:lnTo>
                  <a:pt x="0" y="0"/>
                </a:lnTo>
                <a:lnTo>
                  <a:pt x="0" y="766887"/>
                </a:lnTo>
                <a:lnTo>
                  <a:pt x="20085514" y="766887"/>
                </a:lnTo>
                <a:lnTo>
                  <a:pt x="20085514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655642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Blank - Escur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7BF4513D-9B28-5CD9-5A1C-C92D59520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438510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‹nº›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75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35225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38254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95700968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7347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047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35178592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99068287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210681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124">
          <p15:clr>
            <a:srgbClr val="FBAE40"/>
          </p15:clr>
        </p15:guide>
        <p15:guide id="2" pos="4">
          <p15:clr>
            <a:srgbClr val="FBAE40"/>
          </p15:clr>
        </p15:guide>
        <p15:guide id="3" pos="594">
          <p15:clr>
            <a:srgbClr val="FBAE40"/>
          </p15:clr>
        </p15:guide>
        <p15:guide id="4" pos="12047">
          <p15:clr>
            <a:srgbClr val="FBAE40"/>
          </p15:clr>
        </p15:guide>
        <p15:guide id="5" orient="horz" pos="1">
          <p15:clr>
            <a:srgbClr val="FBAE40"/>
          </p15:clr>
        </p15:guide>
        <p15:guide id="6" orient="horz" pos="500">
          <p15:clr>
            <a:srgbClr val="FBAE40"/>
          </p15:clr>
        </p15:guide>
        <p15:guide id="7" orient="horz" pos="659">
          <p15:clr>
            <a:srgbClr val="FBAE40"/>
          </p15:clr>
        </p15:guide>
        <p15:guide id="8" orient="horz" pos="818">
          <p15:clr>
            <a:srgbClr val="FBAE40"/>
          </p15:clr>
        </p15:guide>
        <p15:guide id="9" orient="horz" pos="7009">
          <p15:clr>
            <a:srgbClr val="FBAE40"/>
          </p15:clr>
        </p15:guide>
        <p15:guide id="10" orient="horz" pos="6601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Imagem 36" descr="Uma imagem contendo Forma&#10;&#10;O conteúdo gerado por IA pode estar incorreto.">
            <a:extLst>
              <a:ext uri="{FF2B5EF4-FFF2-40B4-BE49-F238E27FC236}">
                <a16:creationId xmlns:a16="http://schemas.microsoft.com/office/drawing/2014/main" id="{CDA188C2-FAB4-A07A-A11A-4501F93643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b="530"/>
          <a:stretch>
            <a:fillRect/>
          </a:stretch>
        </p:blipFill>
        <p:spPr>
          <a:xfrm>
            <a:off x="-1" y="-3352"/>
            <a:ext cx="12230469" cy="68613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9624267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24475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238163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51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3.xml"/><Relationship Id="rId2" Type="http://schemas.openxmlformats.org/officeDocument/2006/relationships/slideLayout" Target="../slideLayouts/slideLayout52.xml"/><Relationship Id="rId1" Type="http://schemas.openxmlformats.org/officeDocument/2006/relationships/slideLayout" Target="../slideLayouts/slideLayout51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55.xml"/><Relationship Id="rId4" Type="http://schemas.openxmlformats.org/officeDocument/2006/relationships/slideLayout" Target="../slideLayouts/slideLayout54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81.xml"/><Relationship Id="rId21" Type="http://schemas.openxmlformats.org/officeDocument/2006/relationships/slideLayout" Target="../slideLayouts/slideLayout76.xml"/><Relationship Id="rId42" Type="http://schemas.openxmlformats.org/officeDocument/2006/relationships/slideLayout" Target="../slideLayouts/slideLayout97.xml"/><Relationship Id="rId47" Type="http://schemas.openxmlformats.org/officeDocument/2006/relationships/slideLayout" Target="../slideLayouts/slideLayout102.xml"/><Relationship Id="rId63" Type="http://schemas.openxmlformats.org/officeDocument/2006/relationships/slideLayout" Target="../slideLayouts/slideLayout118.xml"/><Relationship Id="rId68" Type="http://schemas.openxmlformats.org/officeDocument/2006/relationships/slideLayout" Target="../slideLayouts/slideLayout123.xml"/><Relationship Id="rId84" Type="http://schemas.openxmlformats.org/officeDocument/2006/relationships/slideLayout" Target="../slideLayouts/slideLayout139.xml"/><Relationship Id="rId89" Type="http://schemas.openxmlformats.org/officeDocument/2006/relationships/slideLayout" Target="../slideLayouts/slideLayout144.xml"/><Relationship Id="rId112" Type="http://schemas.openxmlformats.org/officeDocument/2006/relationships/slideLayout" Target="../slideLayouts/slideLayout167.xml"/><Relationship Id="rId16" Type="http://schemas.openxmlformats.org/officeDocument/2006/relationships/slideLayout" Target="../slideLayouts/slideLayout71.xml"/><Relationship Id="rId107" Type="http://schemas.openxmlformats.org/officeDocument/2006/relationships/slideLayout" Target="../slideLayouts/slideLayout162.xml"/><Relationship Id="rId11" Type="http://schemas.openxmlformats.org/officeDocument/2006/relationships/slideLayout" Target="../slideLayouts/slideLayout66.xml"/><Relationship Id="rId32" Type="http://schemas.openxmlformats.org/officeDocument/2006/relationships/slideLayout" Target="../slideLayouts/slideLayout87.xml"/><Relationship Id="rId37" Type="http://schemas.openxmlformats.org/officeDocument/2006/relationships/slideLayout" Target="../slideLayouts/slideLayout92.xml"/><Relationship Id="rId53" Type="http://schemas.openxmlformats.org/officeDocument/2006/relationships/slideLayout" Target="../slideLayouts/slideLayout108.xml"/><Relationship Id="rId58" Type="http://schemas.openxmlformats.org/officeDocument/2006/relationships/slideLayout" Target="../slideLayouts/slideLayout113.xml"/><Relationship Id="rId74" Type="http://schemas.openxmlformats.org/officeDocument/2006/relationships/slideLayout" Target="../slideLayouts/slideLayout129.xml"/><Relationship Id="rId79" Type="http://schemas.openxmlformats.org/officeDocument/2006/relationships/slideLayout" Target="../slideLayouts/slideLayout134.xml"/><Relationship Id="rId102" Type="http://schemas.openxmlformats.org/officeDocument/2006/relationships/slideLayout" Target="../slideLayouts/slideLayout157.xml"/><Relationship Id="rId5" Type="http://schemas.openxmlformats.org/officeDocument/2006/relationships/slideLayout" Target="../slideLayouts/slideLayout60.xml"/><Relationship Id="rId90" Type="http://schemas.openxmlformats.org/officeDocument/2006/relationships/slideLayout" Target="../slideLayouts/slideLayout145.xml"/><Relationship Id="rId95" Type="http://schemas.openxmlformats.org/officeDocument/2006/relationships/slideLayout" Target="../slideLayouts/slideLayout150.xml"/><Relationship Id="rId22" Type="http://schemas.openxmlformats.org/officeDocument/2006/relationships/slideLayout" Target="../slideLayouts/slideLayout77.xml"/><Relationship Id="rId27" Type="http://schemas.openxmlformats.org/officeDocument/2006/relationships/slideLayout" Target="../slideLayouts/slideLayout82.xml"/><Relationship Id="rId43" Type="http://schemas.openxmlformats.org/officeDocument/2006/relationships/slideLayout" Target="../slideLayouts/slideLayout98.xml"/><Relationship Id="rId48" Type="http://schemas.openxmlformats.org/officeDocument/2006/relationships/slideLayout" Target="../slideLayouts/slideLayout103.xml"/><Relationship Id="rId64" Type="http://schemas.openxmlformats.org/officeDocument/2006/relationships/slideLayout" Target="../slideLayouts/slideLayout119.xml"/><Relationship Id="rId69" Type="http://schemas.openxmlformats.org/officeDocument/2006/relationships/slideLayout" Target="../slideLayouts/slideLayout124.xml"/><Relationship Id="rId113" Type="http://schemas.openxmlformats.org/officeDocument/2006/relationships/slideLayout" Target="../slideLayouts/slideLayout168.xml"/><Relationship Id="rId80" Type="http://schemas.openxmlformats.org/officeDocument/2006/relationships/slideLayout" Target="../slideLayouts/slideLayout135.xml"/><Relationship Id="rId85" Type="http://schemas.openxmlformats.org/officeDocument/2006/relationships/slideLayout" Target="../slideLayouts/slideLayout140.xml"/><Relationship Id="rId12" Type="http://schemas.openxmlformats.org/officeDocument/2006/relationships/slideLayout" Target="../slideLayouts/slideLayout67.xml"/><Relationship Id="rId17" Type="http://schemas.openxmlformats.org/officeDocument/2006/relationships/slideLayout" Target="../slideLayouts/slideLayout72.xml"/><Relationship Id="rId33" Type="http://schemas.openxmlformats.org/officeDocument/2006/relationships/slideLayout" Target="../slideLayouts/slideLayout88.xml"/><Relationship Id="rId38" Type="http://schemas.openxmlformats.org/officeDocument/2006/relationships/slideLayout" Target="../slideLayouts/slideLayout93.xml"/><Relationship Id="rId59" Type="http://schemas.openxmlformats.org/officeDocument/2006/relationships/slideLayout" Target="../slideLayouts/slideLayout114.xml"/><Relationship Id="rId103" Type="http://schemas.openxmlformats.org/officeDocument/2006/relationships/slideLayout" Target="../slideLayouts/slideLayout158.xml"/><Relationship Id="rId108" Type="http://schemas.openxmlformats.org/officeDocument/2006/relationships/slideLayout" Target="../slideLayouts/slideLayout163.xml"/><Relationship Id="rId54" Type="http://schemas.openxmlformats.org/officeDocument/2006/relationships/slideLayout" Target="../slideLayouts/slideLayout109.xml"/><Relationship Id="rId70" Type="http://schemas.openxmlformats.org/officeDocument/2006/relationships/slideLayout" Target="../slideLayouts/slideLayout125.xml"/><Relationship Id="rId75" Type="http://schemas.openxmlformats.org/officeDocument/2006/relationships/slideLayout" Target="../slideLayouts/slideLayout130.xml"/><Relationship Id="rId91" Type="http://schemas.openxmlformats.org/officeDocument/2006/relationships/slideLayout" Target="../slideLayouts/slideLayout146.xml"/><Relationship Id="rId96" Type="http://schemas.openxmlformats.org/officeDocument/2006/relationships/slideLayout" Target="../slideLayouts/slideLayout151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5" Type="http://schemas.openxmlformats.org/officeDocument/2006/relationships/slideLayout" Target="../slideLayouts/slideLayout70.xml"/><Relationship Id="rId23" Type="http://schemas.openxmlformats.org/officeDocument/2006/relationships/slideLayout" Target="../slideLayouts/slideLayout78.xml"/><Relationship Id="rId28" Type="http://schemas.openxmlformats.org/officeDocument/2006/relationships/slideLayout" Target="../slideLayouts/slideLayout83.xml"/><Relationship Id="rId36" Type="http://schemas.openxmlformats.org/officeDocument/2006/relationships/slideLayout" Target="../slideLayouts/slideLayout91.xml"/><Relationship Id="rId49" Type="http://schemas.openxmlformats.org/officeDocument/2006/relationships/slideLayout" Target="../slideLayouts/slideLayout104.xml"/><Relationship Id="rId57" Type="http://schemas.openxmlformats.org/officeDocument/2006/relationships/slideLayout" Target="../slideLayouts/slideLayout112.xml"/><Relationship Id="rId106" Type="http://schemas.openxmlformats.org/officeDocument/2006/relationships/slideLayout" Target="../slideLayouts/slideLayout161.xml"/><Relationship Id="rId114" Type="http://schemas.openxmlformats.org/officeDocument/2006/relationships/slideLayout" Target="../slideLayouts/slideLayout169.xml"/><Relationship Id="rId10" Type="http://schemas.openxmlformats.org/officeDocument/2006/relationships/slideLayout" Target="../slideLayouts/slideLayout65.xml"/><Relationship Id="rId31" Type="http://schemas.openxmlformats.org/officeDocument/2006/relationships/slideLayout" Target="../slideLayouts/slideLayout86.xml"/><Relationship Id="rId44" Type="http://schemas.openxmlformats.org/officeDocument/2006/relationships/slideLayout" Target="../slideLayouts/slideLayout99.xml"/><Relationship Id="rId52" Type="http://schemas.openxmlformats.org/officeDocument/2006/relationships/slideLayout" Target="../slideLayouts/slideLayout107.xml"/><Relationship Id="rId60" Type="http://schemas.openxmlformats.org/officeDocument/2006/relationships/slideLayout" Target="../slideLayouts/slideLayout115.xml"/><Relationship Id="rId65" Type="http://schemas.openxmlformats.org/officeDocument/2006/relationships/slideLayout" Target="../slideLayouts/slideLayout120.xml"/><Relationship Id="rId73" Type="http://schemas.openxmlformats.org/officeDocument/2006/relationships/slideLayout" Target="../slideLayouts/slideLayout128.xml"/><Relationship Id="rId78" Type="http://schemas.openxmlformats.org/officeDocument/2006/relationships/slideLayout" Target="../slideLayouts/slideLayout133.xml"/><Relationship Id="rId81" Type="http://schemas.openxmlformats.org/officeDocument/2006/relationships/slideLayout" Target="../slideLayouts/slideLayout136.xml"/><Relationship Id="rId86" Type="http://schemas.openxmlformats.org/officeDocument/2006/relationships/slideLayout" Target="../slideLayouts/slideLayout141.xml"/><Relationship Id="rId94" Type="http://schemas.openxmlformats.org/officeDocument/2006/relationships/slideLayout" Target="../slideLayouts/slideLayout149.xml"/><Relationship Id="rId99" Type="http://schemas.openxmlformats.org/officeDocument/2006/relationships/slideLayout" Target="../slideLayouts/slideLayout154.xml"/><Relationship Id="rId101" Type="http://schemas.openxmlformats.org/officeDocument/2006/relationships/slideLayout" Target="../slideLayouts/slideLayout156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Relationship Id="rId13" Type="http://schemas.openxmlformats.org/officeDocument/2006/relationships/slideLayout" Target="../slideLayouts/slideLayout68.xml"/><Relationship Id="rId18" Type="http://schemas.openxmlformats.org/officeDocument/2006/relationships/slideLayout" Target="../slideLayouts/slideLayout73.xml"/><Relationship Id="rId39" Type="http://schemas.openxmlformats.org/officeDocument/2006/relationships/slideLayout" Target="../slideLayouts/slideLayout94.xml"/><Relationship Id="rId109" Type="http://schemas.openxmlformats.org/officeDocument/2006/relationships/slideLayout" Target="../slideLayouts/slideLayout164.xml"/><Relationship Id="rId34" Type="http://schemas.openxmlformats.org/officeDocument/2006/relationships/slideLayout" Target="../slideLayouts/slideLayout89.xml"/><Relationship Id="rId50" Type="http://schemas.openxmlformats.org/officeDocument/2006/relationships/slideLayout" Target="../slideLayouts/slideLayout105.xml"/><Relationship Id="rId55" Type="http://schemas.openxmlformats.org/officeDocument/2006/relationships/slideLayout" Target="../slideLayouts/slideLayout110.xml"/><Relationship Id="rId76" Type="http://schemas.openxmlformats.org/officeDocument/2006/relationships/slideLayout" Target="../slideLayouts/slideLayout131.xml"/><Relationship Id="rId97" Type="http://schemas.openxmlformats.org/officeDocument/2006/relationships/slideLayout" Target="../slideLayouts/slideLayout152.xml"/><Relationship Id="rId104" Type="http://schemas.openxmlformats.org/officeDocument/2006/relationships/slideLayout" Target="../slideLayouts/slideLayout159.xml"/><Relationship Id="rId7" Type="http://schemas.openxmlformats.org/officeDocument/2006/relationships/slideLayout" Target="../slideLayouts/slideLayout62.xml"/><Relationship Id="rId71" Type="http://schemas.openxmlformats.org/officeDocument/2006/relationships/slideLayout" Target="../slideLayouts/slideLayout126.xml"/><Relationship Id="rId92" Type="http://schemas.openxmlformats.org/officeDocument/2006/relationships/slideLayout" Target="../slideLayouts/slideLayout147.xml"/><Relationship Id="rId2" Type="http://schemas.openxmlformats.org/officeDocument/2006/relationships/slideLayout" Target="../slideLayouts/slideLayout57.xml"/><Relationship Id="rId29" Type="http://schemas.openxmlformats.org/officeDocument/2006/relationships/slideLayout" Target="../slideLayouts/slideLayout84.xml"/><Relationship Id="rId24" Type="http://schemas.openxmlformats.org/officeDocument/2006/relationships/slideLayout" Target="../slideLayouts/slideLayout79.xml"/><Relationship Id="rId40" Type="http://schemas.openxmlformats.org/officeDocument/2006/relationships/slideLayout" Target="../slideLayouts/slideLayout95.xml"/><Relationship Id="rId45" Type="http://schemas.openxmlformats.org/officeDocument/2006/relationships/slideLayout" Target="../slideLayouts/slideLayout100.xml"/><Relationship Id="rId66" Type="http://schemas.openxmlformats.org/officeDocument/2006/relationships/slideLayout" Target="../slideLayouts/slideLayout121.xml"/><Relationship Id="rId87" Type="http://schemas.openxmlformats.org/officeDocument/2006/relationships/slideLayout" Target="../slideLayouts/slideLayout142.xml"/><Relationship Id="rId110" Type="http://schemas.openxmlformats.org/officeDocument/2006/relationships/slideLayout" Target="../slideLayouts/slideLayout165.xml"/><Relationship Id="rId115" Type="http://schemas.openxmlformats.org/officeDocument/2006/relationships/theme" Target="../theme/theme3.xml"/><Relationship Id="rId61" Type="http://schemas.openxmlformats.org/officeDocument/2006/relationships/slideLayout" Target="../slideLayouts/slideLayout116.xml"/><Relationship Id="rId82" Type="http://schemas.openxmlformats.org/officeDocument/2006/relationships/slideLayout" Target="../slideLayouts/slideLayout137.xml"/><Relationship Id="rId1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69.xml"/><Relationship Id="rId30" Type="http://schemas.openxmlformats.org/officeDocument/2006/relationships/slideLayout" Target="../slideLayouts/slideLayout85.xml"/><Relationship Id="rId35" Type="http://schemas.openxmlformats.org/officeDocument/2006/relationships/slideLayout" Target="../slideLayouts/slideLayout90.xml"/><Relationship Id="rId56" Type="http://schemas.openxmlformats.org/officeDocument/2006/relationships/slideLayout" Target="../slideLayouts/slideLayout111.xml"/><Relationship Id="rId77" Type="http://schemas.openxmlformats.org/officeDocument/2006/relationships/slideLayout" Target="../slideLayouts/slideLayout132.xml"/><Relationship Id="rId100" Type="http://schemas.openxmlformats.org/officeDocument/2006/relationships/slideLayout" Target="../slideLayouts/slideLayout155.xml"/><Relationship Id="rId105" Type="http://schemas.openxmlformats.org/officeDocument/2006/relationships/slideLayout" Target="../slideLayouts/slideLayout160.xml"/><Relationship Id="rId8" Type="http://schemas.openxmlformats.org/officeDocument/2006/relationships/slideLayout" Target="../slideLayouts/slideLayout63.xml"/><Relationship Id="rId51" Type="http://schemas.openxmlformats.org/officeDocument/2006/relationships/slideLayout" Target="../slideLayouts/slideLayout106.xml"/><Relationship Id="rId72" Type="http://schemas.openxmlformats.org/officeDocument/2006/relationships/slideLayout" Target="../slideLayouts/slideLayout127.xml"/><Relationship Id="rId93" Type="http://schemas.openxmlformats.org/officeDocument/2006/relationships/slideLayout" Target="../slideLayouts/slideLayout148.xml"/><Relationship Id="rId98" Type="http://schemas.openxmlformats.org/officeDocument/2006/relationships/slideLayout" Target="../slideLayouts/slideLayout153.xml"/><Relationship Id="rId3" Type="http://schemas.openxmlformats.org/officeDocument/2006/relationships/slideLayout" Target="../slideLayouts/slideLayout58.xml"/><Relationship Id="rId25" Type="http://schemas.openxmlformats.org/officeDocument/2006/relationships/slideLayout" Target="../slideLayouts/slideLayout80.xml"/><Relationship Id="rId46" Type="http://schemas.openxmlformats.org/officeDocument/2006/relationships/slideLayout" Target="../slideLayouts/slideLayout101.xml"/><Relationship Id="rId67" Type="http://schemas.openxmlformats.org/officeDocument/2006/relationships/slideLayout" Target="../slideLayouts/slideLayout122.xml"/><Relationship Id="rId20" Type="http://schemas.openxmlformats.org/officeDocument/2006/relationships/slideLayout" Target="../slideLayouts/slideLayout75.xml"/><Relationship Id="rId41" Type="http://schemas.openxmlformats.org/officeDocument/2006/relationships/slideLayout" Target="../slideLayouts/slideLayout96.xml"/><Relationship Id="rId62" Type="http://schemas.openxmlformats.org/officeDocument/2006/relationships/slideLayout" Target="../slideLayouts/slideLayout117.xml"/><Relationship Id="rId83" Type="http://schemas.openxmlformats.org/officeDocument/2006/relationships/slideLayout" Target="../slideLayouts/slideLayout138.xml"/><Relationship Id="rId88" Type="http://schemas.openxmlformats.org/officeDocument/2006/relationships/slideLayout" Target="../slideLayouts/slideLayout143.xml"/><Relationship Id="rId111" Type="http://schemas.openxmlformats.org/officeDocument/2006/relationships/slideLayout" Target="../slideLayouts/slideLayout16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7.xml"/><Relationship Id="rId3" Type="http://schemas.openxmlformats.org/officeDocument/2006/relationships/slideLayout" Target="../slideLayouts/slideLayout172.xml"/><Relationship Id="rId7" Type="http://schemas.openxmlformats.org/officeDocument/2006/relationships/slideLayout" Target="../slideLayouts/slideLayout176.xml"/><Relationship Id="rId2" Type="http://schemas.openxmlformats.org/officeDocument/2006/relationships/slideLayout" Target="../slideLayouts/slideLayout171.xml"/><Relationship Id="rId1" Type="http://schemas.openxmlformats.org/officeDocument/2006/relationships/slideLayout" Target="../slideLayouts/slideLayout170.xml"/><Relationship Id="rId6" Type="http://schemas.openxmlformats.org/officeDocument/2006/relationships/slideLayout" Target="../slideLayouts/slideLayout175.xml"/><Relationship Id="rId5" Type="http://schemas.openxmlformats.org/officeDocument/2006/relationships/slideLayout" Target="../slideLayouts/slideLayout174.xml"/><Relationship Id="rId4" Type="http://schemas.openxmlformats.org/officeDocument/2006/relationships/slideLayout" Target="../slideLayouts/slideLayout173.xml"/><Relationship Id="rId9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66750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8" r:id="rId7"/>
    <p:sldLayoutId id="2147483669" r:id="rId8"/>
    <p:sldLayoutId id="2147483670" r:id="rId9"/>
    <p:sldLayoutId id="2147483671" r:id="rId10"/>
    <p:sldLayoutId id="2147483673" r:id="rId11"/>
    <p:sldLayoutId id="2147483676" r:id="rId12"/>
    <p:sldLayoutId id="2147484052" r:id="rId13"/>
    <p:sldLayoutId id="2147484053" r:id="rId14"/>
    <p:sldLayoutId id="2147484054" r:id="rId15"/>
    <p:sldLayoutId id="2147484055" r:id="rId16"/>
    <p:sldLayoutId id="2147484056" r:id="rId17"/>
    <p:sldLayoutId id="2147484057" r:id="rId18"/>
    <p:sldLayoutId id="2147484059" r:id="rId19"/>
    <p:sldLayoutId id="2147484062" r:id="rId20"/>
    <p:sldLayoutId id="2147484063" r:id="rId21"/>
    <p:sldLayoutId id="2147484064" r:id="rId22"/>
    <p:sldLayoutId id="2147483994" r:id="rId23"/>
    <p:sldLayoutId id="2147483995" r:id="rId24"/>
    <p:sldLayoutId id="2147483996" r:id="rId25"/>
    <p:sldLayoutId id="2147483997" r:id="rId26"/>
    <p:sldLayoutId id="2147483998" r:id="rId27"/>
    <p:sldLayoutId id="2147483999" r:id="rId28"/>
    <p:sldLayoutId id="2147484000" r:id="rId29"/>
    <p:sldLayoutId id="2147484001" r:id="rId30"/>
    <p:sldLayoutId id="2147484002" r:id="rId31"/>
    <p:sldLayoutId id="2147484003" r:id="rId32"/>
    <p:sldLayoutId id="2147484004" r:id="rId33"/>
    <p:sldLayoutId id="2147484005" r:id="rId34"/>
    <p:sldLayoutId id="2147484006" r:id="rId35"/>
    <p:sldLayoutId id="2147484007" r:id="rId36"/>
    <p:sldLayoutId id="2147484008" r:id="rId37"/>
    <p:sldLayoutId id="2147484367" r:id="rId38"/>
    <p:sldLayoutId id="2147484368" r:id="rId39"/>
    <p:sldLayoutId id="2147484369" r:id="rId40"/>
    <p:sldLayoutId id="2147484370" r:id="rId41"/>
    <p:sldLayoutId id="2147484372" r:id="rId42"/>
    <p:sldLayoutId id="2147484375" r:id="rId43"/>
    <p:sldLayoutId id="2147484376" r:id="rId44"/>
    <p:sldLayoutId id="2147484377" r:id="rId45"/>
    <p:sldLayoutId id="2147484378" r:id="rId46"/>
    <p:sldLayoutId id="2147484379" r:id="rId47"/>
    <p:sldLayoutId id="2147484380" r:id="rId48"/>
    <p:sldLayoutId id="2147484381" r:id="rId49"/>
    <p:sldLayoutId id="2147484478" r:id="rId50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706548" y="1442433"/>
            <a:ext cx="2778902" cy="7001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550" b="1" i="0">
                <a:solidFill>
                  <a:srgbClr val="1E271F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402360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45952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  <p:sldLayoutId id="2147483717" r:id="rId12"/>
    <p:sldLayoutId id="2147483718" r:id="rId13"/>
    <p:sldLayoutId id="2147483719" r:id="rId14"/>
    <p:sldLayoutId id="2147483720" r:id="rId15"/>
    <p:sldLayoutId id="2147483721" r:id="rId16"/>
    <p:sldLayoutId id="2147483722" r:id="rId17"/>
    <p:sldLayoutId id="2147483723" r:id="rId18"/>
    <p:sldLayoutId id="2147483724" r:id="rId19"/>
    <p:sldLayoutId id="2147483725" r:id="rId20"/>
    <p:sldLayoutId id="2147483726" r:id="rId21"/>
    <p:sldLayoutId id="2147483727" r:id="rId22"/>
    <p:sldLayoutId id="2147483728" r:id="rId23"/>
    <p:sldLayoutId id="2147483729" r:id="rId24"/>
    <p:sldLayoutId id="2147483730" r:id="rId25"/>
    <p:sldLayoutId id="2147483731" r:id="rId26"/>
    <p:sldLayoutId id="2147483732" r:id="rId27"/>
    <p:sldLayoutId id="2147483733" r:id="rId28"/>
    <p:sldLayoutId id="2147483734" r:id="rId29"/>
    <p:sldLayoutId id="2147483735" r:id="rId30"/>
    <p:sldLayoutId id="2147483736" r:id="rId31"/>
    <p:sldLayoutId id="2147483737" r:id="rId32"/>
    <p:sldLayoutId id="2147483738" r:id="rId33"/>
    <p:sldLayoutId id="2147483739" r:id="rId34"/>
    <p:sldLayoutId id="2147483740" r:id="rId35"/>
    <p:sldLayoutId id="2147483741" r:id="rId36"/>
    <p:sldLayoutId id="2147483742" r:id="rId37"/>
    <p:sldLayoutId id="2147483743" r:id="rId38"/>
    <p:sldLayoutId id="2147483744" r:id="rId39"/>
    <p:sldLayoutId id="2147483745" r:id="rId40"/>
    <p:sldLayoutId id="2147483746" r:id="rId41"/>
    <p:sldLayoutId id="2147483747" r:id="rId42"/>
    <p:sldLayoutId id="2147483748" r:id="rId43"/>
    <p:sldLayoutId id="2147483749" r:id="rId44"/>
    <p:sldLayoutId id="2147483750" r:id="rId45"/>
    <p:sldLayoutId id="2147483751" r:id="rId46"/>
    <p:sldLayoutId id="2147483752" r:id="rId47"/>
    <p:sldLayoutId id="2147483753" r:id="rId48"/>
    <p:sldLayoutId id="2147483754" r:id="rId49"/>
    <p:sldLayoutId id="2147483755" r:id="rId50"/>
    <p:sldLayoutId id="2147483756" r:id="rId51"/>
    <p:sldLayoutId id="2147483757" r:id="rId52"/>
    <p:sldLayoutId id="2147483758" r:id="rId53"/>
    <p:sldLayoutId id="2147483759" r:id="rId54"/>
    <p:sldLayoutId id="2147483760" r:id="rId55"/>
    <p:sldLayoutId id="2147483762" r:id="rId56"/>
    <p:sldLayoutId id="2147483763" r:id="rId57"/>
    <p:sldLayoutId id="2147483764" r:id="rId58"/>
    <p:sldLayoutId id="2147483765" r:id="rId59"/>
    <p:sldLayoutId id="2147483766" r:id="rId60"/>
    <p:sldLayoutId id="2147483767" r:id="rId61"/>
    <p:sldLayoutId id="2147483794" r:id="rId62"/>
    <p:sldLayoutId id="2147483795" r:id="rId63"/>
    <p:sldLayoutId id="2147483796" r:id="rId64"/>
    <p:sldLayoutId id="2147483797" r:id="rId65"/>
    <p:sldLayoutId id="2147483798" r:id="rId66"/>
    <p:sldLayoutId id="2147483799" r:id="rId67"/>
    <p:sldLayoutId id="2147483800" r:id="rId68"/>
    <p:sldLayoutId id="2147483801" r:id="rId69"/>
    <p:sldLayoutId id="2147483802" r:id="rId70"/>
    <p:sldLayoutId id="2147483803" r:id="rId71"/>
    <p:sldLayoutId id="2147483804" r:id="rId72"/>
    <p:sldLayoutId id="2147483805" r:id="rId73"/>
    <p:sldLayoutId id="2147483806" r:id="rId74"/>
    <p:sldLayoutId id="2147483807" r:id="rId75"/>
    <p:sldLayoutId id="2147483808" r:id="rId76"/>
    <p:sldLayoutId id="2147483809" r:id="rId77"/>
    <p:sldLayoutId id="2147483810" r:id="rId78"/>
    <p:sldLayoutId id="2147483812" r:id="rId79"/>
    <p:sldLayoutId id="2147483814" r:id="rId80"/>
    <p:sldLayoutId id="2147483816" r:id="rId81"/>
    <p:sldLayoutId id="2147483818" r:id="rId82"/>
    <p:sldLayoutId id="2147483819" r:id="rId83"/>
    <p:sldLayoutId id="2147483823" r:id="rId84"/>
    <p:sldLayoutId id="2147483824" r:id="rId85"/>
    <p:sldLayoutId id="2147483826" r:id="rId86"/>
    <p:sldLayoutId id="2147483827" r:id="rId87"/>
    <p:sldLayoutId id="2147483828" r:id="rId88"/>
    <p:sldLayoutId id="2147483829" r:id="rId89"/>
    <p:sldLayoutId id="2147483830" r:id="rId90"/>
    <p:sldLayoutId id="2147483831" r:id="rId91"/>
    <p:sldLayoutId id="2147483832" r:id="rId92"/>
    <p:sldLayoutId id="2147483833" r:id="rId93"/>
    <p:sldLayoutId id="2147483834" r:id="rId94"/>
    <p:sldLayoutId id="2147483835" r:id="rId95"/>
    <p:sldLayoutId id="2147483836" r:id="rId96"/>
    <p:sldLayoutId id="2147483837" r:id="rId97"/>
    <p:sldLayoutId id="2147483838" r:id="rId98"/>
    <p:sldLayoutId id="2147483839" r:id="rId99"/>
    <p:sldLayoutId id="2147483840" r:id="rId100"/>
    <p:sldLayoutId id="2147483841" r:id="rId101"/>
    <p:sldLayoutId id="2147483842" r:id="rId102"/>
    <p:sldLayoutId id="2147483843" r:id="rId103"/>
    <p:sldLayoutId id="2147483844" r:id="rId104"/>
    <p:sldLayoutId id="2147483845" r:id="rId105"/>
    <p:sldLayoutId id="2147483846" r:id="rId106"/>
    <p:sldLayoutId id="2147483847" r:id="rId107"/>
    <p:sldLayoutId id="2147483848" r:id="rId108"/>
    <p:sldLayoutId id="2147483850" r:id="rId109"/>
    <p:sldLayoutId id="2147483853" r:id="rId110"/>
    <p:sldLayoutId id="2147483854" r:id="rId111"/>
    <p:sldLayoutId id="2147483855" r:id="rId112"/>
    <p:sldLayoutId id="2147483913" r:id="rId113"/>
    <p:sldLayoutId id="2147483986" r:id="rId114"/>
  </p:sldLayoutIdLst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437501" eaLnBrk="1" hangingPunct="1">
        <a:defRPr>
          <a:latin typeface="+mn-lt"/>
          <a:ea typeface="+mn-ea"/>
          <a:cs typeface="+mn-cs"/>
        </a:defRPr>
      </a:lvl2pPr>
      <a:lvl3pPr marL="875002" eaLnBrk="1" hangingPunct="1">
        <a:defRPr>
          <a:latin typeface="+mn-lt"/>
          <a:ea typeface="+mn-ea"/>
          <a:cs typeface="+mn-cs"/>
        </a:defRPr>
      </a:lvl3pPr>
      <a:lvl4pPr marL="1312503" eaLnBrk="1" hangingPunct="1">
        <a:defRPr>
          <a:latin typeface="+mn-lt"/>
          <a:ea typeface="+mn-ea"/>
          <a:cs typeface="+mn-cs"/>
        </a:defRPr>
      </a:lvl4pPr>
      <a:lvl5pPr marL="1750006" eaLnBrk="1" hangingPunct="1">
        <a:defRPr>
          <a:latin typeface="+mn-lt"/>
          <a:ea typeface="+mn-ea"/>
          <a:cs typeface="+mn-cs"/>
        </a:defRPr>
      </a:lvl5pPr>
      <a:lvl6pPr marL="2187507" eaLnBrk="1" hangingPunct="1">
        <a:defRPr>
          <a:latin typeface="+mn-lt"/>
          <a:ea typeface="+mn-ea"/>
          <a:cs typeface="+mn-cs"/>
        </a:defRPr>
      </a:lvl6pPr>
      <a:lvl7pPr marL="2625008" eaLnBrk="1" hangingPunct="1">
        <a:defRPr>
          <a:latin typeface="+mn-lt"/>
          <a:ea typeface="+mn-ea"/>
          <a:cs typeface="+mn-cs"/>
        </a:defRPr>
      </a:lvl7pPr>
      <a:lvl8pPr marL="3062510" eaLnBrk="1" hangingPunct="1">
        <a:defRPr>
          <a:latin typeface="+mn-lt"/>
          <a:ea typeface="+mn-ea"/>
          <a:cs typeface="+mn-cs"/>
        </a:defRPr>
      </a:lvl8pPr>
      <a:lvl9pPr marL="3500011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437501" eaLnBrk="1" hangingPunct="1">
        <a:defRPr>
          <a:latin typeface="+mn-lt"/>
          <a:ea typeface="+mn-ea"/>
          <a:cs typeface="+mn-cs"/>
        </a:defRPr>
      </a:lvl2pPr>
      <a:lvl3pPr marL="875002" eaLnBrk="1" hangingPunct="1">
        <a:defRPr>
          <a:latin typeface="+mn-lt"/>
          <a:ea typeface="+mn-ea"/>
          <a:cs typeface="+mn-cs"/>
        </a:defRPr>
      </a:lvl3pPr>
      <a:lvl4pPr marL="1312503" eaLnBrk="1" hangingPunct="1">
        <a:defRPr>
          <a:latin typeface="+mn-lt"/>
          <a:ea typeface="+mn-ea"/>
          <a:cs typeface="+mn-cs"/>
        </a:defRPr>
      </a:lvl4pPr>
      <a:lvl5pPr marL="1750006" eaLnBrk="1" hangingPunct="1">
        <a:defRPr>
          <a:latin typeface="+mn-lt"/>
          <a:ea typeface="+mn-ea"/>
          <a:cs typeface="+mn-cs"/>
        </a:defRPr>
      </a:lvl5pPr>
      <a:lvl6pPr marL="2187507" eaLnBrk="1" hangingPunct="1">
        <a:defRPr>
          <a:latin typeface="+mn-lt"/>
          <a:ea typeface="+mn-ea"/>
          <a:cs typeface="+mn-cs"/>
        </a:defRPr>
      </a:lvl6pPr>
      <a:lvl7pPr marL="2625008" eaLnBrk="1" hangingPunct="1">
        <a:defRPr>
          <a:latin typeface="+mn-lt"/>
          <a:ea typeface="+mn-ea"/>
          <a:cs typeface="+mn-cs"/>
        </a:defRPr>
      </a:lvl7pPr>
      <a:lvl8pPr marL="3062510" eaLnBrk="1" hangingPunct="1">
        <a:defRPr>
          <a:latin typeface="+mn-lt"/>
          <a:ea typeface="+mn-ea"/>
          <a:cs typeface="+mn-cs"/>
        </a:defRPr>
      </a:lvl8pPr>
      <a:lvl9pPr marL="3500011" eaLnBrk="1" hangingPunct="1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6309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887306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8" r:id="rId1"/>
    <p:sldLayoutId id="2147484359" r:id="rId2"/>
    <p:sldLayoutId id="2147484360" r:id="rId3"/>
    <p:sldLayoutId id="2147484361" r:id="rId4"/>
    <p:sldLayoutId id="2147484362" r:id="rId5"/>
    <p:sldLayoutId id="2147484363" r:id="rId6"/>
    <p:sldLayoutId id="2147484364" r:id="rId7"/>
    <p:sldLayoutId id="2147484365" r:id="rId8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6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76.xml"/><Relationship Id="rId5" Type="http://schemas.microsoft.com/office/2007/relationships/hdphoto" Target="../media/hdphoto1.wdp"/><Relationship Id="rId4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5.jpeg"/><Relationship Id="rId18" Type="http://schemas.openxmlformats.org/officeDocument/2006/relationships/image" Target="../media/image18.png"/><Relationship Id="rId26" Type="http://schemas.openxmlformats.org/officeDocument/2006/relationships/image" Target="../media/image24.jpeg"/><Relationship Id="rId39" Type="http://schemas.openxmlformats.org/officeDocument/2006/relationships/image" Target="../media/image32.jpeg"/><Relationship Id="rId21" Type="http://schemas.microsoft.com/office/2007/relationships/hdphoto" Target="../media/hdphoto8.wdp"/><Relationship Id="rId34" Type="http://schemas.openxmlformats.org/officeDocument/2006/relationships/image" Target="../media/image29.png"/><Relationship Id="rId42" Type="http://schemas.openxmlformats.org/officeDocument/2006/relationships/image" Target="../media/image34.png"/><Relationship Id="rId47" Type="http://schemas.openxmlformats.org/officeDocument/2006/relationships/image" Target="../media/image37.png"/><Relationship Id="rId50" Type="http://schemas.openxmlformats.org/officeDocument/2006/relationships/image" Target="../media/image39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7.png"/><Relationship Id="rId29" Type="http://schemas.openxmlformats.org/officeDocument/2006/relationships/image" Target="../media/image26.png"/><Relationship Id="rId11" Type="http://schemas.openxmlformats.org/officeDocument/2006/relationships/image" Target="../media/image14.png"/><Relationship Id="rId24" Type="http://schemas.openxmlformats.org/officeDocument/2006/relationships/image" Target="../media/image22.png"/><Relationship Id="rId32" Type="http://schemas.microsoft.com/office/2007/relationships/hdphoto" Target="../media/hdphoto12.wdp"/><Relationship Id="rId37" Type="http://schemas.microsoft.com/office/2007/relationships/hdphoto" Target="../media/hdphoto14.wdp"/><Relationship Id="rId40" Type="http://schemas.openxmlformats.org/officeDocument/2006/relationships/image" Target="../media/image33.png"/><Relationship Id="rId45" Type="http://schemas.openxmlformats.org/officeDocument/2006/relationships/image" Target="../media/image36.png"/><Relationship Id="rId5" Type="http://schemas.openxmlformats.org/officeDocument/2006/relationships/image" Target="../media/image11.png"/><Relationship Id="rId15" Type="http://schemas.microsoft.com/office/2007/relationships/hdphoto" Target="../media/hdphoto6.wdp"/><Relationship Id="rId23" Type="http://schemas.microsoft.com/office/2007/relationships/hdphoto" Target="../media/hdphoto9.wdp"/><Relationship Id="rId28" Type="http://schemas.microsoft.com/office/2007/relationships/hdphoto" Target="../media/hdphoto10.wdp"/><Relationship Id="rId36" Type="http://schemas.openxmlformats.org/officeDocument/2006/relationships/image" Target="../media/image30.png"/><Relationship Id="rId49" Type="http://schemas.openxmlformats.org/officeDocument/2006/relationships/image" Target="../media/image38.png"/><Relationship Id="rId10" Type="http://schemas.microsoft.com/office/2007/relationships/hdphoto" Target="../media/hdphoto4.wdp"/><Relationship Id="rId19" Type="http://schemas.openxmlformats.org/officeDocument/2006/relationships/image" Target="../media/image19.jpeg"/><Relationship Id="rId31" Type="http://schemas.openxmlformats.org/officeDocument/2006/relationships/image" Target="../media/image27.png"/><Relationship Id="rId44" Type="http://schemas.openxmlformats.org/officeDocument/2006/relationships/image" Target="../media/image35.jpeg"/><Relationship Id="rId52" Type="http://schemas.openxmlformats.org/officeDocument/2006/relationships/image" Target="../media/image40.jpeg"/><Relationship Id="rId4" Type="http://schemas.openxmlformats.org/officeDocument/2006/relationships/image" Target="../media/image10.jpeg"/><Relationship Id="rId9" Type="http://schemas.openxmlformats.org/officeDocument/2006/relationships/image" Target="../media/image13.png"/><Relationship Id="rId14" Type="http://schemas.openxmlformats.org/officeDocument/2006/relationships/image" Target="../media/image16.png"/><Relationship Id="rId22" Type="http://schemas.openxmlformats.org/officeDocument/2006/relationships/image" Target="../media/image21.png"/><Relationship Id="rId27" Type="http://schemas.openxmlformats.org/officeDocument/2006/relationships/image" Target="../media/image25.png"/><Relationship Id="rId30" Type="http://schemas.microsoft.com/office/2007/relationships/hdphoto" Target="../media/hdphoto11.wdp"/><Relationship Id="rId35" Type="http://schemas.microsoft.com/office/2007/relationships/hdphoto" Target="../media/hdphoto13.wdp"/><Relationship Id="rId43" Type="http://schemas.microsoft.com/office/2007/relationships/hdphoto" Target="../media/hdphoto16.wdp"/><Relationship Id="rId48" Type="http://schemas.microsoft.com/office/2007/relationships/hdphoto" Target="../media/hdphoto18.wdp"/><Relationship Id="rId8" Type="http://schemas.microsoft.com/office/2007/relationships/hdphoto" Target="../media/hdphoto3.wdp"/><Relationship Id="rId51" Type="http://schemas.microsoft.com/office/2007/relationships/hdphoto" Target="../media/hdphoto19.wdp"/><Relationship Id="rId3" Type="http://schemas.openxmlformats.org/officeDocument/2006/relationships/image" Target="../media/image9.jpeg"/><Relationship Id="rId12" Type="http://schemas.microsoft.com/office/2007/relationships/hdphoto" Target="../media/hdphoto5.wdp"/><Relationship Id="rId17" Type="http://schemas.microsoft.com/office/2007/relationships/hdphoto" Target="../media/hdphoto7.wdp"/><Relationship Id="rId25" Type="http://schemas.openxmlformats.org/officeDocument/2006/relationships/image" Target="../media/image23.png"/><Relationship Id="rId33" Type="http://schemas.openxmlformats.org/officeDocument/2006/relationships/image" Target="../media/image28.jpeg"/><Relationship Id="rId38" Type="http://schemas.openxmlformats.org/officeDocument/2006/relationships/image" Target="../media/image31.jpeg"/><Relationship Id="rId46" Type="http://schemas.microsoft.com/office/2007/relationships/hdphoto" Target="../media/hdphoto17.wdp"/><Relationship Id="rId20" Type="http://schemas.openxmlformats.org/officeDocument/2006/relationships/image" Target="../media/image20.png"/><Relationship Id="rId41" Type="http://schemas.microsoft.com/office/2007/relationships/hdphoto" Target="../media/hdphoto15.wdp"/><Relationship Id="rId1" Type="http://schemas.openxmlformats.org/officeDocument/2006/relationships/slideLayout" Target="../slideLayouts/slideLayout50.xml"/><Relationship Id="rId6" Type="http://schemas.microsoft.com/office/2007/relationships/hdphoto" Target="../media/hdphoto2.wdp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jpeg"/><Relationship Id="rId3" Type="http://schemas.openxmlformats.org/officeDocument/2006/relationships/image" Target="../media/image41.png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44.jpeg"/><Relationship Id="rId5" Type="http://schemas.openxmlformats.org/officeDocument/2006/relationships/image" Target="../media/image43.jpeg"/><Relationship Id="rId4" Type="http://schemas.openxmlformats.org/officeDocument/2006/relationships/image" Target="../media/image42.jp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54.xml"/><Relationship Id="rId5" Type="http://schemas.openxmlformats.org/officeDocument/2006/relationships/image" Target="../media/image50.svg"/><Relationship Id="rId4" Type="http://schemas.openxmlformats.org/officeDocument/2006/relationships/image" Target="../media/image4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svg"/><Relationship Id="rId1" Type="http://schemas.openxmlformats.org/officeDocument/2006/relationships/slideLayout" Target="../slideLayouts/slideLayout8.xml"/><Relationship Id="rId4" Type="http://schemas.microsoft.com/office/2007/relationships/hdphoto" Target="../media/hdphoto20.wdp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sv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.xml"/><Relationship Id="rId4" Type="http://schemas.openxmlformats.org/officeDocument/2006/relationships/chart" Target="../charts/char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56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55.jpeg"/><Relationship Id="rId5" Type="http://schemas.openxmlformats.org/officeDocument/2006/relationships/image" Target="../media/image54.jpeg"/><Relationship Id="rId4" Type="http://schemas.openxmlformats.org/officeDocument/2006/relationships/notesSlide" Target="../notesSlides/notesSlide7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jpeg"/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57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56.png"/><Relationship Id="rId5" Type="http://schemas.openxmlformats.org/officeDocument/2006/relationships/image" Target="../media/image58.jpeg"/><Relationship Id="rId4" Type="http://schemas.openxmlformats.org/officeDocument/2006/relationships/notesSlide" Target="../notesSlides/notesSlide8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png"/><Relationship Id="rId3" Type="http://schemas.openxmlformats.org/officeDocument/2006/relationships/image" Target="../media/image61.png"/><Relationship Id="rId7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63.png"/><Relationship Id="rId11" Type="http://schemas.openxmlformats.org/officeDocument/2006/relationships/image" Target="../media/image68.png"/><Relationship Id="rId5" Type="http://schemas.microsoft.com/office/2007/relationships/hdphoto" Target="../media/hdphoto21.wdp"/><Relationship Id="rId10" Type="http://schemas.openxmlformats.org/officeDocument/2006/relationships/image" Target="../media/image67.png"/><Relationship Id="rId4" Type="http://schemas.openxmlformats.org/officeDocument/2006/relationships/image" Target="../media/image62.png"/><Relationship Id="rId9" Type="http://schemas.openxmlformats.org/officeDocument/2006/relationships/image" Target="../media/image6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4F49F8-CA68-1768-C35F-DCC821E4D6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67712A4B-54BB-316F-9907-32F786FAC8F7}"/>
              </a:ext>
            </a:extLst>
          </p:cNvPr>
          <p:cNvPicPr>
            <a:picLocks noGrp="1" noChangeAspect="1"/>
          </p:cNvPicPr>
          <p:nvPr>
            <p:ph type="pic" sz="quarter" idx="27"/>
          </p:nvPr>
        </p:nvPicPr>
        <p:blipFill>
          <a:blip r:embed="rId2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654" b="7654"/>
          <a:stretch/>
        </p:blipFill>
        <p:spPr>
          <a:xfrm flipH="1">
            <a:off x="0" y="0"/>
            <a:ext cx="12192000" cy="6858000"/>
          </a:xfrm>
          <a:prstGeom prst="rect">
            <a:avLst/>
          </a:prstGeom>
        </p:spPr>
      </p:pic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31E1651F-E229-4972-37E7-AC04097691A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652760" y="5927209"/>
            <a:ext cx="1131252" cy="553998"/>
          </a:xfrm>
        </p:spPr>
        <p:txBody>
          <a:bodyPr anchor="b" anchorCtr="0"/>
          <a:lstStyle/>
          <a:p>
            <a:pPr algn="r"/>
            <a:r>
              <a:rPr lang="pt-BR" sz="1800" b="1"/>
              <a:t>TIVIO</a:t>
            </a:r>
            <a:br>
              <a:rPr lang="pt-BR" sz="1800"/>
            </a:br>
            <a:r>
              <a:rPr lang="pt-BR" sz="1800"/>
              <a:t>CRÉDITO</a:t>
            </a:r>
          </a:p>
        </p:txBody>
      </p:sp>
      <p:pic>
        <p:nvPicPr>
          <p:cNvPr id="12" name="Picture 8">
            <a:extLst>
              <a:ext uri="{FF2B5EF4-FFF2-40B4-BE49-F238E27FC236}">
                <a16:creationId xmlns:a16="http://schemas.microsoft.com/office/drawing/2014/main" id="{7B58F5E6-8C34-1207-445B-2C56343D3E90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10804034" y="366854"/>
            <a:ext cx="1029674" cy="445893"/>
          </a:xfrm>
          <a:prstGeom prst="rect">
            <a:avLst/>
          </a:prstGeom>
        </p:spPr>
      </p:pic>
      <p:pic>
        <p:nvPicPr>
          <p:cNvPr id="16" name="Graphic 15">
            <a:extLst>
              <a:ext uri="{FF2B5EF4-FFF2-40B4-BE49-F238E27FC236}">
                <a16:creationId xmlns:a16="http://schemas.microsoft.com/office/drawing/2014/main" id="{4CD08DD7-E93B-39B8-4CD4-364F3662C1D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7143" y="2742803"/>
            <a:ext cx="6373707" cy="686197"/>
          </a:xfrm>
          <a:prstGeom prst="rect">
            <a:avLst/>
          </a:prstGeom>
        </p:spPr>
      </p:pic>
      <p:sp>
        <p:nvSpPr>
          <p:cNvPr id="6" name="Text Placeholder 14">
            <a:extLst>
              <a:ext uri="{FF2B5EF4-FFF2-40B4-BE49-F238E27FC236}">
                <a16:creationId xmlns:a16="http://schemas.microsoft.com/office/drawing/2014/main" id="{56CE74AE-EE46-16F8-C3DD-624CF901214C}"/>
              </a:ext>
            </a:extLst>
          </p:cNvPr>
          <p:cNvSpPr txBox="1">
            <a:spLocks/>
          </p:cNvSpPr>
          <p:nvPr/>
        </p:nvSpPr>
        <p:spPr>
          <a:xfrm>
            <a:off x="407987" y="5935702"/>
            <a:ext cx="11376025" cy="553998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 marL="0" marR="254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800">
                <a:solidFill>
                  <a:srgbClr val="FFFFFF"/>
                </a:solidFill>
                <a:latin typeface="Versos"/>
              </a:rPr>
              <a:t>Setembro </a:t>
            </a: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sym typeface="Arial"/>
              </a:rPr>
              <a:t>de 2026</a:t>
            </a:r>
            <a:endParaRPr lang="pt-BR" dirty="0">
              <a:latin typeface="Versos"/>
            </a:endParaRPr>
          </a:p>
        </p:txBody>
      </p:sp>
    </p:spTree>
    <p:extLst>
      <p:ext uri="{BB962C8B-B14F-4D97-AF65-F5344CB8AC3E}">
        <p14:creationId xmlns:p14="http://schemas.microsoft.com/office/powerpoint/2010/main" val="69342833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4D81C-126D-8E06-FD25-407A6316C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">
            <a:extLst>
              <a:ext uri="{FF2B5EF4-FFF2-40B4-BE49-F238E27FC236}">
                <a16:creationId xmlns:a16="http://schemas.microsoft.com/office/drawing/2014/main" id="{58451C93-7DBF-5D36-B4A9-99DBFC011B4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2" t="4350" r="2346"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grpSp>
        <p:nvGrpSpPr>
          <p:cNvPr id="13" name="frase-destaque">
            <a:extLst>
              <a:ext uri="{FF2B5EF4-FFF2-40B4-BE49-F238E27FC236}">
                <a16:creationId xmlns:a16="http://schemas.microsoft.com/office/drawing/2014/main" id="{77A01888-88AC-BCCD-CFD7-A4444EB45DC9}"/>
              </a:ext>
            </a:extLst>
          </p:cNvPr>
          <p:cNvGrpSpPr/>
          <p:nvPr/>
        </p:nvGrpSpPr>
        <p:grpSpPr>
          <a:xfrm>
            <a:off x="6348738" y="978973"/>
            <a:ext cx="4555414" cy="2141976"/>
            <a:chOff x="6348738" y="678267"/>
            <a:chExt cx="4555414" cy="2141976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4284237-ADFA-22A5-793A-065A467EC1C3}"/>
                </a:ext>
              </a:extLst>
            </p:cNvPr>
            <p:cNvGrpSpPr/>
            <p:nvPr/>
          </p:nvGrpSpPr>
          <p:grpSpPr>
            <a:xfrm>
              <a:off x="6529676" y="1952575"/>
              <a:ext cx="4193538" cy="867668"/>
              <a:chOff x="6724902" y="1889019"/>
              <a:chExt cx="4193538" cy="867668"/>
            </a:xfrm>
          </p:grpSpPr>
          <p:sp>
            <p:nvSpPr>
              <p:cNvPr id="25" name="texto">
                <a:extLst>
                  <a:ext uri="{FF2B5EF4-FFF2-40B4-BE49-F238E27FC236}">
                    <a16:creationId xmlns:a16="http://schemas.microsoft.com/office/drawing/2014/main" id="{C8C2820F-7BB9-AB0C-C250-74966247A4AB}"/>
                  </a:ext>
                </a:extLst>
              </p:cNvPr>
              <p:cNvSpPr/>
              <p:nvPr/>
            </p:nvSpPr>
            <p:spPr>
              <a:xfrm>
                <a:off x="9322625" y="2089006"/>
                <a:ext cx="1595815" cy="6676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Versos"/>
                    <a:sym typeface="Arial"/>
                  </a:rPr>
                  <a:t>A 2ª maior instituição financeira do Brasil</a:t>
                </a:r>
                <a:endParaRPr kumimoji="0" lang="en-GB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Versos"/>
                  <a:sym typeface="Arial"/>
                </a:endParaRPr>
              </a:p>
            </p:txBody>
          </p:sp>
          <p:pic>
            <p:nvPicPr>
              <p:cNvPr id="28" name="bradesco">
                <a:extLst>
                  <a:ext uri="{FF2B5EF4-FFF2-40B4-BE49-F238E27FC236}">
                    <a16:creationId xmlns:a16="http://schemas.microsoft.com/office/drawing/2014/main" id="{3C1CBFF2-D1C1-3028-1C6C-3312A2D9BC27}"/>
                  </a:ext>
                </a:extLst>
              </p:cNvPr>
              <p:cNvPicPr/>
              <p:nvPr/>
            </p:nvPicPr>
            <p:blipFill>
              <a:blip r:embed="rId4" cstate="hqprint"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724902" y="1889019"/>
                <a:ext cx="2597723" cy="842095"/>
              </a:xfrm>
              <a:prstGeom prst="rect">
                <a:avLst/>
              </a:prstGeom>
            </p:spPr>
          </p:pic>
        </p:grpSp>
        <p:sp>
          <p:nvSpPr>
            <p:cNvPr id="6" name="texto">
              <a:extLst>
                <a:ext uri="{FF2B5EF4-FFF2-40B4-BE49-F238E27FC236}">
                  <a16:creationId xmlns:a16="http://schemas.microsoft.com/office/drawing/2014/main" id="{E580E9F2-3BCF-2069-ED91-9FA9DDFABD74}"/>
                </a:ext>
              </a:extLst>
            </p:cNvPr>
            <p:cNvSpPr txBox="1"/>
            <p:nvPr/>
          </p:nvSpPr>
          <p:spPr>
            <a:xfrm>
              <a:off x="6348738" y="678267"/>
              <a:ext cx="4555414" cy="130082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7701" marR="3081" lvl="0" indent="0" algn="ctr" defTabSz="554466" rtl="0" eaLnBrk="1" fontAlgn="auto" latinLnBrk="0" hangingPunct="1">
                <a:lnSpc>
                  <a:spcPct val="100000"/>
                </a:lnSpc>
                <a:spcBef>
                  <a:spcPts val="64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Estamos entre as maiores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gestoras de investimentos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do Brasil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,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uma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empresa</a:t>
              </a: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</p:grpSp>
      <p:sp>
        <p:nvSpPr>
          <p:cNvPr id="10" name="base">
            <a:extLst>
              <a:ext uri="{FF2B5EF4-FFF2-40B4-BE49-F238E27FC236}">
                <a16:creationId xmlns:a16="http://schemas.microsoft.com/office/drawing/2014/main" id="{6C97D18A-E100-16AF-293D-A7B55250A0A6}"/>
              </a:ext>
            </a:extLst>
          </p:cNvPr>
          <p:cNvSpPr/>
          <p:nvPr/>
        </p:nvSpPr>
        <p:spPr>
          <a:xfrm>
            <a:off x="8791745" y="3533633"/>
            <a:ext cx="2427829" cy="2388157"/>
          </a:xfrm>
          <a:prstGeom prst="roundRect">
            <a:avLst>
              <a:gd name="adj" fmla="val 10177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0" name="texto">
            <a:extLst>
              <a:ext uri="{FF2B5EF4-FFF2-40B4-BE49-F238E27FC236}">
                <a16:creationId xmlns:a16="http://schemas.microsoft.com/office/drawing/2014/main" id="{B043FD76-09F2-AF8C-23B9-5DEC9B2D3617}"/>
              </a:ext>
            </a:extLst>
          </p:cNvPr>
          <p:cNvSpPr txBox="1">
            <a:spLocks/>
          </p:cNvSpPr>
          <p:nvPr/>
        </p:nvSpPr>
        <p:spPr>
          <a:xfrm>
            <a:off x="9116826" y="4672371"/>
            <a:ext cx="1777666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Fundos de investimento desde a criação</a:t>
            </a:r>
          </a:p>
        </p:txBody>
      </p:sp>
      <p:sp>
        <p:nvSpPr>
          <p:cNvPr id="31" name="fundos_criacao">
            <a:extLst>
              <a:ext uri="{FF2B5EF4-FFF2-40B4-BE49-F238E27FC236}">
                <a16:creationId xmlns:a16="http://schemas.microsoft.com/office/drawing/2014/main" id="{B5F376A1-3D5D-E5B6-1B49-EF21F2E558B8}"/>
              </a:ext>
            </a:extLst>
          </p:cNvPr>
          <p:cNvSpPr txBox="1">
            <a:spLocks/>
          </p:cNvSpPr>
          <p:nvPr/>
        </p:nvSpPr>
        <p:spPr>
          <a:xfrm>
            <a:off x="9116826" y="4009162"/>
            <a:ext cx="1777666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+135</a:t>
            </a:r>
            <a:endParaRPr kumimoji="0" lang="pt-BR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9" name="base">
            <a:extLst>
              <a:ext uri="{FF2B5EF4-FFF2-40B4-BE49-F238E27FC236}">
                <a16:creationId xmlns:a16="http://schemas.microsoft.com/office/drawing/2014/main" id="{C772FA42-06EA-3B34-2AC2-37A37EBDCECD}"/>
              </a:ext>
            </a:extLst>
          </p:cNvPr>
          <p:cNvSpPr/>
          <p:nvPr/>
        </p:nvSpPr>
        <p:spPr>
          <a:xfrm>
            <a:off x="618530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7" name="texto">
            <a:extLst>
              <a:ext uri="{FF2B5EF4-FFF2-40B4-BE49-F238E27FC236}">
                <a16:creationId xmlns:a16="http://schemas.microsoft.com/office/drawing/2014/main" id="{162574FA-37D3-2095-E7F4-79EF5FDC0E3F}"/>
              </a:ext>
            </a:extLst>
          </p:cNvPr>
          <p:cNvSpPr txBox="1">
            <a:spLocks/>
          </p:cNvSpPr>
          <p:nvPr/>
        </p:nvSpPr>
        <p:spPr>
          <a:xfrm>
            <a:off x="6574221" y="4672371"/>
            <a:ext cx="1649998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Proﬁssionais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pt-BR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9" name="profissionais">
            <a:extLst>
              <a:ext uri="{FF2B5EF4-FFF2-40B4-BE49-F238E27FC236}">
                <a16:creationId xmlns:a16="http://schemas.microsoft.com/office/drawing/2014/main" id="{A7FB7710-A1DF-D8FE-A0AA-5C18F5653E24}"/>
              </a:ext>
            </a:extLst>
          </p:cNvPr>
          <p:cNvSpPr txBox="1">
            <a:spLocks/>
          </p:cNvSpPr>
          <p:nvPr/>
        </p:nvSpPr>
        <p:spPr>
          <a:xfrm>
            <a:off x="6574221" y="4009162"/>
            <a:ext cx="1649998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+75</a:t>
            </a:r>
          </a:p>
        </p:txBody>
      </p:sp>
      <p:sp>
        <p:nvSpPr>
          <p:cNvPr id="8" name="base">
            <a:extLst>
              <a:ext uri="{FF2B5EF4-FFF2-40B4-BE49-F238E27FC236}">
                <a16:creationId xmlns:a16="http://schemas.microsoft.com/office/drawing/2014/main" id="{45119BE1-4748-C64D-05D3-FAC4C9EEB6A7}"/>
              </a:ext>
            </a:extLst>
          </p:cNvPr>
          <p:cNvSpPr/>
          <p:nvPr/>
        </p:nvSpPr>
        <p:spPr>
          <a:xfrm>
            <a:off x="357886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2" name="texto">
            <a:extLst>
              <a:ext uri="{FF2B5EF4-FFF2-40B4-BE49-F238E27FC236}">
                <a16:creationId xmlns:a16="http://schemas.microsoft.com/office/drawing/2014/main" id="{012BBE19-3EF8-991C-934E-B87BEA7078D1}"/>
              </a:ext>
            </a:extLst>
          </p:cNvPr>
          <p:cNvSpPr txBox="1">
            <a:spLocks/>
          </p:cNvSpPr>
          <p:nvPr/>
        </p:nvSpPr>
        <p:spPr>
          <a:xfrm>
            <a:off x="3867285" y="4672371"/>
            <a:ext cx="1850990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dirty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Anos de </a:t>
            </a:r>
            <a:br>
              <a:rPr kumimoji="0" lang="en-US" sz="1800" b="0" i="0" u="none" strike="noStrike" kern="0" cap="none" spc="-6" normalizeH="0" baseline="0" noProof="0" dirty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dirty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história</a:t>
            </a:r>
            <a:endParaRPr kumimoji="0" lang="en-US" sz="1800" b="0" i="0" u="none" strike="noStrike" kern="0" cap="none" spc="-6" normalizeH="0" baseline="0" noProof="0" dirty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33" name="anos_historia">
            <a:extLst>
              <a:ext uri="{FF2B5EF4-FFF2-40B4-BE49-F238E27FC236}">
                <a16:creationId xmlns:a16="http://schemas.microsoft.com/office/drawing/2014/main" id="{D7CCF729-3F3F-304E-4496-0ED828696854}"/>
              </a:ext>
            </a:extLst>
          </p:cNvPr>
          <p:cNvSpPr txBox="1">
            <a:spLocks/>
          </p:cNvSpPr>
          <p:nvPr/>
        </p:nvSpPr>
        <p:spPr>
          <a:xfrm>
            <a:off x="3867285" y="4009162"/>
            <a:ext cx="1850990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27</a:t>
            </a:r>
            <a:endParaRPr kumimoji="0" lang="en-US" sz="1800" b="0" i="0" u="none" strike="noStrike" kern="0" cap="none" spc="-6" normalizeH="0" baseline="0" noProof="0" dirty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7" name="base">
            <a:extLst>
              <a:ext uri="{FF2B5EF4-FFF2-40B4-BE49-F238E27FC236}">
                <a16:creationId xmlns:a16="http://schemas.microsoft.com/office/drawing/2014/main" id="{D5BF0590-B3AC-EA37-CF4C-8962DEE64621}"/>
              </a:ext>
            </a:extLst>
          </p:cNvPr>
          <p:cNvSpPr/>
          <p:nvPr/>
        </p:nvSpPr>
        <p:spPr>
          <a:xfrm>
            <a:off x="972426" y="3533633"/>
            <a:ext cx="2427829" cy="2388157"/>
          </a:xfrm>
          <a:prstGeom prst="roundRect">
            <a:avLst>
              <a:gd name="adj" fmla="val 8879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4" name="texto">
            <a:extLst>
              <a:ext uri="{FF2B5EF4-FFF2-40B4-BE49-F238E27FC236}">
                <a16:creationId xmlns:a16="http://schemas.microsoft.com/office/drawing/2014/main" id="{0EB0D84E-5747-36C4-6359-F306EC1F39CE}"/>
              </a:ext>
            </a:extLst>
          </p:cNvPr>
          <p:cNvSpPr txBox="1">
            <a:spLocks/>
          </p:cNvSpPr>
          <p:nvPr/>
        </p:nvSpPr>
        <p:spPr>
          <a:xfrm>
            <a:off x="972426" y="4672371"/>
            <a:ext cx="2427829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Ativos</a:t>
            </a: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 sob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gestão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6" name="ativos_sob_gestão">
            <a:extLst>
              <a:ext uri="{FF2B5EF4-FFF2-40B4-BE49-F238E27FC236}">
                <a16:creationId xmlns:a16="http://schemas.microsoft.com/office/drawing/2014/main" id="{7C873CEE-6F57-13CC-6D69-C783CD20E2F2}"/>
              </a:ext>
            </a:extLst>
          </p:cNvPr>
          <p:cNvSpPr txBox="1">
            <a:spLocks/>
          </p:cNvSpPr>
          <p:nvPr/>
        </p:nvSpPr>
        <p:spPr>
          <a:xfrm>
            <a:off x="972426" y="4009162"/>
            <a:ext cx="2427829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2800" b="1" i="0" u="none" strike="noStrike" kern="0" cap="none" spc="-15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+</a:t>
            </a:r>
            <a:r>
              <a:rPr kumimoji="0" lang="pt-BR" sz="2800" b="1" i="0" u="none" strike="noStrike" kern="0" cap="none" spc="-12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R$ </a:t>
            </a:r>
            <a:r>
              <a:rPr kumimoji="0" lang="pt-BR" sz="3820" b="1" i="0" u="none" strike="noStrike" kern="0" cap="none" spc="-12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32 </a:t>
            </a:r>
            <a:r>
              <a:rPr kumimoji="0" lang="pt-BR" sz="3200" b="1" i="0" u="none" strike="noStrike" kern="0" cap="none" spc="-15" normalizeH="0" baseline="0" noProof="0" dirty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bi</a:t>
            </a:r>
          </a:p>
        </p:txBody>
      </p:sp>
      <p:sp>
        <p:nvSpPr>
          <p:cNvPr id="38" name="logo-tivio-capital">
            <a:extLst>
              <a:ext uri="{FF2B5EF4-FFF2-40B4-BE49-F238E27FC236}">
                <a16:creationId xmlns:a16="http://schemas.microsoft.com/office/drawing/2014/main" id="{F9A0D4D6-EF68-1D55-3E2C-001CDB3F5DB0}"/>
              </a:ext>
            </a:extLst>
          </p:cNvPr>
          <p:cNvSpPr/>
          <p:nvPr/>
        </p:nvSpPr>
        <p:spPr>
          <a:xfrm>
            <a:off x="1937484" y="1484470"/>
            <a:ext cx="3123407" cy="1060597"/>
          </a:xfrm>
          <a:custGeom>
            <a:avLst/>
            <a:gdLst/>
            <a:ahLst/>
            <a:cxnLst/>
            <a:rect l="l" t="t" r="r" b="b"/>
            <a:pathLst>
              <a:path w="4892040" h="1661159">
                <a:moveTo>
                  <a:pt x="598157" y="162128"/>
                </a:moveTo>
                <a:lnTo>
                  <a:pt x="552208" y="107619"/>
                </a:lnTo>
                <a:lnTo>
                  <a:pt x="517258" y="77089"/>
                </a:lnTo>
                <a:lnTo>
                  <a:pt x="478993" y="51600"/>
                </a:lnTo>
                <a:lnTo>
                  <a:pt x="437870" y="31381"/>
                </a:lnTo>
                <a:lnTo>
                  <a:pt x="394347" y="16649"/>
                </a:lnTo>
                <a:lnTo>
                  <a:pt x="348894" y="7645"/>
                </a:lnTo>
                <a:lnTo>
                  <a:pt x="301955" y="4597"/>
                </a:lnTo>
                <a:lnTo>
                  <a:pt x="0" y="4597"/>
                </a:lnTo>
                <a:lnTo>
                  <a:pt x="0" y="162128"/>
                </a:lnTo>
                <a:lnTo>
                  <a:pt x="598157" y="162128"/>
                </a:lnTo>
                <a:close/>
              </a:path>
              <a:path w="4892040" h="1661159">
                <a:moveTo>
                  <a:pt x="686130" y="667334"/>
                </a:moveTo>
                <a:lnTo>
                  <a:pt x="681558" y="664121"/>
                </a:lnTo>
                <a:lnTo>
                  <a:pt x="681558" y="391325"/>
                </a:lnTo>
                <a:lnTo>
                  <a:pt x="678510" y="344347"/>
                </a:lnTo>
                <a:lnTo>
                  <a:pt x="669455" y="298767"/>
                </a:lnTo>
                <a:lnTo>
                  <a:pt x="654519" y="254977"/>
                </a:lnTo>
                <a:lnTo>
                  <a:pt x="633844" y="213360"/>
                </a:lnTo>
                <a:lnTo>
                  <a:pt x="607568" y="174294"/>
                </a:lnTo>
                <a:lnTo>
                  <a:pt x="598157" y="162128"/>
                </a:lnTo>
                <a:lnTo>
                  <a:pt x="588746" y="174294"/>
                </a:lnTo>
                <a:lnTo>
                  <a:pt x="562470" y="213360"/>
                </a:lnTo>
                <a:lnTo>
                  <a:pt x="541794" y="254977"/>
                </a:lnTo>
                <a:lnTo>
                  <a:pt x="526859" y="298767"/>
                </a:lnTo>
                <a:lnTo>
                  <a:pt x="517804" y="344347"/>
                </a:lnTo>
                <a:lnTo>
                  <a:pt x="514743" y="391325"/>
                </a:lnTo>
                <a:lnTo>
                  <a:pt x="514629" y="1019911"/>
                </a:lnTo>
                <a:lnTo>
                  <a:pt x="514743" y="1031824"/>
                </a:lnTo>
                <a:lnTo>
                  <a:pt x="681685" y="1031824"/>
                </a:lnTo>
                <a:lnTo>
                  <a:pt x="681558" y="673976"/>
                </a:lnTo>
                <a:lnTo>
                  <a:pt x="686130" y="667334"/>
                </a:lnTo>
                <a:close/>
              </a:path>
              <a:path w="4892040" h="1661159">
                <a:moveTo>
                  <a:pt x="1196327" y="4597"/>
                </a:moveTo>
                <a:lnTo>
                  <a:pt x="894384" y="4597"/>
                </a:lnTo>
                <a:lnTo>
                  <a:pt x="847432" y="7645"/>
                </a:lnTo>
                <a:lnTo>
                  <a:pt x="801966" y="16649"/>
                </a:lnTo>
                <a:lnTo>
                  <a:pt x="758444" y="31381"/>
                </a:lnTo>
                <a:lnTo>
                  <a:pt x="717321" y="51600"/>
                </a:lnTo>
                <a:lnTo>
                  <a:pt x="679056" y="77089"/>
                </a:lnTo>
                <a:lnTo>
                  <a:pt x="644105" y="107619"/>
                </a:lnTo>
                <a:lnTo>
                  <a:pt x="612952" y="142976"/>
                </a:lnTo>
                <a:lnTo>
                  <a:pt x="598182" y="162128"/>
                </a:lnTo>
                <a:lnTo>
                  <a:pt x="1196327" y="162128"/>
                </a:lnTo>
                <a:lnTo>
                  <a:pt x="1196327" y="4597"/>
                </a:lnTo>
                <a:close/>
              </a:path>
              <a:path w="4892040" h="1661159">
                <a:moveTo>
                  <a:pt x="1602905" y="13525"/>
                </a:moveTo>
                <a:lnTo>
                  <a:pt x="1440751" y="13525"/>
                </a:lnTo>
                <a:lnTo>
                  <a:pt x="1440751" y="1051445"/>
                </a:lnTo>
                <a:lnTo>
                  <a:pt x="1602905" y="1051445"/>
                </a:lnTo>
                <a:lnTo>
                  <a:pt x="1602905" y="13525"/>
                </a:lnTo>
                <a:close/>
              </a:path>
              <a:path w="4892040" h="1661159">
                <a:moveTo>
                  <a:pt x="1772564" y="1390700"/>
                </a:moveTo>
                <a:lnTo>
                  <a:pt x="1752968" y="1335557"/>
                </a:lnTo>
                <a:lnTo>
                  <a:pt x="1716811" y="1293393"/>
                </a:lnTo>
                <a:lnTo>
                  <a:pt x="1667090" y="1266647"/>
                </a:lnTo>
                <a:lnTo>
                  <a:pt x="1606765" y="1257731"/>
                </a:lnTo>
                <a:lnTo>
                  <a:pt x="1579333" y="1259306"/>
                </a:lnTo>
                <a:lnTo>
                  <a:pt x="1529537" y="1271905"/>
                </a:lnTo>
                <a:lnTo>
                  <a:pt x="1486928" y="1296797"/>
                </a:lnTo>
                <a:lnTo>
                  <a:pt x="1453819" y="1332306"/>
                </a:lnTo>
                <a:lnTo>
                  <a:pt x="1430832" y="1377696"/>
                </a:lnTo>
                <a:lnTo>
                  <a:pt x="1419212" y="1430312"/>
                </a:lnTo>
                <a:lnTo>
                  <a:pt x="1417751" y="1459179"/>
                </a:lnTo>
                <a:lnTo>
                  <a:pt x="1419212" y="1488262"/>
                </a:lnTo>
                <a:lnTo>
                  <a:pt x="1430832" y="1541030"/>
                </a:lnTo>
                <a:lnTo>
                  <a:pt x="1453819" y="1586204"/>
                </a:lnTo>
                <a:lnTo>
                  <a:pt x="1486928" y="1621561"/>
                </a:lnTo>
                <a:lnTo>
                  <a:pt x="1529537" y="1646440"/>
                </a:lnTo>
                <a:lnTo>
                  <a:pt x="1579333" y="1659026"/>
                </a:lnTo>
                <a:lnTo>
                  <a:pt x="1606765" y="1660588"/>
                </a:lnTo>
                <a:lnTo>
                  <a:pt x="1638477" y="1658366"/>
                </a:lnTo>
                <a:lnTo>
                  <a:pt x="1693494" y="1640547"/>
                </a:lnTo>
                <a:lnTo>
                  <a:pt x="1736712" y="1605508"/>
                </a:lnTo>
                <a:lnTo>
                  <a:pt x="1764296" y="1556854"/>
                </a:lnTo>
                <a:lnTo>
                  <a:pt x="1722767" y="1527644"/>
                </a:lnTo>
                <a:lnTo>
                  <a:pt x="1715897" y="1547393"/>
                </a:lnTo>
                <a:lnTo>
                  <a:pt x="1706638" y="1564779"/>
                </a:lnTo>
                <a:lnTo>
                  <a:pt x="1664652" y="1602447"/>
                </a:lnTo>
                <a:lnTo>
                  <a:pt x="1626476" y="1613916"/>
                </a:lnTo>
                <a:lnTo>
                  <a:pt x="1604518" y="1615351"/>
                </a:lnTo>
                <a:lnTo>
                  <a:pt x="1584744" y="1614106"/>
                </a:lnTo>
                <a:lnTo>
                  <a:pt x="1532648" y="1595551"/>
                </a:lnTo>
                <a:lnTo>
                  <a:pt x="1494091" y="1556931"/>
                </a:lnTo>
                <a:lnTo>
                  <a:pt x="1477530" y="1521663"/>
                </a:lnTo>
                <a:lnTo>
                  <a:pt x="1469186" y="1481213"/>
                </a:lnTo>
                <a:lnTo>
                  <a:pt x="1468145" y="1459179"/>
                </a:lnTo>
                <a:lnTo>
                  <a:pt x="1469186" y="1436916"/>
                </a:lnTo>
                <a:lnTo>
                  <a:pt x="1477530" y="1396326"/>
                </a:lnTo>
                <a:lnTo>
                  <a:pt x="1494091" y="1361274"/>
                </a:lnTo>
                <a:lnTo>
                  <a:pt x="1532648" y="1322819"/>
                </a:lnTo>
                <a:lnTo>
                  <a:pt x="1584744" y="1304239"/>
                </a:lnTo>
                <a:lnTo>
                  <a:pt x="1604518" y="1303007"/>
                </a:lnTo>
                <a:lnTo>
                  <a:pt x="1626273" y="1304455"/>
                </a:lnTo>
                <a:lnTo>
                  <a:pt x="1664601" y="1316075"/>
                </a:lnTo>
                <a:lnTo>
                  <a:pt x="1695577" y="1338948"/>
                </a:lnTo>
                <a:lnTo>
                  <a:pt x="1716659" y="1371193"/>
                </a:lnTo>
                <a:lnTo>
                  <a:pt x="1723339" y="1390700"/>
                </a:lnTo>
                <a:lnTo>
                  <a:pt x="1772564" y="1390700"/>
                </a:lnTo>
                <a:close/>
              </a:path>
              <a:path w="4892040" h="1661159">
                <a:moveTo>
                  <a:pt x="2362708" y="1657223"/>
                </a:moveTo>
                <a:lnTo>
                  <a:pt x="2322068" y="1550276"/>
                </a:lnTo>
                <a:lnTo>
                  <a:pt x="2305075" y="1505572"/>
                </a:lnTo>
                <a:lnTo>
                  <a:pt x="2253475" y="1369783"/>
                </a:lnTo>
                <a:lnTo>
                  <a:pt x="2253475" y="1505572"/>
                </a:lnTo>
                <a:lnTo>
                  <a:pt x="2110333" y="1505572"/>
                </a:lnTo>
                <a:lnTo>
                  <a:pt x="2181618" y="1314869"/>
                </a:lnTo>
                <a:lnTo>
                  <a:pt x="2253475" y="1505572"/>
                </a:lnTo>
                <a:lnTo>
                  <a:pt x="2253475" y="1369783"/>
                </a:lnTo>
                <a:lnTo>
                  <a:pt x="2232609" y="1314869"/>
                </a:lnTo>
                <a:lnTo>
                  <a:pt x="2212200" y="1261135"/>
                </a:lnTo>
                <a:lnTo>
                  <a:pt x="2153907" y="1261135"/>
                </a:lnTo>
                <a:lnTo>
                  <a:pt x="2002853" y="1657223"/>
                </a:lnTo>
                <a:lnTo>
                  <a:pt x="2053755" y="1657223"/>
                </a:lnTo>
                <a:lnTo>
                  <a:pt x="2095627" y="1550276"/>
                </a:lnTo>
                <a:lnTo>
                  <a:pt x="2268194" y="1550276"/>
                </a:lnTo>
                <a:lnTo>
                  <a:pt x="2310066" y="1657223"/>
                </a:lnTo>
                <a:lnTo>
                  <a:pt x="2362708" y="1657223"/>
                </a:lnTo>
                <a:close/>
              </a:path>
              <a:path w="4892040" h="1661159">
                <a:moveTo>
                  <a:pt x="2445664" y="1051445"/>
                </a:moveTo>
                <a:lnTo>
                  <a:pt x="2028228" y="13512"/>
                </a:lnTo>
                <a:lnTo>
                  <a:pt x="1841347" y="13512"/>
                </a:lnTo>
                <a:lnTo>
                  <a:pt x="2215438" y="905535"/>
                </a:lnTo>
                <a:lnTo>
                  <a:pt x="2236724" y="944880"/>
                </a:lnTo>
                <a:lnTo>
                  <a:pt x="2264943" y="978966"/>
                </a:lnTo>
                <a:lnTo>
                  <a:pt x="2299144" y="1007224"/>
                </a:lnTo>
                <a:lnTo>
                  <a:pt x="2338362" y="1029017"/>
                </a:lnTo>
                <a:lnTo>
                  <a:pt x="2381643" y="1043762"/>
                </a:lnTo>
                <a:lnTo>
                  <a:pt x="2428036" y="1050874"/>
                </a:lnTo>
                <a:lnTo>
                  <a:pt x="2427795" y="1051445"/>
                </a:lnTo>
                <a:lnTo>
                  <a:pt x="2445664" y="1051445"/>
                </a:lnTo>
                <a:close/>
              </a:path>
              <a:path w="4892040" h="1661159">
                <a:moveTo>
                  <a:pt x="2905874" y="1382776"/>
                </a:moveTo>
                <a:lnTo>
                  <a:pt x="2904934" y="1366151"/>
                </a:lnTo>
                <a:lnTo>
                  <a:pt x="2904871" y="1364983"/>
                </a:lnTo>
                <a:lnTo>
                  <a:pt x="2901848" y="1348333"/>
                </a:lnTo>
                <a:lnTo>
                  <a:pt x="2896806" y="1332865"/>
                </a:lnTo>
                <a:lnTo>
                  <a:pt x="2889745" y="1318564"/>
                </a:lnTo>
                <a:lnTo>
                  <a:pt x="2881350" y="1306410"/>
                </a:lnTo>
                <a:lnTo>
                  <a:pt x="2880817" y="1305623"/>
                </a:lnTo>
                <a:lnTo>
                  <a:pt x="2870149" y="1294244"/>
                </a:lnTo>
                <a:lnTo>
                  <a:pt x="2857754" y="1284414"/>
                </a:lnTo>
                <a:lnTo>
                  <a:pt x="2855506" y="1283106"/>
                </a:lnTo>
                <a:lnTo>
                  <a:pt x="2855506" y="1382776"/>
                </a:lnTo>
                <a:lnTo>
                  <a:pt x="2854058" y="1399451"/>
                </a:lnTo>
                <a:lnTo>
                  <a:pt x="2832316" y="1438795"/>
                </a:lnTo>
                <a:lnTo>
                  <a:pt x="2788602" y="1458429"/>
                </a:lnTo>
                <a:lnTo>
                  <a:pt x="2770060" y="1459738"/>
                </a:lnTo>
                <a:lnTo>
                  <a:pt x="2671622" y="1459738"/>
                </a:lnTo>
                <a:lnTo>
                  <a:pt x="2671622" y="1306410"/>
                </a:lnTo>
                <a:lnTo>
                  <a:pt x="2770644" y="1306410"/>
                </a:lnTo>
                <a:lnTo>
                  <a:pt x="2820136" y="1318031"/>
                </a:lnTo>
                <a:lnTo>
                  <a:pt x="2849778" y="1351330"/>
                </a:lnTo>
                <a:lnTo>
                  <a:pt x="2855506" y="1382776"/>
                </a:lnTo>
                <a:lnTo>
                  <a:pt x="2855506" y="1283106"/>
                </a:lnTo>
                <a:lnTo>
                  <a:pt x="2811373" y="1264894"/>
                </a:lnTo>
                <a:lnTo>
                  <a:pt x="2774607" y="1261135"/>
                </a:lnTo>
                <a:lnTo>
                  <a:pt x="2622410" y="1261135"/>
                </a:lnTo>
                <a:lnTo>
                  <a:pt x="2622410" y="1657210"/>
                </a:lnTo>
                <a:lnTo>
                  <a:pt x="2671622" y="1657210"/>
                </a:lnTo>
                <a:lnTo>
                  <a:pt x="2671622" y="1505000"/>
                </a:lnTo>
                <a:lnTo>
                  <a:pt x="2774607" y="1505000"/>
                </a:lnTo>
                <a:lnTo>
                  <a:pt x="2827909" y="1496568"/>
                </a:lnTo>
                <a:lnTo>
                  <a:pt x="2869730" y="1471841"/>
                </a:lnTo>
                <a:lnTo>
                  <a:pt x="2896641" y="1432864"/>
                </a:lnTo>
                <a:lnTo>
                  <a:pt x="2904845" y="1400606"/>
                </a:lnTo>
                <a:lnTo>
                  <a:pt x="2905874" y="1382776"/>
                </a:lnTo>
                <a:close/>
              </a:path>
              <a:path w="4892040" h="1661159">
                <a:moveTo>
                  <a:pt x="3049994" y="13512"/>
                </a:moveTo>
                <a:lnTo>
                  <a:pt x="2863088" y="13512"/>
                </a:lnTo>
                <a:lnTo>
                  <a:pt x="2445664" y="1051445"/>
                </a:lnTo>
                <a:lnTo>
                  <a:pt x="2463546" y="1051445"/>
                </a:lnTo>
                <a:lnTo>
                  <a:pt x="2463304" y="1050874"/>
                </a:lnTo>
                <a:lnTo>
                  <a:pt x="2509697" y="1043762"/>
                </a:lnTo>
                <a:lnTo>
                  <a:pt x="2552979" y="1029017"/>
                </a:lnTo>
                <a:lnTo>
                  <a:pt x="2592197" y="1007224"/>
                </a:lnTo>
                <a:lnTo>
                  <a:pt x="2626385" y="978966"/>
                </a:lnTo>
                <a:lnTo>
                  <a:pt x="2654604" y="944880"/>
                </a:lnTo>
                <a:lnTo>
                  <a:pt x="2675902" y="905535"/>
                </a:lnTo>
                <a:lnTo>
                  <a:pt x="3049994" y="13512"/>
                </a:lnTo>
                <a:close/>
              </a:path>
              <a:path w="4892040" h="1661159">
                <a:moveTo>
                  <a:pt x="3222739" y="1261122"/>
                </a:moveTo>
                <a:lnTo>
                  <a:pt x="3173526" y="1261122"/>
                </a:lnTo>
                <a:lnTo>
                  <a:pt x="3173526" y="1657197"/>
                </a:lnTo>
                <a:lnTo>
                  <a:pt x="3222739" y="1657197"/>
                </a:lnTo>
                <a:lnTo>
                  <a:pt x="3222739" y="1261122"/>
                </a:lnTo>
                <a:close/>
              </a:path>
              <a:path w="4892040" h="1661159">
                <a:moveTo>
                  <a:pt x="3450590" y="13525"/>
                </a:moveTo>
                <a:lnTo>
                  <a:pt x="3288436" y="13525"/>
                </a:lnTo>
                <a:lnTo>
                  <a:pt x="3288436" y="1051445"/>
                </a:lnTo>
                <a:lnTo>
                  <a:pt x="3450590" y="1051445"/>
                </a:lnTo>
                <a:lnTo>
                  <a:pt x="3450590" y="13525"/>
                </a:lnTo>
                <a:close/>
              </a:path>
              <a:path w="4892040" h="1661159">
                <a:moveTo>
                  <a:pt x="3796487" y="1261135"/>
                </a:moveTo>
                <a:lnTo>
                  <a:pt x="3490379" y="1261135"/>
                </a:lnTo>
                <a:lnTo>
                  <a:pt x="3490379" y="1306855"/>
                </a:lnTo>
                <a:lnTo>
                  <a:pt x="3618801" y="1306855"/>
                </a:lnTo>
                <a:lnTo>
                  <a:pt x="3618801" y="1657375"/>
                </a:lnTo>
                <a:lnTo>
                  <a:pt x="3668064" y="1657375"/>
                </a:lnTo>
                <a:lnTo>
                  <a:pt x="3668064" y="1306855"/>
                </a:lnTo>
                <a:lnTo>
                  <a:pt x="3796487" y="1306855"/>
                </a:lnTo>
                <a:lnTo>
                  <a:pt x="3796487" y="1261135"/>
                </a:lnTo>
                <a:close/>
              </a:path>
              <a:path w="4892040" h="1661159">
                <a:moveTo>
                  <a:pt x="4335157" y="1657223"/>
                </a:moveTo>
                <a:lnTo>
                  <a:pt x="4294517" y="1550276"/>
                </a:lnTo>
                <a:lnTo>
                  <a:pt x="4277525" y="1505572"/>
                </a:lnTo>
                <a:lnTo>
                  <a:pt x="4225925" y="1369758"/>
                </a:lnTo>
                <a:lnTo>
                  <a:pt x="4225925" y="1505572"/>
                </a:lnTo>
                <a:lnTo>
                  <a:pt x="4082783" y="1505572"/>
                </a:lnTo>
                <a:lnTo>
                  <a:pt x="4154068" y="1314869"/>
                </a:lnTo>
                <a:lnTo>
                  <a:pt x="4225925" y="1505572"/>
                </a:lnTo>
                <a:lnTo>
                  <a:pt x="4225925" y="1369758"/>
                </a:lnTo>
                <a:lnTo>
                  <a:pt x="4205071" y="1314869"/>
                </a:lnTo>
                <a:lnTo>
                  <a:pt x="4184650" y="1261135"/>
                </a:lnTo>
                <a:lnTo>
                  <a:pt x="4126369" y="1261135"/>
                </a:lnTo>
                <a:lnTo>
                  <a:pt x="3975303" y="1657223"/>
                </a:lnTo>
                <a:lnTo>
                  <a:pt x="4026217" y="1657223"/>
                </a:lnTo>
                <a:lnTo>
                  <a:pt x="4068089" y="1550276"/>
                </a:lnTo>
                <a:lnTo>
                  <a:pt x="4240644" y="1550276"/>
                </a:lnTo>
                <a:lnTo>
                  <a:pt x="4282516" y="1657223"/>
                </a:lnTo>
                <a:lnTo>
                  <a:pt x="4335157" y="1657223"/>
                </a:lnTo>
                <a:close/>
              </a:path>
              <a:path w="4892040" h="1661159">
                <a:moveTo>
                  <a:pt x="4824552" y="1611490"/>
                </a:moveTo>
                <a:lnTo>
                  <a:pt x="4644060" y="1611490"/>
                </a:lnTo>
                <a:lnTo>
                  <a:pt x="4644060" y="1260970"/>
                </a:lnTo>
                <a:lnTo>
                  <a:pt x="4594847" y="1260970"/>
                </a:lnTo>
                <a:lnTo>
                  <a:pt x="4594847" y="1611490"/>
                </a:lnTo>
                <a:lnTo>
                  <a:pt x="4594847" y="1657210"/>
                </a:lnTo>
                <a:lnTo>
                  <a:pt x="4824552" y="1657210"/>
                </a:lnTo>
                <a:lnTo>
                  <a:pt x="4824552" y="1611490"/>
                </a:lnTo>
                <a:close/>
              </a:path>
              <a:path w="4892040" h="1661159">
                <a:moveTo>
                  <a:pt x="4891735" y="532498"/>
                </a:moveTo>
                <a:lnTo>
                  <a:pt x="4889538" y="482015"/>
                </a:lnTo>
                <a:lnTo>
                  <a:pt x="4883023" y="432930"/>
                </a:lnTo>
                <a:lnTo>
                  <a:pt x="4872266" y="385470"/>
                </a:lnTo>
                <a:lnTo>
                  <a:pt x="4857369" y="339839"/>
                </a:lnTo>
                <a:lnTo>
                  <a:pt x="4838408" y="296240"/>
                </a:lnTo>
                <a:lnTo>
                  <a:pt x="4815497" y="254889"/>
                </a:lnTo>
                <a:lnTo>
                  <a:pt x="4788700" y="215976"/>
                </a:lnTo>
                <a:lnTo>
                  <a:pt x="4758131" y="179717"/>
                </a:lnTo>
                <a:lnTo>
                  <a:pt x="4725047" y="147472"/>
                </a:lnTo>
                <a:lnTo>
                  <a:pt x="4725047" y="532498"/>
                </a:lnTo>
                <a:lnTo>
                  <a:pt x="4721745" y="585076"/>
                </a:lnTo>
                <a:lnTo>
                  <a:pt x="4711941" y="634657"/>
                </a:lnTo>
                <a:lnTo>
                  <a:pt x="4695736" y="680986"/>
                </a:lnTo>
                <a:lnTo>
                  <a:pt x="4673270" y="723773"/>
                </a:lnTo>
                <a:lnTo>
                  <a:pt x="4644644" y="762762"/>
                </a:lnTo>
                <a:lnTo>
                  <a:pt x="4609973" y="797648"/>
                </a:lnTo>
                <a:lnTo>
                  <a:pt x="4574832" y="824598"/>
                </a:lnTo>
                <a:lnTo>
                  <a:pt x="4535983" y="847598"/>
                </a:lnTo>
                <a:lnTo>
                  <a:pt x="4493628" y="866559"/>
                </a:lnTo>
                <a:lnTo>
                  <a:pt x="4447984" y="881418"/>
                </a:lnTo>
                <a:lnTo>
                  <a:pt x="4399254" y="892124"/>
                </a:lnTo>
                <a:lnTo>
                  <a:pt x="4347654" y="898601"/>
                </a:lnTo>
                <a:lnTo>
                  <a:pt x="4293374" y="900772"/>
                </a:lnTo>
                <a:lnTo>
                  <a:pt x="4239095" y="898601"/>
                </a:lnTo>
                <a:lnTo>
                  <a:pt x="4187494" y="892124"/>
                </a:lnTo>
                <a:lnTo>
                  <a:pt x="4138765" y="881418"/>
                </a:lnTo>
                <a:lnTo>
                  <a:pt x="4093121" y="866559"/>
                </a:lnTo>
                <a:lnTo>
                  <a:pt x="4050766" y="847598"/>
                </a:lnTo>
                <a:lnTo>
                  <a:pt x="4011917" y="824598"/>
                </a:lnTo>
                <a:lnTo>
                  <a:pt x="3976763" y="797648"/>
                </a:lnTo>
                <a:lnTo>
                  <a:pt x="3942105" y="762762"/>
                </a:lnTo>
                <a:lnTo>
                  <a:pt x="3913479" y="723773"/>
                </a:lnTo>
                <a:lnTo>
                  <a:pt x="3891000" y="680986"/>
                </a:lnTo>
                <a:lnTo>
                  <a:pt x="3874795" y="634657"/>
                </a:lnTo>
                <a:lnTo>
                  <a:pt x="3864991" y="585076"/>
                </a:lnTo>
                <a:lnTo>
                  <a:pt x="3861701" y="532498"/>
                </a:lnTo>
                <a:lnTo>
                  <a:pt x="3864991" y="479907"/>
                </a:lnTo>
                <a:lnTo>
                  <a:pt x="3874795" y="430314"/>
                </a:lnTo>
                <a:lnTo>
                  <a:pt x="3891000" y="383997"/>
                </a:lnTo>
                <a:lnTo>
                  <a:pt x="3913479" y="341198"/>
                </a:lnTo>
                <a:lnTo>
                  <a:pt x="3942105" y="302234"/>
                </a:lnTo>
                <a:lnTo>
                  <a:pt x="3976763" y="267347"/>
                </a:lnTo>
                <a:lnTo>
                  <a:pt x="4011917" y="240398"/>
                </a:lnTo>
                <a:lnTo>
                  <a:pt x="4050766" y="217398"/>
                </a:lnTo>
                <a:lnTo>
                  <a:pt x="4093121" y="198437"/>
                </a:lnTo>
                <a:lnTo>
                  <a:pt x="4138765" y="183578"/>
                </a:lnTo>
                <a:lnTo>
                  <a:pt x="4187494" y="172872"/>
                </a:lnTo>
                <a:lnTo>
                  <a:pt x="4239095" y="166395"/>
                </a:lnTo>
                <a:lnTo>
                  <a:pt x="4293374" y="164223"/>
                </a:lnTo>
                <a:lnTo>
                  <a:pt x="4347654" y="166395"/>
                </a:lnTo>
                <a:lnTo>
                  <a:pt x="4399254" y="172872"/>
                </a:lnTo>
                <a:lnTo>
                  <a:pt x="4447984" y="183578"/>
                </a:lnTo>
                <a:lnTo>
                  <a:pt x="4493628" y="198437"/>
                </a:lnTo>
                <a:lnTo>
                  <a:pt x="4535983" y="217398"/>
                </a:lnTo>
                <a:lnTo>
                  <a:pt x="4574832" y="240398"/>
                </a:lnTo>
                <a:lnTo>
                  <a:pt x="4609973" y="267347"/>
                </a:lnTo>
                <a:lnTo>
                  <a:pt x="4644644" y="302234"/>
                </a:lnTo>
                <a:lnTo>
                  <a:pt x="4673270" y="341198"/>
                </a:lnTo>
                <a:lnTo>
                  <a:pt x="4695736" y="383997"/>
                </a:lnTo>
                <a:lnTo>
                  <a:pt x="4711941" y="430314"/>
                </a:lnTo>
                <a:lnTo>
                  <a:pt x="4721745" y="479907"/>
                </a:lnTo>
                <a:lnTo>
                  <a:pt x="4725047" y="532498"/>
                </a:lnTo>
                <a:lnTo>
                  <a:pt x="4725047" y="147472"/>
                </a:lnTo>
                <a:lnTo>
                  <a:pt x="4686300" y="116103"/>
                </a:lnTo>
                <a:lnTo>
                  <a:pt x="4645838" y="89255"/>
                </a:lnTo>
                <a:lnTo>
                  <a:pt x="4602645" y="65849"/>
                </a:lnTo>
                <a:lnTo>
                  <a:pt x="4556836" y="45910"/>
                </a:lnTo>
                <a:lnTo>
                  <a:pt x="4508563" y="29502"/>
                </a:lnTo>
                <a:lnTo>
                  <a:pt x="4457941" y="16662"/>
                </a:lnTo>
                <a:lnTo>
                  <a:pt x="4405109" y="7442"/>
                </a:lnTo>
                <a:lnTo>
                  <a:pt x="4350207" y="1866"/>
                </a:lnTo>
                <a:lnTo>
                  <a:pt x="4293374" y="0"/>
                </a:lnTo>
                <a:lnTo>
                  <a:pt x="4236529" y="1866"/>
                </a:lnTo>
                <a:lnTo>
                  <a:pt x="4181627" y="7442"/>
                </a:lnTo>
                <a:lnTo>
                  <a:pt x="4128795" y="16662"/>
                </a:lnTo>
                <a:lnTo>
                  <a:pt x="4078186" y="29502"/>
                </a:lnTo>
                <a:lnTo>
                  <a:pt x="4029913" y="45910"/>
                </a:lnTo>
                <a:lnTo>
                  <a:pt x="3984104" y="65849"/>
                </a:lnTo>
                <a:lnTo>
                  <a:pt x="3940911" y="89255"/>
                </a:lnTo>
                <a:lnTo>
                  <a:pt x="3900449" y="116103"/>
                </a:lnTo>
                <a:lnTo>
                  <a:pt x="3862857" y="146329"/>
                </a:lnTo>
                <a:lnTo>
                  <a:pt x="3828592" y="179717"/>
                </a:lnTo>
                <a:lnTo>
                  <a:pt x="3798024" y="215976"/>
                </a:lnTo>
                <a:lnTo>
                  <a:pt x="3771239" y="254889"/>
                </a:lnTo>
                <a:lnTo>
                  <a:pt x="3748328" y="296240"/>
                </a:lnTo>
                <a:lnTo>
                  <a:pt x="3729393" y="339839"/>
                </a:lnTo>
                <a:lnTo>
                  <a:pt x="3714496" y="385470"/>
                </a:lnTo>
                <a:lnTo>
                  <a:pt x="3703751" y="432930"/>
                </a:lnTo>
                <a:lnTo>
                  <a:pt x="3697236" y="482015"/>
                </a:lnTo>
                <a:lnTo>
                  <a:pt x="3695039" y="532498"/>
                </a:lnTo>
                <a:lnTo>
                  <a:pt x="3697236" y="582980"/>
                </a:lnTo>
                <a:lnTo>
                  <a:pt x="3703751" y="632053"/>
                </a:lnTo>
                <a:lnTo>
                  <a:pt x="3714496" y="679513"/>
                </a:lnTo>
                <a:lnTo>
                  <a:pt x="3729393" y="725144"/>
                </a:lnTo>
                <a:lnTo>
                  <a:pt x="3748328" y="768743"/>
                </a:lnTo>
                <a:lnTo>
                  <a:pt x="3771239" y="810094"/>
                </a:lnTo>
                <a:lnTo>
                  <a:pt x="3798024" y="849007"/>
                </a:lnTo>
                <a:lnTo>
                  <a:pt x="3828592" y="885253"/>
                </a:lnTo>
                <a:lnTo>
                  <a:pt x="3862857" y="918641"/>
                </a:lnTo>
                <a:lnTo>
                  <a:pt x="3900449" y="948880"/>
                </a:lnTo>
                <a:lnTo>
                  <a:pt x="3940911" y="975728"/>
                </a:lnTo>
                <a:lnTo>
                  <a:pt x="3984104" y="999147"/>
                </a:lnTo>
                <a:lnTo>
                  <a:pt x="4029913" y="1019073"/>
                </a:lnTo>
                <a:lnTo>
                  <a:pt x="4078186" y="1035481"/>
                </a:lnTo>
                <a:lnTo>
                  <a:pt x="4128795" y="1048334"/>
                </a:lnTo>
                <a:lnTo>
                  <a:pt x="4181627" y="1057554"/>
                </a:lnTo>
                <a:lnTo>
                  <a:pt x="4236529" y="1063129"/>
                </a:lnTo>
                <a:lnTo>
                  <a:pt x="4293374" y="1064996"/>
                </a:lnTo>
                <a:lnTo>
                  <a:pt x="4350207" y="1063129"/>
                </a:lnTo>
                <a:lnTo>
                  <a:pt x="4405109" y="1057554"/>
                </a:lnTo>
                <a:lnTo>
                  <a:pt x="4457941" y="1048334"/>
                </a:lnTo>
                <a:lnTo>
                  <a:pt x="4508563" y="1035481"/>
                </a:lnTo>
                <a:lnTo>
                  <a:pt x="4556836" y="1019073"/>
                </a:lnTo>
                <a:lnTo>
                  <a:pt x="4602645" y="999147"/>
                </a:lnTo>
                <a:lnTo>
                  <a:pt x="4645838" y="975728"/>
                </a:lnTo>
                <a:lnTo>
                  <a:pt x="4686300" y="948880"/>
                </a:lnTo>
                <a:lnTo>
                  <a:pt x="4723879" y="918641"/>
                </a:lnTo>
                <a:lnTo>
                  <a:pt x="4758131" y="885253"/>
                </a:lnTo>
                <a:lnTo>
                  <a:pt x="4788700" y="849007"/>
                </a:lnTo>
                <a:lnTo>
                  <a:pt x="4815497" y="810094"/>
                </a:lnTo>
                <a:lnTo>
                  <a:pt x="4838408" y="768743"/>
                </a:lnTo>
                <a:lnTo>
                  <a:pt x="4857369" y="725144"/>
                </a:lnTo>
                <a:lnTo>
                  <a:pt x="4872266" y="679513"/>
                </a:lnTo>
                <a:lnTo>
                  <a:pt x="4883023" y="632053"/>
                </a:lnTo>
                <a:lnTo>
                  <a:pt x="4889538" y="582980"/>
                </a:lnTo>
                <a:lnTo>
                  <a:pt x="4891735" y="53249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34" name="texto">
            <a:extLst>
              <a:ext uri="{FF2B5EF4-FFF2-40B4-BE49-F238E27FC236}">
                <a16:creationId xmlns:a16="http://schemas.microsoft.com/office/drawing/2014/main" id="{8B4E48BF-2B0E-BB3F-7D7C-74CED1B99786}"/>
              </a:ext>
            </a:extLst>
          </p:cNvPr>
          <p:cNvSpPr/>
          <p:nvPr/>
        </p:nvSpPr>
        <p:spPr>
          <a:xfrm>
            <a:off x="1450577" y="5921791"/>
            <a:ext cx="1471527" cy="306290"/>
          </a:xfrm>
          <a:prstGeom prst="roundRect">
            <a:avLst/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5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Versos"/>
                <a:sym typeface="Arial"/>
              </a:rPr>
              <a:t>Fonte: </a:t>
            </a:r>
            <a:r>
              <a:rPr kumimoji="0" lang="pt-BR" sz="85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Versos"/>
                <a:sym typeface="Arial"/>
              </a:rPr>
              <a:t>Anbima</a:t>
            </a:r>
            <a:r>
              <a:rPr kumimoji="0" lang="pt-BR" sz="85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Versos"/>
                <a:sym typeface="Arial"/>
              </a:rPr>
              <a:t> – </a:t>
            </a:r>
            <a:r>
              <a:rPr lang="pt-BR" sz="850" dirty="0" err="1">
                <a:solidFill>
                  <a:srgbClr val="FFFFFF"/>
                </a:solidFill>
                <a:latin typeface="Versos Light" panose="020B0403020204030204" pitchFamily="34" charset="0"/>
                <a:cs typeface="Versos"/>
                <a:sym typeface="Arial"/>
              </a:rPr>
              <a:t>Agp</a:t>
            </a:r>
            <a:r>
              <a:rPr kumimoji="0" lang="pt-BR" sz="85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Versos"/>
                <a:sym typeface="Arial"/>
              </a:rPr>
              <a:t>/2026</a:t>
            </a:r>
            <a:endParaRPr kumimoji="0" lang="en-GB" sz="85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cs typeface="Verso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260931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20852B0-EE03-985F-EA29-9AF3E45F93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" name="leticia-albuquerque-foto">
            <a:extLst>
              <a:ext uri="{FF2B5EF4-FFF2-40B4-BE49-F238E27FC236}">
                <a16:creationId xmlns:a16="http://schemas.microsoft.com/office/drawing/2014/main" id="{612C20D6-2F40-85A5-F121-3611DE0AEE07}"/>
              </a:ext>
            </a:extLst>
          </p:cNvPr>
          <p:cNvPicPr preferRelativeResize="0">
            <a:picLocks/>
          </p:cNvPicPr>
          <p:nvPr/>
        </p:nvPicPr>
        <p:blipFill>
          <a:blip r:embed="rId3"/>
          <a:srcRect l="15144" r="15144"/>
          <a:stretch/>
        </p:blipFill>
        <p:spPr>
          <a:xfrm>
            <a:off x="4242648" y="2970510"/>
            <a:ext cx="775553" cy="775553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194002D9-02DB-1521-B2EE-7F011A1954CE}"/>
              </a:ext>
            </a:extLst>
          </p:cNvPr>
          <p:cNvGrpSpPr/>
          <p:nvPr/>
        </p:nvGrpSpPr>
        <p:grpSpPr>
          <a:xfrm>
            <a:off x="308942" y="1150503"/>
            <a:ext cx="3701568" cy="1667086"/>
            <a:chOff x="4230449" y="1150503"/>
            <a:chExt cx="3701568" cy="1667086"/>
          </a:xfrm>
        </p:grpSpPr>
        <p:pic>
          <p:nvPicPr>
            <p:cNvPr id="118" name="rodrigo-freire-foto">
              <a:extLst>
                <a:ext uri="{FF2B5EF4-FFF2-40B4-BE49-F238E27FC236}">
                  <a16:creationId xmlns:a16="http://schemas.microsoft.com/office/drawing/2014/main" id="{5976B27E-DC61-9990-1BB9-D2C6A85B1113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4"/>
            <a:srcRect l="25331" r="25154" b="25717"/>
            <a:stretch>
              <a:fillRect/>
            </a:stretch>
          </p:blipFill>
          <p:spPr>
            <a:xfrm>
              <a:off x="4233593" y="1150503"/>
              <a:ext cx="775554" cy="775554"/>
            </a:xfrm>
            <a:prstGeom prst="rect">
              <a:avLst/>
            </a:prstGeom>
          </p:spPr>
        </p:pic>
        <p:sp>
          <p:nvSpPr>
            <p:cNvPr id="121" name="chris-egan-bio">
              <a:extLst>
                <a:ext uri="{FF2B5EF4-FFF2-40B4-BE49-F238E27FC236}">
                  <a16:creationId xmlns:a16="http://schemas.microsoft.com/office/drawing/2014/main" id="{A1DD51A3-C95D-4C58-6BCC-68C4D6C06688}"/>
                </a:ext>
              </a:extLst>
            </p:cNvPr>
            <p:cNvSpPr txBox="1"/>
            <p:nvPr/>
          </p:nvSpPr>
          <p:spPr>
            <a:xfrm>
              <a:off x="6099783" y="1364593"/>
              <a:ext cx="1699231" cy="1405513"/>
            </a:xfrm>
            <a:prstGeom prst="rect">
              <a:avLst/>
            </a:prstGeom>
          </p:spPr>
          <p:txBody>
            <a:bodyPr vert="horz" wrap="square" lIns="0" tIns="0" rIns="0" bIns="0" rtlCol="0" anchor="t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de experiência em M&amp;A 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, originou, executou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administrou bilhões em investimentos privados.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foi General Manager na Uber e CEO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Holu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Energia, além de ter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integrado o Private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da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BRZ Investimentos e sido membro do conselho em diversas empresas.</a:t>
              </a:r>
            </a:p>
          </p:txBody>
        </p:sp>
        <p:sp>
          <p:nvSpPr>
            <p:cNvPr id="158" name="object 17">
              <a:extLst>
                <a:ext uri="{FF2B5EF4-FFF2-40B4-BE49-F238E27FC236}">
                  <a16:creationId xmlns:a16="http://schemas.microsoft.com/office/drawing/2014/main" id="{D8A14C6A-8E3F-E988-6538-BD5CCCA9BD94}"/>
                </a:ext>
              </a:extLst>
            </p:cNvPr>
            <p:cNvSpPr txBox="1"/>
            <p:nvPr/>
          </p:nvSpPr>
          <p:spPr>
            <a:xfrm>
              <a:off x="4230449" y="1150504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FA44209F-21CA-2E8F-AD82-24106815AFAF}"/>
                </a:ext>
              </a:extLst>
            </p:cNvPr>
            <p:cNvGrpSpPr/>
            <p:nvPr/>
          </p:nvGrpSpPr>
          <p:grpSpPr>
            <a:xfrm>
              <a:off x="5078677" y="1365165"/>
              <a:ext cx="1107252" cy="718368"/>
              <a:chOff x="1166158" y="1365165"/>
              <a:chExt cx="1107252" cy="718368"/>
            </a:xfrm>
          </p:grpSpPr>
          <p:sp>
            <p:nvSpPr>
              <p:cNvPr id="119" name="object 13">
                <a:extLst>
                  <a:ext uri="{FF2B5EF4-FFF2-40B4-BE49-F238E27FC236}">
                    <a16:creationId xmlns:a16="http://schemas.microsoft.com/office/drawing/2014/main" id="{176C4704-457F-B21F-8181-322B75BDD402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Rodrigo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Freire</a:t>
                </a:r>
              </a:p>
            </p:txBody>
          </p:sp>
          <p:sp>
            <p:nvSpPr>
              <p:cNvPr id="27" name="object 31">
                <a:extLst>
                  <a:ext uri="{FF2B5EF4-FFF2-40B4-BE49-F238E27FC236}">
                    <a16:creationId xmlns:a16="http://schemas.microsoft.com/office/drawing/2014/main" id="{E5EC0D25-BEEA-7CB4-315D-22122D39AF4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chris-egan-titulo">
                <a:extLst>
                  <a:ext uri="{FF2B5EF4-FFF2-40B4-BE49-F238E27FC236}">
                    <a16:creationId xmlns:a16="http://schemas.microsoft.com/office/drawing/2014/main" id="{BFBA0B1A-F1ED-03EA-B1E4-7588E9DD3635}"/>
                  </a:ext>
                </a:extLst>
              </p:cNvPr>
              <p:cNvSpPr txBox="1"/>
              <p:nvPr/>
            </p:nvSpPr>
            <p:spPr>
              <a:xfrm>
                <a:off x="1166158" y="1976260"/>
                <a:ext cx="909759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CEO</a:t>
                </a:r>
              </a:p>
            </p:txBody>
          </p:sp>
        </p:grpSp>
        <p:sp>
          <p:nvSpPr>
            <p:cNvPr id="4" name="rodrigo-freire-experiencia">
              <a:extLst>
                <a:ext uri="{FF2B5EF4-FFF2-40B4-BE49-F238E27FC236}">
                  <a16:creationId xmlns:a16="http://schemas.microsoft.com/office/drawing/2014/main" id="{01BF0E3B-DE08-12D6-7D61-F7B8CFB2C484}"/>
                </a:ext>
              </a:extLst>
            </p:cNvPr>
            <p:cNvSpPr txBox="1"/>
            <p:nvPr/>
          </p:nvSpPr>
          <p:spPr>
            <a:xfrm>
              <a:off x="4230449" y="2303405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4AF4820C-74BA-43AF-2CD8-F7FA53096331}"/>
                </a:ext>
              </a:extLst>
            </p:cNvPr>
            <p:cNvGrpSpPr/>
            <p:nvPr/>
          </p:nvGrpSpPr>
          <p:grpSpPr>
            <a:xfrm>
              <a:off x="4379594" y="2482194"/>
              <a:ext cx="1459697" cy="156607"/>
              <a:chOff x="429087" y="2458416"/>
              <a:chExt cx="1459697" cy="156607"/>
            </a:xfrm>
          </p:grpSpPr>
          <p:pic>
            <p:nvPicPr>
              <p:cNvPr id="111" name="logo-imd">
                <a:extLst>
                  <a:ext uri="{FF2B5EF4-FFF2-40B4-BE49-F238E27FC236}">
                    <a16:creationId xmlns:a16="http://schemas.microsoft.com/office/drawing/2014/main" id="{5AE733C2-9508-77D3-8BCA-2C84EA378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-7892" b="-7892"/>
              <a:stretch/>
            </p:blipFill>
            <p:spPr bwMode="auto">
              <a:xfrm>
                <a:off x="1607621" y="2473548"/>
                <a:ext cx="281163" cy="1193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2" name="logo-brz" descr="BRZ Investimentos - Crunchbase Company Profile &amp; Funding">
                <a:extLst>
                  <a:ext uri="{FF2B5EF4-FFF2-40B4-BE49-F238E27FC236}">
                    <a16:creationId xmlns:a16="http://schemas.microsoft.com/office/drawing/2014/main" id="{810A2B87-5DAB-A39F-4A74-6DF1D3848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7" cstate="print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3721" t="30781" r="13721" b="30781"/>
              <a:stretch/>
            </p:blipFill>
            <p:spPr bwMode="auto">
              <a:xfrm>
                <a:off x="1222757" y="2458416"/>
                <a:ext cx="297149" cy="156607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3" name="logo-holu">
                <a:extLst>
                  <a:ext uri="{FF2B5EF4-FFF2-40B4-BE49-F238E27FC236}">
                    <a16:creationId xmlns:a16="http://schemas.microsoft.com/office/drawing/2014/main" id="{3526F9EA-254A-6C4D-4E7E-92CADBEF3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 t="16140" b="16140"/>
              <a:stretch/>
            </p:blipFill>
            <p:spPr bwMode="auto">
              <a:xfrm>
                <a:off x="793693" y="2481419"/>
                <a:ext cx="341348" cy="11558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4" name="logo-uber" descr="Tudo sobre a Uber - A Uber é um aplicativo de transporte - 55content">
                <a:extLst>
                  <a:ext uri="{FF2B5EF4-FFF2-40B4-BE49-F238E27FC236}">
                    <a16:creationId xmlns:a16="http://schemas.microsoft.com/office/drawing/2014/main" id="{26761D98-87DF-58CE-533B-68ABC918D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1">
                <a:extLst>
                  <a:ext uri="{BEBA8EAE-BF5A-486C-A8C5-ECC9F3942E4B}">
                    <a14:imgProps xmlns:a14="http://schemas.microsoft.com/office/drawing/2010/main">
                      <a14:imgLayer r:embed="rId1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576" t="31219" r="19025" b="29431"/>
              <a:stretch/>
            </p:blipFill>
            <p:spPr bwMode="auto">
              <a:xfrm>
                <a:off x="429087" y="2484492"/>
                <a:ext cx="276891" cy="10801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B33AA13-31C5-F4C2-666F-BAC3899CE712}"/>
              </a:ext>
            </a:extLst>
          </p:cNvPr>
          <p:cNvGrpSpPr/>
          <p:nvPr/>
        </p:nvGrpSpPr>
        <p:grpSpPr>
          <a:xfrm>
            <a:off x="4230335" y="1147567"/>
            <a:ext cx="3701568" cy="1667129"/>
            <a:chOff x="8152830" y="1147567"/>
            <a:chExt cx="3701568" cy="1667129"/>
          </a:xfrm>
        </p:grpSpPr>
        <p:pic>
          <p:nvPicPr>
            <p:cNvPr id="245" name="sami-karlik-foto">
              <a:extLst>
                <a:ext uri="{FF2B5EF4-FFF2-40B4-BE49-F238E27FC236}">
                  <a16:creationId xmlns:a16="http://schemas.microsoft.com/office/drawing/2014/main" id="{34938072-F1B9-8EB0-A72D-AD3CC44383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3"/>
            <a:srcRect l="15144" r="15144"/>
            <a:stretch/>
          </p:blipFill>
          <p:spPr>
            <a:xfrm>
              <a:off x="8152830" y="1147567"/>
              <a:ext cx="775554" cy="775555"/>
            </a:xfrm>
            <a:prstGeom prst="rect">
              <a:avLst/>
            </a:prstGeom>
          </p:spPr>
        </p:pic>
        <p:sp>
          <p:nvSpPr>
            <p:cNvPr id="161" name="chris-egan-bio">
              <a:extLst>
                <a:ext uri="{FF2B5EF4-FFF2-40B4-BE49-F238E27FC236}">
                  <a16:creationId xmlns:a16="http://schemas.microsoft.com/office/drawing/2014/main" id="{711921A8-8565-067C-A754-EC2518F6C684}"/>
                </a:ext>
              </a:extLst>
            </p:cNvPr>
            <p:cNvSpPr txBox="1"/>
            <p:nvPr/>
          </p:nvSpPr>
          <p:spPr>
            <a:xfrm>
              <a:off x="10022164" y="1361700"/>
              <a:ext cx="1701871" cy="7386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de experiência no mercado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financeiro, com passagem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pela AIG, Unibanco, Banco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Fator e Banco Votorantim,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como Head de Large Corporate.</a:t>
              </a:r>
            </a:p>
          </p:txBody>
        </p:sp>
        <p:sp>
          <p:nvSpPr>
            <p:cNvPr id="163" name="object 17">
              <a:extLst>
                <a:ext uri="{FF2B5EF4-FFF2-40B4-BE49-F238E27FC236}">
                  <a16:creationId xmlns:a16="http://schemas.microsoft.com/office/drawing/2014/main" id="{EDDF6919-DBE4-15F4-7C35-8C13C65FFEA5}"/>
                </a:ext>
              </a:extLst>
            </p:cNvPr>
            <p:cNvSpPr txBox="1"/>
            <p:nvPr/>
          </p:nvSpPr>
          <p:spPr>
            <a:xfrm>
              <a:off x="8152830" y="1147611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07" name="object 13">
              <a:extLst>
                <a:ext uri="{FF2B5EF4-FFF2-40B4-BE49-F238E27FC236}">
                  <a16:creationId xmlns:a16="http://schemas.microsoft.com/office/drawing/2014/main" id="{F1D3B1F7-617D-3B97-D4CF-CE88EB4C0B6D}"/>
                </a:ext>
              </a:extLst>
            </p:cNvPr>
            <p:cNvSpPr txBox="1"/>
            <p:nvPr/>
          </p:nvSpPr>
          <p:spPr>
            <a:xfrm>
              <a:off x="9001058" y="1362272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Sami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Karlik</a:t>
              </a:r>
            </a:p>
          </p:txBody>
        </p:sp>
        <p:sp>
          <p:nvSpPr>
            <p:cNvPr id="208" name="object 31">
              <a:extLst>
                <a:ext uri="{FF2B5EF4-FFF2-40B4-BE49-F238E27FC236}">
                  <a16:creationId xmlns:a16="http://schemas.microsoft.com/office/drawing/2014/main" id="{E598EBE3-532E-8A88-DF00-F7BF8DE25664}"/>
                </a:ext>
              </a:extLst>
            </p:cNvPr>
            <p:cNvSpPr/>
            <p:nvPr/>
          </p:nvSpPr>
          <p:spPr>
            <a:xfrm flipV="1">
              <a:off x="9001058" y="1702759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chris-egan-titulo">
              <a:extLst>
                <a:ext uri="{FF2B5EF4-FFF2-40B4-BE49-F238E27FC236}">
                  <a16:creationId xmlns:a16="http://schemas.microsoft.com/office/drawing/2014/main" id="{9FDAA81E-D7C4-62B0-CDE8-B16AEF0CAB29}"/>
                </a:ext>
              </a:extLst>
            </p:cNvPr>
            <p:cNvSpPr txBox="1"/>
            <p:nvPr/>
          </p:nvSpPr>
          <p:spPr>
            <a:xfrm>
              <a:off x="9001058" y="1973368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CRÉDITO</a:t>
              </a:r>
            </a:p>
          </p:txBody>
        </p:sp>
        <p:sp>
          <p:nvSpPr>
            <p:cNvPr id="198" name="rodrigo-freire-experiencia">
              <a:extLst>
                <a:ext uri="{FF2B5EF4-FFF2-40B4-BE49-F238E27FC236}">
                  <a16:creationId xmlns:a16="http://schemas.microsoft.com/office/drawing/2014/main" id="{6833A8F8-C01B-2134-4BC0-42B9A43C7D7A}"/>
                </a:ext>
              </a:extLst>
            </p:cNvPr>
            <p:cNvSpPr txBox="1"/>
            <p:nvPr/>
          </p:nvSpPr>
          <p:spPr>
            <a:xfrm>
              <a:off x="8152830" y="2300512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54F2C9F4-29D0-BE10-A04C-2CC0B0984702}"/>
                </a:ext>
              </a:extLst>
            </p:cNvPr>
            <p:cNvGrpSpPr/>
            <p:nvPr/>
          </p:nvGrpSpPr>
          <p:grpSpPr>
            <a:xfrm>
              <a:off x="8326717" y="2473817"/>
              <a:ext cx="1483845" cy="171299"/>
              <a:chOff x="4406976" y="2476710"/>
              <a:chExt cx="1483845" cy="171299"/>
            </a:xfrm>
          </p:grpSpPr>
          <p:pic>
            <p:nvPicPr>
              <p:cNvPr id="240" name="logo-unibanco">
                <a:extLst>
                  <a:ext uri="{FF2B5EF4-FFF2-40B4-BE49-F238E27FC236}">
                    <a16:creationId xmlns:a16="http://schemas.microsoft.com/office/drawing/2014/main" id="{B601A3A5-6BCA-30C7-89E6-21AC30F9D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hqprint">
                <a:extLst>
                  <a:ext uri="{BEBA8EAE-BF5A-486C-A8C5-ECC9F3942E4B}">
                    <a14:imgProps xmlns:a14="http://schemas.microsoft.com/office/drawing/2010/main">
                      <a14:imgLayer r:embed="rId1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13484" b="13484"/>
              <a:stretch/>
            </p:blipFill>
            <p:spPr bwMode="auto">
              <a:xfrm>
                <a:off x="5144648" y="2480054"/>
                <a:ext cx="746173" cy="14822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1" name="logo-aig">
                <a:extLst>
                  <a:ext uri="{FF2B5EF4-FFF2-40B4-BE49-F238E27FC236}">
                    <a16:creationId xmlns:a16="http://schemas.microsoft.com/office/drawing/2014/main" id="{19BB254F-1187-2B8B-E476-81A1A38E2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hqprint">
                <a:extLst>
                  <a:ext uri="{BEBA8EAE-BF5A-486C-A8C5-ECC9F3942E4B}">
                    <a14:imgProps xmlns:a14="http://schemas.microsoft.com/office/drawing/2010/main">
                      <a14:imgLayer r:embed="rId17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/>
            </p:blipFill>
            <p:spPr bwMode="auto">
              <a:xfrm>
                <a:off x="4745152" y="2476710"/>
                <a:ext cx="345262" cy="171299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2" name="logo-bv">
                <a:extLst>
                  <a:ext uri="{FF2B5EF4-FFF2-40B4-BE49-F238E27FC236}">
                    <a16:creationId xmlns:a16="http://schemas.microsoft.com/office/drawing/2014/main" id="{0DBCC5BD-6CDE-8E96-7049-20D75ED64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hq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>
                <a:off x="4406976" y="2480844"/>
                <a:ext cx="210024" cy="163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pic>
        <p:nvPicPr>
          <p:cNvPr id="246" name="adriano-mantesso-foto">
            <a:extLst>
              <a:ext uri="{FF2B5EF4-FFF2-40B4-BE49-F238E27FC236}">
                <a16:creationId xmlns:a16="http://schemas.microsoft.com/office/drawing/2014/main" id="{B7326618-40E4-9C1E-2EB2-EB2AEF61ED47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19"/>
          <a:srcRect l="15471" r="15471"/>
          <a:stretch>
            <a:fillRect/>
          </a:stretch>
        </p:blipFill>
        <p:spPr>
          <a:xfrm>
            <a:off x="8159674" y="1154423"/>
            <a:ext cx="775554" cy="782903"/>
          </a:xfrm>
          <a:prstGeom prst="rect">
            <a:avLst/>
          </a:prstGeom>
        </p:spPr>
      </p:pic>
      <p:sp>
        <p:nvSpPr>
          <p:cNvPr id="212" name="chris-egan-bio">
            <a:extLst>
              <a:ext uri="{FF2B5EF4-FFF2-40B4-BE49-F238E27FC236}">
                <a16:creationId xmlns:a16="http://schemas.microsoft.com/office/drawing/2014/main" id="{B565D5C7-A185-3877-B3B1-F7F14EB44761}"/>
              </a:ext>
            </a:extLst>
          </p:cNvPr>
          <p:cNvSpPr txBox="1"/>
          <p:nvPr/>
        </p:nvSpPr>
        <p:spPr>
          <a:xfrm>
            <a:off x="10024804" y="136170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Head de alguns dos maiores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FIIs do Brasil, executou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 gerenciou bilhões 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transações imobiliárias.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Experiências anteriores 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como Head Latam na Ivanhoé Cambridge,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Partner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do BTG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Diretor Executivo da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Brazilian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Capital</a:t>
            </a:r>
          </a:p>
        </p:txBody>
      </p:sp>
      <p:sp>
        <p:nvSpPr>
          <p:cNvPr id="213" name="object 17">
            <a:extLst>
              <a:ext uri="{FF2B5EF4-FFF2-40B4-BE49-F238E27FC236}">
                <a16:creationId xmlns:a16="http://schemas.microsoft.com/office/drawing/2014/main" id="{952A5D5C-9BB2-D3BB-5B0B-5B30890F5900}"/>
              </a:ext>
            </a:extLst>
          </p:cNvPr>
          <p:cNvSpPr txBox="1"/>
          <p:nvPr/>
        </p:nvSpPr>
        <p:spPr>
          <a:xfrm>
            <a:off x="8155470" y="114761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sp>
        <p:nvSpPr>
          <p:cNvPr id="221" name="object 13">
            <a:extLst>
              <a:ext uri="{FF2B5EF4-FFF2-40B4-BE49-F238E27FC236}">
                <a16:creationId xmlns:a16="http://schemas.microsoft.com/office/drawing/2014/main" id="{2C744284-22A1-E75B-01F0-67482DEC8E05}"/>
              </a:ext>
            </a:extLst>
          </p:cNvPr>
          <p:cNvSpPr txBox="1"/>
          <p:nvPr/>
        </p:nvSpPr>
        <p:spPr>
          <a:xfrm>
            <a:off x="9001058" y="1362272"/>
            <a:ext cx="1107252" cy="353943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Adriano </a:t>
            </a:r>
            <a:r>
              <a:rPr kumimoji="0" lang="en-US" sz="1150" b="1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Mantesso</a:t>
            </a:r>
            <a:endParaRPr kumimoji="0" lang="en-US" sz="11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Versos"/>
              <a:sym typeface="Arial"/>
            </a:endParaRPr>
          </a:p>
        </p:txBody>
      </p:sp>
      <p:sp>
        <p:nvSpPr>
          <p:cNvPr id="222" name="object 31">
            <a:extLst>
              <a:ext uri="{FF2B5EF4-FFF2-40B4-BE49-F238E27FC236}">
                <a16:creationId xmlns:a16="http://schemas.microsoft.com/office/drawing/2014/main" id="{46DF6C28-8139-1AF5-E1C1-980F43C0E810}"/>
              </a:ext>
            </a:extLst>
          </p:cNvPr>
          <p:cNvSpPr/>
          <p:nvPr/>
        </p:nvSpPr>
        <p:spPr>
          <a:xfrm flipV="1">
            <a:off x="9001058" y="1702759"/>
            <a:ext cx="909759" cy="215789"/>
          </a:xfrm>
          <a:custGeom>
            <a:avLst/>
            <a:gdLst/>
            <a:ahLst/>
            <a:cxnLst/>
            <a:rect l="l" t="t" r="r" b="b"/>
            <a:pathLst>
              <a:path w="3848735">
                <a:moveTo>
                  <a:pt x="0" y="0"/>
                </a:moveTo>
                <a:lnTo>
                  <a:pt x="3848699" y="0"/>
                </a:lnTo>
              </a:path>
            </a:pathLst>
          </a:custGeom>
          <a:ln w="10470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3" name="chris-egan-titulo">
            <a:extLst>
              <a:ext uri="{FF2B5EF4-FFF2-40B4-BE49-F238E27FC236}">
                <a16:creationId xmlns:a16="http://schemas.microsoft.com/office/drawing/2014/main" id="{7A5EF3A2-96FC-67A1-20C4-A66F527A00C2}"/>
              </a:ext>
            </a:extLst>
          </p:cNvPr>
          <p:cNvSpPr txBox="1"/>
          <p:nvPr/>
        </p:nvSpPr>
        <p:spPr>
          <a:xfrm>
            <a:off x="9001058" y="1981845"/>
            <a:ext cx="1014090" cy="10727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IMOBILIÁRIO</a:t>
            </a:r>
          </a:p>
        </p:txBody>
      </p:sp>
      <p:sp>
        <p:nvSpPr>
          <p:cNvPr id="215" name="rodrigo-freire-experiencia">
            <a:extLst>
              <a:ext uri="{FF2B5EF4-FFF2-40B4-BE49-F238E27FC236}">
                <a16:creationId xmlns:a16="http://schemas.microsoft.com/office/drawing/2014/main" id="{AE079B11-05A2-07F4-B3B8-95B15F8C732E}"/>
              </a:ext>
            </a:extLst>
          </p:cNvPr>
          <p:cNvSpPr txBox="1"/>
          <p:nvPr/>
        </p:nvSpPr>
        <p:spPr>
          <a:xfrm>
            <a:off x="8155470" y="230051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3083E467-CB14-7349-5B29-8490B5C0FDCB}"/>
              </a:ext>
            </a:extLst>
          </p:cNvPr>
          <p:cNvGrpSpPr/>
          <p:nvPr/>
        </p:nvGrpSpPr>
        <p:grpSpPr>
          <a:xfrm>
            <a:off x="8266695" y="2471302"/>
            <a:ext cx="1523516" cy="171827"/>
            <a:chOff x="7655855" y="3764910"/>
            <a:chExt cx="1822784" cy="205580"/>
          </a:xfrm>
        </p:grpSpPr>
        <p:pic>
          <p:nvPicPr>
            <p:cNvPr id="252" name="logo-pitsburgh">
              <a:extLst>
                <a:ext uri="{FF2B5EF4-FFF2-40B4-BE49-F238E27FC236}">
                  <a16:creationId xmlns:a16="http://schemas.microsoft.com/office/drawing/2014/main" id="{F61B0D6E-8971-47E2-6C9C-F94F4D697B09}"/>
                </a:ext>
              </a:extLst>
            </p:cNvPr>
            <p:cNvPicPr/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0388" b="20388"/>
            <a:stretch/>
          </p:blipFill>
          <p:spPr>
            <a:xfrm>
              <a:off x="8961456" y="3781632"/>
              <a:ext cx="517183" cy="172136"/>
            </a:xfrm>
            <a:prstGeom prst="rect">
              <a:avLst/>
            </a:prstGeom>
          </p:spPr>
        </p:pic>
        <p:pic>
          <p:nvPicPr>
            <p:cNvPr id="253" name="logo-btg-pactual">
              <a:extLst>
                <a:ext uri="{FF2B5EF4-FFF2-40B4-BE49-F238E27FC236}">
                  <a16:creationId xmlns:a16="http://schemas.microsoft.com/office/drawing/2014/main" id="{A2BF133E-D39B-47EE-3BC1-BDF5F4593D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BEBA8EAE-BF5A-486C-A8C5-ECC9F3942E4B}">
                  <a14:imgProps xmlns:a14="http://schemas.microsoft.com/office/drawing/2010/main">
                    <a14:imgLayer r:embed="rId23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/>
          </p:blipFill>
          <p:spPr bwMode="auto">
            <a:xfrm>
              <a:off x="8341514" y="3764910"/>
              <a:ext cx="517182" cy="20558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4" name="logo-cdpq">
              <a:extLst>
                <a:ext uri="{FF2B5EF4-FFF2-40B4-BE49-F238E27FC236}">
                  <a16:creationId xmlns:a16="http://schemas.microsoft.com/office/drawing/2014/main" id="{D85776F6-4B0F-1DDA-7FF6-8AC5324E8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568" b="18568"/>
            <a:stretch/>
          </p:blipFill>
          <p:spPr bwMode="auto">
            <a:xfrm>
              <a:off x="7655855" y="3782198"/>
              <a:ext cx="582899" cy="1710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7" name="chris-egan-bio">
            <a:extLst>
              <a:ext uri="{FF2B5EF4-FFF2-40B4-BE49-F238E27FC236}">
                <a16:creationId xmlns:a16="http://schemas.microsoft.com/office/drawing/2014/main" id="{3373331B-270C-A6DA-6A85-AEF0077858EF}"/>
              </a:ext>
            </a:extLst>
          </p:cNvPr>
          <p:cNvSpPr txBox="1"/>
          <p:nvPr/>
        </p:nvSpPr>
        <p:spPr>
          <a:xfrm>
            <a:off x="6102423" y="318015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Com mais de 23 anos de experiência em investimentos, atuou como sócia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diretora de investimentos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family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office Focus Invest.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Experiências anteriores incluem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o segmento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private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do Unibanco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 gestão de fundos de ações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na antiga BV Asset.</a:t>
            </a:r>
          </a:p>
        </p:txBody>
      </p:sp>
      <p:sp>
        <p:nvSpPr>
          <p:cNvPr id="278" name="object 17">
            <a:extLst>
              <a:ext uri="{FF2B5EF4-FFF2-40B4-BE49-F238E27FC236}">
                <a16:creationId xmlns:a16="http://schemas.microsoft.com/office/drawing/2014/main" id="{DE862069-5D12-2915-1167-A0FC0F0B37C9}"/>
              </a:ext>
            </a:extLst>
          </p:cNvPr>
          <p:cNvSpPr txBox="1"/>
          <p:nvPr/>
        </p:nvSpPr>
        <p:spPr>
          <a:xfrm>
            <a:off x="4233089" y="296606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090BA05-7560-9083-BA90-6D0764D79A13}"/>
              </a:ext>
            </a:extLst>
          </p:cNvPr>
          <p:cNvGrpSpPr/>
          <p:nvPr/>
        </p:nvGrpSpPr>
        <p:grpSpPr>
          <a:xfrm>
            <a:off x="5081317" y="3180722"/>
            <a:ext cx="1008261" cy="824198"/>
            <a:chOff x="1166158" y="1365165"/>
            <a:chExt cx="1008261" cy="824198"/>
          </a:xfrm>
        </p:grpSpPr>
        <p:sp>
          <p:nvSpPr>
            <p:cNvPr id="281" name="object 13">
              <a:extLst>
                <a:ext uri="{FF2B5EF4-FFF2-40B4-BE49-F238E27FC236}">
                  <a16:creationId xmlns:a16="http://schemas.microsoft.com/office/drawing/2014/main" id="{4E6B1E5F-0BE8-96C3-F0F5-526778323F45}"/>
                </a:ext>
              </a:extLst>
            </p:cNvPr>
            <p:cNvSpPr txBox="1"/>
            <p:nvPr/>
          </p:nvSpPr>
          <p:spPr>
            <a:xfrm>
              <a:off x="1166158" y="1365165"/>
              <a:ext cx="1008261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Letícia Albuquerque</a:t>
              </a:r>
            </a:p>
          </p:txBody>
        </p:sp>
        <p:sp>
          <p:nvSpPr>
            <p:cNvPr id="282" name="object 31">
              <a:extLst>
                <a:ext uri="{FF2B5EF4-FFF2-40B4-BE49-F238E27FC236}">
                  <a16:creationId xmlns:a16="http://schemas.microsoft.com/office/drawing/2014/main" id="{1A08F453-8F9C-172E-3718-60C2FA223D2C}"/>
                </a:ext>
              </a:extLst>
            </p:cNvPr>
            <p:cNvSpPr/>
            <p:nvPr/>
          </p:nvSpPr>
          <p:spPr>
            <a:xfrm flipV="1">
              <a:off x="1166158" y="1705652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chris-egan-titulo">
              <a:extLst>
                <a:ext uri="{FF2B5EF4-FFF2-40B4-BE49-F238E27FC236}">
                  <a16:creationId xmlns:a16="http://schemas.microsoft.com/office/drawing/2014/main" id="{6A2E6226-C9C0-CA03-DF10-E6219857DE63}"/>
                </a:ext>
              </a:extLst>
            </p:cNvPr>
            <p:cNvSpPr txBox="1"/>
            <p:nvPr/>
          </p:nvSpPr>
          <p:spPr>
            <a:xfrm>
              <a:off x="1166158" y="1974817"/>
              <a:ext cx="921293" cy="21454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INVESTMENT SOLUTIONS</a:t>
              </a:r>
            </a:p>
          </p:txBody>
        </p:sp>
      </p:grpSp>
      <p:sp>
        <p:nvSpPr>
          <p:cNvPr id="280" name="rodrigo-freire-experiencia">
            <a:extLst>
              <a:ext uri="{FF2B5EF4-FFF2-40B4-BE49-F238E27FC236}">
                <a16:creationId xmlns:a16="http://schemas.microsoft.com/office/drawing/2014/main" id="{B52F903B-6132-8D56-82A6-3E9CB59E4912}"/>
              </a:ext>
            </a:extLst>
          </p:cNvPr>
          <p:cNvSpPr txBox="1"/>
          <p:nvPr/>
        </p:nvSpPr>
        <p:spPr>
          <a:xfrm>
            <a:off x="4233089" y="411896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9849E8DC-2895-75CF-B4C7-17FDBEBCE239}"/>
              </a:ext>
            </a:extLst>
          </p:cNvPr>
          <p:cNvGrpSpPr/>
          <p:nvPr/>
        </p:nvGrpSpPr>
        <p:grpSpPr>
          <a:xfrm>
            <a:off x="4563580" y="4263883"/>
            <a:ext cx="1170240" cy="221280"/>
            <a:chOff x="4406976" y="4263883"/>
            <a:chExt cx="1170240" cy="221280"/>
          </a:xfrm>
        </p:grpSpPr>
        <p:pic>
          <p:nvPicPr>
            <p:cNvPr id="384" name="logo-bv">
              <a:extLst>
                <a:ext uri="{FF2B5EF4-FFF2-40B4-BE49-F238E27FC236}">
                  <a16:creationId xmlns:a16="http://schemas.microsoft.com/office/drawing/2014/main" id="{E8860544-D7BE-A8DE-93D6-F87FE6390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406976" y="4263883"/>
              <a:ext cx="285061" cy="2212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5" name="logo-unibanco">
              <a:extLst>
                <a:ext uri="{FF2B5EF4-FFF2-40B4-BE49-F238E27FC236}">
                  <a16:creationId xmlns:a16="http://schemas.microsoft.com/office/drawing/2014/main" id="{DB64EDD5-6625-720B-6D31-64CECEFF1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hqprint">
              <a:extLst>
                <a:ext uri="{BEBA8EAE-BF5A-486C-A8C5-ECC9F3942E4B}">
                  <a14:imgProps xmlns:a14="http://schemas.microsoft.com/office/drawing/2010/main">
                    <a14:imgLayer r:embed="rId1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3484" b="13484"/>
            <a:stretch/>
          </p:blipFill>
          <p:spPr bwMode="auto">
            <a:xfrm>
              <a:off x="4826473" y="4288146"/>
              <a:ext cx="750743" cy="1491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F39EE54C-B019-265B-E8E2-0E3E5EDC26AE}"/>
              </a:ext>
            </a:extLst>
          </p:cNvPr>
          <p:cNvGrpSpPr/>
          <p:nvPr/>
        </p:nvGrpSpPr>
        <p:grpSpPr>
          <a:xfrm>
            <a:off x="322242" y="4781618"/>
            <a:ext cx="3701568" cy="1667085"/>
            <a:chOff x="2284026" y="4781618"/>
            <a:chExt cx="3701568" cy="1667085"/>
          </a:xfrm>
        </p:grpSpPr>
        <p:pic>
          <p:nvPicPr>
            <p:cNvPr id="445" name="paola-moussatche-foto">
              <a:extLst>
                <a:ext uri="{FF2B5EF4-FFF2-40B4-BE49-F238E27FC236}">
                  <a16:creationId xmlns:a16="http://schemas.microsoft.com/office/drawing/2014/main" id="{160C00D6-5087-6CC6-FEE7-C0ACFCCE1D39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26"/>
            <a:srcRect l="15144" r="15144"/>
            <a:stretch/>
          </p:blipFill>
          <p:spPr>
            <a:xfrm>
              <a:off x="2288689" y="4781618"/>
              <a:ext cx="770891" cy="770891"/>
            </a:xfrm>
            <a:prstGeom prst="rect">
              <a:avLst/>
            </a:prstGeom>
          </p:spPr>
        </p:pic>
        <p:sp>
          <p:nvSpPr>
            <p:cNvPr id="367" name="chris-egan-bio">
              <a:extLst>
                <a:ext uri="{FF2B5EF4-FFF2-40B4-BE49-F238E27FC236}">
                  <a16:creationId xmlns:a16="http://schemas.microsoft.com/office/drawing/2014/main" id="{714A014F-2022-9C79-CD4F-F5F775CFDB6A}"/>
                </a:ext>
              </a:extLst>
            </p:cNvPr>
            <p:cNvSpPr txBox="1"/>
            <p:nvPr/>
          </p:nvSpPr>
          <p:spPr>
            <a:xfrm>
              <a:off x="4153360" y="4995707"/>
              <a:ext cx="1757987" cy="984885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experiência prévia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escritórios de advocacia,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nas áreas de M&amp;A, mercado de capitais e tributária, passou a atuar diretamente no mercado financeiro em 2013, com passagens pela Squadra Investimentos,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MAF e VELT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Partners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68" name="object 17">
              <a:extLst>
                <a:ext uri="{FF2B5EF4-FFF2-40B4-BE49-F238E27FC236}">
                  <a16:creationId xmlns:a16="http://schemas.microsoft.com/office/drawing/2014/main" id="{D6BCE49A-1D9E-F185-12C3-AAFE7678878B}"/>
                </a:ext>
              </a:extLst>
            </p:cNvPr>
            <p:cNvSpPr txBox="1"/>
            <p:nvPr/>
          </p:nvSpPr>
          <p:spPr>
            <a:xfrm>
              <a:off x="2284026" y="4781618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811F4656-349C-3B9C-4948-DCC89E62E782}"/>
                </a:ext>
              </a:extLst>
            </p:cNvPr>
            <p:cNvGrpSpPr/>
            <p:nvPr/>
          </p:nvGrpSpPr>
          <p:grpSpPr>
            <a:xfrm>
              <a:off x="3132254" y="4996279"/>
              <a:ext cx="1107252" cy="726153"/>
              <a:chOff x="1166158" y="1365165"/>
              <a:chExt cx="1107252" cy="726153"/>
            </a:xfrm>
          </p:grpSpPr>
          <p:sp>
            <p:nvSpPr>
              <p:cNvPr id="376" name="object 13">
                <a:extLst>
                  <a:ext uri="{FF2B5EF4-FFF2-40B4-BE49-F238E27FC236}">
                    <a16:creationId xmlns:a16="http://schemas.microsoft.com/office/drawing/2014/main" id="{D9074F08-F193-590E-8A62-CC62C833CE0A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Paola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Moussatche</a:t>
                </a:r>
              </a:p>
            </p:txBody>
          </p:sp>
          <p:sp>
            <p:nvSpPr>
              <p:cNvPr id="377" name="object 31">
                <a:extLst>
                  <a:ext uri="{FF2B5EF4-FFF2-40B4-BE49-F238E27FC236}">
                    <a16:creationId xmlns:a16="http://schemas.microsoft.com/office/drawing/2014/main" id="{44C7EF44-10FF-DA7E-62D4-05FF642915D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8" name="chris-egan-titulo">
                <a:extLst>
                  <a:ext uri="{FF2B5EF4-FFF2-40B4-BE49-F238E27FC236}">
                    <a16:creationId xmlns:a16="http://schemas.microsoft.com/office/drawing/2014/main" id="{CA7A9955-505E-11A6-17E3-3ED6463E2BAE}"/>
                  </a:ext>
                </a:extLst>
              </p:cNvPr>
              <p:cNvSpPr txBox="1"/>
              <p:nvPr/>
            </p:nvSpPr>
            <p:spPr>
              <a:xfrm>
                <a:off x="1166158" y="1984045"/>
                <a:ext cx="1014090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LEGAL</a:t>
                </a:r>
              </a:p>
            </p:txBody>
          </p:sp>
        </p:grpSp>
        <p:sp>
          <p:nvSpPr>
            <p:cNvPr id="370" name="rodrigo-freire-experiencia">
              <a:extLst>
                <a:ext uri="{FF2B5EF4-FFF2-40B4-BE49-F238E27FC236}">
                  <a16:creationId xmlns:a16="http://schemas.microsoft.com/office/drawing/2014/main" id="{9E5E3F8D-B3D8-E866-AB04-621367F1A742}"/>
                </a:ext>
              </a:extLst>
            </p:cNvPr>
            <p:cNvSpPr txBox="1"/>
            <p:nvPr/>
          </p:nvSpPr>
          <p:spPr>
            <a:xfrm>
              <a:off x="2284026" y="5934519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33D9855-0CAC-9538-0608-4F11E48AA73F}"/>
                </a:ext>
              </a:extLst>
            </p:cNvPr>
            <p:cNvGrpSpPr/>
            <p:nvPr/>
          </p:nvGrpSpPr>
          <p:grpSpPr>
            <a:xfrm>
              <a:off x="2353661" y="6129574"/>
              <a:ext cx="1591850" cy="160146"/>
              <a:chOff x="2446348" y="6034292"/>
              <a:chExt cx="1499157" cy="150820"/>
            </a:xfrm>
          </p:grpSpPr>
          <p:pic>
            <p:nvPicPr>
              <p:cNvPr id="447" name="logos-velt" descr="A black and white text&#10;&#10;AI-generated content may be incorrect.">
                <a:extLst>
                  <a:ext uri="{FF2B5EF4-FFF2-40B4-BE49-F238E27FC236}">
                    <a16:creationId xmlns:a16="http://schemas.microsoft.com/office/drawing/2014/main" id="{2D01F484-734D-1C54-A38C-F157A02907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hqprint">
                <a:extLst>
                  <a:ext uri="{BEBA8EAE-BF5A-486C-A8C5-ECC9F3942E4B}">
                    <a14:imgProps xmlns:a14="http://schemas.microsoft.com/office/drawing/2010/main">
                      <a14:imgLayer r:embed="rId2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531676" y="6079864"/>
                <a:ext cx="413829" cy="101613"/>
              </a:xfrm>
              <a:prstGeom prst="rect">
                <a:avLst/>
              </a:prstGeom>
            </p:spPr>
          </p:pic>
          <p:pic>
            <p:nvPicPr>
              <p:cNvPr id="448" name="logos-modal">
                <a:extLst>
                  <a:ext uri="{FF2B5EF4-FFF2-40B4-BE49-F238E27FC236}">
                    <a16:creationId xmlns:a16="http://schemas.microsoft.com/office/drawing/2014/main" id="{BB6678C4-6657-5EF4-89D6-100C9E9DC4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3046816" y="6034292"/>
                <a:ext cx="413304" cy="127220"/>
              </a:xfrm>
              <a:prstGeom prst="rect">
                <a:avLst/>
              </a:prstGeom>
            </p:spPr>
          </p:pic>
          <p:pic>
            <p:nvPicPr>
              <p:cNvPr id="449" name="logos-squadra" descr="A black background with text&#10;&#10;AI-generated content may be incorrect.">
                <a:extLst>
                  <a:ext uri="{FF2B5EF4-FFF2-40B4-BE49-F238E27FC236}">
                    <a16:creationId xmlns:a16="http://schemas.microsoft.com/office/drawing/2014/main" id="{E08D0892-31F8-71DE-7612-78301C5009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hq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446348" y="6077678"/>
                <a:ext cx="528911" cy="107434"/>
              </a:xfrm>
              <a:prstGeom prst="rect">
                <a:avLst/>
              </a:prstGeom>
            </p:spPr>
          </p:pic>
        </p:grp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3498125C-2E86-5CBD-302B-6BAE0D907992}"/>
              </a:ext>
            </a:extLst>
          </p:cNvPr>
          <p:cNvGrpSpPr/>
          <p:nvPr/>
        </p:nvGrpSpPr>
        <p:grpSpPr>
          <a:xfrm>
            <a:off x="8149203" y="4781618"/>
            <a:ext cx="3707050" cy="1667085"/>
            <a:chOff x="8149203" y="4781618"/>
            <a:chExt cx="3707050" cy="1667085"/>
          </a:xfrm>
        </p:grpSpPr>
        <p:pic>
          <p:nvPicPr>
            <p:cNvPr id="446" name="marilia-romero-foto">
              <a:extLst>
                <a:ext uri="{FF2B5EF4-FFF2-40B4-BE49-F238E27FC236}">
                  <a16:creationId xmlns:a16="http://schemas.microsoft.com/office/drawing/2014/main" id="{635CC60D-35F8-B50A-BE6C-427728A6E293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33"/>
            <a:srcRect l="15144" r="15144"/>
            <a:stretch/>
          </p:blipFill>
          <p:spPr>
            <a:xfrm>
              <a:off x="8149203" y="4781618"/>
              <a:ext cx="770891" cy="770891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</p:spPr>
        </p:pic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2650D8ED-C108-8D72-3F23-4D55E918F235}"/>
                </a:ext>
              </a:extLst>
            </p:cNvPr>
            <p:cNvGrpSpPr/>
            <p:nvPr/>
          </p:nvGrpSpPr>
          <p:grpSpPr>
            <a:xfrm>
              <a:off x="8149203" y="4781618"/>
              <a:ext cx="3707050" cy="1667085"/>
              <a:chOff x="310708" y="1150504"/>
              <a:chExt cx="3707050" cy="1667085"/>
            </a:xfrm>
          </p:grpSpPr>
          <p:sp>
            <p:nvSpPr>
              <p:cNvPr id="359" name="chris-egan-bio">
                <a:extLst>
                  <a:ext uri="{FF2B5EF4-FFF2-40B4-BE49-F238E27FC236}">
                    <a16:creationId xmlns:a16="http://schemas.microsoft.com/office/drawing/2014/main" id="{722FAE95-F849-6B99-5328-1DE06704B593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837716" cy="984885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Atuou em gestão de pessoas,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Business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Partner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remuneração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no setor financeiro, com atuação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em transformação cultural no Banco BV e Crefisa, e passagens pela Amil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 Volkswagen do Brasil, focado em estratégias de remuneração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curto e longo prazo.</a:t>
                </a:r>
              </a:p>
            </p:txBody>
          </p:sp>
          <p:sp>
            <p:nvSpPr>
              <p:cNvPr id="360" name="object 17">
                <a:extLst>
                  <a:ext uri="{FF2B5EF4-FFF2-40B4-BE49-F238E27FC236}">
                    <a16:creationId xmlns:a16="http://schemas.microsoft.com/office/drawing/2014/main" id="{6DECD09D-7211-8641-D412-FA2B6CABCCAA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361" name="Group 360">
                <a:extLst>
                  <a:ext uri="{FF2B5EF4-FFF2-40B4-BE49-F238E27FC236}">
                    <a16:creationId xmlns:a16="http://schemas.microsoft.com/office/drawing/2014/main" id="{344F0E96-8041-9CD8-1433-9C82E3DF442E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909759" cy="833426"/>
                <a:chOff x="1166158" y="1365165"/>
                <a:chExt cx="909759" cy="833426"/>
              </a:xfrm>
            </p:grpSpPr>
            <p:sp>
              <p:nvSpPr>
                <p:cNvPr id="363" name="object 13">
                  <a:extLst>
                    <a:ext uri="{FF2B5EF4-FFF2-40B4-BE49-F238E27FC236}">
                      <a16:creationId xmlns:a16="http://schemas.microsoft.com/office/drawing/2014/main" id="{E1BB871F-E159-BEC3-3F33-166AAFA127F2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909759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Marília</a:t>
                  </a:r>
                </a:p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Romero</a:t>
                  </a:r>
                </a:p>
              </p:txBody>
            </p:sp>
            <p:sp>
              <p:nvSpPr>
                <p:cNvPr id="364" name="object 31">
                  <a:extLst>
                    <a:ext uri="{FF2B5EF4-FFF2-40B4-BE49-F238E27FC236}">
                      <a16:creationId xmlns:a16="http://schemas.microsoft.com/office/drawing/2014/main" id="{7451F718-41F6-D378-F4BD-714D000F0761}"/>
                    </a:ext>
                  </a:extLst>
                </p:cNvPr>
                <p:cNvSpPr/>
                <p:nvPr/>
              </p:nvSpPr>
              <p:spPr>
                <a:xfrm flipV="1">
                  <a:off x="1166158" y="1705654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chris-egan-titulo">
                  <a:extLst>
                    <a:ext uri="{FF2B5EF4-FFF2-40B4-BE49-F238E27FC236}">
                      <a16:creationId xmlns:a16="http://schemas.microsoft.com/office/drawing/2014/main" id="{23687EF9-E402-027E-1542-168EC2741EF6}"/>
                    </a:ext>
                  </a:extLst>
                </p:cNvPr>
                <p:cNvSpPr txBox="1"/>
                <p:nvPr/>
              </p:nvSpPr>
              <p:spPr>
                <a:xfrm>
                  <a:off x="1166158" y="1984045"/>
                  <a:ext cx="909759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PESSOAS </a:t>
                  </a:r>
                  <a:b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</a:b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&amp; CULTURA</a:t>
                  </a:r>
                </a:p>
              </p:txBody>
            </p:sp>
          </p:grpSp>
          <p:sp>
            <p:nvSpPr>
              <p:cNvPr id="362" name="rodrigo-freire-experiencia">
                <a:extLst>
                  <a:ext uri="{FF2B5EF4-FFF2-40B4-BE49-F238E27FC236}">
                    <a16:creationId xmlns:a16="http://schemas.microsoft.com/office/drawing/2014/main" id="{55BAA4EF-739D-74E8-1A3D-EB9B7440BE89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pic>
          <p:nvPicPr>
            <p:cNvPr id="451" name="logo-volkswagen" descr="A blue and black logo&#10;&#10;AI-generated content may be incorrect.">
              <a:extLst>
                <a:ext uri="{FF2B5EF4-FFF2-40B4-BE49-F238E27FC236}">
                  <a16:creationId xmlns:a16="http://schemas.microsoft.com/office/drawing/2014/main" id="{BBB725B5-742F-6E6B-0E14-75FE02E37624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BEBA8EAE-BF5A-486C-A8C5-ECC9F3942E4B}">
                  <a14:imgProps xmlns:a14="http://schemas.microsoft.com/office/drawing/2010/main">
                    <a14:imgLayer r:embed="rId35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9479457" y="6037806"/>
              <a:ext cx="284067" cy="284067"/>
            </a:xfrm>
            <a:prstGeom prst="rect">
              <a:avLst/>
            </a:prstGeom>
          </p:spPr>
        </p:pic>
        <p:pic>
          <p:nvPicPr>
            <p:cNvPr id="452" name="logo-crefisa" descr="A blue text on a black background&#10;&#10;AI-generated content may be incorrect.">
              <a:extLst>
                <a:ext uri="{FF2B5EF4-FFF2-40B4-BE49-F238E27FC236}">
                  <a16:creationId xmlns:a16="http://schemas.microsoft.com/office/drawing/2014/main" id="{D97CA482-5982-46B2-AA27-A0D604640F42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BEBA8EAE-BF5A-486C-A8C5-ECC9F3942E4B}">
                  <a14:imgProps xmlns:a14="http://schemas.microsoft.com/office/drawing/2010/main">
                    <a14:imgLayer r:embed="rId37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8802843" y="6073278"/>
              <a:ext cx="543315" cy="204648"/>
            </a:xfrm>
            <a:prstGeom prst="rect">
              <a:avLst/>
            </a:prstGeom>
          </p:spPr>
        </p:pic>
        <p:pic>
          <p:nvPicPr>
            <p:cNvPr id="453" name="logo-bv">
              <a:extLst>
                <a:ext uri="{FF2B5EF4-FFF2-40B4-BE49-F238E27FC236}">
                  <a16:creationId xmlns:a16="http://schemas.microsoft.com/office/drawing/2014/main" id="{BD5D4C3B-3586-76FE-FF43-DD70C72125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8402791" y="6091482"/>
              <a:ext cx="264428" cy="2052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59" name="Picture 8">
            <a:extLst>
              <a:ext uri="{FF2B5EF4-FFF2-40B4-BE49-F238E27FC236}">
                <a16:creationId xmlns:a16="http://schemas.microsoft.com/office/drawing/2014/main" id="{8A4EA67A-F74C-2EC3-1C36-D25BE90DDED7}"/>
              </a:ext>
            </a:extLst>
          </p:cNvPr>
          <p:cNvSpPr/>
          <p:nvPr/>
        </p:nvSpPr>
        <p:spPr>
          <a:xfrm>
            <a:off x="289753" y="372740"/>
            <a:ext cx="1395827" cy="47402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849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cxnSp>
        <p:nvCxnSpPr>
          <p:cNvPr id="461" name="Straight Connector 460">
            <a:extLst>
              <a:ext uri="{FF2B5EF4-FFF2-40B4-BE49-F238E27FC236}">
                <a16:creationId xmlns:a16="http://schemas.microsoft.com/office/drawing/2014/main" id="{32ABBC33-E213-2D46-8BEE-E2308EDBB0F1}"/>
              </a:ext>
            </a:extLst>
          </p:cNvPr>
          <p:cNvCxnSpPr>
            <a:cxnSpLocks/>
          </p:cNvCxnSpPr>
          <p:nvPr/>
        </p:nvCxnSpPr>
        <p:spPr>
          <a:xfrm>
            <a:off x="1913148" y="609754"/>
            <a:ext cx="3256772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4963299D-336D-B75C-C33B-556D23326D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41578" y="394311"/>
            <a:ext cx="6396549" cy="430887"/>
          </a:xfrm>
        </p:spPr>
        <p:txBody>
          <a:bodyPr/>
          <a:lstStyle/>
          <a:p>
            <a:r>
              <a:rPr lang="pt-BR" sz="1400" dirty="0"/>
              <a:t>Nossa liderança combina mais +200 anos de experiência em investimentos </a:t>
            </a:r>
            <a:br>
              <a:rPr lang="pt-BR" sz="1400" dirty="0"/>
            </a:br>
            <a:r>
              <a:rPr lang="pt-BR" sz="1400" dirty="0"/>
              <a:t>com um sólido histórico de atuação em verticais de investimento.</a:t>
            </a:r>
          </a:p>
          <a:p>
            <a:endParaRPr lang="pt-BR" sz="14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C6C994E-07DC-9E36-D7E8-8E9C05A65DE3}"/>
              </a:ext>
            </a:extLst>
          </p:cNvPr>
          <p:cNvGrpSpPr/>
          <p:nvPr/>
        </p:nvGrpSpPr>
        <p:grpSpPr>
          <a:xfrm>
            <a:off x="326068" y="2966039"/>
            <a:ext cx="3701568" cy="1667129"/>
            <a:chOff x="4230886" y="1137756"/>
            <a:chExt cx="3701568" cy="1667129"/>
          </a:xfrm>
        </p:grpSpPr>
        <p:pic>
          <p:nvPicPr>
            <p:cNvPr id="7" name="Picture 32">
              <a:extLst>
                <a:ext uri="{FF2B5EF4-FFF2-40B4-BE49-F238E27FC236}">
                  <a16:creationId xmlns:a16="http://schemas.microsoft.com/office/drawing/2014/main" id="{4DE616DA-F65D-D310-BFA8-2FD95C669FE2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38"/>
            <a:srcRect l="15143" r="15143"/>
            <a:stretch>
              <a:fillRect/>
            </a:stretch>
          </p:blipFill>
          <p:spPr>
            <a:xfrm>
              <a:off x="4230886" y="1137756"/>
              <a:ext cx="770935" cy="770935"/>
            </a:xfrm>
            <a:prstGeom prst="rect">
              <a:avLst/>
            </a:prstGeom>
            <a:ln>
              <a:noFill/>
            </a:ln>
            <a:effectLst/>
          </p:spPr>
        </p:pic>
        <p:sp>
          <p:nvSpPr>
            <p:cNvPr id="8" name="chris-egan-bio">
              <a:extLst>
                <a:ext uri="{FF2B5EF4-FFF2-40B4-BE49-F238E27FC236}">
                  <a16:creationId xmlns:a16="http://schemas.microsoft.com/office/drawing/2014/main" id="{3C3BB19D-5C1D-0065-C19C-9B78851C0212}"/>
                </a:ext>
              </a:extLst>
            </p:cNvPr>
            <p:cNvSpPr txBox="1"/>
            <p:nvPr/>
          </p:nvSpPr>
          <p:spPr>
            <a:xfrm>
              <a:off x="6100220" y="1351889"/>
              <a:ext cx="1701871" cy="61555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20 anos de experiência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 energia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passagem por BTG Pactual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Latin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America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Power.</a:t>
              </a:r>
            </a:p>
          </p:txBody>
        </p:sp>
        <p:sp>
          <p:nvSpPr>
            <p:cNvPr id="10" name="object 17">
              <a:extLst>
                <a:ext uri="{FF2B5EF4-FFF2-40B4-BE49-F238E27FC236}">
                  <a16:creationId xmlns:a16="http://schemas.microsoft.com/office/drawing/2014/main" id="{60ACCCCA-680B-3411-0EFF-5EBAC3099231}"/>
                </a:ext>
              </a:extLst>
            </p:cNvPr>
            <p:cNvSpPr txBox="1"/>
            <p:nvPr/>
          </p:nvSpPr>
          <p:spPr>
            <a:xfrm>
              <a:off x="4230886" y="1137800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1" name="object 13">
              <a:extLst>
                <a:ext uri="{FF2B5EF4-FFF2-40B4-BE49-F238E27FC236}">
                  <a16:creationId xmlns:a16="http://schemas.microsoft.com/office/drawing/2014/main" id="{590934A3-BA83-0813-8F25-6FD5E7ADD07B}"/>
                </a:ext>
              </a:extLst>
            </p:cNvPr>
            <p:cNvSpPr txBox="1"/>
            <p:nvPr/>
          </p:nvSpPr>
          <p:spPr>
            <a:xfrm>
              <a:off x="5079114" y="1352461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Bruno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Franco</a:t>
              </a:r>
            </a:p>
          </p:txBody>
        </p:sp>
        <p:sp>
          <p:nvSpPr>
            <p:cNvPr id="12" name="object 31">
              <a:extLst>
                <a:ext uri="{FF2B5EF4-FFF2-40B4-BE49-F238E27FC236}">
                  <a16:creationId xmlns:a16="http://schemas.microsoft.com/office/drawing/2014/main" id="{628539E8-275B-3353-C037-9174C2512303}"/>
                </a:ext>
              </a:extLst>
            </p:cNvPr>
            <p:cNvSpPr/>
            <p:nvPr/>
          </p:nvSpPr>
          <p:spPr>
            <a:xfrm flipV="1">
              <a:off x="5079114" y="1692948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chris-egan-titulo">
              <a:extLst>
                <a:ext uri="{FF2B5EF4-FFF2-40B4-BE49-F238E27FC236}">
                  <a16:creationId xmlns:a16="http://schemas.microsoft.com/office/drawing/2014/main" id="{EED83993-3DA9-FD92-A240-6D1B406B3CA7}"/>
                </a:ext>
              </a:extLst>
            </p:cNvPr>
            <p:cNvSpPr txBox="1"/>
            <p:nvPr/>
          </p:nvSpPr>
          <p:spPr>
            <a:xfrm>
              <a:off x="5079114" y="1963557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ENERGIA &amp; INFRA</a:t>
              </a:r>
            </a:p>
          </p:txBody>
        </p:sp>
        <p:sp>
          <p:nvSpPr>
            <p:cNvPr id="20" name="rodrigo-freire-experiencia">
              <a:extLst>
                <a:ext uri="{FF2B5EF4-FFF2-40B4-BE49-F238E27FC236}">
                  <a16:creationId xmlns:a16="http://schemas.microsoft.com/office/drawing/2014/main" id="{2FE5238F-355E-999F-6067-2112EBF0EB12}"/>
                </a:ext>
              </a:extLst>
            </p:cNvPr>
            <p:cNvSpPr txBox="1"/>
            <p:nvPr/>
          </p:nvSpPr>
          <p:spPr>
            <a:xfrm>
              <a:off x="4230886" y="2290701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pic>
          <p:nvPicPr>
            <p:cNvPr id="21" name="Picture 4" descr="LAP Latin America Power - Wikipedia, la enciclopedia libre">
              <a:extLst>
                <a:ext uri="{FF2B5EF4-FFF2-40B4-BE49-F238E27FC236}">
                  <a16:creationId xmlns:a16="http://schemas.microsoft.com/office/drawing/2014/main" id="{AAD262F8-B2C2-CC6E-CF4A-D50050EAC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9">
              <a:clrChange>
                <a:clrFrom>
                  <a:srgbClr val="FEFFFD"/>
                </a:clrFrom>
                <a:clrTo>
                  <a:srgbClr val="FEFFFD">
                    <a:alpha val="0"/>
                  </a:srgbClr>
                </a:clrTo>
              </a:clrChange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65449" y="2521014"/>
              <a:ext cx="326852" cy="139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1059" descr="A blue and black logo&#10;&#10;Description automatically generated">
              <a:extLst>
                <a:ext uri="{FF2B5EF4-FFF2-40B4-BE49-F238E27FC236}">
                  <a16:creationId xmlns:a16="http://schemas.microsoft.com/office/drawing/2014/main" id="{AF252FBE-4EE5-CF9E-74E2-52D225D92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BEBA8EAE-BF5A-486C-A8C5-ECC9F3942E4B}">
                  <a14:imgProps xmlns:a14="http://schemas.microsoft.com/office/drawing/2010/main">
                    <a14:imgLayer r:embed="rId4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5204" y="2468697"/>
              <a:ext cx="508827" cy="200650"/>
            </a:xfrm>
            <a:prstGeom prst="rect">
              <a:avLst/>
            </a:prstGeom>
          </p:spPr>
        </p:pic>
        <p:pic>
          <p:nvPicPr>
            <p:cNvPr id="23" name="Picture 4" descr="Identidade visual – Universidade Federal do Rio de Janeiro">
              <a:extLst>
                <a:ext uri="{FF2B5EF4-FFF2-40B4-BE49-F238E27FC236}">
                  <a16:creationId xmlns:a16="http://schemas.microsoft.com/office/drawing/2014/main" id="{C62D34E8-B820-2741-9EDE-4C3F678D75B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2">
              <a:extLst>
                <a:ext uri="{BEBA8EAE-BF5A-486C-A8C5-ECC9F3942E4B}">
                  <a14:imgProps xmlns:a14="http://schemas.microsoft.com/office/drawing/2010/main">
                    <a14:imgLayer r:embed="rId4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1580" b="11580"/>
            <a:stretch/>
          </p:blipFill>
          <p:spPr bwMode="auto">
            <a:xfrm>
              <a:off x="5312050" y="2464131"/>
              <a:ext cx="562393" cy="20978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BDF14C9-70E3-E32D-D8B4-55A42B796300}"/>
              </a:ext>
            </a:extLst>
          </p:cNvPr>
          <p:cNvGrpSpPr/>
          <p:nvPr/>
        </p:nvGrpSpPr>
        <p:grpSpPr>
          <a:xfrm>
            <a:off x="8160433" y="2963746"/>
            <a:ext cx="3701568" cy="1668820"/>
            <a:chOff x="310708" y="2964326"/>
            <a:chExt cx="3701568" cy="1668820"/>
          </a:xfrm>
        </p:grpSpPr>
        <p:pic>
          <p:nvPicPr>
            <p:cNvPr id="13" name="enrico-trotta-foto">
              <a:extLst>
                <a:ext uri="{FF2B5EF4-FFF2-40B4-BE49-F238E27FC236}">
                  <a16:creationId xmlns:a16="http://schemas.microsoft.com/office/drawing/2014/main" id="{59F3F738-F604-F4D1-1F14-159B4408853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44"/>
            <a:srcRect l="15144" r="15144"/>
            <a:stretch/>
          </p:blipFill>
          <p:spPr>
            <a:xfrm>
              <a:off x="310708" y="2964326"/>
              <a:ext cx="775554" cy="775554"/>
            </a:xfrm>
            <a:prstGeom prst="rect">
              <a:avLst/>
            </a:prstGeom>
          </p:spPr>
        </p:pic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BBC2246-D793-CBE2-26A9-DB4AF5258E4C}"/>
                </a:ext>
              </a:extLst>
            </p:cNvPr>
            <p:cNvGrpSpPr/>
            <p:nvPr/>
          </p:nvGrpSpPr>
          <p:grpSpPr>
            <a:xfrm>
              <a:off x="310708" y="2966061"/>
              <a:ext cx="3701568" cy="1667085"/>
              <a:chOff x="310708" y="1150504"/>
              <a:chExt cx="3701568" cy="1667085"/>
            </a:xfrm>
          </p:grpSpPr>
          <p:sp>
            <p:nvSpPr>
              <p:cNvPr id="61" name="chris-egan-bio">
                <a:extLst>
                  <a:ext uri="{FF2B5EF4-FFF2-40B4-BE49-F238E27FC236}">
                    <a16:creationId xmlns:a16="http://schemas.microsoft.com/office/drawing/2014/main" id="{6BEA6DB3-8378-8A35-C3D1-4CA35B60C968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699231" cy="1036181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+ de 15 anos em Mercado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Capitais, participando em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mais de 50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IPOs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follow-ons durante os 12 anos de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Equity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Research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no Itaú BBA, onde cobriu os setores Imobiliário e Tecnologia.  </a:t>
                </a:r>
              </a:p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Anteriormente, trabalhou com venture capital e consultoria.</a:t>
                </a:r>
              </a:p>
            </p:txBody>
          </p:sp>
          <p:sp>
            <p:nvSpPr>
              <p:cNvPr id="62" name="object 17">
                <a:extLst>
                  <a:ext uri="{FF2B5EF4-FFF2-40B4-BE49-F238E27FC236}">
                    <a16:creationId xmlns:a16="http://schemas.microsoft.com/office/drawing/2014/main" id="{51F193BA-5DA8-432E-1E22-B7127A146894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55869811-BFAB-33EF-E68D-48F8CB6BF7CA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1107252" cy="817890"/>
                <a:chOff x="1166158" y="1365165"/>
                <a:chExt cx="1107252" cy="817890"/>
              </a:xfrm>
            </p:grpSpPr>
            <p:sp>
              <p:nvSpPr>
                <p:cNvPr id="456" name="object 13">
                  <a:extLst>
                    <a:ext uri="{FF2B5EF4-FFF2-40B4-BE49-F238E27FC236}">
                      <a16:creationId xmlns:a16="http://schemas.microsoft.com/office/drawing/2014/main" id="{2488E4D4-E0DC-E11C-9C0C-D7E10CA16517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1107252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Enrico </a:t>
                  </a:r>
                  <a:b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</a:b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Trotta</a:t>
                  </a:r>
                </a:p>
              </p:txBody>
            </p:sp>
            <p:sp>
              <p:nvSpPr>
                <p:cNvPr id="457" name="object 31">
                  <a:extLst>
                    <a:ext uri="{FF2B5EF4-FFF2-40B4-BE49-F238E27FC236}">
                      <a16:creationId xmlns:a16="http://schemas.microsoft.com/office/drawing/2014/main" id="{47DD10A4-9CD4-2078-BAF6-0FAC0E810C5A}"/>
                    </a:ext>
                  </a:extLst>
                </p:cNvPr>
                <p:cNvSpPr/>
                <p:nvPr/>
              </p:nvSpPr>
              <p:spPr>
                <a:xfrm flipV="1">
                  <a:off x="1166158" y="1705652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58" name="chris-egan-titulo">
                  <a:extLst>
                    <a:ext uri="{FF2B5EF4-FFF2-40B4-BE49-F238E27FC236}">
                      <a16:creationId xmlns:a16="http://schemas.microsoft.com/office/drawing/2014/main" id="{49EB294E-F54F-A288-5D3C-E8911294CD4A}"/>
                    </a:ext>
                  </a:extLst>
                </p:cNvPr>
                <p:cNvSpPr txBox="1"/>
                <p:nvPr/>
              </p:nvSpPr>
              <p:spPr>
                <a:xfrm>
                  <a:off x="1166158" y="1968509"/>
                  <a:ext cx="921293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DISTRIBUIÇÃO, </a:t>
                  </a:r>
                  <a:b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</a:b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RI &amp; RESEARCH</a:t>
                  </a:r>
                </a:p>
              </p:txBody>
            </p:sp>
          </p:grpSp>
          <p:sp>
            <p:nvSpPr>
              <p:cNvPr id="454" name="rodrigo-freire-experiencia">
                <a:extLst>
                  <a:ext uri="{FF2B5EF4-FFF2-40B4-BE49-F238E27FC236}">
                    <a16:creationId xmlns:a16="http://schemas.microsoft.com/office/drawing/2014/main" id="{6B6268B4-2BE0-74B4-F32B-3097EB67F581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1E5968B-06CD-6F62-9497-BC2F9C2CFF3C}"/>
                </a:ext>
              </a:extLst>
            </p:cNvPr>
            <p:cNvGrpSpPr/>
            <p:nvPr/>
          </p:nvGrpSpPr>
          <p:grpSpPr>
            <a:xfrm>
              <a:off x="408341" y="4263883"/>
              <a:ext cx="1550871" cy="205727"/>
              <a:chOff x="470410" y="4263883"/>
              <a:chExt cx="1550871" cy="205727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3E204204-73E8-B471-C193-B200D85AE372}"/>
                  </a:ext>
                </a:extLst>
              </p:cNvPr>
              <p:cNvGrpSpPr/>
              <p:nvPr/>
            </p:nvGrpSpPr>
            <p:grpSpPr>
              <a:xfrm>
                <a:off x="1290232" y="4327728"/>
                <a:ext cx="731049" cy="121844"/>
                <a:chOff x="456030" y="4672370"/>
                <a:chExt cx="851372" cy="141899"/>
              </a:xfrm>
            </p:grpSpPr>
            <p:grpSp>
              <p:nvGrpSpPr>
                <p:cNvPr id="26" name="Graphic 19">
                  <a:extLst>
                    <a:ext uri="{FF2B5EF4-FFF2-40B4-BE49-F238E27FC236}">
                      <a16:creationId xmlns:a16="http://schemas.microsoft.com/office/drawing/2014/main" id="{CBBB64BA-AB13-7483-ABEA-B201A67A01F9}"/>
                    </a:ext>
                  </a:extLst>
                </p:cNvPr>
                <p:cNvGrpSpPr/>
                <p:nvPr/>
              </p:nvGrpSpPr>
              <p:grpSpPr>
                <a:xfrm>
                  <a:off x="654677" y="4694334"/>
                  <a:ext cx="652725" cy="119185"/>
                  <a:chOff x="4883848" y="3158204"/>
                  <a:chExt cx="3517010" cy="642175"/>
                </a:xfrm>
                <a:solidFill>
                  <a:sysClr val="window" lastClr="FFFFFF"/>
                </a:solidFill>
              </p:grpSpPr>
              <p:sp>
                <p:nvSpPr>
                  <p:cNvPr id="49" name="Freeform: Shape 44">
                    <a:extLst>
                      <a:ext uri="{FF2B5EF4-FFF2-40B4-BE49-F238E27FC236}">
                        <a16:creationId xmlns:a16="http://schemas.microsoft.com/office/drawing/2014/main" id="{F800CD2A-0DE1-230D-42E6-2002B6BB47F3}"/>
                      </a:ext>
                    </a:extLst>
                  </p:cNvPr>
                  <p:cNvSpPr/>
                  <p:nvPr/>
                </p:nvSpPr>
                <p:spPr>
                  <a:xfrm>
                    <a:off x="4883848" y="3158204"/>
                    <a:ext cx="178403" cy="531971"/>
                  </a:xfrm>
                  <a:custGeom>
                    <a:avLst/>
                    <a:gdLst>
                      <a:gd name="connsiteX0" fmla="*/ 0 w 178403"/>
                      <a:gd name="connsiteY0" fmla="*/ 484918 h 531971"/>
                      <a:gd name="connsiteX1" fmla="*/ 47815 w 178403"/>
                      <a:gd name="connsiteY1" fmla="*/ 484918 h 531971"/>
                      <a:gd name="connsiteX2" fmla="*/ 47815 w 178403"/>
                      <a:gd name="connsiteY2" fmla="*/ 48578 h 531971"/>
                      <a:gd name="connsiteX3" fmla="*/ 0 w 178403"/>
                      <a:gd name="connsiteY3" fmla="*/ 48578 h 531971"/>
                      <a:gd name="connsiteX4" fmla="*/ 0 w 178403"/>
                      <a:gd name="connsiteY4" fmla="*/ 0 h 531971"/>
                      <a:gd name="connsiteX5" fmla="*/ 178403 w 178403"/>
                      <a:gd name="connsiteY5" fmla="*/ 0 h 531971"/>
                      <a:gd name="connsiteX6" fmla="*/ 178403 w 178403"/>
                      <a:gd name="connsiteY6" fmla="*/ 48578 h 531971"/>
                      <a:gd name="connsiteX7" fmla="*/ 128206 w 178403"/>
                      <a:gd name="connsiteY7" fmla="*/ 48578 h 531971"/>
                      <a:gd name="connsiteX8" fmla="*/ 128206 w 178403"/>
                      <a:gd name="connsiteY8" fmla="*/ 484918 h 531971"/>
                      <a:gd name="connsiteX9" fmla="*/ 178403 w 178403"/>
                      <a:gd name="connsiteY9" fmla="*/ 484918 h 531971"/>
                      <a:gd name="connsiteX10" fmla="*/ 178403 w 178403"/>
                      <a:gd name="connsiteY10" fmla="*/ 531971 h 531971"/>
                      <a:gd name="connsiteX11" fmla="*/ 0 w 178403"/>
                      <a:gd name="connsiteY11" fmla="*/ 531971 h 531971"/>
                      <a:gd name="connsiteX12" fmla="*/ 0 w 178403"/>
                      <a:gd name="connsiteY12" fmla="*/ 484918 h 531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8403" h="531971">
                        <a:moveTo>
                          <a:pt x="0" y="484918"/>
                        </a:moveTo>
                        <a:lnTo>
                          <a:pt x="47815" y="484918"/>
                        </a:lnTo>
                        <a:lnTo>
                          <a:pt x="47815" y="48578"/>
                        </a:lnTo>
                        <a:lnTo>
                          <a:pt x="0" y="48578"/>
                        </a:lnTo>
                        <a:lnTo>
                          <a:pt x="0" y="0"/>
                        </a:lnTo>
                        <a:lnTo>
                          <a:pt x="178403" y="0"/>
                        </a:lnTo>
                        <a:lnTo>
                          <a:pt x="178403" y="48578"/>
                        </a:lnTo>
                        <a:lnTo>
                          <a:pt x="128206" y="48578"/>
                        </a:lnTo>
                        <a:lnTo>
                          <a:pt x="128206" y="484918"/>
                        </a:lnTo>
                        <a:lnTo>
                          <a:pt x="178403" y="484918"/>
                        </a:lnTo>
                        <a:lnTo>
                          <a:pt x="178403" y="531971"/>
                        </a:lnTo>
                        <a:lnTo>
                          <a:pt x="0" y="531971"/>
                        </a:lnTo>
                        <a:lnTo>
                          <a:pt x="0" y="48491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" name="Freeform: Shape 45">
                    <a:extLst>
                      <a:ext uri="{FF2B5EF4-FFF2-40B4-BE49-F238E27FC236}">
                        <a16:creationId xmlns:a16="http://schemas.microsoft.com/office/drawing/2014/main" id="{931EFF18-0D89-B327-C717-4F1848A387F2}"/>
                      </a:ext>
                    </a:extLst>
                  </p:cNvPr>
                  <p:cNvSpPr/>
                  <p:nvPr/>
                </p:nvSpPr>
                <p:spPr>
                  <a:xfrm>
                    <a:off x="5178075" y="3301650"/>
                    <a:ext cx="277558" cy="388715"/>
                  </a:xfrm>
                  <a:custGeom>
                    <a:avLst/>
                    <a:gdLst>
                      <a:gd name="connsiteX0" fmla="*/ 0 w 277558"/>
                      <a:gd name="connsiteY0" fmla="*/ 24098 h 388715"/>
                      <a:gd name="connsiteX1" fmla="*/ 63341 w 277558"/>
                      <a:gd name="connsiteY1" fmla="*/ 0 h 388715"/>
                      <a:gd name="connsiteX2" fmla="*/ 63341 w 277558"/>
                      <a:gd name="connsiteY2" fmla="*/ 74009 h 388715"/>
                      <a:gd name="connsiteX3" fmla="*/ 69723 w 277558"/>
                      <a:gd name="connsiteY3" fmla="*/ 81343 h 388715"/>
                      <a:gd name="connsiteX4" fmla="*/ 82772 w 277558"/>
                      <a:gd name="connsiteY4" fmla="*/ 71056 h 388715"/>
                      <a:gd name="connsiteX5" fmla="*/ 98298 w 277558"/>
                      <a:gd name="connsiteY5" fmla="*/ 51625 h 388715"/>
                      <a:gd name="connsiteX6" fmla="*/ 195453 w 277558"/>
                      <a:gd name="connsiteY6" fmla="*/ 2953 h 388715"/>
                      <a:gd name="connsiteX7" fmla="*/ 248126 w 277558"/>
                      <a:gd name="connsiteY7" fmla="*/ 17526 h 388715"/>
                      <a:gd name="connsiteX8" fmla="*/ 277559 w 277558"/>
                      <a:gd name="connsiteY8" fmla="*/ 99441 h 388715"/>
                      <a:gd name="connsiteX9" fmla="*/ 277559 w 277558"/>
                      <a:gd name="connsiteY9" fmla="*/ 388620 h 388715"/>
                      <a:gd name="connsiteX10" fmla="*/ 209550 w 277558"/>
                      <a:gd name="connsiteY10" fmla="*/ 388620 h 388715"/>
                      <a:gd name="connsiteX11" fmla="*/ 209550 w 277558"/>
                      <a:gd name="connsiteY11" fmla="*/ 100965 h 388715"/>
                      <a:gd name="connsiteX12" fmla="*/ 169354 w 277558"/>
                      <a:gd name="connsiteY12" fmla="*/ 50959 h 388715"/>
                      <a:gd name="connsiteX13" fmla="*/ 99917 w 277558"/>
                      <a:gd name="connsiteY13" fmla="*/ 91535 h 388715"/>
                      <a:gd name="connsiteX14" fmla="*/ 69913 w 277558"/>
                      <a:gd name="connsiteY14" fmla="*/ 132207 h 388715"/>
                      <a:gd name="connsiteX15" fmla="*/ 69913 w 277558"/>
                      <a:gd name="connsiteY15" fmla="*/ 388715 h 388715"/>
                      <a:gd name="connsiteX16" fmla="*/ 286 w 277558"/>
                      <a:gd name="connsiteY16" fmla="*/ 388715 h 388715"/>
                      <a:gd name="connsiteX17" fmla="*/ 286 w 277558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558" h="388715">
                        <a:moveTo>
                          <a:pt x="0" y="24098"/>
                        </a:moveTo>
                        <a:lnTo>
                          <a:pt x="63341" y="0"/>
                        </a:lnTo>
                        <a:lnTo>
                          <a:pt x="63341" y="74009"/>
                        </a:lnTo>
                        <a:cubicBezTo>
                          <a:pt x="63341" y="76867"/>
                          <a:pt x="65722" y="81343"/>
                          <a:pt x="69723" y="81343"/>
                        </a:cubicBezTo>
                        <a:cubicBezTo>
                          <a:pt x="73438" y="81343"/>
                          <a:pt x="78772" y="75438"/>
                          <a:pt x="82772" y="71056"/>
                        </a:cubicBezTo>
                        <a:lnTo>
                          <a:pt x="98298" y="51625"/>
                        </a:lnTo>
                        <a:cubicBezTo>
                          <a:pt x="122110" y="21050"/>
                          <a:pt x="154686" y="2953"/>
                          <a:pt x="195453" y="2953"/>
                        </a:cubicBezTo>
                        <a:cubicBezTo>
                          <a:pt x="214122" y="2953"/>
                          <a:pt x="232696" y="7334"/>
                          <a:pt x="248126" y="17526"/>
                        </a:cubicBezTo>
                        <a:cubicBezTo>
                          <a:pt x="264223" y="27622"/>
                          <a:pt x="277559" y="44482"/>
                          <a:pt x="277559" y="99441"/>
                        </a:cubicBezTo>
                        <a:lnTo>
                          <a:pt x="277559" y="388620"/>
                        </a:lnTo>
                        <a:lnTo>
                          <a:pt x="209550" y="388620"/>
                        </a:lnTo>
                        <a:lnTo>
                          <a:pt x="209550" y="100965"/>
                        </a:lnTo>
                        <a:cubicBezTo>
                          <a:pt x="209550" y="90773"/>
                          <a:pt x="209550" y="50959"/>
                          <a:pt x="169354" y="50959"/>
                        </a:cubicBezTo>
                        <a:cubicBezTo>
                          <a:pt x="132969" y="50959"/>
                          <a:pt x="103727" y="87249"/>
                          <a:pt x="99917" y="91535"/>
                        </a:cubicBezTo>
                        <a:cubicBezTo>
                          <a:pt x="75914" y="121253"/>
                          <a:pt x="69913" y="131445"/>
                          <a:pt x="69913" y="132207"/>
                        </a:cubicBezTo>
                        <a:lnTo>
                          <a:pt x="69913" y="388715"/>
                        </a:lnTo>
                        <a:lnTo>
                          <a:pt x="286" y="388715"/>
                        </a:lnTo>
                        <a:lnTo>
                          <a:pt x="286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2" name="Freeform: Shape 46">
                    <a:extLst>
                      <a:ext uri="{FF2B5EF4-FFF2-40B4-BE49-F238E27FC236}">
                        <a16:creationId xmlns:a16="http://schemas.microsoft.com/office/drawing/2014/main" id="{2E90C2A0-B62D-8DD6-2DAB-DEA3C997DDA1}"/>
                      </a:ext>
                    </a:extLst>
                  </p:cNvPr>
                  <p:cNvSpPr/>
                  <p:nvPr/>
                </p:nvSpPr>
                <p:spPr>
                  <a:xfrm>
                    <a:off x="5518689" y="3196685"/>
                    <a:ext cx="228600" cy="500919"/>
                  </a:xfrm>
                  <a:custGeom>
                    <a:avLst/>
                    <a:gdLst>
                      <a:gd name="connsiteX0" fmla="*/ 95 w 228600"/>
                      <a:gd name="connsiteY0" fmla="*/ 144875 h 500919"/>
                      <a:gd name="connsiteX1" fmla="*/ 58103 w 228600"/>
                      <a:gd name="connsiteY1" fmla="*/ 144875 h 500919"/>
                      <a:gd name="connsiteX2" fmla="*/ 58103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588 w 228600"/>
                      <a:gd name="connsiteY4" fmla="*/ 0 h 500919"/>
                      <a:gd name="connsiteX5" fmla="*/ 130588 w 228600"/>
                      <a:gd name="connsiteY5" fmla="*/ 144875 h 500919"/>
                      <a:gd name="connsiteX6" fmla="*/ 194691 w 228600"/>
                      <a:gd name="connsiteY6" fmla="*/ 144875 h 500919"/>
                      <a:gd name="connsiteX7" fmla="*/ 194691 w 228600"/>
                      <a:gd name="connsiteY7" fmla="*/ 186309 h 500919"/>
                      <a:gd name="connsiteX8" fmla="*/ 126778 w 228600"/>
                      <a:gd name="connsiteY8" fmla="*/ 186309 h 500919"/>
                      <a:gd name="connsiteX9" fmla="*/ 126778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055 w 228600"/>
                      <a:gd name="connsiteY14" fmla="*/ 419767 h 500919"/>
                      <a:gd name="connsiteX15" fmla="*/ 5705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95" y="144875"/>
                        </a:moveTo>
                        <a:lnTo>
                          <a:pt x="58103" y="144875"/>
                        </a:lnTo>
                        <a:lnTo>
                          <a:pt x="58103" y="58579"/>
                        </a:lnTo>
                        <a:lnTo>
                          <a:pt x="122872" y="0"/>
                        </a:lnTo>
                        <a:lnTo>
                          <a:pt x="130588" y="0"/>
                        </a:lnTo>
                        <a:lnTo>
                          <a:pt x="130588" y="144875"/>
                        </a:lnTo>
                        <a:lnTo>
                          <a:pt x="194691" y="144875"/>
                        </a:lnTo>
                        <a:lnTo>
                          <a:pt x="194691" y="186309"/>
                        </a:lnTo>
                        <a:lnTo>
                          <a:pt x="126778" y="186309"/>
                        </a:lnTo>
                        <a:lnTo>
                          <a:pt x="126778" y="411671"/>
                        </a:lnTo>
                        <a:cubicBezTo>
                          <a:pt x="126778" y="418909"/>
                          <a:pt x="126778" y="445865"/>
                          <a:pt x="160687" y="445865"/>
                        </a:cubicBezTo>
                        <a:cubicBezTo>
                          <a:pt x="183737" y="445865"/>
                          <a:pt x="209264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055" y="495014"/>
                          <a:pt x="57055" y="419767"/>
                        </a:cubicBezTo>
                        <a:lnTo>
                          <a:pt x="5705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" name="Freeform: Shape 47">
                    <a:extLst>
                      <a:ext uri="{FF2B5EF4-FFF2-40B4-BE49-F238E27FC236}">
                        <a16:creationId xmlns:a16="http://schemas.microsoft.com/office/drawing/2014/main" id="{5BFB07F0-5AF9-CA47-3C85-D35E5F442B0B}"/>
                      </a:ext>
                    </a:extLst>
                  </p:cNvPr>
                  <p:cNvSpPr/>
                  <p:nvPr/>
                </p:nvSpPr>
                <p:spPr>
                  <a:xfrm>
                    <a:off x="5799200" y="3302412"/>
                    <a:ext cx="310419" cy="397287"/>
                  </a:xfrm>
                  <a:custGeom>
                    <a:avLst/>
                    <a:gdLst>
                      <a:gd name="connsiteX0" fmla="*/ 310420 w 310419"/>
                      <a:gd name="connsiteY0" fmla="*/ 205073 h 397287"/>
                      <a:gd name="connsiteX1" fmla="*/ 71057 w 310419"/>
                      <a:gd name="connsiteY1" fmla="*/ 205073 h 397287"/>
                      <a:gd name="connsiteX2" fmla="*/ 168307 w 310419"/>
                      <a:gd name="connsiteY2" fmla="*/ 346519 h 397287"/>
                      <a:gd name="connsiteX3" fmla="*/ 250222 w 310419"/>
                      <a:gd name="connsiteY3" fmla="*/ 314516 h 397287"/>
                      <a:gd name="connsiteX4" fmla="*/ 290417 w 310419"/>
                      <a:gd name="connsiteY4" fmla="*/ 349377 h 397287"/>
                      <a:gd name="connsiteX5" fmla="*/ 158972 w 310419"/>
                      <a:gd name="connsiteY5" fmla="*/ 397288 h 397287"/>
                      <a:gd name="connsiteX6" fmla="*/ 0 w 310419"/>
                      <a:gd name="connsiteY6" fmla="*/ 208788 h 397287"/>
                      <a:gd name="connsiteX7" fmla="*/ 158401 w 310419"/>
                      <a:gd name="connsiteY7" fmla="*/ 0 h 397287"/>
                      <a:gd name="connsiteX8" fmla="*/ 309753 w 310419"/>
                      <a:gd name="connsiteY8" fmla="*/ 170402 h 397287"/>
                      <a:gd name="connsiteX9" fmla="*/ 310420 w 310419"/>
                      <a:gd name="connsiteY9" fmla="*/ 205073 h 397287"/>
                      <a:gd name="connsiteX10" fmla="*/ 240887 w 310419"/>
                      <a:gd name="connsiteY10" fmla="*/ 160973 h 397287"/>
                      <a:gd name="connsiteX11" fmla="*/ 159925 w 310419"/>
                      <a:gd name="connsiteY11" fmla="*/ 47054 h 397287"/>
                      <a:gd name="connsiteX12" fmla="*/ 87154 w 310419"/>
                      <a:gd name="connsiteY12" fmla="*/ 94869 h 397287"/>
                      <a:gd name="connsiteX13" fmla="*/ 73152 w 310419"/>
                      <a:gd name="connsiteY13" fmla="*/ 160877 h 397287"/>
                      <a:gd name="connsiteX14" fmla="*/ 240887 w 310419"/>
                      <a:gd name="connsiteY14" fmla="*/ 160877 h 397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0419" h="397287">
                        <a:moveTo>
                          <a:pt x="310420" y="205073"/>
                        </a:moveTo>
                        <a:lnTo>
                          <a:pt x="71057" y="205073"/>
                        </a:lnTo>
                        <a:cubicBezTo>
                          <a:pt x="70295" y="289846"/>
                          <a:pt x="96583" y="346519"/>
                          <a:pt x="168307" y="346519"/>
                        </a:cubicBezTo>
                        <a:cubicBezTo>
                          <a:pt x="215456" y="346519"/>
                          <a:pt x="237744" y="325469"/>
                          <a:pt x="250222" y="314516"/>
                        </a:cubicBezTo>
                        <a:lnTo>
                          <a:pt x="290417" y="349377"/>
                        </a:lnTo>
                        <a:cubicBezTo>
                          <a:pt x="264223" y="371189"/>
                          <a:pt x="232505" y="397288"/>
                          <a:pt x="158972" y="397288"/>
                        </a:cubicBezTo>
                        <a:cubicBezTo>
                          <a:pt x="65627" y="397288"/>
                          <a:pt x="0" y="327660"/>
                          <a:pt x="0" y="208788"/>
                        </a:cubicBezTo>
                        <a:cubicBezTo>
                          <a:pt x="0" y="16097"/>
                          <a:pt x="122111" y="0"/>
                          <a:pt x="158401" y="0"/>
                        </a:cubicBezTo>
                        <a:cubicBezTo>
                          <a:pt x="255651" y="0"/>
                          <a:pt x="307372" y="77533"/>
                          <a:pt x="309753" y="170402"/>
                        </a:cubicBezTo>
                        <a:lnTo>
                          <a:pt x="310420" y="205073"/>
                        </a:lnTo>
                        <a:close/>
                        <a:moveTo>
                          <a:pt x="240887" y="160973"/>
                        </a:moveTo>
                        <a:cubicBezTo>
                          <a:pt x="240887" y="95726"/>
                          <a:pt x="214694" y="47054"/>
                          <a:pt x="159925" y="47054"/>
                        </a:cubicBezTo>
                        <a:cubicBezTo>
                          <a:pt x="126587" y="47054"/>
                          <a:pt x="100394" y="65913"/>
                          <a:pt x="87154" y="94869"/>
                        </a:cubicBezTo>
                        <a:cubicBezTo>
                          <a:pt x="74771" y="122396"/>
                          <a:pt x="73914" y="147733"/>
                          <a:pt x="73152" y="160877"/>
                        </a:cubicBezTo>
                        <a:lnTo>
                          <a:pt x="240887" y="160877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" name="Freeform: Shape 48">
                    <a:extLst>
                      <a:ext uri="{FF2B5EF4-FFF2-40B4-BE49-F238E27FC236}">
                        <a16:creationId xmlns:a16="http://schemas.microsoft.com/office/drawing/2014/main" id="{4973FC47-8C1B-0D67-8A4C-042A5B687AE5}"/>
                      </a:ext>
                    </a:extLst>
                  </p:cNvPr>
                  <p:cNvSpPr/>
                  <p:nvPr/>
                </p:nvSpPr>
                <p:spPr>
                  <a:xfrm>
                    <a:off x="6179914" y="3302508"/>
                    <a:ext cx="305942" cy="497871"/>
                  </a:xfrm>
                  <a:custGeom>
                    <a:avLst/>
                    <a:gdLst>
                      <a:gd name="connsiteX0" fmla="*/ 250317 w 305942"/>
                      <a:gd name="connsiteY0" fmla="*/ 7239 h 497871"/>
                      <a:gd name="connsiteX1" fmla="*/ 305943 w 305942"/>
                      <a:gd name="connsiteY1" fmla="*/ 7239 h 497871"/>
                      <a:gd name="connsiteX2" fmla="*/ 305943 w 305942"/>
                      <a:gd name="connsiteY2" fmla="*/ 348615 h 497871"/>
                      <a:gd name="connsiteX3" fmla="*/ 296704 w 305942"/>
                      <a:gd name="connsiteY3" fmla="*/ 412432 h 497871"/>
                      <a:gd name="connsiteX4" fmla="*/ 229457 w 305942"/>
                      <a:gd name="connsiteY4" fmla="*/ 481298 h 497871"/>
                      <a:gd name="connsiteX5" fmla="*/ 139922 w 305942"/>
                      <a:gd name="connsiteY5" fmla="*/ 497872 h 497871"/>
                      <a:gd name="connsiteX6" fmla="*/ 44958 w 305942"/>
                      <a:gd name="connsiteY6" fmla="*/ 486346 h 497871"/>
                      <a:gd name="connsiteX7" fmla="*/ 44958 w 305942"/>
                      <a:gd name="connsiteY7" fmla="*/ 420338 h 497871"/>
                      <a:gd name="connsiteX8" fmla="*/ 73533 w 305942"/>
                      <a:gd name="connsiteY8" fmla="*/ 420338 h 497871"/>
                      <a:gd name="connsiteX9" fmla="*/ 140684 w 305942"/>
                      <a:gd name="connsiteY9" fmla="*/ 447104 h 497871"/>
                      <a:gd name="connsiteX10" fmla="*/ 204692 w 305942"/>
                      <a:gd name="connsiteY10" fmla="*/ 429863 h 497871"/>
                      <a:gd name="connsiteX11" fmla="*/ 237935 w 305942"/>
                      <a:gd name="connsiteY11" fmla="*/ 348615 h 497871"/>
                      <a:gd name="connsiteX12" fmla="*/ 237935 w 305942"/>
                      <a:gd name="connsiteY12" fmla="*/ 293561 h 497871"/>
                      <a:gd name="connsiteX13" fmla="*/ 234887 w 305942"/>
                      <a:gd name="connsiteY13" fmla="*/ 289846 h 497871"/>
                      <a:gd name="connsiteX14" fmla="*/ 221742 w 305942"/>
                      <a:gd name="connsiteY14" fmla="*/ 302895 h 497871"/>
                      <a:gd name="connsiteX15" fmla="*/ 129826 w 305942"/>
                      <a:gd name="connsiteY15" fmla="*/ 349377 h 497871"/>
                      <a:gd name="connsiteX16" fmla="*/ 23146 w 305942"/>
                      <a:gd name="connsiteY16" fmla="*/ 281273 h 497871"/>
                      <a:gd name="connsiteX17" fmla="*/ 0 w 305942"/>
                      <a:gd name="connsiteY17" fmla="*/ 158782 h 497871"/>
                      <a:gd name="connsiteX18" fmla="*/ 128302 w 305942"/>
                      <a:gd name="connsiteY18" fmla="*/ 0 h 497871"/>
                      <a:gd name="connsiteX19" fmla="*/ 232505 w 305942"/>
                      <a:gd name="connsiteY19" fmla="*/ 59436 h 497871"/>
                      <a:gd name="connsiteX20" fmla="*/ 243269 w 305942"/>
                      <a:gd name="connsiteY20" fmla="*/ 73247 h 497871"/>
                      <a:gd name="connsiteX21" fmla="*/ 250222 w 305942"/>
                      <a:gd name="connsiteY21" fmla="*/ 63817 h 497871"/>
                      <a:gd name="connsiteX22" fmla="*/ 250222 w 305942"/>
                      <a:gd name="connsiteY22" fmla="*/ 7239 h 497871"/>
                      <a:gd name="connsiteX23" fmla="*/ 240982 w 305942"/>
                      <a:gd name="connsiteY23" fmla="*/ 174593 h 497871"/>
                      <a:gd name="connsiteX24" fmla="*/ 149162 w 305942"/>
                      <a:gd name="connsiteY24" fmla="*/ 48482 h 497871"/>
                      <a:gd name="connsiteX25" fmla="*/ 68771 w 305942"/>
                      <a:gd name="connsiteY25" fmla="*/ 184690 h 497871"/>
                      <a:gd name="connsiteX26" fmla="*/ 148495 w 305942"/>
                      <a:gd name="connsiteY26" fmla="*/ 296418 h 497871"/>
                      <a:gd name="connsiteX27" fmla="*/ 240982 w 305942"/>
                      <a:gd name="connsiteY27" fmla="*/ 174593 h 49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05942" h="497871">
                        <a:moveTo>
                          <a:pt x="250317" y="7239"/>
                        </a:moveTo>
                        <a:lnTo>
                          <a:pt x="305943" y="7239"/>
                        </a:lnTo>
                        <a:lnTo>
                          <a:pt x="305943" y="348615"/>
                        </a:lnTo>
                        <a:cubicBezTo>
                          <a:pt x="305943" y="369665"/>
                          <a:pt x="298990" y="405194"/>
                          <a:pt x="296704" y="412432"/>
                        </a:cubicBezTo>
                        <a:cubicBezTo>
                          <a:pt x="295942" y="416052"/>
                          <a:pt x="281178" y="460915"/>
                          <a:pt x="229457" y="481298"/>
                        </a:cubicBezTo>
                        <a:cubicBezTo>
                          <a:pt x="218599" y="485680"/>
                          <a:pt x="187738" y="497872"/>
                          <a:pt x="139922" y="497872"/>
                        </a:cubicBezTo>
                        <a:cubicBezTo>
                          <a:pt x="126682" y="497872"/>
                          <a:pt x="85058" y="496348"/>
                          <a:pt x="44958" y="486346"/>
                        </a:cubicBezTo>
                        <a:lnTo>
                          <a:pt x="44958" y="420338"/>
                        </a:lnTo>
                        <a:lnTo>
                          <a:pt x="73533" y="420338"/>
                        </a:lnTo>
                        <a:cubicBezTo>
                          <a:pt x="84296" y="433388"/>
                          <a:pt x="96774" y="447104"/>
                          <a:pt x="140684" y="447104"/>
                        </a:cubicBezTo>
                        <a:cubicBezTo>
                          <a:pt x="178594" y="447104"/>
                          <a:pt x="202406" y="431197"/>
                          <a:pt x="204692" y="429863"/>
                        </a:cubicBezTo>
                        <a:cubicBezTo>
                          <a:pt x="237935" y="408051"/>
                          <a:pt x="237935" y="366141"/>
                          <a:pt x="237935" y="348615"/>
                        </a:cubicBezTo>
                        <a:lnTo>
                          <a:pt x="237935" y="293561"/>
                        </a:lnTo>
                        <a:lnTo>
                          <a:pt x="234887" y="289846"/>
                        </a:lnTo>
                        <a:cubicBezTo>
                          <a:pt x="229457" y="289846"/>
                          <a:pt x="228790" y="291370"/>
                          <a:pt x="221742" y="302895"/>
                        </a:cubicBezTo>
                        <a:cubicBezTo>
                          <a:pt x="214789" y="314515"/>
                          <a:pt x="186119" y="349377"/>
                          <a:pt x="129826" y="349377"/>
                        </a:cubicBezTo>
                        <a:cubicBezTo>
                          <a:pt x="77343" y="349377"/>
                          <a:pt x="42386" y="317468"/>
                          <a:pt x="23146" y="281273"/>
                        </a:cubicBezTo>
                        <a:cubicBezTo>
                          <a:pt x="1714" y="240602"/>
                          <a:pt x="0" y="197929"/>
                          <a:pt x="0" y="158782"/>
                        </a:cubicBezTo>
                        <a:cubicBezTo>
                          <a:pt x="0" y="68104"/>
                          <a:pt x="58007" y="0"/>
                          <a:pt x="128302" y="0"/>
                        </a:cubicBezTo>
                        <a:cubicBezTo>
                          <a:pt x="190119" y="0"/>
                          <a:pt x="216313" y="30385"/>
                          <a:pt x="232505" y="59436"/>
                        </a:cubicBezTo>
                        <a:cubicBezTo>
                          <a:pt x="238792" y="69628"/>
                          <a:pt x="238792" y="71056"/>
                          <a:pt x="243269" y="73247"/>
                        </a:cubicBezTo>
                        <a:cubicBezTo>
                          <a:pt x="246317" y="71818"/>
                          <a:pt x="250222" y="70294"/>
                          <a:pt x="250222" y="63817"/>
                        </a:cubicBezTo>
                        <a:lnTo>
                          <a:pt x="250222" y="7239"/>
                        </a:lnTo>
                        <a:close/>
                        <a:moveTo>
                          <a:pt x="240982" y="174593"/>
                        </a:moveTo>
                        <a:cubicBezTo>
                          <a:pt x="240982" y="86201"/>
                          <a:pt x="198596" y="48482"/>
                          <a:pt x="149162" y="48482"/>
                        </a:cubicBezTo>
                        <a:cubicBezTo>
                          <a:pt x="68771" y="48482"/>
                          <a:pt x="68771" y="151352"/>
                          <a:pt x="68771" y="184690"/>
                        </a:cubicBezTo>
                        <a:cubicBezTo>
                          <a:pt x="68771" y="208693"/>
                          <a:pt x="74867" y="296418"/>
                          <a:pt x="148495" y="296418"/>
                        </a:cubicBezTo>
                        <a:cubicBezTo>
                          <a:pt x="174593" y="296418"/>
                          <a:pt x="240982" y="279082"/>
                          <a:pt x="240982" y="17459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5" name="Freeform: Shape 49">
                    <a:extLst>
                      <a:ext uri="{FF2B5EF4-FFF2-40B4-BE49-F238E27FC236}">
                        <a16:creationId xmlns:a16="http://schemas.microsoft.com/office/drawing/2014/main" id="{68C54064-A3A9-0CEC-4D76-A9FE4DA8149F}"/>
                      </a:ext>
                    </a:extLst>
                  </p:cNvPr>
                  <p:cNvSpPr/>
                  <p:nvPr/>
                </p:nvSpPr>
                <p:spPr>
                  <a:xfrm>
                    <a:off x="6592442" y="3301079"/>
                    <a:ext cx="213169" cy="389096"/>
                  </a:xfrm>
                  <a:custGeom>
                    <a:avLst/>
                    <a:gdLst>
                      <a:gd name="connsiteX0" fmla="*/ 0 w 213169"/>
                      <a:gd name="connsiteY0" fmla="*/ 24670 h 389096"/>
                      <a:gd name="connsiteX1" fmla="*/ 64961 w 213169"/>
                      <a:gd name="connsiteY1" fmla="*/ 0 h 389096"/>
                      <a:gd name="connsiteX2" fmla="*/ 64961 w 213169"/>
                      <a:gd name="connsiteY2" fmla="*/ 89345 h 389096"/>
                      <a:gd name="connsiteX3" fmla="*/ 213170 w 213169"/>
                      <a:gd name="connsiteY3" fmla="*/ 0 h 389096"/>
                      <a:gd name="connsiteX4" fmla="*/ 213170 w 213169"/>
                      <a:gd name="connsiteY4" fmla="*/ 76295 h 389096"/>
                      <a:gd name="connsiteX5" fmla="*/ 187643 w 213169"/>
                      <a:gd name="connsiteY5" fmla="*/ 74104 h 389096"/>
                      <a:gd name="connsiteX6" fmla="*/ 71819 w 213169"/>
                      <a:gd name="connsiteY6" fmla="*/ 141542 h 389096"/>
                      <a:gd name="connsiteX7" fmla="*/ 71819 w 213169"/>
                      <a:gd name="connsiteY7" fmla="*/ 389096 h 389096"/>
                      <a:gd name="connsiteX8" fmla="*/ 95 w 213169"/>
                      <a:gd name="connsiteY8" fmla="*/ 389096 h 389096"/>
                      <a:gd name="connsiteX9" fmla="*/ 95 w 213169"/>
                      <a:gd name="connsiteY9" fmla="*/ 24670 h 389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3169" h="389096">
                        <a:moveTo>
                          <a:pt x="0" y="24670"/>
                        </a:moveTo>
                        <a:lnTo>
                          <a:pt x="64961" y="0"/>
                        </a:lnTo>
                        <a:lnTo>
                          <a:pt x="64961" y="89345"/>
                        </a:lnTo>
                        <a:cubicBezTo>
                          <a:pt x="64961" y="93726"/>
                          <a:pt x="118872" y="2381"/>
                          <a:pt x="213170" y="0"/>
                        </a:cubicBezTo>
                        <a:lnTo>
                          <a:pt x="213170" y="76295"/>
                        </a:lnTo>
                        <a:cubicBezTo>
                          <a:pt x="204692" y="74771"/>
                          <a:pt x="196215" y="74104"/>
                          <a:pt x="187643" y="74104"/>
                        </a:cubicBezTo>
                        <a:cubicBezTo>
                          <a:pt x="139922" y="74104"/>
                          <a:pt x="100489" y="104584"/>
                          <a:pt x="71819" y="141542"/>
                        </a:cubicBezTo>
                        <a:lnTo>
                          <a:pt x="71819" y="389096"/>
                        </a:lnTo>
                        <a:lnTo>
                          <a:pt x="95" y="389096"/>
                        </a:lnTo>
                        <a:lnTo>
                          <a:pt x="95" y="246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6" name="Freeform: Shape 50">
                    <a:extLst>
                      <a:ext uri="{FF2B5EF4-FFF2-40B4-BE49-F238E27FC236}">
                        <a16:creationId xmlns:a16="http://schemas.microsoft.com/office/drawing/2014/main" id="{F77BA3C4-B14E-62E0-34EA-962B63A5D849}"/>
                      </a:ext>
                    </a:extLst>
                  </p:cNvPr>
                  <p:cNvSpPr/>
                  <p:nvPr/>
                </p:nvSpPr>
                <p:spPr>
                  <a:xfrm>
                    <a:off x="6842759" y="3301841"/>
                    <a:ext cx="337661" cy="396430"/>
                  </a:xfrm>
                  <a:custGeom>
                    <a:avLst/>
                    <a:gdLst>
                      <a:gd name="connsiteX0" fmla="*/ 302895 w 337661"/>
                      <a:gd name="connsiteY0" fmla="*/ 303562 h 396430"/>
                      <a:gd name="connsiteX1" fmla="*/ 337661 w 337661"/>
                      <a:gd name="connsiteY1" fmla="*/ 344900 h 396430"/>
                      <a:gd name="connsiteX2" fmla="*/ 337661 w 337661"/>
                      <a:gd name="connsiteY2" fmla="*/ 396430 h 396430"/>
                      <a:gd name="connsiteX3" fmla="*/ 258794 w 337661"/>
                      <a:gd name="connsiteY3" fmla="*/ 371094 h 396430"/>
                      <a:gd name="connsiteX4" fmla="*/ 238601 w 337661"/>
                      <a:gd name="connsiteY4" fmla="*/ 333280 h 396430"/>
                      <a:gd name="connsiteX5" fmla="*/ 236315 w 337661"/>
                      <a:gd name="connsiteY5" fmla="*/ 331946 h 396430"/>
                      <a:gd name="connsiteX6" fmla="*/ 210788 w 337661"/>
                      <a:gd name="connsiteY6" fmla="*/ 354425 h 396430"/>
                      <a:gd name="connsiteX7" fmla="*/ 98012 w 337661"/>
                      <a:gd name="connsiteY7" fmla="*/ 395764 h 396430"/>
                      <a:gd name="connsiteX8" fmla="*/ 0 w 337661"/>
                      <a:gd name="connsiteY8" fmla="*/ 302895 h 396430"/>
                      <a:gd name="connsiteX9" fmla="*/ 59436 w 337661"/>
                      <a:gd name="connsiteY9" fmla="*/ 195739 h 396430"/>
                      <a:gd name="connsiteX10" fmla="*/ 231743 w 337661"/>
                      <a:gd name="connsiteY10" fmla="*/ 153638 h 396430"/>
                      <a:gd name="connsiteX11" fmla="*/ 231743 w 337661"/>
                      <a:gd name="connsiteY11" fmla="*/ 104394 h 396430"/>
                      <a:gd name="connsiteX12" fmla="*/ 168402 w 337661"/>
                      <a:gd name="connsiteY12" fmla="*/ 52197 h 396430"/>
                      <a:gd name="connsiteX13" fmla="*/ 51816 w 337661"/>
                      <a:gd name="connsiteY13" fmla="*/ 92012 h 396430"/>
                      <a:gd name="connsiteX14" fmla="*/ 21622 w 337661"/>
                      <a:gd name="connsiteY14" fmla="*/ 43529 h 396430"/>
                      <a:gd name="connsiteX15" fmla="*/ 172974 w 337661"/>
                      <a:gd name="connsiteY15" fmla="*/ 0 h 396430"/>
                      <a:gd name="connsiteX16" fmla="*/ 265557 w 337661"/>
                      <a:gd name="connsiteY16" fmla="*/ 25432 h 396430"/>
                      <a:gd name="connsiteX17" fmla="*/ 302800 w 337661"/>
                      <a:gd name="connsiteY17" fmla="*/ 112395 h 396430"/>
                      <a:gd name="connsiteX18" fmla="*/ 302800 w 337661"/>
                      <a:gd name="connsiteY18" fmla="*/ 303562 h 396430"/>
                      <a:gd name="connsiteX19" fmla="*/ 231743 w 337661"/>
                      <a:gd name="connsiteY19" fmla="*/ 192024 h 396430"/>
                      <a:gd name="connsiteX20" fmla="*/ 70295 w 337661"/>
                      <a:gd name="connsiteY20" fmla="*/ 289846 h 396430"/>
                      <a:gd name="connsiteX21" fmla="*/ 130493 w 337661"/>
                      <a:gd name="connsiteY21" fmla="*/ 349282 h 396430"/>
                      <a:gd name="connsiteX22" fmla="*/ 231743 w 337661"/>
                      <a:gd name="connsiteY22" fmla="*/ 295656 h 396430"/>
                      <a:gd name="connsiteX23" fmla="*/ 231743 w 337661"/>
                      <a:gd name="connsiteY23" fmla="*/ 192024 h 39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37661" h="396430">
                        <a:moveTo>
                          <a:pt x="302895" y="303562"/>
                        </a:moveTo>
                        <a:cubicBezTo>
                          <a:pt x="302895" y="323278"/>
                          <a:pt x="302895" y="346424"/>
                          <a:pt x="337661" y="344900"/>
                        </a:cubicBezTo>
                        <a:lnTo>
                          <a:pt x="337661" y="396430"/>
                        </a:lnTo>
                        <a:cubicBezTo>
                          <a:pt x="303657" y="394907"/>
                          <a:pt x="279654" y="392716"/>
                          <a:pt x="258794" y="371094"/>
                        </a:cubicBezTo>
                        <a:cubicBezTo>
                          <a:pt x="252603" y="365284"/>
                          <a:pt x="240983" y="350711"/>
                          <a:pt x="238601" y="333280"/>
                        </a:cubicBezTo>
                        <a:lnTo>
                          <a:pt x="236315" y="331946"/>
                        </a:lnTo>
                        <a:cubicBezTo>
                          <a:pt x="231743" y="334804"/>
                          <a:pt x="214694" y="351377"/>
                          <a:pt x="210788" y="354425"/>
                        </a:cubicBezTo>
                        <a:cubicBezTo>
                          <a:pt x="164497" y="392144"/>
                          <a:pt x="134398" y="395764"/>
                          <a:pt x="98012" y="395764"/>
                        </a:cubicBezTo>
                        <a:cubicBezTo>
                          <a:pt x="40767" y="395764"/>
                          <a:pt x="0" y="351473"/>
                          <a:pt x="0" y="302895"/>
                        </a:cubicBezTo>
                        <a:cubicBezTo>
                          <a:pt x="0" y="255937"/>
                          <a:pt x="23813" y="220313"/>
                          <a:pt x="59436" y="195739"/>
                        </a:cubicBezTo>
                        <a:cubicBezTo>
                          <a:pt x="103537" y="165259"/>
                          <a:pt x="165259" y="154305"/>
                          <a:pt x="231743" y="153638"/>
                        </a:cubicBezTo>
                        <a:lnTo>
                          <a:pt x="231743" y="104394"/>
                        </a:lnTo>
                        <a:cubicBezTo>
                          <a:pt x="231743" y="89154"/>
                          <a:pt x="231743" y="52197"/>
                          <a:pt x="168402" y="52197"/>
                        </a:cubicBezTo>
                        <a:cubicBezTo>
                          <a:pt x="128206" y="52197"/>
                          <a:pt x="86487" y="71818"/>
                          <a:pt x="51816" y="92012"/>
                        </a:cubicBezTo>
                        <a:lnTo>
                          <a:pt x="21622" y="43529"/>
                        </a:lnTo>
                        <a:cubicBezTo>
                          <a:pt x="71819" y="18097"/>
                          <a:pt x="108013" y="0"/>
                          <a:pt x="172974" y="0"/>
                        </a:cubicBezTo>
                        <a:cubicBezTo>
                          <a:pt x="201644" y="0"/>
                          <a:pt x="240887" y="7239"/>
                          <a:pt x="265557" y="25432"/>
                        </a:cubicBezTo>
                        <a:cubicBezTo>
                          <a:pt x="294227" y="46482"/>
                          <a:pt x="302800" y="74771"/>
                          <a:pt x="302800" y="112395"/>
                        </a:cubicBezTo>
                        <a:lnTo>
                          <a:pt x="302800" y="303562"/>
                        </a:lnTo>
                        <a:close/>
                        <a:moveTo>
                          <a:pt x="231743" y="192024"/>
                        </a:moveTo>
                        <a:cubicBezTo>
                          <a:pt x="146685" y="192691"/>
                          <a:pt x="70295" y="223171"/>
                          <a:pt x="70295" y="289846"/>
                        </a:cubicBezTo>
                        <a:cubicBezTo>
                          <a:pt x="70295" y="321564"/>
                          <a:pt x="93440" y="349282"/>
                          <a:pt x="130493" y="349282"/>
                        </a:cubicBezTo>
                        <a:cubicBezTo>
                          <a:pt x="175260" y="349282"/>
                          <a:pt x="210788" y="315182"/>
                          <a:pt x="231743" y="295656"/>
                        </a:cubicBezTo>
                        <a:lnTo>
                          <a:pt x="231743" y="19202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7" name="Freeform: Shape 51">
                    <a:extLst>
                      <a:ext uri="{FF2B5EF4-FFF2-40B4-BE49-F238E27FC236}">
                        <a16:creationId xmlns:a16="http://schemas.microsoft.com/office/drawing/2014/main" id="{2518C706-BC80-7038-5A04-51B395A13DB3}"/>
                      </a:ext>
                    </a:extLst>
                  </p:cNvPr>
                  <p:cNvSpPr/>
                  <p:nvPr/>
                </p:nvSpPr>
                <p:spPr>
                  <a:xfrm>
                    <a:off x="7219759" y="3196685"/>
                    <a:ext cx="228600" cy="500919"/>
                  </a:xfrm>
                  <a:custGeom>
                    <a:avLst/>
                    <a:gdLst>
                      <a:gd name="connsiteX0" fmla="*/ 0 w 228600"/>
                      <a:gd name="connsiteY0" fmla="*/ 144875 h 500919"/>
                      <a:gd name="connsiteX1" fmla="*/ 57817 w 228600"/>
                      <a:gd name="connsiteY1" fmla="*/ 144875 h 500919"/>
                      <a:gd name="connsiteX2" fmla="*/ 57817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492 w 228600"/>
                      <a:gd name="connsiteY4" fmla="*/ 0 h 500919"/>
                      <a:gd name="connsiteX5" fmla="*/ 130492 w 228600"/>
                      <a:gd name="connsiteY5" fmla="*/ 144875 h 500919"/>
                      <a:gd name="connsiteX6" fmla="*/ 194596 w 228600"/>
                      <a:gd name="connsiteY6" fmla="*/ 144875 h 500919"/>
                      <a:gd name="connsiteX7" fmla="*/ 194596 w 228600"/>
                      <a:gd name="connsiteY7" fmla="*/ 186309 h 500919"/>
                      <a:gd name="connsiteX8" fmla="*/ 126587 w 228600"/>
                      <a:gd name="connsiteY8" fmla="*/ 186309 h 500919"/>
                      <a:gd name="connsiteX9" fmla="*/ 126587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245 w 228600"/>
                      <a:gd name="connsiteY14" fmla="*/ 419767 h 500919"/>
                      <a:gd name="connsiteX15" fmla="*/ 5724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0" y="144875"/>
                        </a:moveTo>
                        <a:lnTo>
                          <a:pt x="57817" y="144875"/>
                        </a:lnTo>
                        <a:lnTo>
                          <a:pt x="57817" y="58579"/>
                        </a:lnTo>
                        <a:lnTo>
                          <a:pt x="122872" y="0"/>
                        </a:lnTo>
                        <a:lnTo>
                          <a:pt x="130492" y="0"/>
                        </a:lnTo>
                        <a:lnTo>
                          <a:pt x="130492" y="144875"/>
                        </a:lnTo>
                        <a:lnTo>
                          <a:pt x="194596" y="144875"/>
                        </a:lnTo>
                        <a:lnTo>
                          <a:pt x="194596" y="186309"/>
                        </a:lnTo>
                        <a:lnTo>
                          <a:pt x="126587" y="186309"/>
                        </a:lnTo>
                        <a:lnTo>
                          <a:pt x="126587" y="411671"/>
                        </a:lnTo>
                        <a:cubicBezTo>
                          <a:pt x="126587" y="418909"/>
                          <a:pt x="126587" y="445865"/>
                          <a:pt x="160687" y="445865"/>
                        </a:cubicBezTo>
                        <a:cubicBezTo>
                          <a:pt x="183642" y="445865"/>
                          <a:pt x="209169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245" y="495014"/>
                          <a:pt x="57245" y="419767"/>
                        </a:cubicBezTo>
                        <a:lnTo>
                          <a:pt x="5724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8" name="Freeform: Shape 52">
                    <a:extLst>
                      <a:ext uri="{FF2B5EF4-FFF2-40B4-BE49-F238E27FC236}">
                        <a16:creationId xmlns:a16="http://schemas.microsoft.com/office/drawing/2014/main" id="{430DDCFE-8EC8-1A3F-93FE-39861C8DC13A}"/>
                      </a:ext>
                    </a:extLst>
                  </p:cNvPr>
                  <p:cNvSpPr/>
                  <p:nvPr/>
                </p:nvSpPr>
                <p:spPr>
                  <a:xfrm>
                    <a:off x="7541037" y="3171920"/>
                    <a:ext cx="69532" cy="518255"/>
                  </a:xfrm>
                  <a:custGeom>
                    <a:avLst/>
                    <a:gdLst>
                      <a:gd name="connsiteX0" fmla="*/ 95 w 69532"/>
                      <a:gd name="connsiteY0" fmla="*/ 0 h 518255"/>
                      <a:gd name="connsiteX1" fmla="*/ 69437 w 69532"/>
                      <a:gd name="connsiteY1" fmla="*/ 0 h 518255"/>
                      <a:gd name="connsiteX2" fmla="*/ 69437 w 69532"/>
                      <a:gd name="connsiteY2" fmla="*/ 68866 h 518255"/>
                      <a:gd name="connsiteX3" fmla="*/ 95 w 69532"/>
                      <a:gd name="connsiteY3" fmla="*/ 68866 h 518255"/>
                      <a:gd name="connsiteX4" fmla="*/ 95 w 69532"/>
                      <a:gd name="connsiteY4" fmla="*/ 0 h 518255"/>
                      <a:gd name="connsiteX5" fmla="*/ 0 w 69532"/>
                      <a:gd name="connsiteY5" fmla="*/ 139160 h 518255"/>
                      <a:gd name="connsiteX6" fmla="*/ 69533 w 69532"/>
                      <a:gd name="connsiteY6" fmla="*/ 139160 h 518255"/>
                      <a:gd name="connsiteX7" fmla="*/ 69533 w 69532"/>
                      <a:gd name="connsiteY7" fmla="*/ 518255 h 518255"/>
                      <a:gd name="connsiteX8" fmla="*/ 0 w 69532"/>
                      <a:gd name="connsiteY8" fmla="*/ 518255 h 518255"/>
                      <a:gd name="connsiteX9" fmla="*/ 0 w 69532"/>
                      <a:gd name="connsiteY9" fmla="*/ 139160 h 51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532" h="518255">
                        <a:moveTo>
                          <a:pt x="95" y="0"/>
                        </a:moveTo>
                        <a:lnTo>
                          <a:pt x="69437" y="0"/>
                        </a:lnTo>
                        <a:lnTo>
                          <a:pt x="69437" y="68866"/>
                        </a:lnTo>
                        <a:lnTo>
                          <a:pt x="95" y="68866"/>
                        </a:lnTo>
                        <a:lnTo>
                          <a:pt x="95" y="0"/>
                        </a:lnTo>
                        <a:close/>
                        <a:moveTo>
                          <a:pt x="0" y="139160"/>
                        </a:moveTo>
                        <a:lnTo>
                          <a:pt x="69533" y="139160"/>
                        </a:lnTo>
                        <a:lnTo>
                          <a:pt x="69533" y="518255"/>
                        </a:lnTo>
                        <a:lnTo>
                          <a:pt x="0" y="518255"/>
                        </a:lnTo>
                        <a:lnTo>
                          <a:pt x="0" y="13916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" name="Freeform: Shape 53">
                    <a:extLst>
                      <a:ext uri="{FF2B5EF4-FFF2-40B4-BE49-F238E27FC236}">
                        <a16:creationId xmlns:a16="http://schemas.microsoft.com/office/drawing/2014/main" id="{2CD6A41F-6F43-0B21-49E1-D7B5D3E4154F}"/>
                      </a:ext>
                    </a:extLst>
                  </p:cNvPr>
                  <p:cNvSpPr/>
                  <p:nvPr/>
                </p:nvSpPr>
                <p:spPr>
                  <a:xfrm>
                    <a:off x="7715630" y="3301650"/>
                    <a:ext cx="319849" cy="396620"/>
                  </a:xfrm>
                  <a:custGeom>
                    <a:avLst/>
                    <a:gdLst>
                      <a:gd name="connsiteX0" fmla="*/ 155257 w 319849"/>
                      <a:gd name="connsiteY0" fmla="*/ 0 h 396620"/>
                      <a:gd name="connsiteX1" fmla="*/ 289750 w 319849"/>
                      <a:gd name="connsiteY1" fmla="*/ 74676 h 396620"/>
                      <a:gd name="connsiteX2" fmla="*/ 319849 w 319849"/>
                      <a:gd name="connsiteY2" fmla="*/ 200787 h 396620"/>
                      <a:gd name="connsiteX3" fmla="*/ 158496 w 319849"/>
                      <a:gd name="connsiteY3" fmla="*/ 396621 h 396620"/>
                      <a:gd name="connsiteX4" fmla="*/ 43243 w 319849"/>
                      <a:gd name="connsiteY4" fmla="*/ 344233 h 396620"/>
                      <a:gd name="connsiteX5" fmla="*/ 0 w 319849"/>
                      <a:gd name="connsiteY5" fmla="*/ 192215 h 396620"/>
                      <a:gd name="connsiteX6" fmla="*/ 155257 w 319849"/>
                      <a:gd name="connsiteY6" fmla="*/ 0 h 396620"/>
                      <a:gd name="connsiteX7" fmla="*/ 68008 w 319849"/>
                      <a:gd name="connsiteY7" fmla="*/ 203740 h 396620"/>
                      <a:gd name="connsiteX8" fmla="*/ 159163 w 319849"/>
                      <a:gd name="connsiteY8" fmla="*/ 339947 h 396620"/>
                      <a:gd name="connsiteX9" fmla="*/ 246412 w 319849"/>
                      <a:gd name="connsiteY9" fmla="*/ 197358 h 396620"/>
                      <a:gd name="connsiteX10" fmla="*/ 232505 w 319849"/>
                      <a:gd name="connsiteY10" fmla="*/ 107442 h 396620"/>
                      <a:gd name="connsiteX11" fmla="*/ 187642 w 319849"/>
                      <a:gd name="connsiteY11" fmla="*/ 59626 h 396620"/>
                      <a:gd name="connsiteX12" fmla="*/ 158496 w 319849"/>
                      <a:gd name="connsiteY12" fmla="*/ 54483 h 396620"/>
                      <a:gd name="connsiteX13" fmla="*/ 68008 w 319849"/>
                      <a:gd name="connsiteY13" fmla="*/ 203740 h 396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9849" h="396620">
                        <a:moveTo>
                          <a:pt x="155257" y="0"/>
                        </a:moveTo>
                        <a:cubicBezTo>
                          <a:pt x="231743" y="0"/>
                          <a:pt x="268796" y="37814"/>
                          <a:pt x="289750" y="74676"/>
                        </a:cubicBezTo>
                        <a:cubicBezTo>
                          <a:pt x="308324" y="107918"/>
                          <a:pt x="319849" y="163735"/>
                          <a:pt x="319849" y="200787"/>
                        </a:cubicBezTo>
                        <a:cubicBezTo>
                          <a:pt x="319849" y="314706"/>
                          <a:pt x="257937" y="396621"/>
                          <a:pt x="158496" y="396621"/>
                        </a:cubicBezTo>
                        <a:cubicBezTo>
                          <a:pt x="88106" y="396621"/>
                          <a:pt x="58769" y="362426"/>
                          <a:pt x="43243" y="344233"/>
                        </a:cubicBezTo>
                        <a:cubicBezTo>
                          <a:pt x="13240" y="308801"/>
                          <a:pt x="0" y="257270"/>
                          <a:pt x="0" y="192215"/>
                        </a:cubicBezTo>
                        <a:cubicBezTo>
                          <a:pt x="-95" y="60198"/>
                          <a:pt x="71723" y="0"/>
                          <a:pt x="155257" y="0"/>
                        </a:cubicBezTo>
                        <a:close/>
                        <a:moveTo>
                          <a:pt x="68008" y="203740"/>
                        </a:moveTo>
                        <a:cubicBezTo>
                          <a:pt x="68008" y="232696"/>
                          <a:pt x="78867" y="339947"/>
                          <a:pt x="159163" y="339947"/>
                        </a:cubicBezTo>
                        <a:cubicBezTo>
                          <a:pt x="233267" y="339947"/>
                          <a:pt x="246412" y="251555"/>
                          <a:pt x="246412" y="197358"/>
                        </a:cubicBezTo>
                        <a:cubicBezTo>
                          <a:pt x="246412" y="172021"/>
                          <a:pt x="241935" y="132112"/>
                          <a:pt x="232505" y="107442"/>
                        </a:cubicBezTo>
                        <a:cubicBezTo>
                          <a:pt x="223171" y="82868"/>
                          <a:pt x="206312" y="66866"/>
                          <a:pt x="187642" y="59626"/>
                        </a:cubicBezTo>
                        <a:cubicBezTo>
                          <a:pt x="178403" y="56007"/>
                          <a:pt x="168307" y="54483"/>
                          <a:pt x="158496" y="54483"/>
                        </a:cubicBezTo>
                        <a:cubicBezTo>
                          <a:pt x="81915" y="54388"/>
                          <a:pt x="68008" y="144970"/>
                          <a:pt x="68008" y="20374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" name="Freeform: Shape 54">
                    <a:extLst>
                      <a:ext uri="{FF2B5EF4-FFF2-40B4-BE49-F238E27FC236}">
                        <a16:creationId xmlns:a16="http://schemas.microsoft.com/office/drawing/2014/main" id="{08F18B6E-2624-A019-6B99-B19C886ABE10}"/>
                      </a:ext>
                    </a:extLst>
                  </p:cNvPr>
                  <p:cNvSpPr/>
                  <p:nvPr/>
                </p:nvSpPr>
                <p:spPr>
                  <a:xfrm>
                    <a:off x="8123586" y="3301650"/>
                    <a:ext cx="277272" cy="388715"/>
                  </a:xfrm>
                  <a:custGeom>
                    <a:avLst/>
                    <a:gdLst>
                      <a:gd name="connsiteX0" fmla="*/ 0 w 277272"/>
                      <a:gd name="connsiteY0" fmla="*/ 24098 h 388715"/>
                      <a:gd name="connsiteX1" fmla="*/ 63246 w 277272"/>
                      <a:gd name="connsiteY1" fmla="*/ 0 h 388715"/>
                      <a:gd name="connsiteX2" fmla="*/ 63246 w 277272"/>
                      <a:gd name="connsiteY2" fmla="*/ 74009 h 388715"/>
                      <a:gd name="connsiteX3" fmla="*/ 69437 w 277272"/>
                      <a:gd name="connsiteY3" fmla="*/ 81343 h 388715"/>
                      <a:gd name="connsiteX4" fmla="*/ 82582 w 277272"/>
                      <a:gd name="connsiteY4" fmla="*/ 71056 h 388715"/>
                      <a:gd name="connsiteX5" fmla="*/ 98108 w 277272"/>
                      <a:gd name="connsiteY5" fmla="*/ 51625 h 388715"/>
                      <a:gd name="connsiteX6" fmla="*/ 195358 w 277272"/>
                      <a:gd name="connsiteY6" fmla="*/ 2953 h 388715"/>
                      <a:gd name="connsiteX7" fmla="*/ 247936 w 277272"/>
                      <a:gd name="connsiteY7" fmla="*/ 17526 h 388715"/>
                      <a:gd name="connsiteX8" fmla="*/ 277273 w 277272"/>
                      <a:gd name="connsiteY8" fmla="*/ 99441 h 388715"/>
                      <a:gd name="connsiteX9" fmla="*/ 277273 w 277272"/>
                      <a:gd name="connsiteY9" fmla="*/ 388620 h 388715"/>
                      <a:gd name="connsiteX10" fmla="*/ 209264 w 277272"/>
                      <a:gd name="connsiteY10" fmla="*/ 388620 h 388715"/>
                      <a:gd name="connsiteX11" fmla="*/ 209264 w 277272"/>
                      <a:gd name="connsiteY11" fmla="*/ 100965 h 388715"/>
                      <a:gd name="connsiteX12" fmla="*/ 169164 w 277272"/>
                      <a:gd name="connsiteY12" fmla="*/ 50959 h 388715"/>
                      <a:gd name="connsiteX13" fmla="*/ 99727 w 277272"/>
                      <a:gd name="connsiteY13" fmla="*/ 91535 h 388715"/>
                      <a:gd name="connsiteX14" fmla="*/ 69533 w 277272"/>
                      <a:gd name="connsiteY14" fmla="*/ 132207 h 388715"/>
                      <a:gd name="connsiteX15" fmla="*/ 69533 w 277272"/>
                      <a:gd name="connsiteY15" fmla="*/ 388715 h 388715"/>
                      <a:gd name="connsiteX16" fmla="*/ 95 w 277272"/>
                      <a:gd name="connsiteY16" fmla="*/ 388715 h 388715"/>
                      <a:gd name="connsiteX17" fmla="*/ 95 w 277272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272" h="388715">
                        <a:moveTo>
                          <a:pt x="0" y="24098"/>
                        </a:moveTo>
                        <a:lnTo>
                          <a:pt x="63246" y="0"/>
                        </a:lnTo>
                        <a:lnTo>
                          <a:pt x="63246" y="74009"/>
                        </a:lnTo>
                        <a:cubicBezTo>
                          <a:pt x="63246" y="76867"/>
                          <a:pt x="65532" y="81343"/>
                          <a:pt x="69437" y="81343"/>
                        </a:cubicBezTo>
                        <a:cubicBezTo>
                          <a:pt x="73247" y="81343"/>
                          <a:pt x="78677" y="75438"/>
                          <a:pt x="82582" y="71056"/>
                        </a:cubicBezTo>
                        <a:lnTo>
                          <a:pt x="98108" y="51625"/>
                        </a:lnTo>
                        <a:cubicBezTo>
                          <a:pt x="122015" y="21050"/>
                          <a:pt x="154400" y="2953"/>
                          <a:pt x="195358" y="2953"/>
                        </a:cubicBezTo>
                        <a:cubicBezTo>
                          <a:pt x="213931" y="2953"/>
                          <a:pt x="232505" y="7334"/>
                          <a:pt x="247936" y="17526"/>
                        </a:cubicBezTo>
                        <a:cubicBezTo>
                          <a:pt x="264223" y="27622"/>
                          <a:pt x="277273" y="44482"/>
                          <a:pt x="277273" y="99441"/>
                        </a:cubicBezTo>
                        <a:lnTo>
                          <a:pt x="277273" y="388620"/>
                        </a:lnTo>
                        <a:lnTo>
                          <a:pt x="209264" y="388620"/>
                        </a:lnTo>
                        <a:lnTo>
                          <a:pt x="209264" y="100965"/>
                        </a:lnTo>
                        <a:cubicBezTo>
                          <a:pt x="209264" y="90773"/>
                          <a:pt x="209264" y="50959"/>
                          <a:pt x="169164" y="50959"/>
                        </a:cubicBezTo>
                        <a:cubicBezTo>
                          <a:pt x="132779" y="50959"/>
                          <a:pt x="103442" y="87249"/>
                          <a:pt x="99727" y="91535"/>
                        </a:cubicBezTo>
                        <a:cubicBezTo>
                          <a:pt x="75724" y="121253"/>
                          <a:pt x="69533" y="131445"/>
                          <a:pt x="69533" y="132207"/>
                        </a:cubicBezTo>
                        <a:lnTo>
                          <a:pt x="69533" y="388715"/>
                        </a:lnTo>
                        <a:lnTo>
                          <a:pt x="95" y="388715"/>
                        </a:lnTo>
                        <a:lnTo>
                          <a:pt x="95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" name="Graphic 19">
                  <a:extLst>
                    <a:ext uri="{FF2B5EF4-FFF2-40B4-BE49-F238E27FC236}">
                      <a16:creationId xmlns:a16="http://schemas.microsoft.com/office/drawing/2014/main" id="{AB2E143C-FE34-8CC4-E498-892D4880DC9D}"/>
                    </a:ext>
                  </a:extLst>
                </p:cNvPr>
                <p:cNvGrpSpPr/>
                <p:nvPr/>
              </p:nvGrpSpPr>
              <p:grpSpPr>
                <a:xfrm>
                  <a:off x="456030" y="4672370"/>
                  <a:ext cx="141900" cy="141899"/>
                  <a:chOff x="3813428" y="3039903"/>
                  <a:chExt cx="764571" cy="764571"/>
                </a:xfrm>
                <a:solidFill>
                  <a:sysClr val="window" lastClr="FFFFFF"/>
                </a:solidFill>
              </p:grpSpPr>
              <p:grpSp>
                <p:nvGrpSpPr>
                  <p:cNvPr id="30" name="Graphic 19">
                    <a:extLst>
                      <a:ext uri="{FF2B5EF4-FFF2-40B4-BE49-F238E27FC236}">
                        <a16:creationId xmlns:a16="http://schemas.microsoft.com/office/drawing/2014/main" id="{1BC973EB-52B0-2F3C-6287-1B8044E09681}"/>
                      </a:ext>
                    </a:extLst>
                  </p:cNvPr>
                  <p:cNvGrpSpPr/>
                  <p:nvPr/>
                </p:nvGrpSpPr>
                <p:grpSpPr>
                  <a:xfrm>
                    <a:off x="3813428" y="3043904"/>
                    <a:ext cx="764571" cy="756475"/>
                    <a:chOff x="3813428" y="3043904"/>
                    <a:chExt cx="764571" cy="756475"/>
                  </a:xfrm>
                  <a:grpFill/>
                </p:grpSpPr>
                <p:sp>
                  <p:nvSpPr>
                    <p:cNvPr id="41" name="Freeform: Shape 36">
                      <a:extLst>
                        <a:ext uri="{FF2B5EF4-FFF2-40B4-BE49-F238E27FC236}">
                          <a16:creationId xmlns:a16="http://schemas.microsoft.com/office/drawing/2014/main" id="{1733E668-8766-6BC2-5CB6-3A689E573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043904"/>
                      <a:ext cx="237744" cy="237743"/>
                    </a:xfrm>
                    <a:custGeom>
                      <a:avLst/>
                      <a:gdLst>
                        <a:gd name="connsiteX0" fmla="*/ 108204 w 237744"/>
                        <a:gd name="connsiteY0" fmla="*/ 237744 h 237743"/>
                        <a:gd name="connsiteX1" fmla="*/ 237744 w 237744"/>
                        <a:gd name="connsiteY1" fmla="*/ 108204 h 237743"/>
                        <a:gd name="connsiteX2" fmla="*/ 129635 w 237744"/>
                        <a:gd name="connsiteY2" fmla="*/ 0 h 237743"/>
                        <a:gd name="connsiteX3" fmla="*/ 0 w 237744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743">
                          <a:moveTo>
                            <a:pt x="108204" y="237744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2" name="Freeform: Shape 37">
                      <a:extLst>
                        <a:ext uri="{FF2B5EF4-FFF2-40B4-BE49-F238E27FC236}">
                          <a16:creationId xmlns:a16="http://schemas.microsoft.com/office/drawing/2014/main" id="{282BAFDF-A367-F1A0-3569-81A183292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562540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204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3" name="Freeform: Shape 38">
                      <a:extLst>
                        <a:ext uri="{FF2B5EF4-FFF2-40B4-BE49-F238E27FC236}">
                          <a16:creationId xmlns:a16="http://schemas.microsoft.com/office/drawing/2014/main" id="{B67343F9-A638-8151-3C1B-786FDEC22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303269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109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109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4" name="Freeform: Shape 39">
                      <a:extLst>
                        <a:ext uri="{FF2B5EF4-FFF2-40B4-BE49-F238E27FC236}">
                          <a16:creationId xmlns:a16="http://schemas.microsoft.com/office/drawing/2014/main" id="{B7480528-3D97-6089-56CC-B860F600A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303269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109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109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5" name="Freeform: Shape 40">
                      <a:extLst>
                        <a:ext uri="{FF2B5EF4-FFF2-40B4-BE49-F238E27FC236}">
                          <a16:creationId xmlns:a16="http://schemas.microsoft.com/office/drawing/2014/main" id="{691EC19B-0999-7B46-6292-C1080619F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043904"/>
                      <a:ext cx="238029" cy="237743"/>
                    </a:xfrm>
                    <a:custGeom>
                      <a:avLst/>
                      <a:gdLst>
                        <a:gd name="connsiteX0" fmla="*/ 108204 w 238029"/>
                        <a:gd name="connsiteY0" fmla="*/ 237744 h 237743"/>
                        <a:gd name="connsiteX1" fmla="*/ 238030 w 238029"/>
                        <a:gd name="connsiteY1" fmla="*/ 108204 h 237743"/>
                        <a:gd name="connsiteX2" fmla="*/ 129731 w 238029"/>
                        <a:gd name="connsiteY2" fmla="*/ 0 h 237743"/>
                        <a:gd name="connsiteX3" fmla="*/ 0 w 238029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3">
                          <a:moveTo>
                            <a:pt x="108204" y="237744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" name="Freeform: Shape 41">
                      <a:extLst>
                        <a:ext uri="{FF2B5EF4-FFF2-40B4-BE49-F238E27FC236}">
                          <a16:creationId xmlns:a16="http://schemas.microsoft.com/office/drawing/2014/main" id="{949F3951-CE9F-992A-CBEE-A1075FFB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562540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204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7" name="Freeform: Shape 42">
                      <a:extLst>
                        <a:ext uri="{FF2B5EF4-FFF2-40B4-BE49-F238E27FC236}">
                          <a16:creationId xmlns:a16="http://schemas.microsoft.com/office/drawing/2014/main" id="{2AF16EFC-650B-5968-07CC-192C0132C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3428" y="3303269"/>
                      <a:ext cx="112013" cy="220122"/>
                    </a:xfrm>
                    <a:custGeom>
                      <a:avLst/>
                      <a:gdLst>
                        <a:gd name="connsiteX0" fmla="*/ 112014 w 112013"/>
                        <a:gd name="connsiteY0" fmla="*/ 108109 h 220122"/>
                        <a:gd name="connsiteX1" fmla="*/ 3810 w 112013"/>
                        <a:gd name="connsiteY1" fmla="*/ 0 h 220122"/>
                        <a:gd name="connsiteX2" fmla="*/ 0 w 112013"/>
                        <a:gd name="connsiteY2" fmla="*/ 3905 h 220122"/>
                        <a:gd name="connsiteX3" fmla="*/ 0 w 112013"/>
                        <a:gd name="connsiteY3" fmla="*/ 220123 h 220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013" h="220122">
                          <a:moveTo>
                            <a:pt x="112014" y="108109"/>
                          </a:moveTo>
                          <a:lnTo>
                            <a:pt x="3810" y="0"/>
                          </a:lnTo>
                          <a:lnTo>
                            <a:pt x="0" y="3905"/>
                          </a:lnTo>
                          <a:lnTo>
                            <a:pt x="0" y="22012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8" name="Freeform: Shape 43">
                      <a:extLst>
                        <a:ext uri="{FF2B5EF4-FFF2-40B4-BE49-F238E27FC236}">
                          <a16:creationId xmlns:a16="http://schemas.microsoft.com/office/drawing/2014/main" id="{E36213EE-0753-EC07-4B3A-9C2E5765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081" y="3321081"/>
                      <a:ext cx="111918" cy="220218"/>
                    </a:xfrm>
                    <a:custGeom>
                      <a:avLst/>
                      <a:gdLst>
                        <a:gd name="connsiteX0" fmla="*/ 0 w 111918"/>
                        <a:gd name="connsiteY0" fmla="*/ 112014 h 220218"/>
                        <a:gd name="connsiteX1" fmla="*/ 108109 w 111918"/>
                        <a:gd name="connsiteY1" fmla="*/ 220218 h 220218"/>
                        <a:gd name="connsiteX2" fmla="*/ 111919 w 111918"/>
                        <a:gd name="connsiteY2" fmla="*/ 216408 h 220218"/>
                        <a:gd name="connsiteX3" fmla="*/ 111919 w 111918"/>
                        <a:gd name="connsiteY3" fmla="*/ 0 h 220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918" h="220218">
                          <a:moveTo>
                            <a:pt x="0" y="112014"/>
                          </a:moveTo>
                          <a:lnTo>
                            <a:pt x="108109" y="220218"/>
                          </a:lnTo>
                          <a:lnTo>
                            <a:pt x="111919" y="216408"/>
                          </a:lnTo>
                          <a:lnTo>
                            <a:pt x="111919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1" name="Graphic 19">
                    <a:extLst>
                      <a:ext uri="{FF2B5EF4-FFF2-40B4-BE49-F238E27FC236}">
                        <a16:creationId xmlns:a16="http://schemas.microsoft.com/office/drawing/2014/main" id="{2CE213A6-BF7F-E0A9-6354-7C9580316784}"/>
                      </a:ext>
                    </a:extLst>
                  </p:cNvPr>
                  <p:cNvGrpSpPr/>
                  <p:nvPr/>
                </p:nvGrpSpPr>
                <p:grpSpPr>
                  <a:xfrm>
                    <a:off x="3816952" y="3039903"/>
                    <a:ext cx="757333" cy="764571"/>
                    <a:chOff x="3816952" y="3039903"/>
                    <a:chExt cx="757333" cy="764571"/>
                  </a:xfrm>
                  <a:grpFill/>
                </p:grpSpPr>
                <p:sp>
                  <p:nvSpPr>
                    <p:cNvPr id="32" name="Freeform: Shape 28">
                      <a:extLst>
                        <a:ext uri="{FF2B5EF4-FFF2-40B4-BE49-F238E27FC236}">
                          <a16:creationId xmlns:a16="http://schemas.microsoft.com/office/drawing/2014/main" id="{6942A176-B2FD-3F5A-604D-B9F3B0D7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333" y="343271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826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99 h 238029"/>
                        <a:gd name="connsiteX3" fmla="*/ 129635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826"/>
                          </a:moveTo>
                          <a:lnTo>
                            <a:pt x="108204" y="0"/>
                          </a:lnTo>
                          <a:lnTo>
                            <a:pt x="0" y="108299"/>
                          </a:lnTo>
                          <a:lnTo>
                            <a:pt x="129635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4" name="Freeform: Shape 29">
                      <a:extLst>
                        <a:ext uri="{FF2B5EF4-FFF2-40B4-BE49-F238E27FC236}">
                          <a16:creationId xmlns:a16="http://schemas.microsoft.com/office/drawing/2014/main" id="{C89DD1E8-1EB6-2873-CA9E-DC4B5C6FB7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99" y="3432714"/>
                      <a:ext cx="238029" cy="238029"/>
                    </a:xfrm>
                    <a:custGeom>
                      <a:avLst/>
                      <a:gdLst>
                        <a:gd name="connsiteX0" fmla="*/ 238030 w 238029"/>
                        <a:gd name="connsiteY0" fmla="*/ 129826 h 238029"/>
                        <a:gd name="connsiteX1" fmla="*/ 108299 w 238029"/>
                        <a:gd name="connsiteY1" fmla="*/ 0 h 238029"/>
                        <a:gd name="connsiteX2" fmla="*/ 0 w 238029"/>
                        <a:gd name="connsiteY2" fmla="*/ 108299 h 238029"/>
                        <a:gd name="connsiteX3" fmla="*/ 129826 w 23802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8029">
                          <a:moveTo>
                            <a:pt x="238030" y="129826"/>
                          </a:moveTo>
                          <a:lnTo>
                            <a:pt x="108299" y="0"/>
                          </a:lnTo>
                          <a:lnTo>
                            <a:pt x="0" y="108299"/>
                          </a:lnTo>
                          <a:lnTo>
                            <a:pt x="129826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5" name="Freeform: Shape 30">
                      <a:extLst>
                        <a:ext uri="{FF2B5EF4-FFF2-40B4-BE49-F238E27FC236}">
                          <a16:creationId xmlns:a16="http://schemas.microsoft.com/office/drawing/2014/main" id="{4371BCFF-6737-4BC3-9BB0-A27CA12C1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952" y="3173158"/>
                      <a:ext cx="238029" cy="237839"/>
                    </a:xfrm>
                    <a:custGeom>
                      <a:avLst/>
                      <a:gdLst>
                        <a:gd name="connsiteX0" fmla="*/ 238030 w 238029"/>
                        <a:gd name="connsiteY0" fmla="*/ 129730 h 237839"/>
                        <a:gd name="connsiteX1" fmla="*/ 108299 w 238029"/>
                        <a:gd name="connsiteY1" fmla="*/ 0 h 237839"/>
                        <a:gd name="connsiteX2" fmla="*/ 0 w 238029"/>
                        <a:gd name="connsiteY2" fmla="*/ 108204 h 237839"/>
                        <a:gd name="connsiteX3" fmla="*/ 129826 w 238029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238030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826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6" name="Freeform: Shape 31">
                      <a:extLst>
                        <a:ext uri="{FF2B5EF4-FFF2-40B4-BE49-F238E27FC236}">
                          <a16:creationId xmlns:a16="http://schemas.microsoft.com/office/drawing/2014/main" id="{056C2FD3-441A-7001-D003-3EAC307C0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446" y="343252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730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04 h 238029"/>
                        <a:gd name="connsiteX3" fmla="*/ 129731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730"/>
                          </a:moveTo>
                          <a:lnTo>
                            <a:pt x="108204" y="0"/>
                          </a:lnTo>
                          <a:lnTo>
                            <a:pt x="0" y="108204"/>
                          </a:lnTo>
                          <a:lnTo>
                            <a:pt x="129731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" name="Freeform: Shape 32">
                      <a:extLst>
                        <a:ext uri="{FF2B5EF4-FFF2-40B4-BE49-F238E27FC236}">
                          <a16:creationId xmlns:a16="http://schemas.microsoft.com/office/drawing/2014/main" id="{D4A444E5-B1B4-0427-F7FB-CF19774C3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985" y="3173158"/>
                      <a:ext cx="237934" cy="237839"/>
                    </a:xfrm>
                    <a:custGeom>
                      <a:avLst/>
                      <a:gdLst>
                        <a:gd name="connsiteX0" fmla="*/ 237935 w 237934"/>
                        <a:gd name="connsiteY0" fmla="*/ 129730 h 237839"/>
                        <a:gd name="connsiteX1" fmla="*/ 108299 w 237934"/>
                        <a:gd name="connsiteY1" fmla="*/ 0 h 237839"/>
                        <a:gd name="connsiteX2" fmla="*/ 0 w 237934"/>
                        <a:gd name="connsiteY2" fmla="*/ 108204 h 237839"/>
                        <a:gd name="connsiteX3" fmla="*/ 129731 w 237934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934" h="237839">
                          <a:moveTo>
                            <a:pt x="237935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731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" name="Freeform: Shape 33">
                      <a:extLst>
                        <a:ext uri="{FF2B5EF4-FFF2-40B4-BE49-F238E27FC236}">
                          <a16:creationId xmlns:a16="http://schemas.microsoft.com/office/drawing/2014/main" id="{0C85C35F-FA86-729B-CAA7-43F1393B7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160" y="3173444"/>
                      <a:ext cx="238029" cy="237744"/>
                    </a:xfrm>
                    <a:custGeom>
                      <a:avLst/>
                      <a:gdLst>
                        <a:gd name="connsiteX0" fmla="*/ 238030 w 238029"/>
                        <a:gd name="connsiteY0" fmla="*/ 129731 h 237744"/>
                        <a:gd name="connsiteX1" fmla="*/ 108299 w 238029"/>
                        <a:gd name="connsiteY1" fmla="*/ 0 h 237744"/>
                        <a:gd name="connsiteX2" fmla="*/ 0 w 238029"/>
                        <a:gd name="connsiteY2" fmla="*/ 108109 h 237744"/>
                        <a:gd name="connsiteX3" fmla="*/ 129826 w 238029"/>
                        <a:gd name="connsiteY3" fmla="*/ 237744 h 237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4">
                          <a:moveTo>
                            <a:pt x="238030" y="129731"/>
                          </a:moveTo>
                          <a:lnTo>
                            <a:pt x="108299" y="0"/>
                          </a:lnTo>
                          <a:lnTo>
                            <a:pt x="0" y="108109"/>
                          </a:lnTo>
                          <a:lnTo>
                            <a:pt x="129826" y="23774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" name="Freeform: Shape 34">
                      <a:extLst>
                        <a:ext uri="{FF2B5EF4-FFF2-40B4-BE49-F238E27FC236}">
                          <a16:creationId xmlns:a16="http://schemas.microsoft.com/office/drawing/2014/main" id="{60F9F395-BF13-3864-CF78-4DB445EC6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511" y="3039903"/>
                      <a:ext cx="220122" cy="112014"/>
                    </a:xfrm>
                    <a:custGeom>
                      <a:avLst/>
                      <a:gdLst>
                        <a:gd name="connsiteX0" fmla="*/ 111919 w 220122"/>
                        <a:gd name="connsiteY0" fmla="*/ 112014 h 112014"/>
                        <a:gd name="connsiteX1" fmla="*/ 220123 w 220122"/>
                        <a:gd name="connsiteY1" fmla="*/ 3715 h 112014"/>
                        <a:gd name="connsiteX2" fmla="*/ 216313 w 220122"/>
                        <a:gd name="connsiteY2" fmla="*/ 0 h 112014"/>
                        <a:gd name="connsiteX3" fmla="*/ 0 w 220122"/>
                        <a:gd name="connsiteY3" fmla="*/ 0 h 112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2014">
                          <a:moveTo>
                            <a:pt x="111919" y="112014"/>
                          </a:moveTo>
                          <a:lnTo>
                            <a:pt x="220123" y="3715"/>
                          </a:lnTo>
                          <a:lnTo>
                            <a:pt x="21631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" name="Freeform: Shape 35">
                      <a:extLst>
                        <a:ext uri="{FF2B5EF4-FFF2-40B4-BE49-F238E27FC236}">
                          <a16:creationId xmlns:a16="http://schemas.microsoft.com/office/drawing/2014/main" id="{B22E940B-9E69-38B4-7ADA-A70A0BF4A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04" y="3692556"/>
                      <a:ext cx="220122" cy="111918"/>
                    </a:xfrm>
                    <a:custGeom>
                      <a:avLst/>
                      <a:gdLst>
                        <a:gd name="connsiteX0" fmla="*/ 108204 w 220122"/>
                        <a:gd name="connsiteY0" fmla="*/ 0 h 111918"/>
                        <a:gd name="connsiteX1" fmla="*/ 0 w 220122"/>
                        <a:gd name="connsiteY1" fmla="*/ 108109 h 111918"/>
                        <a:gd name="connsiteX2" fmla="*/ 3810 w 220122"/>
                        <a:gd name="connsiteY2" fmla="*/ 111919 h 111918"/>
                        <a:gd name="connsiteX3" fmla="*/ 220123 w 220122"/>
                        <a:gd name="connsiteY3" fmla="*/ 111919 h 111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1918">
                          <a:moveTo>
                            <a:pt x="108204" y="0"/>
                          </a:moveTo>
                          <a:lnTo>
                            <a:pt x="0" y="108109"/>
                          </a:lnTo>
                          <a:lnTo>
                            <a:pt x="3810" y="111919"/>
                          </a:lnTo>
                          <a:lnTo>
                            <a:pt x="220123" y="11191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B420357-F1F6-E288-5644-B85687365873}"/>
                  </a:ext>
                </a:extLst>
              </p:cNvPr>
              <p:cNvGrpSpPr/>
              <p:nvPr/>
            </p:nvGrpSpPr>
            <p:grpSpPr>
              <a:xfrm>
                <a:off x="751861" y="4313143"/>
                <a:ext cx="462643" cy="121129"/>
                <a:chOff x="916860" y="4313143"/>
                <a:chExt cx="538791" cy="141066"/>
              </a:xfrm>
            </p:grpSpPr>
            <p:sp>
              <p:nvSpPr>
                <p:cNvPr id="24" name="Freeform: Shape 22">
                  <a:extLst>
                    <a:ext uri="{FF2B5EF4-FFF2-40B4-BE49-F238E27FC236}">
                      <a16:creationId xmlns:a16="http://schemas.microsoft.com/office/drawing/2014/main" id="{365BAA36-0FCA-0A64-8952-5BE9C8F70294}"/>
                    </a:ext>
                  </a:extLst>
                </p:cNvPr>
                <p:cNvSpPr/>
                <p:nvPr/>
              </p:nvSpPr>
              <p:spPr>
                <a:xfrm>
                  <a:off x="916860" y="4327727"/>
                  <a:ext cx="538791" cy="126482"/>
                </a:xfrm>
                <a:custGeom>
                  <a:avLst/>
                  <a:gdLst>
                    <a:gd name="connsiteX0" fmla="*/ 1402185 w 3302819"/>
                    <a:gd name="connsiteY0" fmla="*/ 284740 h 775354"/>
                    <a:gd name="connsiteX1" fmla="*/ 1250213 w 3302819"/>
                    <a:gd name="connsiteY1" fmla="*/ 771239 h 775354"/>
                    <a:gd name="connsiteX2" fmla="*/ 1094661 w 3302819"/>
                    <a:gd name="connsiteY2" fmla="*/ 771239 h 775354"/>
                    <a:gd name="connsiteX3" fmla="*/ 942689 w 3302819"/>
                    <a:gd name="connsiteY3" fmla="*/ 284740 h 775354"/>
                    <a:gd name="connsiteX4" fmla="*/ 1071734 w 3302819"/>
                    <a:gd name="connsiteY4" fmla="*/ 284740 h 775354"/>
                    <a:gd name="connsiteX5" fmla="*/ 1129160 w 3302819"/>
                    <a:gd name="connsiteY5" fmla="*/ 481146 h 775354"/>
                    <a:gd name="connsiteX6" fmla="*/ 1172461 w 3302819"/>
                    <a:gd name="connsiteY6" fmla="*/ 657225 h 775354"/>
                    <a:gd name="connsiteX7" fmla="*/ 1179519 w 3302819"/>
                    <a:gd name="connsiteY7" fmla="*/ 657225 h 775354"/>
                    <a:gd name="connsiteX8" fmla="*/ 1222820 w 3302819"/>
                    <a:gd name="connsiteY8" fmla="*/ 481194 h 775354"/>
                    <a:gd name="connsiteX9" fmla="*/ 1278503 w 3302819"/>
                    <a:gd name="connsiteY9" fmla="*/ 284740 h 775354"/>
                    <a:gd name="connsiteX10" fmla="*/ 1638710 w 3302819"/>
                    <a:gd name="connsiteY10" fmla="*/ 771192 h 775354"/>
                    <a:gd name="connsiteX11" fmla="*/ 1752248 w 3302819"/>
                    <a:gd name="connsiteY11" fmla="*/ 750818 h 775354"/>
                    <a:gd name="connsiteX12" fmla="*/ 1833124 w 3302819"/>
                    <a:gd name="connsiteY12" fmla="*/ 694106 h 775354"/>
                    <a:gd name="connsiteX13" fmla="*/ 1767745 w 3302819"/>
                    <a:gd name="connsiteY13" fmla="*/ 612581 h 775354"/>
                    <a:gd name="connsiteX14" fmla="*/ 1720015 w 3302819"/>
                    <a:gd name="connsiteY14" fmla="*/ 651634 h 775354"/>
                    <a:gd name="connsiteX15" fmla="*/ 1653750 w 3302819"/>
                    <a:gd name="connsiteY15" fmla="*/ 667826 h 775354"/>
                    <a:gd name="connsiteX16" fmla="*/ 1575968 w 3302819"/>
                    <a:gd name="connsiteY16" fmla="*/ 641109 h 775354"/>
                    <a:gd name="connsiteX17" fmla="*/ 1551203 w 3302819"/>
                    <a:gd name="connsiteY17" fmla="*/ 568814 h 775354"/>
                    <a:gd name="connsiteX18" fmla="*/ 1551203 w 3302819"/>
                    <a:gd name="connsiteY18" fmla="*/ 561727 h 775354"/>
                    <a:gd name="connsiteX19" fmla="*/ 1849088 w 3302819"/>
                    <a:gd name="connsiteY19" fmla="*/ 561727 h 775354"/>
                    <a:gd name="connsiteX20" fmla="*/ 1849088 w 3302819"/>
                    <a:gd name="connsiteY20" fmla="*/ 522846 h 775354"/>
                    <a:gd name="connsiteX21" fmla="*/ 1837163 w 3302819"/>
                    <a:gd name="connsiteY21" fmla="*/ 433140 h 775354"/>
                    <a:gd name="connsiteX22" fmla="*/ 1799168 w 3302819"/>
                    <a:gd name="connsiteY22" fmla="*/ 357588 h 775354"/>
                    <a:gd name="connsiteX23" fmla="*/ 1732007 w 3302819"/>
                    <a:gd name="connsiteY23" fmla="*/ 305438 h 775354"/>
                    <a:gd name="connsiteX24" fmla="*/ 1633452 w 3302819"/>
                    <a:gd name="connsiteY24" fmla="*/ 286036 h 775354"/>
                    <a:gd name="connsiteX25" fmla="*/ 1540669 w 3302819"/>
                    <a:gd name="connsiteY25" fmla="*/ 303286 h 775354"/>
                    <a:gd name="connsiteX26" fmla="*/ 1472175 w 3302819"/>
                    <a:gd name="connsiteY26" fmla="*/ 352320 h 775354"/>
                    <a:gd name="connsiteX27" fmla="*/ 1430141 w 3302819"/>
                    <a:gd name="connsiteY27" fmla="*/ 428768 h 775354"/>
                    <a:gd name="connsiteX28" fmla="*/ 1416006 w 3302819"/>
                    <a:gd name="connsiteY28" fmla="*/ 528161 h 775354"/>
                    <a:gd name="connsiteX29" fmla="*/ 1430579 w 3302819"/>
                    <a:gd name="connsiteY29" fmla="*/ 628869 h 775354"/>
                    <a:gd name="connsiteX30" fmla="*/ 1473899 w 3302819"/>
                    <a:gd name="connsiteY30" fmla="*/ 705317 h 775354"/>
                    <a:gd name="connsiteX31" fmla="*/ 1544136 w 3302819"/>
                    <a:gd name="connsiteY31" fmla="*/ 753951 h 775354"/>
                    <a:gd name="connsiteX32" fmla="*/ 1638700 w 3302819"/>
                    <a:gd name="connsiteY32" fmla="*/ 771192 h 775354"/>
                    <a:gd name="connsiteX33" fmla="*/ 1636062 w 3302819"/>
                    <a:gd name="connsiteY33" fmla="*/ 382353 h 775354"/>
                    <a:gd name="connsiteX34" fmla="*/ 1694831 w 3302819"/>
                    <a:gd name="connsiteY34" fmla="*/ 408422 h 775354"/>
                    <a:gd name="connsiteX35" fmla="*/ 1713881 w 3302819"/>
                    <a:gd name="connsiteY35" fmla="*/ 476917 h 775354"/>
                    <a:gd name="connsiteX36" fmla="*/ 1713881 w 3302819"/>
                    <a:gd name="connsiteY36" fmla="*/ 484870 h 775354"/>
                    <a:gd name="connsiteX37" fmla="*/ 1551213 w 3302819"/>
                    <a:gd name="connsiteY37" fmla="*/ 484870 h 775354"/>
                    <a:gd name="connsiteX38" fmla="*/ 1551213 w 3302819"/>
                    <a:gd name="connsiteY38" fmla="*/ 477812 h 775354"/>
                    <a:gd name="connsiteX39" fmla="*/ 1573749 w 3302819"/>
                    <a:gd name="connsiteY39" fmla="*/ 408432 h 775354"/>
                    <a:gd name="connsiteX40" fmla="*/ 1636042 w 3302819"/>
                    <a:gd name="connsiteY40" fmla="*/ 382362 h 775354"/>
                    <a:gd name="connsiteX41" fmla="*/ 2115655 w 3302819"/>
                    <a:gd name="connsiteY41" fmla="*/ 771173 h 775354"/>
                    <a:gd name="connsiteX42" fmla="*/ 2232755 w 3302819"/>
                    <a:gd name="connsiteY42" fmla="*/ 740235 h 775354"/>
                    <a:gd name="connsiteX43" fmla="*/ 2303888 w 3302819"/>
                    <a:gd name="connsiteY43" fmla="*/ 643080 h 775354"/>
                    <a:gd name="connsiteX44" fmla="*/ 2202266 w 3302819"/>
                    <a:gd name="connsiteY44" fmla="*/ 598894 h 775354"/>
                    <a:gd name="connsiteX45" fmla="*/ 2171786 w 3302819"/>
                    <a:gd name="connsiteY45" fmla="*/ 648824 h 775354"/>
                    <a:gd name="connsiteX46" fmla="*/ 2115655 w 3302819"/>
                    <a:gd name="connsiteY46" fmla="*/ 667817 h 775354"/>
                    <a:gd name="connsiteX47" fmla="*/ 2055562 w 3302819"/>
                    <a:gd name="connsiteY47" fmla="*/ 642185 h 775354"/>
                    <a:gd name="connsiteX48" fmla="*/ 2035254 w 3302819"/>
                    <a:gd name="connsiteY48" fmla="*/ 572386 h 775354"/>
                    <a:gd name="connsiteX49" fmla="*/ 2035254 w 3302819"/>
                    <a:gd name="connsiteY49" fmla="*/ 485737 h 775354"/>
                    <a:gd name="connsiteX50" fmla="*/ 2055562 w 3302819"/>
                    <a:gd name="connsiteY50" fmla="*/ 415481 h 775354"/>
                    <a:gd name="connsiteX51" fmla="*/ 2115655 w 3302819"/>
                    <a:gd name="connsiteY51" fmla="*/ 389411 h 775354"/>
                    <a:gd name="connsiteX52" fmla="*/ 2169538 w 3302819"/>
                    <a:gd name="connsiteY52" fmla="*/ 407975 h 775354"/>
                    <a:gd name="connsiteX53" fmla="*/ 2195170 w 3302819"/>
                    <a:gd name="connsiteY53" fmla="*/ 453038 h 775354"/>
                    <a:gd name="connsiteX54" fmla="*/ 2301240 w 3302819"/>
                    <a:gd name="connsiteY54" fmla="*/ 407079 h 775354"/>
                    <a:gd name="connsiteX55" fmla="*/ 2233613 w 3302819"/>
                    <a:gd name="connsiteY55" fmla="*/ 317840 h 775354"/>
                    <a:gd name="connsiteX56" fmla="*/ 2115636 w 3302819"/>
                    <a:gd name="connsiteY56" fmla="*/ 286026 h 775354"/>
                    <a:gd name="connsiteX57" fmla="*/ 2022843 w 3302819"/>
                    <a:gd name="connsiteY57" fmla="*/ 302809 h 775354"/>
                    <a:gd name="connsiteX58" fmla="*/ 1954816 w 3302819"/>
                    <a:gd name="connsiteY58" fmla="*/ 351387 h 775354"/>
                    <a:gd name="connsiteX59" fmla="*/ 1913277 w 3302819"/>
                    <a:gd name="connsiteY59" fmla="*/ 427834 h 775354"/>
                    <a:gd name="connsiteX60" fmla="*/ 1899123 w 3302819"/>
                    <a:gd name="connsiteY60" fmla="*/ 528133 h 775354"/>
                    <a:gd name="connsiteX61" fmla="*/ 1913277 w 3302819"/>
                    <a:gd name="connsiteY61" fmla="*/ 628879 h 775354"/>
                    <a:gd name="connsiteX62" fmla="*/ 1954816 w 3302819"/>
                    <a:gd name="connsiteY62" fmla="*/ 705326 h 775354"/>
                    <a:gd name="connsiteX63" fmla="*/ 2022843 w 3302819"/>
                    <a:gd name="connsiteY63" fmla="*/ 753904 h 775354"/>
                    <a:gd name="connsiteX64" fmla="*/ 2115636 w 3302819"/>
                    <a:gd name="connsiteY64" fmla="*/ 771144 h 775354"/>
                    <a:gd name="connsiteX65" fmla="*/ 2621842 w 3302819"/>
                    <a:gd name="connsiteY65" fmla="*/ 771258 h 775354"/>
                    <a:gd name="connsiteX66" fmla="*/ 2621842 w 3302819"/>
                    <a:gd name="connsiteY66" fmla="*/ 667836 h 775354"/>
                    <a:gd name="connsiteX67" fmla="*/ 2529954 w 3302819"/>
                    <a:gd name="connsiteY67" fmla="*/ 667836 h 775354"/>
                    <a:gd name="connsiteX68" fmla="*/ 2529954 w 3302819"/>
                    <a:gd name="connsiteY68" fmla="*/ 391611 h 775354"/>
                    <a:gd name="connsiteX69" fmla="*/ 2621842 w 3302819"/>
                    <a:gd name="connsiteY69" fmla="*/ 391611 h 775354"/>
                    <a:gd name="connsiteX70" fmla="*/ 2621842 w 3302819"/>
                    <a:gd name="connsiteY70" fmla="*/ 288141 h 775354"/>
                    <a:gd name="connsiteX71" fmla="*/ 2529954 w 3302819"/>
                    <a:gd name="connsiteY71" fmla="*/ 288141 h 775354"/>
                    <a:gd name="connsiteX72" fmla="*/ 2529954 w 3302819"/>
                    <a:gd name="connsiteY72" fmla="*/ 171145 h 775354"/>
                    <a:gd name="connsiteX73" fmla="*/ 2412416 w 3302819"/>
                    <a:gd name="connsiteY73" fmla="*/ 171145 h 775354"/>
                    <a:gd name="connsiteX74" fmla="*/ 2412416 w 3302819"/>
                    <a:gd name="connsiteY74" fmla="*/ 237820 h 775354"/>
                    <a:gd name="connsiteX75" fmla="*/ 2402719 w 3302819"/>
                    <a:gd name="connsiteY75" fmla="*/ 275139 h 775354"/>
                    <a:gd name="connsiteX76" fmla="*/ 2366524 w 3302819"/>
                    <a:gd name="connsiteY76" fmla="*/ 288188 h 775354"/>
                    <a:gd name="connsiteX77" fmla="*/ 2333720 w 3302819"/>
                    <a:gd name="connsiteY77" fmla="*/ 288188 h 775354"/>
                    <a:gd name="connsiteX78" fmla="*/ 2333720 w 3302819"/>
                    <a:gd name="connsiteY78" fmla="*/ 391611 h 775354"/>
                    <a:gd name="connsiteX79" fmla="*/ 2399119 w 3302819"/>
                    <a:gd name="connsiteY79" fmla="*/ 391611 h 775354"/>
                    <a:gd name="connsiteX80" fmla="*/ 2399119 w 3302819"/>
                    <a:gd name="connsiteY80" fmla="*/ 633613 h 775354"/>
                    <a:gd name="connsiteX81" fmla="*/ 2434028 w 3302819"/>
                    <a:gd name="connsiteY81" fmla="*/ 736206 h 775354"/>
                    <a:gd name="connsiteX82" fmla="*/ 2536984 w 3302819"/>
                    <a:gd name="connsiteY82" fmla="*/ 771315 h 775354"/>
                    <a:gd name="connsiteX83" fmla="*/ 2775490 w 3302819"/>
                    <a:gd name="connsiteY83" fmla="*/ 249469 h 775354"/>
                    <a:gd name="connsiteX84" fmla="*/ 2833383 w 3302819"/>
                    <a:gd name="connsiteY84" fmla="*/ 231057 h 775354"/>
                    <a:gd name="connsiteX85" fmla="*/ 2851480 w 3302819"/>
                    <a:gd name="connsiteY85" fmla="*/ 183975 h 775354"/>
                    <a:gd name="connsiteX86" fmla="*/ 2851480 w 3302819"/>
                    <a:gd name="connsiteY86" fmla="*/ 164259 h 775354"/>
                    <a:gd name="connsiteX87" fmla="*/ 2833383 w 3302819"/>
                    <a:gd name="connsiteY87" fmla="*/ 117177 h 775354"/>
                    <a:gd name="connsiteX88" fmla="*/ 2775490 w 3302819"/>
                    <a:gd name="connsiteY88" fmla="*/ 98765 h 775354"/>
                    <a:gd name="connsiteX89" fmla="*/ 2717606 w 3302819"/>
                    <a:gd name="connsiteY89" fmla="*/ 117177 h 775354"/>
                    <a:gd name="connsiteX90" fmla="*/ 2699509 w 3302819"/>
                    <a:gd name="connsiteY90" fmla="*/ 164259 h 775354"/>
                    <a:gd name="connsiteX91" fmla="*/ 2699509 w 3302819"/>
                    <a:gd name="connsiteY91" fmla="*/ 183975 h 775354"/>
                    <a:gd name="connsiteX92" fmla="*/ 2717606 w 3302819"/>
                    <a:gd name="connsiteY92" fmla="*/ 231057 h 775354"/>
                    <a:gd name="connsiteX93" fmla="*/ 2775490 w 3302819"/>
                    <a:gd name="connsiteY93" fmla="*/ 249469 h 775354"/>
                    <a:gd name="connsiteX94" fmla="*/ 2710129 w 3302819"/>
                    <a:gd name="connsiteY94" fmla="*/ 771192 h 775354"/>
                    <a:gd name="connsiteX95" fmla="*/ 2840898 w 3302819"/>
                    <a:gd name="connsiteY95" fmla="*/ 771192 h 775354"/>
                    <a:gd name="connsiteX96" fmla="*/ 2840898 w 3302819"/>
                    <a:gd name="connsiteY96" fmla="*/ 285998 h 775354"/>
                    <a:gd name="connsiteX97" fmla="*/ 2710101 w 3302819"/>
                    <a:gd name="connsiteY97" fmla="*/ 285998 h 775354"/>
                    <a:gd name="connsiteX98" fmla="*/ 3103969 w 3302819"/>
                    <a:gd name="connsiteY98" fmla="*/ 771135 h 775354"/>
                    <a:gd name="connsiteX99" fmla="*/ 3185713 w 3302819"/>
                    <a:gd name="connsiteY99" fmla="*/ 759647 h 775354"/>
                    <a:gd name="connsiteX100" fmla="*/ 3248444 w 3302819"/>
                    <a:gd name="connsiteY100" fmla="*/ 727386 h 775354"/>
                    <a:gd name="connsiteX101" fmla="*/ 3288659 w 3302819"/>
                    <a:gd name="connsiteY101" fmla="*/ 678351 h 775354"/>
                    <a:gd name="connsiteX102" fmla="*/ 3302813 w 3302819"/>
                    <a:gd name="connsiteY102" fmla="*/ 616496 h 775354"/>
                    <a:gd name="connsiteX103" fmla="*/ 3149927 w 3302819"/>
                    <a:gd name="connsiteY103" fmla="*/ 476869 h 775354"/>
                    <a:gd name="connsiteX104" fmla="*/ 3097768 w 3302819"/>
                    <a:gd name="connsiteY104" fmla="*/ 469802 h 775354"/>
                    <a:gd name="connsiteX105" fmla="*/ 3059325 w 3302819"/>
                    <a:gd name="connsiteY105" fmla="*/ 455228 h 775354"/>
                    <a:gd name="connsiteX106" fmla="*/ 3049172 w 3302819"/>
                    <a:gd name="connsiteY106" fmla="*/ 426501 h 775354"/>
                    <a:gd name="connsiteX107" fmla="*/ 3063307 w 3302819"/>
                    <a:gd name="connsiteY107" fmla="*/ 398221 h 775354"/>
                    <a:gd name="connsiteX108" fmla="*/ 3111036 w 3302819"/>
                    <a:gd name="connsiteY108" fmla="*/ 387601 h 775354"/>
                    <a:gd name="connsiteX109" fmla="*/ 3168015 w 3302819"/>
                    <a:gd name="connsiteY109" fmla="*/ 400469 h 775354"/>
                    <a:gd name="connsiteX110" fmla="*/ 3217935 w 3302819"/>
                    <a:gd name="connsiteY110" fmla="*/ 435388 h 775354"/>
                    <a:gd name="connsiteX111" fmla="*/ 3293059 w 3302819"/>
                    <a:gd name="connsiteY111" fmla="*/ 358492 h 775354"/>
                    <a:gd name="connsiteX112" fmla="*/ 3257274 w 3302819"/>
                    <a:gd name="connsiteY112" fmla="*/ 328012 h 775354"/>
                    <a:gd name="connsiteX113" fmla="*/ 3217498 w 3302819"/>
                    <a:gd name="connsiteY113" fmla="*/ 305048 h 775354"/>
                    <a:gd name="connsiteX114" fmla="*/ 3167920 w 3302819"/>
                    <a:gd name="connsiteY114" fmla="*/ 290884 h 775354"/>
                    <a:gd name="connsiteX115" fmla="*/ 3103846 w 3302819"/>
                    <a:gd name="connsiteY115" fmla="*/ 286036 h 775354"/>
                    <a:gd name="connsiteX116" fmla="*/ 3029170 w 3302819"/>
                    <a:gd name="connsiteY116" fmla="*/ 297085 h 775354"/>
                    <a:gd name="connsiteX117" fmla="*/ 2972610 w 3302819"/>
                    <a:gd name="connsiteY117" fmla="*/ 328003 h 775354"/>
                    <a:gd name="connsiteX118" fmla="*/ 2936415 w 3302819"/>
                    <a:gd name="connsiteY118" fmla="*/ 375733 h 775354"/>
                    <a:gd name="connsiteX119" fmla="*/ 2923595 w 3302819"/>
                    <a:gd name="connsiteY119" fmla="*/ 437159 h 775354"/>
                    <a:gd name="connsiteX120" fmla="*/ 3080014 w 3302819"/>
                    <a:gd name="connsiteY120" fmla="*/ 580320 h 775354"/>
                    <a:gd name="connsiteX121" fmla="*/ 3130382 w 3302819"/>
                    <a:gd name="connsiteY121" fmla="*/ 586511 h 775354"/>
                    <a:gd name="connsiteX122" fmla="*/ 3177226 w 3302819"/>
                    <a:gd name="connsiteY122" fmla="*/ 625392 h 775354"/>
                    <a:gd name="connsiteX123" fmla="*/ 3162195 w 3302819"/>
                    <a:gd name="connsiteY123" fmla="*/ 657644 h 775354"/>
                    <a:gd name="connsiteX124" fmla="*/ 3108312 w 3302819"/>
                    <a:gd name="connsiteY124" fmla="*/ 669569 h 775354"/>
                    <a:gd name="connsiteX125" fmla="*/ 3040266 w 3302819"/>
                    <a:gd name="connsiteY125" fmla="*/ 653663 h 775354"/>
                    <a:gd name="connsiteX126" fmla="*/ 2985478 w 3302819"/>
                    <a:gd name="connsiteY126" fmla="*/ 610362 h 775354"/>
                    <a:gd name="connsiteX127" fmla="*/ 2908583 w 3302819"/>
                    <a:gd name="connsiteY127" fmla="*/ 688124 h 775354"/>
                    <a:gd name="connsiteX128" fmla="*/ 2990774 w 3302819"/>
                    <a:gd name="connsiteY128" fmla="*/ 749560 h 775354"/>
                    <a:gd name="connsiteX129" fmla="*/ 3103941 w 3302819"/>
                    <a:gd name="connsiteY129" fmla="*/ 771201 h 775354"/>
                    <a:gd name="connsiteX130" fmla="*/ 854593 w 3302819"/>
                    <a:gd name="connsiteY130" fmla="*/ 284407 h 775354"/>
                    <a:gd name="connsiteX131" fmla="*/ 452371 w 3302819"/>
                    <a:gd name="connsiteY131" fmla="*/ 284407 h 775354"/>
                    <a:gd name="connsiteX132" fmla="*/ 452371 w 3302819"/>
                    <a:gd name="connsiteY132" fmla="*/ 284407 h 775354"/>
                    <a:gd name="connsiteX133" fmla="*/ 360931 w 3302819"/>
                    <a:gd name="connsiteY133" fmla="*/ 284407 h 775354"/>
                    <a:gd name="connsiteX134" fmla="*/ 360931 w 3302819"/>
                    <a:gd name="connsiteY134" fmla="*/ 192967 h 775354"/>
                    <a:gd name="connsiteX135" fmla="*/ 167964 w 3302819"/>
                    <a:gd name="connsiteY135" fmla="*/ 0 h 775354"/>
                    <a:gd name="connsiteX136" fmla="*/ 79229 w 3302819"/>
                    <a:gd name="connsiteY136" fmla="*/ 88725 h 775354"/>
                    <a:gd name="connsiteX137" fmla="*/ 274920 w 3302819"/>
                    <a:gd name="connsiteY137" fmla="*/ 284407 h 775354"/>
                    <a:gd name="connsiteX138" fmla="*/ 0 w 3302819"/>
                    <a:gd name="connsiteY138" fmla="*/ 284407 h 775354"/>
                    <a:gd name="connsiteX139" fmla="*/ 0 w 3302819"/>
                    <a:gd name="connsiteY139" fmla="*/ 409899 h 775354"/>
                    <a:gd name="connsiteX140" fmla="*/ 274920 w 3302819"/>
                    <a:gd name="connsiteY140" fmla="*/ 409899 h 775354"/>
                    <a:gd name="connsiteX141" fmla="*/ 79229 w 3302819"/>
                    <a:gd name="connsiteY141" fmla="*/ 605571 h 775354"/>
                    <a:gd name="connsiteX142" fmla="*/ 167964 w 3302819"/>
                    <a:gd name="connsiteY142" fmla="*/ 694287 h 775354"/>
                    <a:gd name="connsiteX143" fmla="*/ 363636 w 3302819"/>
                    <a:gd name="connsiteY143" fmla="*/ 498615 h 775354"/>
                    <a:gd name="connsiteX144" fmla="*/ 363636 w 3302819"/>
                    <a:gd name="connsiteY144" fmla="*/ 775354 h 775354"/>
                    <a:gd name="connsiteX145" fmla="*/ 489128 w 3302819"/>
                    <a:gd name="connsiteY145" fmla="*/ 775354 h 775354"/>
                    <a:gd name="connsiteX146" fmla="*/ 489128 w 3302819"/>
                    <a:gd name="connsiteY146" fmla="*/ 498615 h 775354"/>
                    <a:gd name="connsiteX147" fmla="*/ 684848 w 3302819"/>
                    <a:gd name="connsiteY147" fmla="*/ 694287 h 775354"/>
                    <a:gd name="connsiteX148" fmla="*/ 773573 w 3302819"/>
                    <a:gd name="connsiteY148" fmla="*/ 605571 h 775354"/>
                    <a:gd name="connsiteX149" fmla="*/ 577863 w 3302819"/>
                    <a:gd name="connsiteY149" fmla="*/ 409899 h 775354"/>
                    <a:gd name="connsiteX150" fmla="*/ 854593 w 3302819"/>
                    <a:gd name="connsiteY150" fmla="*/ 409899 h 77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</a:cxnLst>
                  <a:rect l="l" t="t" r="r" b="b"/>
                  <a:pathLst>
                    <a:path w="3302819" h="775354">
                      <a:moveTo>
                        <a:pt x="1402185" y="284740"/>
                      </a:moveTo>
                      <a:lnTo>
                        <a:pt x="1250213" y="771239"/>
                      </a:lnTo>
                      <a:lnTo>
                        <a:pt x="1094661" y="771239"/>
                      </a:lnTo>
                      <a:lnTo>
                        <a:pt x="942689" y="284740"/>
                      </a:lnTo>
                      <a:lnTo>
                        <a:pt x="1071734" y="284740"/>
                      </a:lnTo>
                      <a:lnTo>
                        <a:pt x="1129160" y="481146"/>
                      </a:lnTo>
                      <a:lnTo>
                        <a:pt x="1172461" y="657225"/>
                      </a:lnTo>
                      <a:lnTo>
                        <a:pt x="1179519" y="657225"/>
                      </a:lnTo>
                      <a:lnTo>
                        <a:pt x="1222820" y="481194"/>
                      </a:lnTo>
                      <a:lnTo>
                        <a:pt x="1278503" y="284740"/>
                      </a:lnTo>
                      <a:close/>
                      <a:moveTo>
                        <a:pt x="1638710" y="771192"/>
                      </a:moveTo>
                      <a:cubicBezTo>
                        <a:pt x="1677521" y="771852"/>
                        <a:pt x="1716088" y="764932"/>
                        <a:pt x="1752248" y="750818"/>
                      </a:cubicBezTo>
                      <a:cubicBezTo>
                        <a:pt x="1783402" y="738743"/>
                        <a:pt x="1811157" y="719281"/>
                        <a:pt x="1833124" y="694106"/>
                      </a:cubicBezTo>
                      <a:lnTo>
                        <a:pt x="1767745" y="612581"/>
                      </a:lnTo>
                      <a:cubicBezTo>
                        <a:pt x="1753435" y="627440"/>
                        <a:pt x="1737413" y="640549"/>
                        <a:pt x="1720015" y="651634"/>
                      </a:cubicBezTo>
                      <a:cubicBezTo>
                        <a:pt x="1699912" y="663214"/>
                        <a:pt x="1676928" y="668830"/>
                        <a:pt x="1653750" y="667826"/>
                      </a:cubicBezTo>
                      <a:cubicBezTo>
                        <a:pt x="1618386" y="667826"/>
                        <a:pt x="1592459" y="658920"/>
                        <a:pt x="1575968" y="641109"/>
                      </a:cubicBezTo>
                      <a:cubicBezTo>
                        <a:pt x="1558678" y="621118"/>
                        <a:pt x="1549803" y="595208"/>
                        <a:pt x="1551203" y="568814"/>
                      </a:cubicBezTo>
                      <a:lnTo>
                        <a:pt x="1551203" y="561727"/>
                      </a:lnTo>
                      <a:lnTo>
                        <a:pt x="1849088" y="561727"/>
                      </a:lnTo>
                      <a:lnTo>
                        <a:pt x="1849088" y="522846"/>
                      </a:lnTo>
                      <a:cubicBezTo>
                        <a:pt x="1849203" y="492541"/>
                        <a:pt x="1845191" y="462362"/>
                        <a:pt x="1837163" y="433140"/>
                      </a:cubicBezTo>
                      <a:cubicBezTo>
                        <a:pt x="1829747" y="405642"/>
                        <a:pt x="1816821" y="379938"/>
                        <a:pt x="1799168" y="357588"/>
                      </a:cubicBezTo>
                      <a:cubicBezTo>
                        <a:pt x="1781100" y="335260"/>
                        <a:pt x="1758114" y="317412"/>
                        <a:pt x="1732007" y="305438"/>
                      </a:cubicBezTo>
                      <a:cubicBezTo>
                        <a:pt x="1700994" y="291764"/>
                        <a:pt x="1667334" y="285137"/>
                        <a:pt x="1633452" y="286036"/>
                      </a:cubicBezTo>
                      <a:cubicBezTo>
                        <a:pt x="1601677" y="285469"/>
                        <a:pt x="1570117" y="291337"/>
                        <a:pt x="1540669" y="303286"/>
                      </a:cubicBezTo>
                      <a:cubicBezTo>
                        <a:pt x="1514382" y="314166"/>
                        <a:pt x="1490947" y="330943"/>
                        <a:pt x="1472175" y="352320"/>
                      </a:cubicBezTo>
                      <a:cubicBezTo>
                        <a:pt x="1452993" y="374598"/>
                        <a:pt x="1438676" y="400637"/>
                        <a:pt x="1430141" y="428768"/>
                      </a:cubicBezTo>
                      <a:cubicBezTo>
                        <a:pt x="1420351" y="460976"/>
                        <a:pt x="1415584" y="494501"/>
                        <a:pt x="1416006" y="528161"/>
                      </a:cubicBezTo>
                      <a:cubicBezTo>
                        <a:pt x="1415576" y="562286"/>
                        <a:pt x="1420493" y="596267"/>
                        <a:pt x="1430579" y="628869"/>
                      </a:cubicBezTo>
                      <a:cubicBezTo>
                        <a:pt x="1439314" y="657188"/>
                        <a:pt x="1454094" y="683271"/>
                        <a:pt x="1473899" y="705317"/>
                      </a:cubicBezTo>
                      <a:cubicBezTo>
                        <a:pt x="1493426" y="726524"/>
                        <a:pt x="1517415" y="743134"/>
                        <a:pt x="1544136" y="753951"/>
                      </a:cubicBezTo>
                      <a:cubicBezTo>
                        <a:pt x="1574210" y="765885"/>
                        <a:pt x="1606350" y="771745"/>
                        <a:pt x="1638700" y="771192"/>
                      </a:cubicBezTo>
                      <a:moveTo>
                        <a:pt x="1636062" y="382353"/>
                      </a:moveTo>
                      <a:cubicBezTo>
                        <a:pt x="1658785" y="380629"/>
                        <a:pt x="1680858" y="390420"/>
                        <a:pt x="1694831" y="408422"/>
                      </a:cubicBezTo>
                      <a:cubicBezTo>
                        <a:pt x="1708353" y="428624"/>
                        <a:pt x="1715031" y="452634"/>
                        <a:pt x="1713881" y="476917"/>
                      </a:cubicBezTo>
                      <a:lnTo>
                        <a:pt x="1713881" y="484870"/>
                      </a:lnTo>
                      <a:lnTo>
                        <a:pt x="1551213" y="484870"/>
                      </a:lnTo>
                      <a:lnTo>
                        <a:pt x="1551213" y="477812"/>
                      </a:lnTo>
                      <a:cubicBezTo>
                        <a:pt x="1549950" y="452703"/>
                        <a:pt x="1557972" y="428007"/>
                        <a:pt x="1573749" y="408432"/>
                      </a:cubicBezTo>
                      <a:cubicBezTo>
                        <a:pt x="1589479" y="390736"/>
                        <a:pt x="1612397" y="381145"/>
                        <a:pt x="1636042" y="382362"/>
                      </a:cubicBezTo>
                      <a:moveTo>
                        <a:pt x="2115655" y="771173"/>
                      </a:moveTo>
                      <a:cubicBezTo>
                        <a:pt x="2156865" y="772451"/>
                        <a:pt x="2197555" y="761701"/>
                        <a:pt x="2232755" y="740235"/>
                      </a:cubicBezTo>
                      <a:cubicBezTo>
                        <a:pt x="2266879" y="716937"/>
                        <a:pt x="2291985" y="682647"/>
                        <a:pt x="2303888" y="643080"/>
                      </a:cubicBezTo>
                      <a:lnTo>
                        <a:pt x="2202266" y="598894"/>
                      </a:lnTo>
                      <a:cubicBezTo>
                        <a:pt x="2196733" y="617954"/>
                        <a:pt x="2186211" y="635192"/>
                        <a:pt x="2171786" y="648824"/>
                      </a:cubicBezTo>
                      <a:cubicBezTo>
                        <a:pt x="2156196" y="662106"/>
                        <a:pt x="2136107" y="668903"/>
                        <a:pt x="2115655" y="667817"/>
                      </a:cubicBezTo>
                      <a:cubicBezTo>
                        <a:pt x="2092678" y="669369"/>
                        <a:pt x="2070344" y="659843"/>
                        <a:pt x="2055562" y="642185"/>
                      </a:cubicBezTo>
                      <a:cubicBezTo>
                        <a:pt x="2041036" y="621913"/>
                        <a:pt x="2033871" y="597287"/>
                        <a:pt x="2035254" y="572386"/>
                      </a:cubicBezTo>
                      <a:lnTo>
                        <a:pt x="2035254" y="485737"/>
                      </a:lnTo>
                      <a:cubicBezTo>
                        <a:pt x="2033928" y="460701"/>
                        <a:pt x="2041082" y="435948"/>
                        <a:pt x="2055562" y="415481"/>
                      </a:cubicBezTo>
                      <a:cubicBezTo>
                        <a:pt x="2070206" y="397595"/>
                        <a:pt x="2092589" y="387885"/>
                        <a:pt x="2115655" y="389411"/>
                      </a:cubicBezTo>
                      <a:cubicBezTo>
                        <a:pt x="2135360" y="388260"/>
                        <a:pt x="2154723" y="394931"/>
                        <a:pt x="2169538" y="407975"/>
                      </a:cubicBezTo>
                      <a:cubicBezTo>
                        <a:pt x="2182354" y="420127"/>
                        <a:pt x="2191275" y="435811"/>
                        <a:pt x="2195170" y="453038"/>
                      </a:cubicBezTo>
                      <a:lnTo>
                        <a:pt x="2301240" y="407079"/>
                      </a:lnTo>
                      <a:cubicBezTo>
                        <a:pt x="2289134" y="370700"/>
                        <a:pt x="2265363" y="339332"/>
                        <a:pt x="2233613" y="317840"/>
                      </a:cubicBezTo>
                      <a:cubicBezTo>
                        <a:pt x="2198392" y="295588"/>
                        <a:pt x="2157269" y="284499"/>
                        <a:pt x="2115636" y="286026"/>
                      </a:cubicBezTo>
                      <a:cubicBezTo>
                        <a:pt x="2083902" y="285461"/>
                        <a:pt x="2052369" y="291165"/>
                        <a:pt x="2022843" y="302809"/>
                      </a:cubicBezTo>
                      <a:cubicBezTo>
                        <a:pt x="1996630" y="313367"/>
                        <a:pt x="1973310" y="330019"/>
                        <a:pt x="1954816" y="351387"/>
                      </a:cubicBezTo>
                      <a:cubicBezTo>
                        <a:pt x="1935900" y="373769"/>
                        <a:pt x="1921764" y="399785"/>
                        <a:pt x="1913277" y="427834"/>
                      </a:cubicBezTo>
                      <a:cubicBezTo>
                        <a:pt x="1903439" y="460343"/>
                        <a:pt x="1898665" y="494172"/>
                        <a:pt x="1899123" y="528133"/>
                      </a:cubicBezTo>
                      <a:cubicBezTo>
                        <a:pt x="1898685" y="562239"/>
                        <a:pt x="1903458" y="596213"/>
                        <a:pt x="1913277" y="628879"/>
                      </a:cubicBezTo>
                      <a:cubicBezTo>
                        <a:pt x="1921625" y="656986"/>
                        <a:pt x="1935776" y="683029"/>
                        <a:pt x="1954816" y="705326"/>
                      </a:cubicBezTo>
                      <a:cubicBezTo>
                        <a:pt x="1973468" y="726520"/>
                        <a:pt x="1996743" y="743141"/>
                        <a:pt x="2022843" y="753904"/>
                      </a:cubicBezTo>
                      <a:cubicBezTo>
                        <a:pt x="2052298" y="765841"/>
                        <a:pt x="2083860" y="771705"/>
                        <a:pt x="2115636" y="771144"/>
                      </a:cubicBezTo>
                      <a:moveTo>
                        <a:pt x="2621842" y="771258"/>
                      </a:moveTo>
                      <a:lnTo>
                        <a:pt x="2621842" y="667836"/>
                      </a:lnTo>
                      <a:lnTo>
                        <a:pt x="2529954" y="667836"/>
                      </a:lnTo>
                      <a:lnTo>
                        <a:pt x="2529954" y="391611"/>
                      </a:lnTo>
                      <a:lnTo>
                        <a:pt x="2621842" y="391611"/>
                      </a:lnTo>
                      <a:lnTo>
                        <a:pt x="2621842" y="288141"/>
                      </a:lnTo>
                      <a:lnTo>
                        <a:pt x="2529954" y="288141"/>
                      </a:lnTo>
                      <a:lnTo>
                        <a:pt x="2529954" y="171145"/>
                      </a:lnTo>
                      <a:lnTo>
                        <a:pt x="2412416" y="171145"/>
                      </a:lnTo>
                      <a:lnTo>
                        <a:pt x="2412416" y="237820"/>
                      </a:lnTo>
                      <a:cubicBezTo>
                        <a:pt x="2413253" y="250976"/>
                        <a:pt x="2409855" y="264054"/>
                        <a:pt x="2402719" y="275139"/>
                      </a:cubicBezTo>
                      <a:cubicBezTo>
                        <a:pt x="2396223" y="283832"/>
                        <a:pt x="2384158" y="288182"/>
                        <a:pt x="2366524" y="288188"/>
                      </a:cubicBezTo>
                      <a:lnTo>
                        <a:pt x="2333720" y="288188"/>
                      </a:lnTo>
                      <a:lnTo>
                        <a:pt x="2333720" y="391611"/>
                      </a:lnTo>
                      <a:lnTo>
                        <a:pt x="2399119" y="391611"/>
                      </a:lnTo>
                      <a:lnTo>
                        <a:pt x="2399119" y="633613"/>
                      </a:lnTo>
                      <a:cubicBezTo>
                        <a:pt x="2399119" y="678602"/>
                        <a:pt x="2410755" y="712800"/>
                        <a:pt x="2434028" y="736206"/>
                      </a:cubicBezTo>
                      <a:cubicBezTo>
                        <a:pt x="2457301" y="759612"/>
                        <a:pt x="2491620" y="771315"/>
                        <a:pt x="2536984" y="771315"/>
                      </a:cubicBezTo>
                      <a:close/>
                      <a:moveTo>
                        <a:pt x="2775490" y="249469"/>
                      </a:moveTo>
                      <a:cubicBezTo>
                        <a:pt x="2801995" y="249469"/>
                        <a:pt x="2821292" y="243332"/>
                        <a:pt x="2833383" y="231057"/>
                      </a:cubicBezTo>
                      <a:cubicBezTo>
                        <a:pt x="2845576" y="218483"/>
                        <a:pt x="2852112" y="201479"/>
                        <a:pt x="2851480" y="183975"/>
                      </a:cubicBezTo>
                      <a:lnTo>
                        <a:pt x="2851480" y="164259"/>
                      </a:lnTo>
                      <a:cubicBezTo>
                        <a:pt x="2852096" y="146757"/>
                        <a:pt x="2845562" y="129759"/>
                        <a:pt x="2833383" y="117177"/>
                      </a:cubicBezTo>
                      <a:cubicBezTo>
                        <a:pt x="2821318" y="104889"/>
                        <a:pt x="2802020" y="98752"/>
                        <a:pt x="2775490" y="98765"/>
                      </a:cubicBezTo>
                      <a:cubicBezTo>
                        <a:pt x="2748960" y="98777"/>
                        <a:pt x="2729665" y="104915"/>
                        <a:pt x="2717606" y="117177"/>
                      </a:cubicBezTo>
                      <a:cubicBezTo>
                        <a:pt x="2705422" y="129756"/>
                        <a:pt x="2698887" y="146757"/>
                        <a:pt x="2699509" y="164259"/>
                      </a:cubicBezTo>
                      <a:lnTo>
                        <a:pt x="2699509" y="183975"/>
                      </a:lnTo>
                      <a:cubicBezTo>
                        <a:pt x="2698878" y="201479"/>
                        <a:pt x="2705414" y="218483"/>
                        <a:pt x="2717606" y="231057"/>
                      </a:cubicBezTo>
                      <a:cubicBezTo>
                        <a:pt x="2729671" y="243332"/>
                        <a:pt x="2748966" y="249469"/>
                        <a:pt x="2775490" y="249469"/>
                      </a:cubicBezTo>
                      <a:moveTo>
                        <a:pt x="2710129" y="771192"/>
                      </a:moveTo>
                      <a:lnTo>
                        <a:pt x="2840898" y="771192"/>
                      </a:lnTo>
                      <a:lnTo>
                        <a:pt x="2840898" y="285998"/>
                      </a:lnTo>
                      <a:lnTo>
                        <a:pt x="2710101" y="285998"/>
                      </a:lnTo>
                      <a:close/>
                      <a:moveTo>
                        <a:pt x="3103969" y="771135"/>
                      </a:moveTo>
                      <a:cubicBezTo>
                        <a:pt x="3131642" y="771475"/>
                        <a:pt x="3159206" y="767602"/>
                        <a:pt x="3185713" y="759647"/>
                      </a:cubicBezTo>
                      <a:cubicBezTo>
                        <a:pt x="3208446" y="752883"/>
                        <a:pt x="3229719" y="741943"/>
                        <a:pt x="3248444" y="727386"/>
                      </a:cubicBezTo>
                      <a:cubicBezTo>
                        <a:pt x="3265301" y="714207"/>
                        <a:pt x="3279034" y="697462"/>
                        <a:pt x="3288659" y="678351"/>
                      </a:cubicBezTo>
                      <a:cubicBezTo>
                        <a:pt x="3298173" y="659132"/>
                        <a:pt x="3303022" y="637940"/>
                        <a:pt x="3302813" y="616496"/>
                      </a:cubicBezTo>
                      <a:cubicBezTo>
                        <a:pt x="3302813" y="536981"/>
                        <a:pt x="3251851" y="490439"/>
                        <a:pt x="3149927" y="476869"/>
                      </a:cubicBezTo>
                      <a:lnTo>
                        <a:pt x="3097768" y="469802"/>
                      </a:lnTo>
                      <a:cubicBezTo>
                        <a:pt x="3083794" y="468856"/>
                        <a:pt x="3070415" y="463784"/>
                        <a:pt x="3059325" y="455228"/>
                      </a:cubicBezTo>
                      <a:cubicBezTo>
                        <a:pt x="3052173" y="447433"/>
                        <a:pt x="3048507" y="437059"/>
                        <a:pt x="3049172" y="426501"/>
                      </a:cubicBezTo>
                      <a:cubicBezTo>
                        <a:pt x="3048878" y="415308"/>
                        <a:pt x="3054178" y="404704"/>
                        <a:pt x="3063307" y="398221"/>
                      </a:cubicBezTo>
                      <a:cubicBezTo>
                        <a:pt x="3077754" y="389879"/>
                        <a:pt x="3094414" y="386171"/>
                        <a:pt x="3111036" y="387601"/>
                      </a:cubicBezTo>
                      <a:cubicBezTo>
                        <a:pt x="3130739" y="387697"/>
                        <a:pt x="3150183" y="392088"/>
                        <a:pt x="3168015" y="400469"/>
                      </a:cubicBezTo>
                      <a:cubicBezTo>
                        <a:pt x="3186600" y="409045"/>
                        <a:pt x="3203506" y="420870"/>
                        <a:pt x="3217935" y="435388"/>
                      </a:cubicBezTo>
                      <a:lnTo>
                        <a:pt x="3293059" y="358492"/>
                      </a:lnTo>
                      <a:cubicBezTo>
                        <a:pt x="3281696" y="347687"/>
                        <a:pt x="3269750" y="337512"/>
                        <a:pt x="3257274" y="328012"/>
                      </a:cubicBezTo>
                      <a:cubicBezTo>
                        <a:pt x="3244996" y="318773"/>
                        <a:pt x="3231639" y="311061"/>
                        <a:pt x="3217498" y="305048"/>
                      </a:cubicBezTo>
                      <a:cubicBezTo>
                        <a:pt x="3201574" y="298429"/>
                        <a:pt x="3184937" y="293676"/>
                        <a:pt x="3167920" y="290884"/>
                      </a:cubicBezTo>
                      <a:cubicBezTo>
                        <a:pt x="3146739" y="287447"/>
                        <a:pt x="3125303" y="285825"/>
                        <a:pt x="3103846" y="286036"/>
                      </a:cubicBezTo>
                      <a:cubicBezTo>
                        <a:pt x="3078522" y="285680"/>
                        <a:pt x="3053306" y="289411"/>
                        <a:pt x="3029170" y="297085"/>
                      </a:cubicBezTo>
                      <a:cubicBezTo>
                        <a:pt x="3008503" y="303656"/>
                        <a:pt x="2989298" y="314154"/>
                        <a:pt x="2972610" y="328003"/>
                      </a:cubicBezTo>
                      <a:cubicBezTo>
                        <a:pt x="2957173" y="341049"/>
                        <a:pt x="2944812" y="357348"/>
                        <a:pt x="2936415" y="375733"/>
                      </a:cubicBezTo>
                      <a:cubicBezTo>
                        <a:pt x="2927712" y="395028"/>
                        <a:pt x="2923336" y="415994"/>
                        <a:pt x="2923595" y="437159"/>
                      </a:cubicBezTo>
                      <a:cubicBezTo>
                        <a:pt x="2923594" y="519665"/>
                        <a:pt x="2975734" y="567385"/>
                        <a:pt x="3080014" y="580320"/>
                      </a:cubicBezTo>
                      <a:lnTo>
                        <a:pt x="3130382" y="586511"/>
                      </a:lnTo>
                      <a:cubicBezTo>
                        <a:pt x="3161611" y="590658"/>
                        <a:pt x="3177226" y="603618"/>
                        <a:pt x="3177226" y="625392"/>
                      </a:cubicBezTo>
                      <a:cubicBezTo>
                        <a:pt x="3177689" y="637934"/>
                        <a:pt x="3172096" y="649933"/>
                        <a:pt x="3162195" y="657644"/>
                      </a:cubicBezTo>
                      <a:cubicBezTo>
                        <a:pt x="3152194" y="665594"/>
                        <a:pt x="3134233" y="669569"/>
                        <a:pt x="3108312" y="669569"/>
                      </a:cubicBezTo>
                      <a:cubicBezTo>
                        <a:pt x="3084665" y="669968"/>
                        <a:pt x="3061286" y="664503"/>
                        <a:pt x="3040266" y="653663"/>
                      </a:cubicBezTo>
                      <a:cubicBezTo>
                        <a:pt x="3019601" y="642560"/>
                        <a:pt x="3001055" y="627902"/>
                        <a:pt x="2985478" y="610362"/>
                      </a:cubicBezTo>
                      <a:lnTo>
                        <a:pt x="2908583" y="688124"/>
                      </a:lnTo>
                      <a:cubicBezTo>
                        <a:pt x="2931653" y="713831"/>
                        <a:pt x="2959588" y="734712"/>
                        <a:pt x="2990774" y="749560"/>
                      </a:cubicBezTo>
                      <a:cubicBezTo>
                        <a:pt x="3026445" y="765011"/>
                        <a:pt x="3065086" y="772400"/>
                        <a:pt x="3103941" y="771201"/>
                      </a:cubicBezTo>
                      <a:moveTo>
                        <a:pt x="854593" y="284407"/>
                      </a:moveTo>
                      <a:lnTo>
                        <a:pt x="452371" y="284407"/>
                      </a:lnTo>
                      <a:lnTo>
                        <a:pt x="452371" y="284407"/>
                      </a:lnTo>
                      <a:lnTo>
                        <a:pt x="360931" y="284407"/>
                      </a:lnTo>
                      <a:lnTo>
                        <a:pt x="360931" y="192967"/>
                      </a:lnTo>
                      <a:lnTo>
                        <a:pt x="167964" y="0"/>
                      </a:lnTo>
                      <a:lnTo>
                        <a:pt x="79229" y="88725"/>
                      </a:lnTo>
                      <a:lnTo>
                        <a:pt x="274920" y="284407"/>
                      </a:lnTo>
                      <a:lnTo>
                        <a:pt x="0" y="284407"/>
                      </a:lnTo>
                      <a:lnTo>
                        <a:pt x="0" y="409899"/>
                      </a:lnTo>
                      <a:lnTo>
                        <a:pt x="274920" y="409899"/>
                      </a:lnTo>
                      <a:lnTo>
                        <a:pt x="79229" y="605571"/>
                      </a:lnTo>
                      <a:lnTo>
                        <a:pt x="167964" y="694287"/>
                      </a:lnTo>
                      <a:lnTo>
                        <a:pt x="363636" y="498615"/>
                      </a:lnTo>
                      <a:lnTo>
                        <a:pt x="363636" y="775354"/>
                      </a:lnTo>
                      <a:lnTo>
                        <a:pt x="489128" y="775354"/>
                      </a:lnTo>
                      <a:lnTo>
                        <a:pt x="489128" y="498615"/>
                      </a:lnTo>
                      <a:lnTo>
                        <a:pt x="684848" y="694287"/>
                      </a:lnTo>
                      <a:lnTo>
                        <a:pt x="773573" y="605571"/>
                      </a:lnTo>
                      <a:lnTo>
                        <a:pt x="577863" y="409899"/>
                      </a:lnTo>
                      <a:lnTo>
                        <a:pt x="854593" y="409899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" name="Freeform: Shape 23">
                  <a:extLst>
                    <a:ext uri="{FF2B5EF4-FFF2-40B4-BE49-F238E27FC236}">
                      <a16:creationId xmlns:a16="http://schemas.microsoft.com/office/drawing/2014/main" id="{60C88768-31F9-031C-4CC7-21BF43A7B185}"/>
                    </a:ext>
                  </a:extLst>
                </p:cNvPr>
                <p:cNvSpPr/>
                <p:nvPr/>
              </p:nvSpPr>
              <p:spPr>
                <a:xfrm>
                  <a:off x="977249" y="4313143"/>
                  <a:ext cx="67928" cy="59469"/>
                </a:xfrm>
                <a:custGeom>
                  <a:avLst/>
                  <a:gdLst>
                    <a:gd name="connsiteX0" fmla="*/ 412594 w 416404"/>
                    <a:gd name="connsiteY0" fmla="*/ 168678 h 364550"/>
                    <a:gd name="connsiteX1" fmla="*/ 327708 w 416404"/>
                    <a:gd name="connsiteY1" fmla="*/ 83734 h 364550"/>
                    <a:gd name="connsiteX2" fmla="*/ 323898 w 416404"/>
                    <a:gd name="connsiteY2" fmla="*/ 79924 h 364550"/>
                    <a:gd name="connsiteX3" fmla="*/ 320088 w 416404"/>
                    <a:gd name="connsiteY3" fmla="*/ 83734 h 364550"/>
                    <a:gd name="connsiteX4" fmla="*/ 130873 w 416404"/>
                    <a:gd name="connsiteY4" fmla="*/ 272929 h 364550"/>
                    <a:gd name="connsiteX5" fmla="*/ 130873 w 416404"/>
                    <a:gd name="connsiteY5" fmla="*/ 0 h 364550"/>
                    <a:gd name="connsiteX6" fmla="*/ 0 w 416404"/>
                    <a:gd name="connsiteY6" fmla="*/ 0 h 364550"/>
                    <a:gd name="connsiteX7" fmla="*/ 0 w 416404"/>
                    <a:gd name="connsiteY7" fmla="*/ 364550 h 364550"/>
                    <a:gd name="connsiteX8" fmla="*/ 224342 w 416404"/>
                    <a:gd name="connsiteY8" fmla="*/ 364550 h 364550"/>
                    <a:gd name="connsiteX9" fmla="*/ 412594 w 416404"/>
                    <a:gd name="connsiteY9" fmla="*/ 176298 h 364550"/>
                    <a:gd name="connsiteX10" fmla="*/ 416404 w 416404"/>
                    <a:gd name="connsiteY10" fmla="*/ 172488 h 364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6404" h="364550">
                      <a:moveTo>
                        <a:pt x="412594" y="168678"/>
                      </a:moveTo>
                      <a:lnTo>
                        <a:pt x="327708" y="83734"/>
                      </a:lnTo>
                      <a:lnTo>
                        <a:pt x="323898" y="79924"/>
                      </a:lnTo>
                      <a:lnTo>
                        <a:pt x="320088" y="83734"/>
                      </a:lnTo>
                      <a:lnTo>
                        <a:pt x="130873" y="272929"/>
                      </a:lnTo>
                      <a:lnTo>
                        <a:pt x="130873" y="0"/>
                      </a:lnTo>
                      <a:lnTo>
                        <a:pt x="0" y="0"/>
                      </a:lnTo>
                      <a:lnTo>
                        <a:pt x="0" y="364550"/>
                      </a:lnTo>
                      <a:lnTo>
                        <a:pt x="224342" y="364550"/>
                      </a:lnTo>
                      <a:lnTo>
                        <a:pt x="412594" y="176298"/>
                      </a:lnTo>
                      <a:lnTo>
                        <a:pt x="416404" y="172488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</p:grpSp>
          <p:pic>
            <p:nvPicPr>
              <p:cNvPr id="18" name="logo-itaú">
                <a:extLst>
                  <a:ext uri="{FF2B5EF4-FFF2-40B4-BE49-F238E27FC236}">
                    <a16:creationId xmlns:a16="http://schemas.microsoft.com/office/drawing/2014/main" id="{E6ED488E-EF7F-21B9-D7EA-1F638FD21DC2}"/>
                  </a:ext>
                </a:extLst>
              </p:cNvPr>
              <p:cNvPicPr/>
              <p:nvPr/>
            </p:nvPicPr>
            <p:blipFill>
              <a:blip r:embed="rId45">
                <a:extLst>
                  <a:ext uri="{BEBA8EAE-BF5A-486C-A8C5-ECC9F3942E4B}">
                    <a14:imgProps xmlns:a14="http://schemas.microsoft.com/office/drawing/2010/main">
                      <a14:imgLayer r:embed="rId4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470410" y="4263883"/>
                <a:ext cx="205727" cy="205727"/>
              </a:xfrm>
              <a:prstGeom prst="rect">
                <a:avLst/>
              </a:prstGeom>
            </p:spPr>
          </p:pic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6108C1F5-2E2B-C41F-F6DC-97E2149B5DDC}"/>
              </a:ext>
            </a:extLst>
          </p:cNvPr>
          <p:cNvGrpSpPr/>
          <p:nvPr/>
        </p:nvGrpSpPr>
        <p:grpSpPr>
          <a:xfrm>
            <a:off x="4238794" y="4781617"/>
            <a:ext cx="3701568" cy="1667085"/>
            <a:chOff x="8155470" y="4781617"/>
            <a:chExt cx="3701568" cy="1667085"/>
          </a:xfrm>
        </p:grpSpPr>
        <p:sp>
          <p:nvSpPr>
            <p:cNvPr id="463" name="chris-egan-bio">
              <a:extLst>
                <a:ext uri="{FF2B5EF4-FFF2-40B4-BE49-F238E27FC236}">
                  <a16:creationId xmlns:a16="http://schemas.microsoft.com/office/drawing/2014/main" id="{8A394BB0-A5E7-7B3C-CE05-16F691260699}"/>
                </a:ext>
              </a:extLst>
            </p:cNvPr>
            <p:cNvSpPr txBox="1"/>
            <p:nvPr/>
          </p:nvSpPr>
          <p:spPr>
            <a:xfrm>
              <a:off x="10024804" y="4995706"/>
              <a:ext cx="1699231" cy="1036181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+18 anos de experiência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área de Riscos e Compliance,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tendo atuado como Gerente de Riscos e Controles Internos na Canvas Capital.  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trabalhou como especialista em riscos no Itaú Unibanco e na  FRAM Capital.</a:t>
              </a:r>
            </a:p>
          </p:txBody>
        </p:sp>
        <p:sp>
          <p:nvSpPr>
            <p:cNvPr id="464" name="object 17">
              <a:extLst>
                <a:ext uri="{FF2B5EF4-FFF2-40B4-BE49-F238E27FC236}">
                  <a16:creationId xmlns:a16="http://schemas.microsoft.com/office/drawing/2014/main" id="{52BD3275-F8DC-AAD6-6342-D19FA0AA5D9F}"/>
                </a:ext>
              </a:extLst>
            </p:cNvPr>
            <p:cNvSpPr txBox="1"/>
            <p:nvPr/>
          </p:nvSpPr>
          <p:spPr>
            <a:xfrm>
              <a:off x="8155470" y="4781617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465" name="object 13">
              <a:extLst>
                <a:ext uri="{FF2B5EF4-FFF2-40B4-BE49-F238E27FC236}">
                  <a16:creationId xmlns:a16="http://schemas.microsoft.com/office/drawing/2014/main" id="{2A93C8DF-AB75-6A2D-D6D3-2AC013231726}"/>
                </a:ext>
              </a:extLst>
            </p:cNvPr>
            <p:cNvSpPr txBox="1"/>
            <p:nvPr/>
          </p:nvSpPr>
          <p:spPr>
            <a:xfrm>
              <a:off x="9001058" y="4996278"/>
              <a:ext cx="1107252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Alice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Singer</a:t>
              </a:r>
            </a:p>
          </p:txBody>
        </p:sp>
        <p:sp>
          <p:nvSpPr>
            <p:cNvPr id="466" name="object 31">
              <a:extLst>
                <a:ext uri="{FF2B5EF4-FFF2-40B4-BE49-F238E27FC236}">
                  <a16:creationId xmlns:a16="http://schemas.microsoft.com/office/drawing/2014/main" id="{F8F681C1-DCB9-7F80-1269-B8BEC15E094C}"/>
                </a:ext>
              </a:extLst>
            </p:cNvPr>
            <p:cNvSpPr/>
            <p:nvPr/>
          </p:nvSpPr>
          <p:spPr>
            <a:xfrm flipV="1">
              <a:off x="9001058" y="5336765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7" name="chris-egan-titulo">
              <a:extLst>
                <a:ext uri="{FF2B5EF4-FFF2-40B4-BE49-F238E27FC236}">
                  <a16:creationId xmlns:a16="http://schemas.microsoft.com/office/drawing/2014/main" id="{E47B7EA9-E9DC-9C90-0547-7A63528249DE}"/>
                </a:ext>
              </a:extLst>
            </p:cNvPr>
            <p:cNvSpPr txBox="1"/>
            <p:nvPr/>
          </p:nvSpPr>
          <p:spPr>
            <a:xfrm>
              <a:off x="9001058" y="5607219"/>
              <a:ext cx="912399" cy="276999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RISCOS, </a:t>
              </a:r>
              <a:b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COMPLIANCE, </a:t>
              </a:r>
              <a:b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PLD &amp; OPERAÇÕES </a:t>
              </a:r>
              <a:endParaRPr kumimoji="0" lang="en-US" sz="600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endParaRPr>
            </a:p>
          </p:txBody>
        </p:sp>
        <p:sp>
          <p:nvSpPr>
            <p:cNvPr id="468" name="rodrigo-freire-experiencia">
              <a:extLst>
                <a:ext uri="{FF2B5EF4-FFF2-40B4-BE49-F238E27FC236}">
                  <a16:creationId xmlns:a16="http://schemas.microsoft.com/office/drawing/2014/main" id="{4A559D1F-6A5F-0157-0C1E-FB04B62E28C0}"/>
                </a:ext>
              </a:extLst>
            </p:cNvPr>
            <p:cNvSpPr txBox="1"/>
            <p:nvPr/>
          </p:nvSpPr>
          <p:spPr>
            <a:xfrm>
              <a:off x="8155470" y="5934518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182B4DD0-0A02-F651-B8E9-15E9F6A393D6}"/>
                </a:ext>
              </a:extLst>
            </p:cNvPr>
            <p:cNvGrpSpPr/>
            <p:nvPr/>
          </p:nvGrpSpPr>
          <p:grpSpPr>
            <a:xfrm>
              <a:off x="8225266" y="6051212"/>
              <a:ext cx="1630001" cy="287485"/>
              <a:chOff x="8430213" y="4221333"/>
              <a:chExt cx="1425053" cy="251338"/>
            </a:xfrm>
          </p:grpSpPr>
          <p:grpSp>
            <p:nvGrpSpPr>
              <p:cNvPr id="471" name="Group 470">
                <a:extLst>
                  <a:ext uri="{FF2B5EF4-FFF2-40B4-BE49-F238E27FC236}">
                    <a16:creationId xmlns:a16="http://schemas.microsoft.com/office/drawing/2014/main" id="{A0839326-287C-6B10-666A-8A14B0BC9254}"/>
                  </a:ext>
                </a:extLst>
              </p:cNvPr>
              <p:cNvGrpSpPr/>
              <p:nvPr/>
            </p:nvGrpSpPr>
            <p:grpSpPr>
              <a:xfrm>
                <a:off x="8698070" y="4221333"/>
                <a:ext cx="1157196" cy="251338"/>
                <a:chOff x="8678773" y="4221333"/>
                <a:chExt cx="1498223" cy="325408"/>
              </a:xfrm>
            </p:grpSpPr>
            <p:pic>
              <p:nvPicPr>
                <p:cNvPr id="473" name="logo-quadra" descr="Homepage - Spectra Investments">
                  <a:extLst>
                    <a:ext uri="{FF2B5EF4-FFF2-40B4-BE49-F238E27FC236}">
                      <a16:creationId xmlns:a16="http://schemas.microsoft.com/office/drawing/2014/main" id="{B55C980E-110D-40B9-5FFA-1146E106A9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7" cstate="hqprint">
                  <a:extLst>
                    <a:ext uri="{BEBA8EAE-BF5A-486C-A8C5-ECC9F3942E4B}">
                      <a14:imgProps xmlns:a14="http://schemas.microsoft.com/office/drawing/2010/main">
                        <a14:imgLayer r:embed="rId48">
                          <a14:imgEffect>
                            <a14:brightnessContrast bright="10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99826" y="4228627"/>
                  <a:ext cx="477170" cy="31811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4" name="logo-fram">
                  <a:extLst>
                    <a:ext uri="{FF2B5EF4-FFF2-40B4-BE49-F238E27FC236}">
                      <a16:creationId xmlns:a16="http://schemas.microsoft.com/office/drawing/2014/main" id="{CB4C4244-0025-A161-F648-FD43A4637A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/>
              </p:blipFill>
              <p:spPr bwMode="auto">
                <a:xfrm>
                  <a:off x="9181496" y="4285129"/>
                  <a:ext cx="437891" cy="170776"/>
                </a:xfrm>
                <a:prstGeom prst="rect">
                  <a:avLst/>
                </a:prstGeom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5" name="logo-canvas">
                  <a:extLst>
                    <a:ext uri="{FF2B5EF4-FFF2-40B4-BE49-F238E27FC236}">
                      <a16:creationId xmlns:a16="http://schemas.microsoft.com/office/drawing/2014/main" id="{A48EB7C5-933B-7B3B-C818-02EA15BE4F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0" cstate="hqprint">
                  <a:extLst>
                    <a:ext uri="{BEBA8EAE-BF5A-486C-A8C5-ECC9F3942E4B}">
                      <a14:imgProps xmlns:a14="http://schemas.microsoft.com/office/drawing/2010/main">
                        <a14:imgLayer r:embed="rId51">
                          <a14:imgEffect>
                            <a14:brightnessContrast bright="10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/>
              </p:blipFill>
              <p:spPr>
                <a:xfrm>
                  <a:off x="8678773" y="4221333"/>
                  <a:ext cx="422284" cy="298369"/>
                </a:xfrm>
                <a:prstGeom prst="rect">
                  <a:avLst/>
                </a:prstGeom>
              </p:spPr>
            </p:pic>
          </p:grpSp>
          <p:pic>
            <p:nvPicPr>
              <p:cNvPr id="472" name="logo-itaú">
                <a:extLst>
                  <a:ext uri="{FF2B5EF4-FFF2-40B4-BE49-F238E27FC236}">
                    <a16:creationId xmlns:a16="http://schemas.microsoft.com/office/drawing/2014/main" id="{D14683C5-623D-7682-034C-276B5158BB0A}"/>
                  </a:ext>
                </a:extLst>
              </p:cNvPr>
              <p:cNvPicPr/>
              <p:nvPr/>
            </p:nvPicPr>
            <p:blipFill>
              <a:blip r:embed="rId45">
                <a:extLst>
                  <a:ext uri="{BEBA8EAE-BF5A-486C-A8C5-ECC9F3942E4B}">
                    <a14:imgProps xmlns:a14="http://schemas.microsoft.com/office/drawing/2010/main">
                      <a14:imgLayer r:embed="rId4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430213" y="4226967"/>
                <a:ext cx="205727" cy="205727"/>
              </a:xfrm>
              <a:prstGeom prst="rect">
                <a:avLst/>
              </a:prstGeom>
            </p:spPr>
          </p:pic>
        </p:grpSp>
        <p:pic>
          <p:nvPicPr>
            <p:cNvPr id="470" name="alice-singer-foto">
              <a:extLst>
                <a:ext uri="{FF2B5EF4-FFF2-40B4-BE49-F238E27FC236}">
                  <a16:creationId xmlns:a16="http://schemas.microsoft.com/office/drawing/2014/main" id="{F83CC7E8-A7BA-6A2C-DCF5-069B17AAA2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52"/>
            <a:srcRect l="15144" r="15144"/>
            <a:stretch/>
          </p:blipFill>
          <p:spPr>
            <a:xfrm>
              <a:off x="8159674" y="4784347"/>
              <a:ext cx="775554" cy="77555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4074986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9C67B5E-B219-F26E-5611-87BCB39BA3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A097415-C9E9-FB1A-581D-5C576B434D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35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4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5F33ED6-52B0-57D6-1C79-4036ED4D49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Estratégias de Investimento</a:t>
            </a:r>
          </a:p>
        </p:txBody>
      </p:sp>
      <p:sp>
        <p:nvSpPr>
          <p:cNvPr id="76" name="Picture 8">
            <a:extLst>
              <a:ext uri="{FF2B5EF4-FFF2-40B4-BE49-F238E27FC236}">
                <a16:creationId xmlns:a16="http://schemas.microsoft.com/office/drawing/2014/main" id="{3BF50C3F-D746-8C7E-97CE-E9CFE4605A66}"/>
              </a:ext>
            </a:extLst>
          </p:cNvPr>
          <p:cNvSpPr/>
          <p:nvPr/>
        </p:nvSpPr>
        <p:spPr>
          <a:xfrm>
            <a:off x="11090836" y="377393"/>
            <a:ext cx="765798" cy="26006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701768B-40D0-855C-D0D4-28AB97D8F853}"/>
              </a:ext>
            </a:extLst>
          </p:cNvPr>
          <p:cNvGrpSpPr/>
          <p:nvPr/>
        </p:nvGrpSpPr>
        <p:grpSpPr>
          <a:xfrm>
            <a:off x="2770486" y="1244402"/>
            <a:ext cx="2065335" cy="2926975"/>
            <a:chOff x="335367" y="1244402"/>
            <a:chExt cx="2749107" cy="2926975"/>
          </a:xfrm>
        </p:grpSpPr>
        <p:pic>
          <p:nvPicPr>
            <p:cNvPr id="27" name="object 4">
              <a:extLst>
                <a:ext uri="{FF2B5EF4-FFF2-40B4-BE49-F238E27FC236}">
                  <a16:creationId xmlns:a16="http://schemas.microsoft.com/office/drawing/2014/main" id="{EE869548-13D0-5C1E-C340-7B4334624596}"/>
                </a:ext>
              </a:extLst>
            </p:cNvPr>
            <p:cNvPicPr/>
            <p:nvPr/>
          </p:nvPicPr>
          <p:blipFill rotWithShape="1">
            <a:blip r:embed="rId3" cstate="print">
              <a:alphaModFix amt="50000"/>
            </a:blip>
            <a:srcRect l="8187" r="20673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</p:spPr>
        </p:pic>
        <p:sp>
          <p:nvSpPr>
            <p:cNvPr id="28" name="object 13">
              <a:extLst>
                <a:ext uri="{FF2B5EF4-FFF2-40B4-BE49-F238E27FC236}">
                  <a16:creationId xmlns:a16="http://schemas.microsoft.com/office/drawing/2014/main" id="{17118882-71F7-4199-B259-1B08CD84BBC8}"/>
                </a:ext>
              </a:extLst>
            </p:cNvPr>
            <p:cNvSpPr txBox="1"/>
            <p:nvPr/>
          </p:nvSpPr>
          <p:spPr>
            <a:xfrm>
              <a:off x="335368" y="1951694"/>
              <a:ext cx="2749106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Imobiliário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9" name="object 17">
              <a:extLst>
                <a:ext uri="{FF2B5EF4-FFF2-40B4-BE49-F238E27FC236}">
                  <a16:creationId xmlns:a16="http://schemas.microsoft.com/office/drawing/2014/main" id="{6D49421A-CC31-C25F-835F-5CDDF0AEDB00}"/>
                </a:ext>
              </a:extLst>
            </p:cNvPr>
            <p:cNvSpPr txBox="1"/>
            <p:nvPr/>
          </p:nvSpPr>
          <p:spPr>
            <a:xfrm>
              <a:off x="335367" y="2914382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 de </a:t>
              </a:r>
              <a:b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Tijolo/Ativos Reais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0" name="object 31">
              <a:extLst>
                <a:ext uri="{FF2B5EF4-FFF2-40B4-BE49-F238E27FC236}">
                  <a16:creationId xmlns:a16="http://schemas.microsoft.com/office/drawing/2014/main" id="{AD82FD9A-3D23-9698-0AB8-CB804D3CAB55}"/>
                </a:ext>
              </a:extLst>
            </p:cNvPr>
            <p:cNvSpPr/>
            <p:nvPr/>
          </p:nvSpPr>
          <p:spPr>
            <a:xfrm flipV="1">
              <a:off x="335367" y="2553950"/>
              <a:ext cx="2749107" cy="103198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614B8503-7B0A-ADC1-F2F3-9EE5496F6DCB}"/>
                </a:ext>
              </a:extLst>
            </p:cNvPr>
            <p:cNvSpPr txBox="1"/>
            <p:nvPr/>
          </p:nvSpPr>
          <p:spPr>
            <a:xfrm>
              <a:off x="335367" y="3626765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 de Papel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52B0AC3-1AA9-914C-62FA-DC8FC5E63038}"/>
              </a:ext>
            </a:extLst>
          </p:cNvPr>
          <p:cNvGrpSpPr/>
          <p:nvPr/>
        </p:nvGrpSpPr>
        <p:grpSpPr>
          <a:xfrm>
            <a:off x="460694" y="1235375"/>
            <a:ext cx="2065337" cy="4360765"/>
            <a:chOff x="3940879" y="1235375"/>
            <a:chExt cx="2749110" cy="4360765"/>
          </a:xfrm>
        </p:grpSpPr>
        <p:pic>
          <p:nvPicPr>
            <p:cNvPr id="33" name="object 7">
              <a:extLst>
                <a:ext uri="{FF2B5EF4-FFF2-40B4-BE49-F238E27FC236}">
                  <a16:creationId xmlns:a16="http://schemas.microsoft.com/office/drawing/2014/main" id="{D2C8FD3D-4F0C-7B7D-DD8F-860B6D190CA7}"/>
                </a:ext>
              </a:extLst>
            </p:cNvPr>
            <p:cNvPicPr/>
            <p:nvPr/>
          </p:nvPicPr>
          <p:blipFill rotWithShape="1">
            <a:blip r:embed="rId4" cstate="print"/>
            <a:srcRect l="8303" r="8303"/>
            <a:stretch>
              <a:fillRect/>
            </a:stretch>
          </p:blipFill>
          <p:spPr>
            <a:xfrm>
              <a:off x="3940879" y="1235375"/>
              <a:ext cx="2749110" cy="1159911"/>
            </a:xfrm>
            <a:prstGeom prst="rect">
              <a:avLst/>
            </a:prstGeom>
          </p:spPr>
        </p:pic>
        <p:sp>
          <p:nvSpPr>
            <p:cNvPr id="34" name="object 14">
              <a:extLst>
                <a:ext uri="{FF2B5EF4-FFF2-40B4-BE49-F238E27FC236}">
                  <a16:creationId xmlns:a16="http://schemas.microsoft.com/office/drawing/2014/main" id="{07C869F0-CEA7-8605-BFC6-B5D75892CAE7}"/>
                </a:ext>
              </a:extLst>
            </p:cNvPr>
            <p:cNvSpPr txBox="1"/>
            <p:nvPr/>
          </p:nvSpPr>
          <p:spPr>
            <a:xfrm>
              <a:off x="3940879" y="1951694"/>
              <a:ext cx="2749107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Crédito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5" name="object 18">
              <a:extLst>
                <a:ext uri="{FF2B5EF4-FFF2-40B4-BE49-F238E27FC236}">
                  <a16:creationId xmlns:a16="http://schemas.microsoft.com/office/drawing/2014/main" id="{7FCDB647-DFC6-121F-A6E4-1DFEF6122D12}"/>
                </a:ext>
              </a:extLst>
            </p:cNvPr>
            <p:cNvSpPr txBox="1"/>
            <p:nvPr/>
          </p:nvSpPr>
          <p:spPr>
            <a:xfrm>
              <a:off x="3940880" y="2914382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</a:t>
              </a:r>
              <a:r>
                <a:rPr kumimoji="0" sz="1334" b="0" i="0" u="none" strike="noStrike" kern="0" cap="none" spc="-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Privado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6" name="object 27">
              <a:extLst>
                <a:ext uri="{FF2B5EF4-FFF2-40B4-BE49-F238E27FC236}">
                  <a16:creationId xmlns:a16="http://schemas.microsoft.com/office/drawing/2014/main" id="{C4EC032C-6E00-B723-304A-EBA0D368F188}"/>
                </a:ext>
              </a:extLst>
            </p:cNvPr>
            <p:cNvSpPr txBox="1"/>
            <p:nvPr/>
          </p:nvSpPr>
          <p:spPr>
            <a:xfrm>
              <a:off x="3940880" y="4339147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Legal</a:t>
              </a:r>
              <a:r>
                <a:rPr kumimoji="0" sz="1334" b="0" i="0" u="none" strike="noStrike" kern="0" cap="none" spc="-24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Claims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9" name="object 32">
              <a:extLst>
                <a:ext uri="{FF2B5EF4-FFF2-40B4-BE49-F238E27FC236}">
                  <a16:creationId xmlns:a16="http://schemas.microsoft.com/office/drawing/2014/main" id="{6BCC9126-34B0-210F-0B5C-765DDBE28E4A}"/>
                </a:ext>
              </a:extLst>
            </p:cNvPr>
            <p:cNvSpPr/>
            <p:nvPr/>
          </p:nvSpPr>
          <p:spPr>
            <a:xfrm flipV="1">
              <a:off x="3940880" y="2518853"/>
              <a:ext cx="2749108" cy="138295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object 18">
              <a:extLst>
                <a:ext uri="{FF2B5EF4-FFF2-40B4-BE49-F238E27FC236}">
                  <a16:creationId xmlns:a16="http://schemas.microsoft.com/office/drawing/2014/main" id="{56C597E4-179D-1492-BAFE-424ADB6181DA}"/>
                </a:ext>
              </a:extLst>
            </p:cNvPr>
            <p:cNvSpPr txBox="1"/>
            <p:nvPr/>
          </p:nvSpPr>
          <p:spPr>
            <a:xfrm>
              <a:off x="3940880" y="5051528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Credit</a:t>
              </a: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Solutions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41" name="object 18">
              <a:extLst>
                <a:ext uri="{FF2B5EF4-FFF2-40B4-BE49-F238E27FC236}">
                  <a16:creationId xmlns:a16="http://schemas.microsoft.com/office/drawing/2014/main" id="{465DADC9-D864-ACC8-3DD9-EA795D317EE8}"/>
                </a:ext>
              </a:extLst>
            </p:cNvPr>
            <p:cNvSpPr txBox="1"/>
            <p:nvPr/>
          </p:nvSpPr>
          <p:spPr>
            <a:xfrm>
              <a:off x="3940880" y="3626765"/>
              <a:ext cx="2749108" cy="544612"/>
            </a:xfrm>
            <a:prstGeom prst="rect">
              <a:avLst/>
            </a:prstGeom>
            <a:ln w="10470">
              <a:gradFill>
                <a:gsLst>
                  <a:gs pos="0">
                    <a:schemeClr val="accent1"/>
                  </a:gs>
                  <a:gs pos="10000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</a:t>
              </a:r>
              <a:r>
                <a:rPr kumimoji="0" sz="1334" b="0" i="0" u="none" strike="noStrike" kern="0" cap="none" spc="-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Estruturado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39E89C6-2F49-1BB7-89FD-7E1C556262DA}"/>
              </a:ext>
            </a:extLst>
          </p:cNvPr>
          <p:cNvGrpSpPr/>
          <p:nvPr/>
        </p:nvGrpSpPr>
        <p:grpSpPr>
          <a:xfrm>
            <a:off x="9791299" y="1244402"/>
            <a:ext cx="2065335" cy="2214592"/>
            <a:chOff x="335367" y="1244402"/>
            <a:chExt cx="2749107" cy="2214592"/>
          </a:xfrm>
        </p:grpSpPr>
        <p:pic>
          <p:nvPicPr>
            <p:cNvPr id="52" name="object 4">
              <a:extLst>
                <a:ext uri="{FF2B5EF4-FFF2-40B4-BE49-F238E27FC236}">
                  <a16:creationId xmlns:a16="http://schemas.microsoft.com/office/drawing/2014/main" id="{E2550AF4-8283-FF52-6634-844D87612CDB}"/>
                </a:ext>
              </a:extLst>
            </p:cNvPr>
            <p:cNvPicPr/>
            <p:nvPr/>
          </p:nvPicPr>
          <p:blipFill>
            <a:blip r:embed="rId5">
              <a:duotone>
                <a:prstClr val="black"/>
                <a:schemeClr val="accent3">
                  <a:tint val="45000"/>
                  <a:satMod val="400000"/>
                </a:schemeClr>
              </a:duotone>
              <a:alphaModFix amt="50000"/>
            </a:blip>
            <a:srcRect t="7865" r="14932" b="7865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  <a:blipFill dpi="0" rotWithShape="1">
              <a:blip r:embed="rId6">
                <a:duotone>
                  <a:prstClr val="black"/>
                  <a:schemeClr val="accent3">
                    <a:tint val="45000"/>
                    <a:satMod val="400000"/>
                  </a:schemeClr>
                </a:duotone>
                <a:alphaModFix amt="5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</p:spPr>
        </p:pic>
        <p:sp>
          <p:nvSpPr>
            <p:cNvPr id="53" name="object 13">
              <a:extLst>
                <a:ext uri="{FF2B5EF4-FFF2-40B4-BE49-F238E27FC236}">
                  <a16:creationId xmlns:a16="http://schemas.microsoft.com/office/drawing/2014/main" id="{E7700E37-CB6B-2B51-5F7F-BC8F4DEF6AC5}"/>
                </a:ext>
              </a:extLst>
            </p:cNvPr>
            <p:cNvSpPr txBox="1"/>
            <p:nvPr/>
          </p:nvSpPr>
          <p:spPr>
            <a:xfrm>
              <a:off x="335367" y="1951694"/>
              <a:ext cx="2749107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Private </a:t>
              </a:r>
              <a:b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</a:br>
              <a:r>
                <a:rPr kumimoji="0" lang="pt-BR" sz="1880" b="1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Solutions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54" name="object 17">
              <a:extLst>
                <a:ext uri="{FF2B5EF4-FFF2-40B4-BE49-F238E27FC236}">
                  <a16:creationId xmlns:a16="http://schemas.microsoft.com/office/drawing/2014/main" id="{E18A5AD0-1A8A-1CAD-4E41-D5D4722D4F6D}"/>
                </a:ext>
              </a:extLst>
            </p:cNvPr>
            <p:cNvSpPr txBox="1"/>
            <p:nvPr/>
          </p:nvSpPr>
          <p:spPr>
            <a:xfrm>
              <a:off x="335368" y="2914382"/>
              <a:ext cx="2749106" cy="544612"/>
            </a:xfrm>
            <a:prstGeom prst="rect">
              <a:avLst/>
            </a:prstGeom>
            <a:ln w="1047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Estruturas Exclusivas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55" name="object 31">
              <a:extLst>
                <a:ext uri="{FF2B5EF4-FFF2-40B4-BE49-F238E27FC236}">
                  <a16:creationId xmlns:a16="http://schemas.microsoft.com/office/drawing/2014/main" id="{86E02262-3149-6124-9BFE-72C8614BD85C}"/>
                </a:ext>
              </a:extLst>
            </p:cNvPr>
            <p:cNvSpPr/>
            <p:nvPr/>
          </p:nvSpPr>
          <p:spPr>
            <a:xfrm flipV="1">
              <a:off x="335367" y="2611429"/>
              <a:ext cx="2749107" cy="4571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EDB423A-CC27-9068-337B-377BC34C13FA}"/>
              </a:ext>
            </a:extLst>
          </p:cNvPr>
          <p:cNvGrpSpPr/>
          <p:nvPr/>
        </p:nvGrpSpPr>
        <p:grpSpPr>
          <a:xfrm>
            <a:off x="7390067" y="1246631"/>
            <a:ext cx="2156776" cy="4349509"/>
            <a:chOff x="7419767" y="1246631"/>
            <a:chExt cx="2870822" cy="4349509"/>
          </a:xfrm>
        </p:grpSpPr>
        <p:pic>
          <p:nvPicPr>
            <p:cNvPr id="6" name="object 8">
              <a:extLst>
                <a:ext uri="{FF2B5EF4-FFF2-40B4-BE49-F238E27FC236}">
                  <a16:creationId xmlns:a16="http://schemas.microsoft.com/office/drawing/2014/main" id="{25093FD8-15DF-3676-E496-B63FBC86BB00}"/>
                </a:ext>
              </a:extLst>
            </p:cNvPr>
            <p:cNvPicPr/>
            <p:nvPr/>
          </p:nvPicPr>
          <p:blipFill rotWithShape="1">
            <a:blip r:embed="rId7" cstate="print">
              <a:duotone>
                <a:prstClr val="black"/>
                <a:schemeClr val="tx2">
                  <a:tint val="45000"/>
                  <a:satMod val="400000"/>
                </a:schemeClr>
              </a:duotone>
            </a:blip>
            <a:srcRect l="8453" r="2086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7" name="object 15">
              <a:extLst>
                <a:ext uri="{FF2B5EF4-FFF2-40B4-BE49-F238E27FC236}">
                  <a16:creationId xmlns:a16="http://schemas.microsoft.com/office/drawing/2014/main" id="{4FD7B875-F3BE-311C-A575-B6A180300BE1}"/>
                </a:ext>
              </a:extLst>
            </p:cNvPr>
            <p:cNvSpPr txBox="1"/>
            <p:nvPr/>
          </p:nvSpPr>
          <p:spPr>
            <a:xfrm>
              <a:off x="7419767" y="1538039"/>
              <a:ext cx="2870822" cy="857247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Investment </a:t>
              </a:r>
              <a:b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</a:br>
              <a:r>
                <a:rPr kumimoji="0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Solutions</a:t>
              </a:r>
              <a:r>
                <a:rPr kumimoji="0" sz="1880" b="1" i="0" u="none" strike="noStrike" kern="0" cap="none" spc="4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 </a:t>
              </a:r>
              <a:r>
                <a:rPr kumimoji="0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&amp;</a:t>
              </a:r>
              <a:r>
                <a:rPr kumimoji="0" sz="1880" b="1" i="0" u="none" strike="noStrike" kern="0" cap="none" spc="5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 </a:t>
              </a:r>
              <a:r>
                <a:rPr kumimoji="0" sz="1880" b="1" i="0" u="none" strike="noStrike" kern="0" cap="none" spc="-15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FoF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8" name="object 19">
              <a:extLst>
                <a:ext uri="{FF2B5EF4-FFF2-40B4-BE49-F238E27FC236}">
                  <a16:creationId xmlns:a16="http://schemas.microsoft.com/office/drawing/2014/main" id="{B6D85DCB-BE83-0C2B-59E4-E91607EEAA0A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</a:t>
              </a:r>
              <a:r>
                <a:rPr kumimoji="0" sz="1334" b="0" i="0" u="none" strike="noStrike" kern="0" cap="none" spc="24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de</a:t>
              </a:r>
              <a:r>
                <a:rPr kumimoji="0" sz="1334" b="0" i="0" u="none" strike="noStrike" kern="0" cap="none" spc="27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9" name="object 23">
              <a:extLst>
                <a:ext uri="{FF2B5EF4-FFF2-40B4-BE49-F238E27FC236}">
                  <a16:creationId xmlns:a16="http://schemas.microsoft.com/office/drawing/2014/main" id="{B7EB7961-2F04-33C0-CB75-AD92DD33FE54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Renda</a:t>
              </a:r>
              <a:r>
                <a:rPr kumimoji="0" sz="1334" b="0" i="0" u="none" strike="noStrike" kern="0" cap="none" spc="1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1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Fixa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0" name="object 33">
              <a:extLst>
                <a:ext uri="{FF2B5EF4-FFF2-40B4-BE49-F238E27FC236}">
                  <a16:creationId xmlns:a16="http://schemas.microsoft.com/office/drawing/2014/main" id="{B17D03E9-81FE-03C8-425C-5B14A8DACBF0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object 22">
              <a:extLst>
                <a:ext uri="{FF2B5EF4-FFF2-40B4-BE49-F238E27FC236}">
                  <a16:creationId xmlns:a16="http://schemas.microsoft.com/office/drawing/2014/main" id="{1DE14D37-9410-06A1-CF73-4645AD927DFA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Asset</a:t>
              </a:r>
              <a:r>
                <a:rPr kumimoji="0" sz="1334" b="0" i="0" u="none" strike="noStrike" kern="0" cap="none" spc="15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Allocation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2" name="object 24">
              <a:extLst>
                <a:ext uri="{FF2B5EF4-FFF2-40B4-BE49-F238E27FC236}">
                  <a16:creationId xmlns:a16="http://schemas.microsoft.com/office/drawing/2014/main" id="{962DF96F-9FAB-3266-B3EE-E81EDA36CCEB}"/>
                </a:ext>
              </a:extLst>
            </p:cNvPr>
            <p:cNvSpPr txBox="1"/>
            <p:nvPr/>
          </p:nvSpPr>
          <p:spPr>
            <a:xfrm>
              <a:off x="7541479" y="5051528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Equities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20" name="Group 4">
            <a:extLst>
              <a:ext uri="{FF2B5EF4-FFF2-40B4-BE49-F238E27FC236}">
                <a16:creationId xmlns:a16="http://schemas.microsoft.com/office/drawing/2014/main" id="{1BC12B95-60A7-1673-04BB-C6454E61C740}"/>
              </a:ext>
            </a:extLst>
          </p:cNvPr>
          <p:cNvGrpSpPr/>
          <p:nvPr/>
        </p:nvGrpSpPr>
        <p:grpSpPr>
          <a:xfrm>
            <a:off x="5080276" y="1246631"/>
            <a:ext cx="2065336" cy="3637128"/>
            <a:chOff x="7541478" y="1246631"/>
            <a:chExt cx="2749109" cy="3637128"/>
          </a:xfrm>
        </p:grpSpPr>
        <p:pic>
          <p:nvPicPr>
            <p:cNvPr id="21" name="object 8">
              <a:extLst>
                <a:ext uri="{FF2B5EF4-FFF2-40B4-BE49-F238E27FC236}">
                  <a16:creationId xmlns:a16="http://schemas.microsoft.com/office/drawing/2014/main" id="{BCC56E5E-D8F2-2369-8DDC-6CFB3924B057}"/>
                </a:ext>
              </a:extLst>
            </p:cNvPr>
            <p:cNvPicPr/>
            <p:nvPr/>
          </p:nvPicPr>
          <p:blipFill>
            <a:blip r:embed="rId8">
              <a:alphaModFix amt="64000"/>
            </a:blip>
            <a:srcRect l="3005" r="1704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22" name="object 15">
              <a:extLst>
                <a:ext uri="{FF2B5EF4-FFF2-40B4-BE49-F238E27FC236}">
                  <a16:creationId xmlns:a16="http://schemas.microsoft.com/office/drawing/2014/main" id="{1DAF4297-9FF5-1447-F931-E2C5EF4277DB}"/>
                </a:ext>
              </a:extLst>
            </p:cNvPr>
            <p:cNvSpPr txBox="1"/>
            <p:nvPr/>
          </p:nvSpPr>
          <p:spPr>
            <a:xfrm>
              <a:off x="7541478" y="1538039"/>
              <a:ext cx="2749107" cy="857247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Energia </a:t>
              </a:r>
            </a:p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&amp; Infra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75F7E7E5-2FEC-D386-2065-0B2C6B3464B6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Equity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4" name="object 23">
              <a:extLst>
                <a:ext uri="{FF2B5EF4-FFF2-40B4-BE49-F238E27FC236}">
                  <a16:creationId xmlns:a16="http://schemas.microsoft.com/office/drawing/2014/main" id="{B8B24C3A-CCDF-C9FF-AEEE-EBCE3A015E67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Yielding</a:t>
              </a: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Asset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5" name="object 33">
              <a:extLst>
                <a:ext uri="{FF2B5EF4-FFF2-40B4-BE49-F238E27FC236}">
                  <a16:creationId xmlns:a16="http://schemas.microsoft.com/office/drawing/2014/main" id="{98332802-2536-B0FE-66FC-88DCAB6685CC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object 22">
              <a:extLst>
                <a:ext uri="{FF2B5EF4-FFF2-40B4-BE49-F238E27FC236}">
                  <a16:creationId xmlns:a16="http://schemas.microsoft.com/office/drawing/2014/main" id="{0CAE564D-776A-DEDB-CB3D-1276A7B6B245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 Estruturado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477667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1EF4E87-704D-A741-55B1-86207BD198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AC9FF5CE-504C-B0DB-0D4F-3399189A7537}"/>
              </a:ext>
            </a:extLst>
          </p:cNvPr>
          <p:cNvGrpSpPr/>
          <p:nvPr/>
        </p:nvGrpSpPr>
        <p:grpSpPr>
          <a:xfrm>
            <a:off x="7681208" y="1007534"/>
            <a:ext cx="4175829" cy="5301191"/>
            <a:chOff x="7681208" y="778405"/>
            <a:chExt cx="4175829" cy="5301191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724E0FF-100B-07D9-8E7F-4B1EBDC27990}"/>
                </a:ext>
              </a:extLst>
            </p:cNvPr>
            <p:cNvGrpSpPr/>
            <p:nvPr/>
          </p:nvGrpSpPr>
          <p:grpSpPr>
            <a:xfrm>
              <a:off x="7681208" y="778405"/>
              <a:ext cx="1975766" cy="2519863"/>
              <a:chOff x="7357935" y="778405"/>
              <a:chExt cx="1975766" cy="2519863"/>
            </a:xfrm>
          </p:grpSpPr>
          <p:sp>
            <p:nvSpPr>
              <p:cNvPr id="19" name="object 14">
                <a:extLst>
                  <a:ext uri="{FF2B5EF4-FFF2-40B4-BE49-F238E27FC236}">
                    <a16:creationId xmlns:a16="http://schemas.microsoft.com/office/drawing/2014/main" id="{DE0C705B-62F6-CC94-C5B9-E47606F4CA53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bg2">
                      <a:lumMod val="75000"/>
                    </a:schemeClr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8000" tIns="180000" rIns="0" bIns="0" rtlCol="0"/>
              <a:lstStyle/>
              <a:p>
                <a:pPr marL="12707" marR="3081" lvl="0" indent="-5391" algn="l" defTabSz="914400" rtl="0" eaLnBrk="1" fontAlgn="auto" latinLnBrk="0" hangingPunct="1">
                  <a:lnSpc>
                    <a:spcPts val="1783"/>
                  </a:lnSpc>
                  <a:spcBef>
                    <a:spcPts val="24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Ativos</a:t>
                </a:r>
              </a:p>
              <a:p>
                <a:pPr marL="12707" marR="3081" lvl="0" indent="-5391" algn="l" defTabSz="914400" rtl="0" eaLnBrk="1" fontAlgn="auto" latinLnBrk="0" hangingPunct="1">
                  <a:lnSpc>
                    <a:spcPts val="1783"/>
                  </a:lnSpc>
                  <a:spcBef>
                    <a:spcPts val="24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sob gestão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97E3F42-DF08-12F0-9233-3D336B9FAE2D}"/>
                  </a:ext>
                </a:extLst>
              </p:cNvPr>
              <p:cNvSpPr txBox="1"/>
              <p:nvPr/>
            </p:nvSpPr>
            <p:spPr>
              <a:xfrm>
                <a:off x="7357935" y="1470555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2000" bIns="72000" anchor="b" anchorCtr="0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240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+R$</a:t>
                </a:r>
                <a:r>
                  <a:rPr kumimoji="0" lang="pt-BR" sz="376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12 bi</a:t>
                </a: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0D7A13C1-769D-531B-B944-DE747D16D619}"/>
                </a:ext>
              </a:extLst>
            </p:cNvPr>
            <p:cNvGrpSpPr/>
            <p:nvPr/>
          </p:nvGrpSpPr>
          <p:grpSpPr>
            <a:xfrm>
              <a:off x="9881271" y="778405"/>
              <a:ext cx="1975766" cy="3311172"/>
              <a:chOff x="7357935" y="778405"/>
              <a:chExt cx="1975766" cy="3311172"/>
            </a:xfrm>
          </p:grpSpPr>
          <p:sp>
            <p:nvSpPr>
              <p:cNvPr id="45" name="object 14">
                <a:extLst>
                  <a:ext uri="{FF2B5EF4-FFF2-40B4-BE49-F238E27FC236}">
                    <a16:creationId xmlns:a16="http://schemas.microsoft.com/office/drawing/2014/main" id="{431E1DBA-8B41-CACE-B4F9-AE64B6916304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tx2">
                      <a:lumMod val="40000"/>
                      <a:lumOff val="60000"/>
                    </a:schemeClr>
                  </a:gs>
                </a:gsLst>
                <a:lin ang="2700000" scaled="0"/>
              </a:gradFill>
            </p:spPr>
            <p:txBody>
              <a:bodyPr wrap="square" lIns="108000" tIns="108000" rIns="0" bIns="0" rtlCol="0" anchor="t"/>
              <a:lstStyle/>
              <a:p>
                <a:pPr marL="12700" marR="2540" lvl="0" indent="-5080" algn="l" defTabSz="914400" rtl="0" eaLnBrk="1" fontAlgn="auto" latinLnBrk="0" hangingPunct="1">
                  <a:lnSpc>
                    <a:spcPts val="1782"/>
                  </a:lnSpc>
                  <a:spcBef>
                    <a:spcPts val="24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6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Emissores em carteira</a:t>
                </a: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2D1B9AC-FE58-F27C-5086-99E8AEC8DA10}"/>
                  </a:ext>
                </a:extLst>
              </p:cNvPr>
              <p:cNvSpPr txBox="1"/>
              <p:nvPr/>
            </p:nvSpPr>
            <p:spPr>
              <a:xfrm>
                <a:off x="7406780" y="3203696"/>
                <a:ext cx="1926921" cy="885881"/>
              </a:xfrm>
              <a:prstGeom prst="rect">
                <a:avLst/>
              </a:prstGeom>
              <a:noFill/>
            </p:spPr>
            <p:txBody>
              <a:bodyPr wrap="square" lIns="0" tIns="0" rIns="72000" bIns="72000" anchor="b" anchorCtr="0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3750" b="1" i="0" u="none" strike="noStrike" kern="0" cap="none" spc="-55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/>
                  <a:cs typeface="Arial"/>
                  <a:sym typeface="Arial"/>
                </a:endParaRPr>
              </a:p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375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+30</a:t>
                </a:r>
                <a:br>
                  <a:rPr kumimoji="0" lang="pt-BR" sz="375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</a:br>
                <a:r>
                  <a:rPr kumimoji="0" lang="pt-BR" sz="12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Bancários</a:t>
                </a: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38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+100</a:t>
                </a:r>
                <a:br>
                  <a:rPr kumimoji="0" lang="pt-BR" sz="3800" b="1" i="0" u="none" strike="noStrike" kern="0" cap="none" spc="0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</a:br>
                <a:r>
                  <a:rPr kumimoji="0" lang="pt-BR" sz="1200" b="1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Corporativos</a:t>
                </a:r>
                <a:endPara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cs typeface="Arial"/>
                  <a:sym typeface="Arial"/>
                </a:endParaRPr>
              </a:p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38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cs typeface="Arial"/>
                  <a:sym typeface="Arial"/>
                </a:endParaRPr>
              </a:p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/>
                  <a:cs typeface="Arial"/>
                  <a:sym typeface="Arial"/>
                </a:endParaRP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6E6CAD93-0F84-2A8C-C065-0FFB7E82F1D6}"/>
                </a:ext>
              </a:extLst>
            </p:cNvPr>
            <p:cNvGrpSpPr/>
            <p:nvPr/>
          </p:nvGrpSpPr>
          <p:grpSpPr>
            <a:xfrm>
              <a:off x="7681208" y="3559733"/>
              <a:ext cx="1975766" cy="2519863"/>
              <a:chOff x="7357935" y="778405"/>
              <a:chExt cx="1975766" cy="2519863"/>
            </a:xfrm>
          </p:grpSpPr>
          <p:sp>
            <p:nvSpPr>
              <p:cNvPr id="48" name="object 14">
                <a:extLst>
                  <a:ext uri="{FF2B5EF4-FFF2-40B4-BE49-F238E27FC236}">
                    <a16:creationId xmlns:a16="http://schemas.microsoft.com/office/drawing/2014/main" id="{8E4A544B-223B-D056-6272-C4ADE192088D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tx2">
                      <a:lumMod val="40000"/>
                      <a:lumOff val="60000"/>
                    </a:schemeClr>
                  </a:gs>
                </a:gsLst>
                <a:lin ang="2700000" scaled="0"/>
              </a:gradFill>
            </p:spPr>
            <p:txBody>
              <a:bodyPr wrap="square" lIns="108000" tIns="108000" rIns="0" bIns="0" rtlCol="0"/>
              <a:lstStyle/>
              <a:p>
                <a:pPr marL="12707" marR="3081" lvl="0" indent="-5391" algn="l" defTabSz="914400" rtl="0" eaLnBrk="1" fontAlgn="auto" latinLnBrk="0" hangingPunct="1">
                  <a:lnSpc>
                    <a:spcPts val="1783"/>
                  </a:lnSpc>
                  <a:spcBef>
                    <a:spcPts val="24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607" b="1" i="0" u="none" strike="noStrike" kern="0" cap="none" spc="0" normalizeH="0" baseline="0" noProof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AuM</a:t>
                </a: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 captado </a:t>
                </a:r>
                <a:b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</a:b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nos últimos </a:t>
                </a:r>
                <a:b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</a:b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12 meses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53C50901-1A34-4E72-23E3-81DBEC9B270E}"/>
                  </a:ext>
                </a:extLst>
              </p:cNvPr>
              <p:cNvSpPr txBox="1"/>
              <p:nvPr/>
            </p:nvSpPr>
            <p:spPr>
              <a:xfrm>
                <a:off x="7357935" y="1484313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2000" bIns="72000" anchor="b" anchorCtr="0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240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+R$</a:t>
                </a:r>
                <a:r>
                  <a:rPr kumimoji="0" lang="pt-BR" sz="376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3,5 bi</a:t>
                </a: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E07A57DE-E52B-1350-C973-BF49D27C3C95}"/>
                </a:ext>
              </a:extLst>
            </p:cNvPr>
            <p:cNvGrpSpPr/>
            <p:nvPr/>
          </p:nvGrpSpPr>
          <p:grpSpPr>
            <a:xfrm>
              <a:off x="9881271" y="3559733"/>
              <a:ext cx="1975766" cy="2519863"/>
              <a:chOff x="7357935" y="778405"/>
              <a:chExt cx="1975766" cy="2519863"/>
            </a:xfrm>
          </p:grpSpPr>
          <p:sp>
            <p:nvSpPr>
              <p:cNvPr id="57" name="object 14">
                <a:extLst>
                  <a:ext uri="{FF2B5EF4-FFF2-40B4-BE49-F238E27FC236}">
                    <a16:creationId xmlns:a16="http://schemas.microsoft.com/office/drawing/2014/main" id="{DA13EBEC-7DB4-908D-73CC-DF338397B7E2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bg2">
                      <a:lumMod val="75000"/>
                    </a:schemeClr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8000" tIns="108000" rIns="0" bIns="0" rtlCol="0"/>
              <a:lstStyle/>
              <a:p>
                <a:pPr marL="12707" marR="3081" lvl="0" indent="-5391" algn="l" defTabSz="914400" rtl="0" eaLnBrk="1" fontAlgn="auto" latinLnBrk="0" hangingPunct="1">
                  <a:lnSpc>
                    <a:spcPts val="1783"/>
                  </a:lnSpc>
                  <a:spcBef>
                    <a:spcPts val="24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Profissionais dedicados </a:t>
                </a:r>
                <a:b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</a:br>
                <a:r>
                  <a:rPr kumimoji="0" lang="pt-BR" sz="1607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ao Crédito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58B7459-9528-9CB5-2829-7476EF5FB566}"/>
                  </a:ext>
                </a:extLst>
              </p:cNvPr>
              <p:cNvSpPr txBox="1"/>
              <p:nvPr/>
            </p:nvSpPr>
            <p:spPr>
              <a:xfrm>
                <a:off x="7357935" y="1484313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2000" bIns="72000" anchor="b" anchorCtr="0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3760" b="1" i="0" u="none" strike="noStrike" kern="0" cap="none" spc="-55" normalizeH="0" baseline="0" noProof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Versos"/>
                    <a:cs typeface="Arial"/>
                    <a:sym typeface="Arial"/>
                  </a:rPr>
                  <a:t>14</a:t>
                </a:r>
              </a:p>
            </p:txBody>
          </p:sp>
        </p:grpSp>
      </p:grpSp>
      <p:sp>
        <p:nvSpPr>
          <p:cNvPr id="2" name="degrade-destaque">
            <a:extLst>
              <a:ext uri="{FF2B5EF4-FFF2-40B4-BE49-F238E27FC236}">
                <a16:creationId xmlns:a16="http://schemas.microsoft.com/office/drawing/2014/main" id="{3E08C499-07C8-0BFA-D896-FE59D844E272}"/>
              </a:ext>
            </a:extLst>
          </p:cNvPr>
          <p:cNvSpPr/>
          <p:nvPr/>
        </p:nvSpPr>
        <p:spPr>
          <a:xfrm>
            <a:off x="1484406" y="1700379"/>
            <a:ext cx="5360443" cy="500843"/>
          </a:xfrm>
          <a:prstGeom prst="rect">
            <a:avLst/>
          </a:prstGeom>
          <a:gradFill>
            <a:gsLst>
              <a:gs pos="100000">
                <a:schemeClr val="accent4"/>
              </a:gs>
              <a:gs pos="0">
                <a:schemeClr val="bg2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849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9" name="texto">
            <a:extLst>
              <a:ext uri="{FF2B5EF4-FFF2-40B4-BE49-F238E27FC236}">
                <a16:creationId xmlns:a16="http://schemas.microsoft.com/office/drawing/2014/main" id="{81AD745A-D4A9-9787-422A-D788AEC00436}"/>
              </a:ext>
            </a:extLst>
          </p:cNvPr>
          <p:cNvSpPr txBox="1"/>
          <p:nvPr/>
        </p:nvSpPr>
        <p:spPr>
          <a:xfrm>
            <a:off x="1523596" y="3529813"/>
            <a:ext cx="4943074" cy="1385713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914400" rtl="0" eaLnBrk="1" fontAlgn="auto" latinLnBrk="0" hangingPunct="1">
              <a:lnSpc>
                <a:spcPct val="100600"/>
              </a:lnSpc>
              <a:spcBef>
                <a:spcPts val="58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78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Atuamos nas estratégias de soluções de investimentos, alocação para fundações, previdências, fundos exclusivos para clientes alta renda e crédito privado voltado para o investidor pessoa física.</a:t>
            </a:r>
            <a:endParaRPr kumimoji="0" sz="17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/>
              <a:cs typeface="Versos"/>
              <a:sym typeface="Arial"/>
            </a:endParaRPr>
          </a:p>
        </p:txBody>
      </p:sp>
      <p:sp>
        <p:nvSpPr>
          <p:cNvPr id="4" name="título">
            <a:extLst>
              <a:ext uri="{FF2B5EF4-FFF2-40B4-BE49-F238E27FC236}">
                <a16:creationId xmlns:a16="http://schemas.microsoft.com/office/drawing/2014/main" id="{F7CECF02-8C44-FD2C-E629-16E29847EAD4}"/>
              </a:ext>
            </a:extLst>
          </p:cNvPr>
          <p:cNvSpPr txBox="1"/>
          <p:nvPr/>
        </p:nvSpPr>
        <p:spPr>
          <a:xfrm>
            <a:off x="1523596" y="1713442"/>
            <a:ext cx="6261780" cy="1393344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624189" lvl="0" indent="0" algn="l" defTabSz="914400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300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Credibilidade e performance </a:t>
            </a:r>
            <a:r>
              <a:rPr kumimoji="0" lang="pt-BR" sz="300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da </a:t>
            </a:r>
            <a:r>
              <a:rPr kumimoji="0" lang="pt-BR" sz="3002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Tivio</a:t>
            </a:r>
            <a:r>
              <a:rPr kumimoji="0" lang="pt-BR" sz="300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 Capital no mercado </a:t>
            </a:r>
            <a:br>
              <a:rPr kumimoji="0" lang="pt-BR" sz="300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</a:br>
            <a:r>
              <a:rPr kumimoji="0" lang="pt-BR" sz="300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de crédito privado</a:t>
            </a:r>
            <a:endParaRPr kumimoji="0" lang="pt-BR" sz="300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/>
              <a:cs typeface="Versos"/>
              <a:sym typeface="Arial"/>
            </a:endParaRPr>
          </a:p>
        </p:txBody>
      </p:sp>
      <p:sp>
        <p:nvSpPr>
          <p:cNvPr id="63" name="logo-tivio-capital">
            <a:extLst>
              <a:ext uri="{FF2B5EF4-FFF2-40B4-BE49-F238E27FC236}">
                <a16:creationId xmlns:a16="http://schemas.microsoft.com/office/drawing/2014/main" id="{4AD61B30-3D46-8AE1-B122-DFB2D232C8E6}"/>
              </a:ext>
            </a:extLst>
          </p:cNvPr>
          <p:cNvSpPr/>
          <p:nvPr/>
        </p:nvSpPr>
        <p:spPr>
          <a:xfrm>
            <a:off x="1523595" y="5338554"/>
            <a:ext cx="990941" cy="336527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6A81056-1605-4167-4F27-3CB64EE18EBC}"/>
              </a:ext>
            </a:extLst>
          </p:cNvPr>
          <p:cNvSpPr/>
          <p:nvPr/>
        </p:nvSpPr>
        <p:spPr>
          <a:xfrm>
            <a:off x="1" y="0"/>
            <a:ext cx="1031966" cy="3429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96922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0EA7151-0EB9-C42F-F74E-0920A33F1F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">
            <a:extLst>
              <a:ext uri="{FF2B5EF4-FFF2-40B4-BE49-F238E27FC236}">
                <a16:creationId xmlns:a16="http://schemas.microsoft.com/office/drawing/2014/main" id="{296F7F03-A96C-F5D7-6FBF-A49242EE0F36}"/>
              </a:ext>
            </a:extLst>
          </p:cNvPr>
          <p:cNvSpPr txBox="1"/>
          <p:nvPr/>
        </p:nvSpPr>
        <p:spPr>
          <a:xfrm>
            <a:off x="9606386" y="2649343"/>
            <a:ext cx="1630748" cy="403141"/>
          </a:xfrm>
          <a:prstGeom prst="rect">
            <a:avLst/>
          </a:prstGeom>
        </p:spPr>
        <p:txBody>
          <a:bodyPr vert="horz" wrap="square" lIns="0" tIns="7701" rIns="0" bIns="0" rtlCol="0" anchor="t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43" b="1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Previdência </a:t>
            </a:r>
          </a:p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43" b="0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(VGBL/PGBL)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618A8D-B125-ECAB-1339-3969C3200DDE}"/>
              </a:ext>
            </a:extLst>
          </p:cNvPr>
          <p:cNvSpPr txBox="1"/>
          <p:nvPr/>
        </p:nvSpPr>
        <p:spPr>
          <a:xfrm>
            <a:off x="8535213" y="3348355"/>
            <a:ext cx="678021" cy="376727"/>
          </a:xfrm>
          <a:prstGeom prst="rect">
            <a:avLst/>
          </a:prstGeom>
        </p:spPr>
        <p:txBody>
          <a:bodyPr vert="horz" wrap="square" lIns="0" tIns="8086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64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395" b="1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CDI</a:t>
            </a:r>
            <a:endParaRPr kumimoji="0" sz="2395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22" name="object 4">
            <a:extLst>
              <a:ext uri="{FF2B5EF4-FFF2-40B4-BE49-F238E27FC236}">
                <a16:creationId xmlns:a16="http://schemas.microsoft.com/office/drawing/2014/main" id="{7FCBFB48-C671-CE87-C89C-CAA6129EE06B}"/>
              </a:ext>
            </a:extLst>
          </p:cNvPr>
          <p:cNvSpPr txBox="1"/>
          <p:nvPr/>
        </p:nvSpPr>
        <p:spPr>
          <a:xfrm>
            <a:off x="7470567" y="2699968"/>
            <a:ext cx="1742667" cy="398526"/>
          </a:xfrm>
          <a:prstGeom prst="rect">
            <a:avLst/>
          </a:prstGeom>
        </p:spPr>
        <p:txBody>
          <a:bodyPr vert="horz" wrap="square" lIns="0" tIns="61995" rIns="0" bIns="0" rtlCol="0" anchor="t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48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153" b="1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CDI +</a:t>
            </a:r>
            <a:r>
              <a:rPr kumimoji="0" lang="pt-BR" sz="2153" b="1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1 </a:t>
            </a: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% </a:t>
            </a:r>
            <a:r>
              <a:rPr kumimoji="0" lang="en-US" sz="1200" b="1" i="0" u="none" strike="noStrike" kern="0" cap="none" spc="0" normalizeH="0" baseline="0" noProof="0" err="1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a.a</a:t>
            </a: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6F6F6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.</a:t>
            </a:r>
            <a:endParaRPr kumimoji="0" sz="1200" b="1" i="0" u="none" strike="noStrike" kern="0" cap="none" spc="0" normalizeH="0" baseline="0" noProof="0">
              <a:ln>
                <a:noFill/>
              </a:ln>
              <a:solidFill>
                <a:srgbClr val="F6F6F6"/>
              </a:solidFill>
              <a:effectLst/>
              <a:uLnTx/>
              <a:uFillTx/>
              <a:latin typeface="Versos"/>
              <a:ea typeface="+mn-ea"/>
              <a:cs typeface="Arial"/>
              <a:sym typeface="Arial"/>
            </a:endParaRPr>
          </a:p>
        </p:txBody>
      </p:sp>
      <p:sp>
        <p:nvSpPr>
          <p:cNvPr id="23" name="object 5">
            <a:extLst>
              <a:ext uri="{FF2B5EF4-FFF2-40B4-BE49-F238E27FC236}">
                <a16:creationId xmlns:a16="http://schemas.microsoft.com/office/drawing/2014/main" id="{769E4618-C3C2-D69D-D3FF-7A6AB53CD4B5}"/>
              </a:ext>
            </a:extLst>
          </p:cNvPr>
          <p:cNvSpPr txBox="1"/>
          <p:nvPr/>
        </p:nvSpPr>
        <p:spPr>
          <a:xfrm>
            <a:off x="6845047" y="4040596"/>
            <a:ext cx="3800151" cy="534972"/>
          </a:xfrm>
          <a:prstGeom prst="rect">
            <a:avLst/>
          </a:prstGeom>
        </p:spPr>
        <p:txBody>
          <a:bodyPr vert="horz" wrap="square" lIns="0" tIns="7701" rIns="0" bIns="0" rtlCol="0" anchor="t">
            <a:spAutoFit/>
          </a:bodyPr>
          <a:lstStyle/>
          <a:p>
            <a:pPr marL="7620" marR="0" lvl="0" indent="0" algn="l" defTabSz="554492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R$ </a:t>
            </a:r>
            <a:r>
              <a:rPr kumimoji="0" lang="pt-BR" sz="3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3,7 </a:t>
            </a:r>
            <a:r>
              <a:rPr kumimoji="0" lang="pt-BR" sz="34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bilh</a:t>
            </a:r>
            <a:r>
              <a:rPr lang="pt-BR" sz="3400" b="1" kern="0" dirty="0" err="1">
                <a:solidFill>
                  <a:srgbClr val="FFFFFF"/>
                </a:solidFill>
                <a:latin typeface="Versos"/>
                <a:cs typeface="Arial"/>
                <a:sym typeface="Arial"/>
              </a:rPr>
              <a:t>ões</a:t>
            </a:r>
            <a:endParaRPr kumimoji="0" lang="pt-BR" sz="34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ea typeface="+mn-ea"/>
              <a:cs typeface="Arial"/>
            </a:endParaRPr>
          </a:p>
        </p:txBody>
      </p:sp>
      <p:sp>
        <p:nvSpPr>
          <p:cNvPr id="24" name="object 16">
            <a:extLst>
              <a:ext uri="{FF2B5EF4-FFF2-40B4-BE49-F238E27FC236}">
                <a16:creationId xmlns:a16="http://schemas.microsoft.com/office/drawing/2014/main" id="{1749835E-191D-7C2C-3DE5-BED95383CC68}"/>
              </a:ext>
            </a:extLst>
          </p:cNvPr>
          <p:cNvSpPr/>
          <p:nvPr/>
        </p:nvSpPr>
        <p:spPr>
          <a:xfrm>
            <a:off x="4846501" y="329354"/>
            <a:ext cx="3087315" cy="1632674"/>
          </a:xfrm>
          <a:prstGeom prst="roundRect">
            <a:avLst>
              <a:gd name="adj" fmla="val 5178"/>
            </a:avLst>
          </a:pr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F0F90EC0-4E6E-5ABD-0B1D-23783966AB1D}"/>
              </a:ext>
            </a:extLst>
          </p:cNvPr>
          <p:cNvSpPr/>
          <p:nvPr/>
        </p:nvSpPr>
        <p:spPr>
          <a:xfrm>
            <a:off x="10035782" y="329354"/>
            <a:ext cx="1833798" cy="1632674"/>
          </a:xfrm>
          <a:prstGeom prst="roundRect">
            <a:avLst>
              <a:gd name="adj" fmla="val 5179"/>
            </a:avLst>
          </a:pr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26" name="object 18">
            <a:extLst>
              <a:ext uri="{FF2B5EF4-FFF2-40B4-BE49-F238E27FC236}">
                <a16:creationId xmlns:a16="http://schemas.microsoft.com/office/drawing/2014/main" id="{5B9D0EF6-2C42-4BE4-A04E-78A8E848FA64}"/>
              </a:ext>
            </a:extLst>
          </p:cNvPr>
          <p:cNvSpPr/>
          <p:nvPr/>
        </p:nvSpPr>
        <p:spPr>
          <a:xfrm>
            <a:off x="8024784" y="329354"/>
            <a:ext cx="1882196" cy="1632674"/>
          </a:xfrm>
          <a:prstGeom prst="roundRect">
            <a:avLst>
              <a:gd name="adj" fmla="val 4460"/>
            </a:avLst>
          </a:pr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27" name="object 19">
            <a:extLst>
              <a:ext uri="{FF2B5EF4-FFF2-40B4-BE49-F238E27FC236}">
                <a16:creationId xmlns:a16="http://schemas.microsoft.com/office/drawing/2014/main" id="{C6D9ADFC-8E3E-C77F-B1F4-624C18830A9D}"/>
              </a:ext>
            </a:extLst>
          </p:cNvPr>
          <p:cNvSpPr/>
          <p:nvPr/>
        </p:nvSpPr>
        <p:spPr>
          <a:xfrm>
            <a:off x="7350603" y="3262183"/>
            <a:ext cx="1995910" cy="536009"/>
          </a:xfrm>
          <a:prstGeom prst="roundRect">
            <a:avLst>
              <a:gd name="adj" fmla="val 5731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28" name="object 20">
            <a:extLst>
              <a:ext uri="{FF2B5EF4-FFF2-40B4-BE49-F238E27FC236}">
                <a16:creationId xmlns:a16="http://schemas.microsoft.com/office/drawing/2014/main" id="{DF8A22CF-53F7-4F4E-1878-443CDD93E766}"/>
              </a:ext>
            </a:extLst>
          </p:cNvPr>
          <p:cNvSpPr/>
          <p:nvPr/>
        </p:nvSpPr>
        <p:spPr>
          <a:xfrm>
            <a:off x="9449002" y="2169196"/>
            <a:ext cx="2435148" cy="1629208"/>
          </a:xfrm>
          <a:prstGeom prst="roundRect">
            <a:avLst>
              <a:gd name="adj" fmla="val 5874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29" name="object 21">
            <a:extLst>
              <a:ext uri="{FF2B5EF4-FFF2-40B4-BE49-F238E27FC236}">
                <a16:creationId xmlns:a16="http://schemas.microsoft.com/office/drawing/2014/main" id="{30CE27A9-F991-6D78-8518-20B32BF7BCDF}"/>
              </a:ext>
            </a:extLst>
          </p:cNvPr>
          <p:cNvSpPr/>
          <p:nvPr/>
        </p:nvSpPr>
        <p:spPr>
          <a:xfrm>
            <a:off x="7347863" y="2165708"/>
            <a:ext cx="1978077" cy="1024272"/>
          </a:xfrm>
          <a:prstGeom prst="roundRect">
            <a:avLst>
              <a:gd name="adj" fmla="val 6366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30" name="object 22">
            <a:extLst>
              <a:ext uri="{FF2B5EF4-FFF2-40B4-BE49-F238E27FC236}">
                <a16:creationId xmlns:a16="http://schemas.microsoft.com/office/drawing/2014/main" id="{FC4B72E8-043E-6389-6762-C53927B61FB1}"/>
              </a:ext>
            </a:extLst>
          </p:cNvPr>
          <p:cNvSpPr/>
          <p:nvPr/>
        </p:nvSpPr>
        <p:spPr>
          <a:xfrm>
            <a:off x="4846503" y="2165709"/>
            <a:ext cx="2346969" cy="1632674"/>
          </a:xfrm>
          <a:prstGeom prst="roundRect">
            <a:avLst>
              <a:gd name="adj" fmla="val 5897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31" name="object 23">
            <a:extLst>
              <a:ext uri="{FF2B5EF4-FFF2-40B4-BE49-F238E27FC236}">
                <a16:creationId xmlns:a16="http://schemas.microsoft.com/office/drawing/2014/main" id="{6A2FDA50-C2F6-76E6-007E-D0330607B884}"/>
              </a:ext>
            </a:extLst>
          </p:cNvPr>
          <p:cNvSpPr/>
          <p:nvPr/>
        </p:nvSpPr>
        <p:spPr>
          <a:xfrm>
            <a:off x="7729550" y="4881027"/>
            <a:ext cx="3254951" cy="1632674"/>
          </a:xfrm>
          <a:prstGeom prst="roundRect">
            <a:avLst>
              <a:gd name="adj" fmla="val 6615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32" name="object 24">
            <a:extLst>
              <a:ext uri="{FF2B5EF4-FFF2-40B4-BE49-F238E27FC236}">
                <a16:creationId xmlns:a16="http://schemas.microsoft.com/office/drawing/2014/main" id="{3BD844E8-D770-88C7-72DB-66F99DF04EFA}"/>
              </a:ext>
            </a:extLst>
          </p:cNvPr>
          <p:cNvSpPr/>
          <p:nvPr/>
        </p:nvSpPr>
        <p:spPr>
          <a:xfrm>
            <a:off x="4846503" y="4881027"/>
            <a:ext cx="2748206" cy="1632674"/>
          </a:xfrm>
          <a:prstGeom prst="roundRect">
            <a:avLst>
              <a:gd name="adj" fmla="val 9487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33" name="object 25">
            <a:extLst>
              <a:ext uri="{FF2B5EF4-FFF2-40B4-BE49-F238E27FC236}">
                <a16:creationId xmlns:a16="http://schemas.microsoft.com/office/drawing/2014/main" id="{2812A797-5D7C-2A09-5D74-2AE457D4202E}"/>
              </a:ext>
            </a:extLst>
          </p:cNvPr>
          <p:cNvSpPr/>
          <p:nvPr/>
        </p:nvSpPr>
        <p:spPr>
          <a:xfrm>
            <a:off x="4846500" y="3959452"/>
            <a:ext cx="6080940" cy="738169"/>
          </a:xfrm>
          <a:prstGeom prst="roundRect">
            <a:avLst>
              <a:gd name="adj" fmla="val 11903"/>
            </a:avLst>
          </a:pr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grpSp>
        <p:nvGrpSpPr>
          <p:cNvPr id="34" name="object 26">
            <a:extLst>
              <a:ext uri="{FF2B5EF4-FFF2-40B4-BE49-F238E27FC236}">
                <a16:creationId xmlns:a16="http://schemas.microsoft.com/office/drawing/2014/main" id="{DC5B8053-130B-6F90-40ED-8B4255BE5AB7}"/>
              </a:ext>
            </a:extLst>
          </p:cNvPr>
          <p:cNvGrpSpPr/>
          <p:nvPr/>
        </p:nvGrpSpPr>
        <p:grpSpPr>
          <a:xfrm>
            <a:off x="11142917" y="4876529"/>
            <a:ext cx="702743" cy="1641530"/>
            <a:chOff x="18374790" y="8041757"/>
            <a:chExt cx="1158875" cy="2707005"/>
          </a:xfrm>
        </p:grpSpPr>
        <p:sp>
          <p:nvSpPr>
            <p:cNvPr id="35" name="object 27">
              <a:extLst>
                <a:ext uri="{FF2B5EF4-FFF2-40B4-BE49-F238E27FC236}">
                  <a16:creationId xmlns:a16="http://schemas.microsoft.com/office/drawing/2014/main" id="{35EF3EF4-BB17-B2D8-2C42-AF69DAD64BF2}"/>
                </a:ext>
              </a:extLst>
            </p:cNvPr>
            <p:cNvSpPr/>
            <p:nvPr/>
          </p:nvSpPr>
          <p:spPr>
            <a:xfrm>
              <a:off x="18382208" y="8049175"/>
              <a:ext cx="1144270" cy="2692400"/>
            </a:xfrm>
            <a:custGeom>
              <a:avLst/>
              <a:gdLst/>
              <a:ahLst/>
              <a:cxnLst/>
              <a:rect l="l" t="t" r="r" b="b"/>
              <a:pathLst>
                <a:path w="1144269" h="2692400">
                  <a:moveTo>
                    <a:pt x="571961" y="2691813"/>
                  </a:moveTo>
                  <a:lnTo>
                    <a:pt x="525229" y="2689907"/>
                  </a:lnTo>
                  <a:lnTo>
                    <a:pt x="479504" y="2684291"/>
                  </a:lnTo>
                  <a:lnTo>
                    <a:pt x="434938" y="2675115"/>
                  </a:lnTo>
                  <a:lnTo>
                    <a:pt x="391680" y="2662528"/>
                  </a:lnTo>
                  <a:lnTo>
                    <a:pt x="349880" y="2646681"/>
                  </a:lnTo>
                  <a:lnTo>
                    <a:pt x="309689" y="2627724"/>
                  </a:lnTo>
                  <a:lnTo>
                    <a:pt x="271257" y="2605807"/>
                  </a:lnTo>
                  <a:lnTo>
                    <a:pt x="234733" y="2581080"/>
                  </a:lnTo>
                  <a:lnTo>
                    <a:pt x="200269" y="2553694"/>
                  </a:lnTo>
                  <a:lnTo>
                    <a:pt x="168014" y="2523798"/>
                  </a:lnTo>
                  <a:lnTo>
                    <a:pt x="138118" y="2491543"/>
                  </a:lnTo>
                  <a:lnTo>
                    <a:pt x="110732" y="2457079"/>
                  </a:lnTo>
                  <a:lnTo>
                    <a:pt x="86005" y="2420556"/>
                  </a:lnTo>
                  <a:lnTo>
                    <a:pt x="64088" y="2382123"/>
                  </a:lnTo>
                  <a:lnTo>
                    <a:pt x="45131" y="2341932"/>
                  </a:lnTo>
                  <a:lnTo>
                    <a:pt x="29284" y="2300133"/>
                  </a:lnTo>
                  <a:lnTo>
                    <a:pt x="16697" y="2256875"/>
                  </a:lnTo>
                  <a:lnTo>
                    <a:pt x="7521" y="2212308"/>
                  </a:lnTo>
                  <a:lnTo>
                    <a:pt x="1905" y="2166584"/>
                  </a:lnTo>
                  <a:lnTo>
                    <a:pt x="0" y="2119851"/>
                  </a:lnTo>
                  <a:lnTo>
                    <a:pt x="0" y="571961"/>
                  </a:lnTo>
                  <a:lnTo>
                    <a:pt x="1905" y="525229"/>
                  </a:lnTo>
                  <a:lnTo>
                    <a:pt x="7521" y="479504"/>
                  </a:lnTo>
                  <a:lnTo>
                    <a:pt x="16697" y="434938"/>
                  </a:lnTo>
                  <a:lnTo>
                    <a:pt x="29284" y="391680"/>
                  </a:lnTo>
                  <a:lnTo>
                    <a:pt x="45131" y="349880"/>
                  </a:lnTo>
                  <a:lnTo>
                    <a:pt x="64088" y="309689"/>
                  </a:lnTo>
                  <a:lnTo>
                    <a:pt x="86005" y="271257"/>
                  </a:lnTo>
                  <a:lnTo>
                    <a:pt x="110732" y="234733"/>
                  </a:lnTo>
                  <a:lnTo>
                    <a:pt x="138118" y="200269"/>
                  </a:lnTo>
                  <a:lnTo>
                    <a:pt x="168014" y="168014"/>
                  </a:lnTo>
                  <a:lnTo>
                    <a:pt x="200269" y="138118"/>
                  </a:lnTo>
                  <a:lnTo>
                    <a:pt x="234733" y="110732"/>
                  </a:lnTo>
                  <a:lnTo>
                    <a:pt x="271257" y="86005"/>
                  </a:lnTo>
                  <a:lnTo>
                    <a:pt x="309689" y="64088"/>
                  </a:lnTo>
                  <a:lnTo>
                    <a:pt x="349880" y="45131"/>
                  </a:lnTo>
                  <a:lnTo>
                    <a:pt x="391680" y="29284"/>
                  </a:lnTo>
                  <a:lnTo>
                    <a:pt x="434938" y="16697"/>
                  </a:lnTo>
                  <a:lnTo>
                    <a:pt x="479504" y="7521"/>
                  </a:lnTo>
                  <a:lnTo>
                    <a:pt x="525229" y="1905"/>
                  </a:lnTo>
                  <a:lnTo>
                    <a:pt x="571961" y="0"/>
                  </a:lnTo>
                  <a:lnTo>
                    <a:pt x="618694" y="1905"/>
                  </a:lnTo>
                  <a:lnTo>
                    <a:pt x="664418" y="7521"/>
                  </a:lnTo>
                  <a:lnTo>
                    <a:pt x="708985" y="16697"/>
                  </a:lnTo>
                  <a:lnTo>
                    <a:pt x="752243" y="29284"/>
                  </a:lnTo>
                  <a:lnTo>
                    <a:pt x="794042" y="45131"/>
                  </a:lnTo>
                  <a:lnTo>
                    <a:pt x="834233" y="64088"/>
                  </a:lnTo>
                  <a:lnTo>
                    <a:pt x="872665" y="86005"/>
                  </a:lnTo>
                  <a:lnTo>
                    <a:pt x="909189" y="110732"/>
                  </a:lnTo>
                  <a:lnTo>
                    <a:pt x="943653" y="138118"/>
                  </a:lnTo>
                  <a:lnTo>
                    <a:pt x="975908" y="168014"/>
                  </a:lnTo>
                  <a:lnTo>
                    <a:pt x="1005804" y="200269"/>
                  </a:lnTo>
                  <a:lnTo>
                    <a:pt x="1033190" y="234733"/>
                  </a:lnTo>
                  <a:lnTo>
                    <a:pt x="1057917" y="271257"/>
                  </a:lnTo>
                  <a:lnTo>
                    <a:pt x="1079834" y="309689"/>
                  </a:lnTo>
                  <a:lnTo>
                    <a:pt x="1098791" y="349880"/>
                  </a:lnTo>
                  <a:lnTo>
                    <a:pt x="1114638" y="391680"/>
                  </a:lnTo>
                  <a:lnTo>
                    <a:pt x="1127225" y="434938"/>
                  </a:lnTo>
                  <a:lnTo>
                    <a:pt x="1136401" y="479504"/>
                  </a:lnTo>
                  <a:lnTo>
                    <a:pt x="1142017" y="525229"/>
                  </a:lnTo>
                  <a:lnTo>
                    <a:pt x="1143923" y="571961"/>
                  </a:lnTo>
                  <a:lnTo>
                    <a:pt x="1143923" y="2119851"/>
                  </a:lnTo>
                  <a:lnTo>
                    <a:pt x="1142017" y="2166584"/>
                  </a:lnTo>
                  <a:lnTo>
                    <a:pt x="1136401" y="2212308"/>
                  </a:lnTo>
                  <a:lnTo>
                    <a:pt x="1127225" y="2256875"/>
                  </a:lnTo>
                  <a:lnTo>
                    <a:pt x="1114638" y="2300133"/>
                  </a:lnTo>
                  <a:lnTo>
                    <a:pt x="1098791" y="2341932"/>
                  </a:lnTo>
                  <a:lnTo>
                    <a:pt x="1079834" y="2382123"/>
                  </a:lnTo>
                  <a:lnTo>
                    <a:pt x="1057917" y="2420556"/>
                  </a:lnTo>
                  <a:lnTo>
                    <a:pt x="1033190" y="2457079"/>
                  </a:lnTo>
                  <a:lnTo>
                    <a:pt x="1005804" y="2491543"/>
                  </a:lnTo>
                  <a:lnTo>
                    <a:pt x="975908" y="2523798"/>
                  </a:lnTo>
                  <a:lnTo>
                    <a:pt x="943653" y="2553694"/>
                  </a:lnTo>
                  <a:lnTo>
                    <a:pt x="909189" y="2581080"/>
                  </a:lnTo>
                  <a:lnTo>
                    <a:pt x="872665" y="2605807"/>
                  </a:lnTo>
                  <a:lnTo>
                    <a:pt x="834233" y="2627724"/>
                  </a:lnTo>
                  <a:lnTo>
                    <a:pt x="794042" y="2646681"/>
                  </a:lnTo>
                  <a:lnTo>
                    <a:pt x="752243" y="2662528"/>
                  </a:lnTo>
                  <a:lnTo>
                    <a:pt x="708985" y="2675115"/>
                  </a:lnTo>
                  <a:lnTo>
                    <a:pt x="664418" y="2684291"/>
                  </a:lnTo>
                  <a:lnTo>
                    <a:pt x="618694" y="2689907"/>
                  </a:lnTo>
                  <a:lnTo>
                    <a:pt x="571961" y="2691813"/>
                  </a:lnTo>
                  <a:close/>
                </a:path>
              </a:pathLst>
            </a:custGeom>
            <a:ln w="14837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object 28">
              <a:extLst>
                <a:ext uri="{FF2B5EF4-FFF2-40B4-BE49-F238E27FC236}">
                  <a16:creationId xmlns:a16="http://schemas.microsoft.com/office/drawing/2014/main" id="{605B974D-BAB9-00F5-D082-F5D10DD2D599}"/>
                </a:ext>
              </a:extLst>
            </p:cNvPr>
            <p:cNvSpPr/>
            <p:nvPr/>
          </p:nvSpPr>
          <p:spPr>
            <a:xfrm>
              <a:off x="18504786" y="8243835"/>
              <a:ext cx="901700" cy="901700"/>
            </a:xfrm>
            <a:custGeom>
              <a:avLst/>
              <a:gdLst/>
              <a:ahLst/>
              <a:cxnLst/>
              <a:rect l="l" t="t" r="r" b="b"/>
              <a:pathLst>
                <a:path w="901700" h="901700">
                  <a:moveTo>
                    <a:pt x="901616" y="450803"/>
                  </a:moveTo>
                  <a:lnTo>
                    <a:pt x="898971" y="499923"/>
                  </a:lnTo>
                  <a:lnTo>
                    <a:pt x="891218" y="547512"/>
                  </a:lnTo>
                  <a:lnTo>
                    <a:pt x="878633" y="593293"/>
                  </a:lnTo>
                  <a:lnTo>
                    <a:pt x="861491" y="636992"/>
                  </a:lnTo>
                  <a:lnTo>
                    <a:pt x="840067" y="678334"/>
                  </a:lnTo>
                  <a:lnTo>
                    <a:pt x="814636" y="717043"/>
                  </a:lnTo>
                  <a:lnTo>
                    <a:pt x="785472" y="752845"/>
                  </a:lnTo>
                  <a:lnTo>
                    <a:pt x="752852" y="785465"/>
                  </a:lnTo>
                  <a:lnTo>
                    <a:pt x="717049" y="814628"/>
                  </a:lnTo>
                  <a:lnTo>
                    <a:pt x="678340" y="840059"/>
                  </a:lnTo>
                  <a:lnTo>
                    <a:pt x="636998" y="861482"/>
                  </a:lnTo>
                  <a:lnTo>
                    <a:pt x="593300" y="878624"/>
                  </a:lnTo>
                  <a:lnTo>
                    <a:pt x="547519" y="891208"/>
                  </a:lnTo>
                  <a:lnTo>
                    <a:pt x="499932" y="898960"/>
                  </a:lnTo>
                  <a:lnTo>
                    <a:pt x="450813" y="901606"/>
                  </a:lnTo>
                  <a:lnTo>
                    <a:pt x="401692" y="898960"/>
                  </a:lnTo>
                  <a:lnTo>
                    <a:pt x="354103" y="891208"/>
                  </a:lnTo>
                  <a:lnTo>
                    <a:pt x="308321" y="878624"/>
                  </a:lnTo>
                  <a:lnTo>
                    <a:pt x="264622" y="861482"/>
                  </a:lnTo>
                  <a:lnTo>
                    <a:pt x="223279" y="840059"/>
                  </a:lnTo>
                  <a:lnTo>
                    <a:pt x="184569" y="814628"/>
                  </a:lnTo>
                  <a:lnTo>
                    <a:pt x="148765" y="785465"/>
                  </a:lnTo>
                  <a:lnTo>
                    <a:pt x="116144" y="752845"/>
                  </a:lnTo>
                  <a:lnTo>
                    <a:pt x="86981" y="717043"/>
                  </a:lnTo>
                  <a:lnTo>
                    <a:pt x="61549" y="678334"/>
                  </a:lnTo>
                  <a:lnTo>
                    <a:pt x="40125" y="636992"/>
                  </a:lnTo>
                  <a:lnTo>
                    <a:pt x="22982" y="593293"/>
                  </a:lnTo>
                  <a:lnTo>
                    <a:pt x="10397" y="547512"/>
                  </a:lnTo>
                  <a:lnTo>
                    <a:pt x="2645" y="499923"/>
                  </a:lnTo>
                  <a:lnTo>
                    <a:pt x="0" y="450803"/>
                  </a:lnTo>
                  <a:lnTo>
                    <a:pt x="2645" y="401682"/>
                  </a:lnTo>
                  <a:lnTo>
                    <a:pt x="10397" y="354093"/>
                  </a:lnTo>
                  <a:lnTo>
                    <a:pt x="22982" y="308312"/>
                  </a:lnTo>
                  <a:lnTo>
                    <a:pt x="40125" y="264613"/>
                  </a:lnTo>
                  <a:lnTo>
                    <a:pt x="61549" y="223271"/>
                  </a:lnTo>
                  <a:lnTo>
                    <a:pt x="86981" y="184562"/>
                  </a:lnTo>
                  <a:lnTo>
                    <a:pt x="116144" y="148760"/>
                  </a:lnTo>
                  <a:lnTo>
                    <a:pt x="148765" y="116140"/>
                  </a:lnTo>
                  <a:lnTo>
                    <a:pt x="184569" y="86977"/>
                  </a:lnTo>
                  <a:lnTo>
                    <a:pt x="223279" y="61546"/>
                  </a:lnTo>
                  <a:lnTo>
                    <a:pt x="264622" y="40123"/>
                  </a:lnTo>
                  <a:lnTo>
                    <a:pt x="308321" y="22981"/>
                  </a:lnTo>
                  <a:lnTo>
                    <a:pt x="354103" y="10397"/>
                  </a:lnTo>
                  <a:lnTo>
                    <a:pt x="401692" y="2645"/>
                  </a:lnTo>
                  <a:lnTo>
                    <a:pt x="450813" y="0"/>
                  </a:lnTo>
                  <a:lnTo>
                    <a:pt x="499932" y="2645"/>
                  </a:lnTo>
                  <a:lnTo>
                    <a:pt x="547519" y="10397"/>
                  </a:lnTo>
                  <a:lnTo>
                    <a:pt x="593300" y="22981"/>
                  </a:lnTo>
                  <a:lnTo>
                    <a:pt x="636998" y="40123"/>
                  </a:lnTo>
                  <a:lnTo>
                    <a:pt x="678340" y="61546"/>
                  </a:lnTo>
                  <a:lnTo>
                    <a:pt x="717049" y="86977"/>
                  </a:lnTo>
                  <a:lnTo>
                    <a:pt x="752852" y="116140"/>
                  </a:lnTo>
                  <a:lnTo>
                    <a:pt x="785472" y="148760"/>
                  </a:lnTo>
                  <a:lnTo>
                    <a:pt x="814636" y="184562"/>
                  </a:lnTo>
                  <a:lnTo>
                    <a:pt x="840067" y="223271"/>
                  </a:lnTo>
                  <a:lnTo>
                    <a:pt x="861491" y="264613"/>
                  </a:lnTo>
                  <a:lnTo>
                    <a:pt x="878633" y="308312"/>
                  </a:lnTo>
                  <a:lnTo>
                    <a:pt x="891218" y="354093"/>
                  </a:lnTo>
                  <a:lnTo>
                    <a:pt x="898971" y="401682"/>
                  </a:lnTo>
                  <a:lnTo>
                    <a:pt x="901616" y="450803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14837">
              <a:noFill/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7" name="object 29">
            <a:extLst>
              <a:ext uri="{FF2B5EF4-FFF2-40B4-BE49-F238E27FC236}">
                <a16:creationId xmlns:a16="http://schemas.microsoft.com/office/drawing/2014/main" id="{794A913B-8496-581E-4FB8-4701F93F2271}"/>
              </a:ext>
            </a:extLst>
          </p:cNvPr>
          <p:cNvSpPr txBox="1"/>
          <p:nvPr/>
        </p:nvSpPr>
        <p:spPr>
          <a:xfrm>
            <a:off x="5003634" y="829139"/>
            <a:ext cx="2566840" cy="940656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492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13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Fundo de Previdência que investe em títulos de dívidas de empresas brasileiras e/ou instituições financeiras, com alocação </a:t>
            </a:r>
            <a:br>
              <a:rPr kumimoji="0" lang="pt-BR" sz="1213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213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também em crédito estruturado.</a:t>
            </a:r>
          </a:p>
        </p:txBody>
      </p:sp>
      <p:sp>
        <p:nvSpPr>
          <p:cNvPr id="42" name="object 34">
            <a:extLst>
              <a:ext uri="{FF2B5EF4-FFF2-40B4-BE49-F238E27FC236}">
                <a16:creationId xmlns:a16="http://schemas.microsoft.com/office/drawing/2014/main" id="{448C5D1A-8433-7A9B-2A0A-E5EF817177D2}"/>
              </a:ext>
            </a:extLst>
          </p:cNvPr>
          <p:cNvSpPr txBox="1"/>
          <p:nvPr/>
        </p:nvSpPr>
        <p:spPr>
          <a:xfrm>
            <a:off x="5003634" y="412511"/>
            <a:ext cx="2215150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Política de Investimentos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43" name="object 36">
            <a:extLst>
              <a:ext uri="{FF2B5EF4-FFF2-40B4-BE49-F238E27FC236}">
                <a16:creationId xmlns:a16="http://schemas.microsoft.com/office/drawing/2014/main" id="{361C2561-78F0-C910-AEE2-A46831634FF2}"/>
              </a:ext>
            </a:extLst>
          </p:cNvPr>
          <p:cNvSpPr/>
          <p:nvPr/>
        </p:nvSpPr>
        <p:spPr>
          <a:xfrm>
            <a:off x="5003634" y="629843"/>
            <a:ext cx="2283048" cy="0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grpSp>
        <p:nvGrpSpPr>
          <p:cNvPr id="44" name="Agrupar 43">
            <a:extLst>
              <a:ext uri="{FF2B5EF4-FFF2-40B4-BE49-F238E27FC236}">
                <a16:creationId xmlns:a16="http://schemas.microsoft.com/office/drawing/2014/main" id="{CCC03E92-D4EF-470B-815B-C40581D8A393}"/>
              </a:ext>
            </a:extLst>
          </p:cNvPr>
          <p:cNvGrpSpPr/>
          <p:nvPr/>
        </p:nvGrpSpPr>
        <p:grpSpPr>
          <a:xfrm>
            <a:off x="692689" y="586648"/>
            <a:ext cx="899126" cy="305188"/>
            <a:chOff x="1141590" y="967425"/>
            <a:chExt cx="1482725" cy="503278"/>
          </a:xfrm>
        </p:grpSpPr>
        <p:sp>
          <p:nvSpPr>
            <p:cNvPr id="45" name="object 38">
              <a:extLst>
                <a:ext uri="{FF2B5EF4-FFF2-40B4-BE49-F238E27FC236}">
                  <a16:creationId xmlns:a16="http://schemas.microsoft.com/office/drawing/2014/main" id="{19421B2F-1125-663C-1E39-3EC2F04D1831}"/>
                </a:ext>
              </a:extLst>
            </p:cNvPr>
            <p:cNvSpPr/>
            <p:nvPr/>
          </p:nvSpPr>
          <p:spPr>
            <a:xfrm>
              <a:off x="1141590" y="967425"/>
              <a:ext cx="1482725" cy="323215"/>
            </a:xfrm>
            <a:custGeom>
              <a:avLst/>
              <a:gdLst/>
              <a:ahLst/>
              <a:cxnLst/>
              <a:rect l="l" t="t" r="r" b="b"/>
              <a:pathLst>
                <a:path w="1482725" h="323215">
                  <a:moveTo>
                    <a:pt x="181292" y="49149"/>
                  </a:moveTo>
                  <a:lnTo>
                    <a:pt x="139052" y="12382"/>
                  </a:lnTo>
                  <a:lnTo>
                    <a:pt x="91516" y="1397"/>
                  </a:lnTo>
                  <a:lnTo>
                    <a:pt x="0" y="1397"/>
                  </a:lnTo>
                  <a:lnTo>
                    <a:pt x="0" y="49149"/>
                  </a:lnTo>
                  <a:lnTo>
                    <a:pt x="181292" y="49149"/>
                  </a:lnTo>
                  <a:close/>
                </a:path>
                <a:path w="1482725" h="323215">
                  <a:moveTo>
                    <a:pt x="207949" y="202260"/>
                  </a:moveTo>
                  <a:lnTo>
                    <a:pt x="206565" y="201282"/>
                  </a:lnTo>
                  <a:lnTo>
                    <a:pt x="206565" y="118605"/>
                  </a:lnTo>
                  <a:lnTo>
                    <a:pt x="205130" y="100876"/>
                  </a:lnTo>
                  <a:lnTo>
                    <a:pt x="200863" y="83845"/>
                  </a:lnTo>
                  <a:lnTo>
                    <a:pt x="193840" y="67754"/>
                  </a:lnTo>
                  <a:lnTo>
                    <a:pt x="184137" y="52832"/>
                  </a:lnTo>
                  <a:lnTo>
                    <a:pt x="181292" y="49149"/>
                  </a:lnTo>
                  <a:lnTo>
                    <a:pt x="178447" y="52832"/>
                  </a:lnTo>
                  <a:lnTo>
                    <a:pt x="168744" y="67754"/>
                  </a:lnTo>
                  <a:lnTo>
                    <a:pt x="161721" y="83845"/>
                  </a:lnTo>
                  <a:lnTo>
                    <a:pt x="157454" y="100876"/>
                  </a:lnTo>
                  <a:lnTo>
                    <a:pt x="156019" y="118605"/>
                  </a:lnTo>
                  <a:lnTo>
                    <a:pt x="156019" y="312712"/>
                  </a:lnTo>
                  <a:lnTo>
                    <a:pt x="206603" y="312712"/>
                  </a:lnTo>
                  <a:lnTo>
                    <a:pt x="206565" y="204266"/>
                  </a:lnTo>
                  <a:lnTo>
                    <a:pt x="207949" y="202260"/>
                  </a:lnTo>
                  <a:close/>
                </a:path>
                <a:path w="1482725" h="323215">
                  <a:moveTo>
                    <a:pt x="362572" y="1397"/>
                  </a:moveTo>
                  <a:lnTo>
                    <a:pt x="271068" y="1397"/>
                  </a:lnTo>
                  <a:lnTo>
                    <a:pt x="246456" y="4203"/>
                  </a:lnTo>
                  <a:lnTo>
                    <a:pt x="223545" y="12382"/>
                  </a:lnTo>
                  <a:lnTo>
                    <a:pt x="203073" y="25539"/>
                  </a:lnTo>
                  <a:lnTo>
                    <a:pt x="185775" y="43345"/>
                  </a:lnTo>
                  <a:lnTo>
                    <a:pt x="181292" y="49149"/>
                  </a:lnTo>
                  <a:lnTo>
                    <a:pt x="362572" y="49149"/>
                  </a:lnTo>
                  <a:lnTo>
                    <a:pt x="362572" y="1397"/>
                  </a:lnTo>
                  <a:close/>
                </a:path>
                <a:path w="1482725" h="323215">
                  <a:moveTo>
                    <a:pt x="485813" y="4102"/>
                  </a:moveTo>
                  <a:lnTo>
                    <a:pt x="436664" y="4102"/>
                  </a:lnTo>
                  <a:lnTo>
                    <a:pt x="436664" y="318668"/>
                  </a:lnTo>
                  <a:lnTo>
                    <a:pt x="485813" y="318668"/>
                  </a:lnTo>
                  <a:lnTo>
                    <a:pt x="485813" y="4102"/>
                  </a:lnTo>
                  <a:close/>
                </a:path>
                <a:path w="1482725" h="323215">
                  <a:moveTo>
                    <a:pt x="741222" y="318668"/>
                  </a:moveTo>
                  <a:lnTo>
                    <a:pt x="614705" y="4102"/>
                  </a:lnTo>
                  <a:lnTo>
                    <a:pt x="558063" y="4102"/>
                  </a:lnTo>
                  <a:lnTo>
                    <a:pt x="671436" y="274447"/>
                  </a:lnTo>
                  <a:lnTo>
                    <a:pt x="696810" y="305269"/>
                  </a:lnTo>
                  <a:lnTo>
                    <a:pt x="735876" y="318490"/>
                  </a:lnTo>
                  <a:lnTo>
                    <a:pt x="735799" y="318668"/>
                  </a:lnTo>
                  <a:lnTo>
                    <a:pt x="741222" y="318668"/>
                  </a:lnTo>
                  <a:close/>
                </a:path>
                <a:path w="1482725" h="323215">
                  <a:moveTo>
                    <a:pt x="924369" y="4102"/>
                  </a:moveTo>
                  <a:lnTo>
                    <a:pt x="867727" y="4102"/>
                  </a:lnTo>
                  <a:lnTo>
                    <a:pt x="741286" y="318490"/>
                  </a:lnTo>
                  <a:lnTo>
                    <a:pt x="741222" y="318668"/>
                  </a:lnTo>
                  <a:lnTo>
                    <a:pt x="746633" y="318668"/>
                  </a:lnTo>
                  <a:lnTo>
                    <a:pt x="746556" y="318490"/>
                  </a:lnTo>
                  <a:lnTo>
                    <a:pt x="767321" y="314388"/>
                  </a:lnTo>
                  <a:lnTo>
                    <a:pt x="785622" y="305269"/>
                  </a:lnTo>
                  <a:lnTo>
                    <a:pt x="800506" y="291757"/>
                  </a:lnTo>
                  <a:lnTo>
                    <a:pt x="810996" y="274447"/>
                  </a:lnTo>
                  <a:lnTo>
                    <a:pt x="924369" y="4102"/>
                  </a:lnTo>
                  <a:close/>
                </a:path>
                <a:path w="1482725" h="323215">
                  <a:moveTo>
                    <a:pt x="1045781" y="4102"/>
                  </a:moveTo>
                  <a:lnTo>
                    <a:pt x="996632" y="4102"/>
                  </a:lnTo>
                  <a:lnTo>
                    <a:pt x="996632" y="318668"/>
                  </a:lnTo>
                  <a:lnTo>
                    <a:pt x="1045781" y="318668"/>
                  </a:lnTo>
                  <a:lnTo>
                    <a:pt x="1045781" y="4102"/>
                  </a:lnTo>
                  <a:close/>
                </a:path>
                <a:path w="1482725" h="323215">
                  <a:moveTo>
                    <a:pt x="1482547" y="161391"/>
                  </a:moveTo>
                  <a:lnTo>
                    <a:pt x="1479207" y="127571"/>
                  </a:lnTo>
                  <a:lnTo>
                    <a:pt x="1469415" y="96316"/>
                  </a:lnTo>
                  <a:lnTo>
                    <a:pt x="1453464" y="68338"/>
                  </a:lnTo>
                  <a:lnTo>
                    <a:pt x="1436598" y="49784"/>
                  </a:lnTo>
                  <a:lnTo>
                    <a:pt x="1432026" y="44742"/>
                  </a:lnTo>
                  <a:lnTo>
                    <a:pt x="1432026" y="161391"/>
                  </a:lnTo>
                  <a:lnTo>
                    <a:pt x="1429778" y="184962"/>
                  </a:lnTo>
                  <a:lnTo>
                    <a:pt x="1412227" y="225425"/>
                  </a:lnTo>
                  <a:lnTo>
                    <a:pt x="1377772" y="255257"/>
                  </a:lnTo>
                  <a:lnTo>
                    <a:pt x="1329461" y="270992"/>
                  </a:lnTo>
                  <a:lnTo>
                    <a:pt x="1301203" y="272999"/>
                  </a:lnTo>
                  <a:lnTo>
                    <a:pt x="1272946" y="270992"/>
                  </a:lnTo>
                  <a:lnTo>
                    <a:pt x="1224622" y="255257"/>
                  </a:lnTo>
                  <a:lnTo>
                    <a:pt x="1190167" y="225425"/>
                  </a:lnTo>
                  <a:lnTo>
                    <a:pt x="1172616" y="184962"/>
                  </a:lnTo>
                  <a:lnTo>
                    <a:pt x="1170381" y="161391"/>
                  </a:lnTo>
                  <a:lnTo>
                    <a:pt x="1172616" y="137820"/>
                  </a:lnTo>
                  <a:lnTo>
                    <a:pt x="1190167" y="97358"/>
                  </a:lnTo>
                  <a:lnTo>
                    <a:pt x="1224622" y="67525"/>
                  </a:lnTo>
                  <a:lnTo>
                    <a:pt x="1272946" y="51790"/>
                  </a:lnTo>
                  <a:lnTo>
                    <a:pt x="1329461" y="51790"/>
                  </a:lnTo>
                  <a:lnTo>
                    <a:pt x="1377772" y="67525"/>
                  </a:lnTo>
                  <a:lnTo>
                    <a:pt x="1412227" y="97358"/>
                  </a:lnTo>
                  <a:lnTo>
                    <a:pt x="1429778" y="137820"/>
                  </a:lnTo>
                  <a:lnTo>
                    <a:pt x="1432026" y="161391"/>
                  </a:lnTo>
                  <a:lnTo>
                    <a:pt x="1432026" y="44742"/>
                  </a:lnTo>
                  <a:lnTo>
                    <a:pt x="1373835" y="11303"/>
                  </a:lnTo>
                  <a:lnTo>
                    <a:pt x="1301203" y="0"/>
                  </a:lnTo>
                  <a:lnTo>
                    <a:pt x="1263269" y="2857"/>
                  </a:lnTo>
                  <a:lnTo>
                    <a:pt x="1197571" y="25184"/>
                  </a:lnTo>
                  <a:lnTo>
                    <a:pt x="1148943" y="68338"/>
                  </a:lnTo>
                  <a:lnTo>
                    <a:pt x="1123200" y="127571"/>
                  </a:lnTo>
                  <a:lnTo>
                    <a:pt x="1119860" y="161391"/>
                  </a:lnTo>
                  <a:lnTo>
                    <a:pt x="1123200" y="195211"/>
                  </a:lnTo>
                  <a:lnTo>
                    <a:pt x="1148943" y="254444"/>
                  </a:lnTo>
                  <a:lnTo>
                    <a:pt x="1197571" y="297599"/>
                  </a:lnTo>
                  <a:lnTo>
                    <a:pt x="1263269" y="319925"/>
                  </a:lnTo>
                  <a:lnTo>
                    <a:pt x="1301203" y="322770"/>
                  </a:lnTo>
                  <a:lnTo>
                    <a:pt x="1339138" y="319925"/>
                  </a:lnTo>
                  <a:lnTo>
                    <a:pt x="1373835" y="311480"/>
                  </a:lnTo>
                  <a:lnTo>
                    <a:pt x="1404835" y="297599"/>
                  </a:lnTo>
                  <a:lnTo>
                    <a:pt x="1431683" y="278422"/>
                  </a:lnTo>
                  <a:lnTo>
                    <a:pt x="1436598" y="272999"/>
                  </a:lnTo>
                  <a:lnTo>
                    <a:pt x="1453464" y="254444"/>
                  </a:lnTo>
                  <a:lnTo>
                    <a:pt x="1469415" y="226466"/>
                  </a:lnTo>
                  <a:lnTo>
                    <a:pt x="1479207" y="195211"/>
                  </a:lnTo>
                  <a:lnTo>
                    <a:pt x="1482547" y="1613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pic>
          <p:nvPicPr>
            <p:cNvPr id="46" name="object 39">
              <a:extLst>
                <a:ext uri="{FF2B5EF4-FFF2-40B4-BE49-F238E27FC236}">
                  <a16:creationId xmlns:a16="http://schemas.microsoft.com/office/drawing/2014/main" id="{0AABAB78-E3B6-2D2E-F9AD-DF79C03891A9}"/>
                </a:ext>
              </a:extLst>
            </p:cNvPr>
            <p:cNvPicPr/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571287" y="1348613"/>
              <a:ext cx="107535" cy="122090"/>
            </a:xfrm>
            <a:prstGeom prst="rect">
              <a:avLst/>
            </a:prstGeom>
          </p:spPr>
        </p:pic>
        <p:pic>
          <p:nvPicPr>
            <p:cNvPr id="47" name="object 40">
              <a:extLst>
                <a:ext uri="{FF2B5EF4-FFF2-40B4-BE49-F238E27FC236}">
                  <a16:creationId xmlns:a16="http://schemas.microsoft.com/office/drawing/2014/main" id="{5BED3604-E468-B64B-1C9B-13A4FA1DC4B7}"/>
                </a:ext>
              </a:extLst>
            </p:cNvPr>
            <p:cNvPicPr/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748609" y="1349641"/>
              <a:ext cx="109064" cy="120038"/>
            </a:xfrm>
            <a:prstGeom prst="rect">
              <a:avLst/>
            </a:prstGeom>
          </p:spPr>
        </p:pic>
        <p:pic>
          <p:nvPicPr>
            <p:cNvPr id="48" name="object 41">
              <a:extLst>
                <a:ext uri="{FF2B5EF4-FFF2-40B4-BE49-F238E27FC236}">
                  <a16:creationId xmlns:a16="http://schemas.microsoft.com/office/drawing/2014/main" id="{9F9599B2-428C-0087-D2EF-B3EFE564EB20}"/>
                </a:ext>
              </a:extLst>
            </p:cNvPr>
            <p:cNvPicPr/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936383" y="1349635"/>
              <a:ext cx="85903" cy="120048"/>
            </a:xfrm>
            <a:prstGeom prst="rect">
              <a:avLst/>
            </a:prstGeom>
          </p:spPr>
        </p:pic>
        <p:sp>
          <p:nvSpPr>
            <p:cNvPr id="49" name="object 42">
              <a:extLst>
                <a:ext uri="{FF2B5EF4-FFF2-40B4-BE49-F238E27FC236}">
                  <a16:creationId xmlns:a16="http://schemas.microsoft.com/office/drawing/2014/main" id="{AF4002B4-DB65-F82B-1FF7-7DCA6423657F}"/>
                </a:ext>
              </a:extLst>
            </p:cNvPr>
            <p:cNvSpPr/>
            <p:nvPr/>
          </p:nvSpPr>
          <p:spPr>
            <a:xfrm>
              <a:off x="2103399" y="1349645"/>
              <a:ext cx="189230" cy="120650"/>
            </a:xfrm>
            <a:custGeom>
              <a:avLst/>
              <a:gdLst/>
              <a:ahLst/>
              <a:cxnLst/>
              <a:rect l="l" t="t" r="r" b="b"/>
              <a:pathLst>
                <a:path w="189230" h="120650">
                  <a:moveTo>
                    <a:pt x="14909" y="0"/>
                  </a:moveTo>
                  <a:lnTo>
                    <a:pt x="0" y="0"/>
                  </a:lnTo>
                  <a:lnTo>
                    <a:pt x="0" y="120040"/>
                  </a:lnTo>
                  <a:lnTo>
                    <a:pt x="14909" y="120040"/>
                  </a:lnTo>
                  <a:lnTo>
                    <a:pt x="14909" y="0"/>
                  </a:lnTo>
                  <a:close/>
                </a:path>
                <a:path w="189230" h="120650">
                  <a:moveTo>
                    <a:pt x="188798" y="0"/>
                  </a:moveTo>
                  <a:lnTo>
                    <a:pt x="96024" y="0"/>
                  </a:lnTo>
                  <a:lnTo>
                    <a:pt x="96024" y="13970"/>
                  </a:lnTo>
                  <a:lnTo>
                    <a:pt x="134950" y="13970"/>
                  </a:lnTo>
                  <a:lnTo>
                    <a:pt x="134950" y="120650"/>
                  </a:lnTo>
                  <a:lnTo>
                    <a:pt x="149885" y="120650"/>
                  </a:lnTo>
                  <a:lnTo>
                    <a:pt x="149885" y="13970"/>
                  </a:lnTo>
                  <a:lnTo>
                    <a:pt x="188798" y="13970"/>
                  </a:lnTo>
                  <a:lnTo>
                    <a:pt x="1887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pic>
          <p:nvPicPr>
            <p:cNvPr id="50" name="object 43">
              <a:extLst>
                <a:ext uri="{FF2B5EF4-FFF2-40B4-BE49-F238E27FC236}">
                  <a16:creationId xmlns:a16="http://schemas.microsoft.com/office/drawing/2014/main" id="{A9410156-F8FE-1B04-E287-769E44E3DCAC}"/>
                </a:ext>
              </a:extLst>
            </p:cNvPr>
            <p:cNvPicPr/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346400" y="1349641"/>
              <a:ext cx="109064" cy="120038"/>
            </a:xfrm>
            <a:prstGeom prst="rect">
              <a:avLst/>
            </a:prstGeom>
          </p:spPr>
        </p:pic>
        <p:sp>
          <p:nvSpPr>
            <p:cNvPr id="51" name="object 44">
              <a:extLst>
                <a:ext uri="{FF2B5EF4-FFF2-40B4-BE49-F238E27FC236}">
                  <a16:creationId xmlns:a16="http://schemas.microsoft.com/office/drawing/2014/main" id="{3675C143-3E88-FAA9-E65C-C562644CAF1C}"/>
                </a:ext>
              </a:extLst>
            </p:cNvPr>
            <p:cNvSpPr/>
            <p:nvPr/>
          </p:nvSpPr>
          <p:spPr>
            <a:xfrm>
              <a:off x="2534158" y="1349035"/>
              <a:ext cx="69850" cy="120650"/>
            </a:xfrm>
            <a:custGeom>
              <a:avLst/>
              <a:gdLst/>
              <a:ahLst/>
              <a:cxnLst/>
              <a:rect l="l" t="t" r="r" b="b"/>
              <a:pathLst>
                <a:path w="69850" h="120650">
                  <a:moveTo>
                    <a:pt x="69621" y="106680"/>
                  </a:moveTo>
                  <a:lnTo>
                    <a:pt x="14909" y="106680"/>
                  </a:lnTo>
                  <a:lnTo>
                    <a:pt x="14909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0" y="120650"/>
                  </a:lnTo>
                  <a:lnTo>
                    <a:pt x="69621" y="120650"/>
                  </a:lnTo>
                  <a:lnTo>
                    <a:pt x="69621" y="1066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2" name="object 45">
            <a:extLst>
              <a:ext uri="{FF2B5EF4-FFF2-40B4-BE49-F238E27FC236}">
                <a16:creationId xmlns:a16="http://schemas.microsoft.com/office/drawing/2014/main" id="{2752D91A-6733-DCD3-A0E2-F7219C155D00}"/>
              </a:ext>
            </a:extLst>
          </p:cNvPr>
          <p:cNvSpPr txBox="1"/>
          <p:nvPr/>
        </p:nvSpPr>
        <p:spPr>
          <a:xfrm>
            <a:off x="5003634" y="2232384"/>
            <a:ext cx="1345416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Forma de </a:t>
            </a: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Aplicação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3" name="object 46">
            <a:extLst>
              <a:ext uri="{FF2B5EF4-FFF2-40B4-BE49-F238E27FC236}">
                <a16:creationId xmlns:a16="http://schemas.microsoft.com/office/drawing/2014/main" id="{398A4BB4-7130-1769-7F0C-5C0516995363}"/>
              </a:ext>
            </a:extLst>
          </p:cNvPr>
          <p:cNvSpPr/>
          <p:nvPr/>
        </p:nvSpPr>
        <p:spPr>
          <a:xfrm>
            <a:off x="5003634" y="2455990"/>
            <a:ext cx="1816350" cy="0"/>
          </a:xfrm>
          <a:custGeom>
            <a:avLst/>
            <a:gdLst/>
            <a:ahLst/>
            <a:cxnLst/>
            <a:rect l="l" t="t" r="r" b="b"/>
            <a:pathLst>
              <a:path w="2995295">
                <a:moveTo>
                  <a:pt x="0" y="0"/>
                </a:moveTo>
                <a:lnTo>
                  <a:pt x="2994819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4" name="object 47">
            <a:extLst>
              <a:ext uri="{FF2B5EF4-FFF2-40B4-BE49-F238E27FC236}">
                <a16:creationId xmlns:a16="http://schemas.microsoft.com/office/drawing/2014/main" id="{719B1E47-4DB0-BD65-9816-C1B12A6BC948}"/>
              </a:ext>
            </a:extLst>
          </p:cNvPr>
          <p:cNvSpPr txBox="1"/>
          <p:nvPr/>
        </p:nvSpPr>
        <p:spPr>
          <a:xfrm>
            <a:off x="5003634" y="4078401"/>
            <a:ext cx="1651940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Patrimônio Líquido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5" name="object 48">
            <a:extLst>
              <a:ext uri="{FF2B5EF4-FFF2-40B4-BE49-F238E27FC236}">
                <a16:creationId xmlns:a16="http://schemas.microsoft.com/office/drawing/2014/main" id="{86DBBE7E-5D0A-9CFF-9229-39A531D671B4}"/>
              </a:ext>
            </a:extLst>
          </p:cNvPr>
          <p:cNvSpPr/>
          <p:nvPr/>
        </p:nvSpPr>
        <p:spPr>
          <a:xfrm>
            <a:off x="5003634" y="4291856"/>
            <a:ext cx="1554891" cy="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6" name="object 49">
            <a:extLst>
              <a:ext uri="{FF2B5EF4-FFF2-40B4-BE49-F238E27FC236}">
                <a16:creationId xmlns:a16="http://schemas.microsoft.com/office/drawing/2014/main" id="{D96348F2-F878-E7F8-5FB2-BD27C07AE1C4}"/>
              </a:ext>
            </a:extLst>
          </p:cNvPr>
          <p:cNvSpPr txBox="1"/>
          <p:nvPr/>
        </p:nvSpPr>
        <p:spPr>
          <a:xfrm>
            <a:off x="5003634" y="4996782"/>
            <a:ext cx="1512919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Taxa de Adm &amp; </a:t>
            </a: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Gestão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7" name="object 50">
            <a:extLst>
              <a:ext uri="{FF2B5EF4-FFF2-40B4-BE49-F238E27FC236}">
                <a16:creationId xmlns:a16="http://schemas.microsoft.com/office/drawing/2014/main" id="{A4CD1943-DC70-38E1-39C8-28BCDB75D8C6}"/>
              </a:ext>
            </a:extLst>
          </p:cNvPr>
          <p:cNvSpPr/>
          <p:nvPr/>
        </p:nvSpPr>
        <p:spPr>
          <a:xfrm>
            <a:off x="5003634" y="5207214"/>
            <a:ext cx="2339267" cy="0"/>
          </a:xfrm>
          <a:custGeom>
            <a:avLst/>
            <a:gdLst/>
            <a:ahLst/>
            <a:cxnLst/>
            <a:rect l="l" t="t" r="r" b="b"/>
            <a:pathLst>
              <a:path w="3857625">
                <a:moveTo>
                  <a:pt x="0" y="0"/>
                </a:moveTo>
                <a:lnTo>
                  <a:pt x="3857254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8" name="object 51">
            <a:extLst>
              <a:ext uri="{FF2B5EF4-FFF2-40B4-BE49-F238E27FC236}">
                <a16:creationId xmlns:a16="http://schemas.microsoft.com/office/drawing/2014/main" id="{2B878E7A-5EAF-DDA6-9A79-E2828E78D081}"/>
              </a:ext>
            </a:extLst>
          </p:cNvPr>
          <p:cNvSpPr txBox="1"/>
          <p:nvPr/>
        </p:nvSpPr>
        <p:spPr>
          <a:xfrm>
            <a:off x="7878225" y="4995755"/>
            <a:ext cx="1081970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Performance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59" name="object 52">
            <a:extLst>
              <a:ext uri="{FF2B5EF4-FFF2-40B4-BE49-F238E27FC236}">
                <a16:creationId xmlns:a16="http://schemas.microsoft.com/office/drawing/2014/main" id="{2168C1C9-5158-C763-BE9F-6EED9F521DEA}"/>
              </a:ext>
            </a:extLst>
          </p:cNvPr>
          <p:cNvSpPr/>
          <p:nvPr/>
        </p:nvSpPr>
        <p:spPr>
          <a:xfrm>
            <a:off x="7878225" y="5207214"/>
            <a:ext cx="2849863" cy="0"/>
          </a:xfrm>
          <a:custGeom>
            <a:avLst/>
            <a:gdLst/>
            <a:ahLst/>
            <a:cxnLst/>
            <a:rect l="l" t="t" r="r" b="b"/>
            <a:pathLst>
              <a:path w="4699634">
                <a:moveTo>
                  <a:pt x="0" y="0"/>
                </a:moveTo>
                <a:lnTo>
                  <a:pt x="4699092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60" name="object 53">
            <a:extLst>
              <a:ext uri="{FF2B5EF4-FFF2-40B4-BE49-F238E27FC236}">
                <a16:creationId xmlns:a16="http://schemas.microsoft.com/office/drawing/2014/main" id="{259216BA-4CE4-9177-C055-4EB3AC8BF975}"/>
              </a:ext>
            </a:extLst>
          </p:cNvPr>
          <p:cNvSpPr txBox="1"/>
          <p:nvPr/>
        </p:nvSpPr>
        <p:spPr>
          <a:xfrm>
            <a:off x="9606386" y="2232384"/>
            <a:ext cx="514446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Veículo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61" name="object 54">
            <a:extLst>
              <a:ext uri="{FF2B5EF4-FFF2-40B4-BE49-F238E27FC236}">
                <a16:creationId xmlns:a16="http://schemas.microsoft.com/office/drawing/2014/main" id="{3EFF8380-B3B3-ABDF-2F56-6A896D8F7D17}"/>
              </a:ext>
            </a:extLst>
          </p:cNvPr>
          <p:cNvSpPr/>
          <p:nvPr/>
        </p:nvSpPr>
        <p:spPr>
          <a:xfrm>
            <a:off x="9606386" y="2455990"/>
            <a:ext cx="2131717" cy="0"/>
          </a:xfrm>
          <a:custGeom>
            <a:avLst/>
            <a:gdLst/>
            <a:ahLst/>
            <a:cxnLst/>
            <a:rect l="l" t="t" r="r" b="b"/>
            <a:pathLst>
              <a:path w="3515359">
                <a:moveTo>
                  <a:pt x="0" y="0"/>
                </a:moveTo>
                <a:lnTo>
                  <a:pt x="3514971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62" name="object 55">
            <a:extLst>
              <a:ext uri="{FF2B5EF4-FFF2-40B4-BE49-F238E27FC236}">
                <a16:creationId xmlns:a16="http://schemas.microsoft.com/office/drawing/2014/main" id="{FEFBF463-3B01-E277-438F-E20A1232DDBC}"/>
              </a:ext>
            </a:extLst>
          </p:cNvPr>
          <p:cNvSpPr txBox="1"/>
          <p:nvPr/>
        </p:nvSpPr>
        <p:spPr>
          <a:xfrm>
            <a:off x="7470567" y="3350292"/>
            <a:ext cx="1009377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Benchmark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63" name="object 56">
            <a:extLst>
              <a:ext uri="{FF2B5EF4-FFF2-40B4-BE49-F238E27FC236}">
                <a16:creationId xmlns:a16="http://schemas.microsoft.com/office/drawing/2014/main" id="{6C5417BD-8166-B492-627E-C9850770BE6C}"/>
              </a:ext>
            </a:extLst>
          </p:cNvPr>
          <p:cNvSpPr/>
          <p:nvPr/>
        </p:nvSpPr>
        <p:spPr>
          <a:xfrm>
            <a:off x="7470567" y="3570757"/>
            <a:ext cx="889499" cy="0"/>
          </a:xfrm>
          <a:custGeom>
            <a:avLst/>
            <a:gdLst/>
            <a:ahLst/>
            <a:cxnLst/>
            <a:rect l="l" t="t" r="r" b="b"/>
            <a:pathLst>
              <a:path w="1466850">
                <a:moveTo>
                  <a:pt x="0" y="0"/>
                </a:moveTo>
                <a:lnTo>
                  <a:pt x="1466782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64" name="object 57">
            <a:extLst>
              <a:ext uri="{FF2B5EF4-FFF2-40B4-BE49-F238E27FC236}">
                <a16:creationId xmlns:a16="http://schemas.microsoft.com/office/drawing/2014/main" id="{CE25E92D-BF06-3B66-AF85-53C34304FF41}"/>
              </a:ext>
            </a:extLst>
          </p:cNvPr>
          <p:cNvSpPr txBox="1"/>
          <p:nvPr/>
        </p:nvSpPr>
        <p:spPr>
          <a:xfrm>
            <a:off x="7470567" y="2232384"/>
            <a:ext cx="1331168" cy="17413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7701" marR="0" lvl="0" indent="0" algn="l" defTabSz="554492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Meta </a:t>
            </a: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rPr>
              <a:t>de retorno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65" name="object 58">
            <a:extLst>
              <a:ext uri="{FF2B5EF4-FFF2-40B4-BE49-F238E27FC236}">
                <a16:creationId xmlns:a16="http://schemas.microsoft.com/office/drawing/2014/main" id="{A3F8281E-AAF6-DE1A-DB64-E9DC3E49DE2B}"/>
              </a:ext>
            </a:extLst>
          </p:cNvPr>
          <p:cNvSpPr/>
          <p:nvPr/>
        </p:nvSpPr>
        <p:spPr>
          <a:xfrm>
            <a:off x="7470567" y="2455990"/>
            <a:ext cx="1735101" cy="0"/>
          </a:xfrm>
          <a:custGeom>
            <a:avLst/>
            <a:gdLst/>
            <a:ahLst/>
            <a:cxnLst/>
            <a:rect l="l" t="t" r="r" b="b"/>
            <a:pathLst>
              <a:path w="2861309">
                <a:moveTo>
                  <a:pt x="0" y="0"/>
                </a:moveTo>
                <a:lnTo>
                  <a:pt x="2860823" y="0"/>
                </a:lnTo>
              </a:path>
            </a:pathLst>
          </a:custGeom>
          <a:ln w="14837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CD4F390-9036-7AD4-26A1-0F0E355D9B3F}"/>
              </a:ext>
            </a:extLst>
          </p:cNvPr>
          <p:cNvGrpSpPr/>
          <p:nvPr/>
        </p:nvGrpSpPr>
        <p:grpSpPr>
          <a:xfrm>
            <a:off x="8110649" y="412511"/>
            <a:ext cx="1464015" cy="1354931"/>
            <a:chOff x="8239920" y="412511"/>
            <a:chExt cx="1464015" cy="1354931"/>
          </a:xfrm>
        </p:grpSpPr>
        <p:sp>
          <p:nvSpPr>
            <p:cNvPr id="66" name="object 59">
              <a:extLst>
                <a:ext uri="{FF2B5EF4-FFF2-40B4-BE49-F238E27FC236}">
                  <a16:creationId xmlns:a16="http://schemas.microsoft.com/office/drawing/2014/main" id="{74EFE9B7-3788-FEDE-50F9-27EA5214694C}"/>
                </a:ext>
              </a:extLst>
            </p:cNvPr>
            <p:cNvSpPr txBox="1"/>
            <p:nvPr/>
          </p:nvSpPr>
          <p:spPr>
            <a:xfrm>
              <a:off x="8239920" y="412511"/>
              <a:ext cx="585298" cy="174137"/>
            </a:xfrm>
            <a:prstGeom prst="rect">
              <a:avLst/>
            </a:prstGeom>
          </p:spPr>
          <p:txBody>
            <a:bodyPr vert="horz" wrap="square" lIns="0" tIns="10782" rIns="0" bIns="0" rtlCol="0">
              <a:spAutoFit/>
            </a:bodyPr>
            <a:lstStyle/>
            <a:p>
              <a:pPr marL="7701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" panose="020B0503020204030204" pitchFamily="34" charset="77"/>
                  <a:ea typeface="+mn-ea"/>
                  <a:cs typeface="Arial"/>
                  <a:sym typeface="Arial"/>
                </a:rPr>
                <a:t>Liquidez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object 60">
              <a:extLst>
                <a:ext uri="{FF2B5EF4-FFF2-40B4-BE49-F238E27FC236}">
                  <a16:creationId xmlns:a16="http://schemas.microsoft.com/office/drawing/2014/main" id="{F73FE328-8FEE-51E6-F48A-4701932AD79E}"/>
                </a:ext>
              </a:extLst>
            </p:cNvPr>
            <p:cNvSpPr/>
            <p:nvPr/>
          </p:nvSpPr>
          <p:spPr>
            <a:xfrm>
              <a:off x="8239920" y="629843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object 63">
              <a:extLst>
                <a:ext uri="{FF2B5EF4-FFF2-40B4-BE49-F238E27FC236}">
                  <a16:creationId xmlns:a16="http://schemas.microsoft.com/office/drawing/2014/main" id="{3708E920-33D9-48EF-52E5-6436C7264380}"/>
                </a:ext>
              </a:extLst>
            </p:cNvPr>
            <p:cNvSpPr txBox="1"/>
            <p:nvPr/>
          </p:nvSpPr>
          <p:spPr>
            <a:xfrm>
              <a:off x="8239920" y="1386747"/>
              <a:ext cx="1326028" cy="380695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lvl="0" indent="0" algn="l" defTabSz="554492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213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Aberto, </a:t>
              </a:r>
              <a:r>
                <a:rPr kumimoji="0" sz="1213" b="0" i="0" u="none" strike="noStrike" kern="0" cap="none" spc="0" normalizeH="0" baseline="0" noProof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resgate</a:t>
              </a:r>
              <a:r>
                <a:rPr kumimoji="0" sz="1213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 </a:t>
              </a:r>
              <a:r>
                <a:rPr kumimoji="0" sz="1213" b="0" i="0" u="none" strike="noStrike" kern="0" cap="none" spc="0" normalizeH="0" baseline="0" noProof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em</a:t>
              </a:r>
              <a:r>
                <a:rPr kumimoji="0" sz="1213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 </a:t>
              </a:r>
              <a:r>
                <a:rPr kumimoji="0" sz="1213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D+</a:t>
              </a:r>
              <a:r>
                <a:rPr kumimoji="0" lang="pt-BR" sz="1213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30</a:t>
              </a:r>
              <a:r>
                <a:rPr kumimoji="0" sz="1213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 </a:t>
              </a:r>
              <a:r>
                <a:rPr kumimoji="0" sz="1213" b="0" i="0" u="none" strike="noStrike" kern="0" cap="none" spc="0" normalizeH="0" baseline="0" noProof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dias</a:t>
              </a:r>
              <a:endParaRPr kumimoji="0" sz="1213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4BCFF6-6605-569A-C99F-4D7E4D1494DF}"/>
              </a:ext>
            </a:extLst>
          </p:cNvPr>
          <p:cNvGrpSpPr/>
          <p:nvPr/>
        </p:nvGrpSpPr>
        <p:grpSpPr>
          <a:xfrm>
            <a:off x="10126749" y="412511"/>
            <a:ext cx="1493506" cy="1376298"/>
            <a:chOff x="10160924" y="412511"/>
            <a:chExt cx="1493506" cy="1376298"/>
          </a:xfrm>
        </p:grpSpPr>
        <p:sp>
          <p:nvSpPr>
            <p:cNvPr id="68" name="object 61">
              <a:extLst>
                <a:ext uri="{FF2B5EF4-FFF2-40B4-BE49-F238E27FC236}">
                  <a16:creationId xmlns:a16="http://schemas.microsoft.com/office/drawing/2014/main" id="{6BB3FCF1-0B4D-7A86-380C-1BF87E9D61CE}"/>
                </a:ext>
              </a:extLst>
            </p:cNvPr>
            <p:cNvSpPr txBox="1"/>
            <p:nvPr/>
          </p:nvSpPr>
          <p:spPr>
            <a:xfrm>
              <a:off x="10160924" y="412511"/>
              <a:ext cx="842136" cy="174137"/>
            </a:xfrm>
            <a:prstGeom prst="rect">
              <a:avLst/>
            </a:prstGeom>
          </p:spPr>
          <p:txBody>
            <a:bodyPr vert="horz" wrap="square" lIns="0" tIns="10782" rIns="0" bIns="0" rtlCol="0">
              <a:spAutoFit/>
            </a:bodyPr>
            <a:lstStyle/>
            <a:p>
              <a:pPr marL="7701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" panose="020B0503020204030204" pitchFamily="34" charset="77"/>
                  <a:ea typeface="+mn-ea"/>
                  <a:cs typeface="Arial"/>
                  <a:sym typeface="Arial"/>
                </a:rPr>
                <a:t>Público Alvo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object 62">
              <a:extLst>
                <a:ext uri="{FF2B5EF4-FFF2-40B4-BE49-F238E27FC236}">
                  <a16:creationId xmlns:a16="http://schemas.microsoft.com/office/drawing/2014/main" id="{E33FD1A8-0145-0A77-1475-264A9D49D7AA}"/>
                </a:ext>
              </a:extLst>
            </p:cNvPr>
            <p:cNvSpPr/>
            <p:nvPr/>
          </p:nvSpPr>
          <p:spPr>
            <a:xfrm>
              <a:off x="10160924" y="629843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77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object 66">
              <a:extLst>
                <a:ext uri="{FF2B5EF4-FFF2-40B4-BE49-F238E27FC236}">
                  <a16:creationId xmlns:a16="http://schemas.microsoft.com/office/drawing/2014/main" id="{899CAA8C-127C-51E5-F6D1-B808C045181F}"/>
                </a:ext>
              </a:extLst>
            </p:cNvPr>
            <p:cNvSpPr txBox="1"/>
            <p:nvPr/>
          </p:nvSpPr>
          <p:spPr>
            <a:xfrm>
              <a:off x="10160924" y="1395290"/>
              <a:ext cx="1493506" cy="393519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lvl="0" indent="0" algn="l" defTabSz="554492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213" b="0" i="0" u="none" strike="noStrike" kern="0" cap="none" spc="0" normalizeH="0" baseline="0" noProof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Investidor</a:t>
              </a:r>
              <a:endParaRPr kumimoji="0" lang="pt-BR" sz="1213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endParaRPr>
            </a:p>
            <a:p>
              <a:pPr marL="7701" marR="3081" lvl="0" indent="0" algn="l" defTabSz="554492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13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Arial"/>
                  <a:sym typeface="Arial"/>
                </a:rPr>
                <a:t>Geral</a:t>
              </a:r>
              <a:endParaRPr kumimoji="0" sz="1213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4" name="object 67">
            <a:extLst>
              <a:ext uri="{FF2B5EF4-FFF2-40B4-BE49-F238E27FC236}">
                <a16:creationId xmlns:a16="http://schemas.microsoft.com/office/drawing/2014/main" id="{9F0544F2-187F-1599-7D27-69977B09330D}"/>
              </a:ext>
            </a:extLst>
          </p:cNvPr>
          <p:cNvSpPr txBox="1"/>
          <p:nvPr/>
        </p:nvSpPr>
        <p:spPr>
          <a:xfrm>
            <a:off x="5003634" y="2909017"/>
            <a:ext cx="1651940" cy="653718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0" marR="2540" lvl="0" indent="0" algn="l" defTabSz="554492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cs typeface="Arial"/>
                <a:sym typeface="Arial"/>
              </a:rPr>
              <a:t>Aplicação diária com integralização em </a:t>
            </a:r>
            <a:r>
              <a:rPr kumimoji="0" lang="pt-B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D+</a:t>
            </a:r>
            <a:r>
              <a:rPr lang="pt-BR" sz="1400" b="1" kern="0" dirty="0">
                <a:solidFill>
                  <a:srgbClr val="FFFFFF"/>
                </a:solidFill>
                <a:latin typeface="Versos"/>
                <a:cs typeface="Arial"/>
                <a:sym typeface="Arial"/>
              </a:rPr>
              <a:t>0</a:t>
            </a:r>
            <a:r>
              <a:rPr kumimoji="0" lang="pt-B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 </a:t>
            </a:r>
            <a:endParaRPr lang="pt-BR" sz="14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cs typeface="Arial"/>
            </a:endParaRPr>
          </a:p>
        </p:txBody>
      </p:sp>
      <p:sp>
        <p:nvSpPr>
          <p:cNvPr id="75" name="object 68">
            <a:extLst>
              <a:ext uri="{FF2B5EF4-FFF2-40B4-BE49-F238E27FC236}">
                <a16:creationId xmlns:a16="http://schemas.microsoft.com/office/drawing/2014/main" id="{64B551F4-9691-6131-41A1-19E58F12D467}"/>
              </a:ext>
            </a:extLst>
          </p:cNvPr>
          <p:cNvSpPr txBox="1"/>
          <p:nvPr/>
        </p:nvSpPr>
        <p:spPr>
          <a:xfrm>
            <a:off x="5003634" y="5664776"/>
            <a:ext cx="2043538" cy="640197"/>
          </a:xfrm>
          <a:prstGeom prst="rect">
            <a:avLst/>
          </a:prstGeom>
        </p:spPr>
        <p:txBody>
          <a:bodyPr vert="horz" wrap="square" lIns="0" tIns="26184" rIns="0" bIns="0" rtlCol="0" anchor="t">
            <a:spAutoFit/>
          </a:bodyPr>
          <a:lstStyle/>
          <a:p>
            <a:pPr marL="7701" marR="3081" lvl="0" indent="0" algn="l" defTabSz="554492" rtl="0" eaLnBrk="1" fontAlgn="auto" latinLnBrk="0" hangingPunct="1">
              <a:lnSpc>
                <a:spcPct val="93700"/>
              </a:lnSpc>
              <a:spcBef>
                <a:spcPts val="20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0,8% </a:t>
            </a:r>
            <a:r>
              <a:rPr kumimoji="0" sz="3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 </a:t>
            </a:r>
            <a:br>
              <a:rPr kumimoji="0" lang="pt-BR" sz="3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43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a.a. </a:t>
            </a:r>
          </a:p>
        </p:txBody>
      </p:sp>
      <p:sp>
        <p:nvSpPr>
          <p:cNvPr id="76" name="object 69">
            <a:extLst>
              <a:ext uri="{FF2B5EF4-FFF2-40B4-BE49-F238E27FC236}">
                <a16:creationId xmlns:a16="http://schemas.microsoft.com/office/drawing/2014/main" id="{5BA15D97-2506-7CC8-E3CA-86E83DDE3CF3}"/>
              </a:ext>
            </a:extLst>
          </p:cNvPr>
          <p:cNvSpPr txBox="1"/>
          <p:nvPr/>
        </p:nvSpPr>
        <p:spPr>
          <a:xfrm>
            <a:off x="7878225" y="5664776"/>
            <a:ext cx="2989157" cy="640197"/>
          </a:xfrm>
          <a:prstGeom prst="rect">
            <a:avLst/>
          </a:prstGeom>
        </p:spPr>
        <p:txBody>
          <a:bodyPr vert="horz" wrap="square" lIns="0" tIns="26184" rIns="0" bIns="0" rtlCol="0" anchor="t">
            <a:spAutoFit/>
          </a:bodyPr>
          <a:lstStyle/>
          <a:p>
            <a:pPr marL="7620" marR="2540" lvl="0" indent="0" algn="l" defTabSz="554492" rtl="0" eaLnBrk="1" fontAlgn="auto" latinLnBrk="0" hangingPunct="1">
              <a:lnSpc>
                <a:spcPct val="93700"/>
              </a:lnSpc>
              <a:spcBef>
                <a:spcPts val="20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pt-BR" sz="3000" b="1" kern="0">
                <a:solidFill>
                  <a:srgbClr val="FFFFFF"/>
                </a:solidFill>
                <a:latin typeface="Versos"/>
                <a:cs typeface="Arial"/>
                <a:sym typeface="Arial"/>
              </a:rPr>
              <a:t>16</a:t>
            </a:r>
            <a:r>
              <a:rPr kumimoji="0" sz="3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% </a:t>
            </a:r>
            <a:br>
              <a:rPr lang="pt-BR" sz="3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Versos"/>
                <a:cs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cs typeface="Arial"/>
                <a:sym typeface="Arial"/>
              </a:rPr>
              <a:t>do retorno que exceder o CDI</a:t>
            </a:r>
            <a:endParaRPr lang="pt-BR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 Light"/>
              <a:cs typeface="Arial"/>
            </a:endParaRPr>
          </a:p>
        </p:txBody>
      </p:sp>
      <p:sp>
        <p:nvSpPr>
          <p:cNvPr id="77" name="object 70">
            <a:extLst>
              <a:ext uri="{FF2B5EF4-FFF2-40B4-BE49-F238E27FC236}">
                <a16:creationId xmlns:a16="http://schemas.microsoft.com/office/drawing/2014/main" id="{98E150AB-2633-509D-42E1-9F314B431AEF}"/>
              </a:ext>
            </a:extLst>
          </p:cNvPr>
          <p:cNvSpPr/>
          <p:nvPr/>
        </p:nvSpPr>
        <p:spPr>
          <a:xfrm>
            <a:off x="11148587" y="4037283"/>
            <a:ext cx="753571" cy="647294"/>
          </a:xfrm>
          <a:custGeom>
            <a:avLst/>
            <a:gdLst/>
            <a:ahLst/>
            <a:cxnLst/>
            <a:rect l="l" t="t" r="r" b="b"/>
            <a:pathLst>
              <a:path w="1242694" h="1067434">
                <a:moveTo>
                  <a:pt x="621245" y="163626"/>
                </a:moveTo>
                <a:lnTo>
                  <a:pt x="573519" y="107010"/>
                </a:lnTo>
                <a:lnTo>
                  <a:pt x="537222" y="75298"/>
                </a:lnTo>
                <a:lnTo>
                  <a:pt x="497484" y="48818"/>
                </a:lnTo>
                <a:lnTo>
                  <a:pt x="454761" y="27813"/>
                </a:lnTo>
                <a:lnTo>
                  <a:pt x="409562" y="12522"/>
                </a:lnTo>
                <a:lnTo>
                  <a:pt x="362356" y="3175"/>
                </a:lnTo>
                <a:lnTo>
                  <a:pt x="313601" y="0"/>
                </a:lnTo>
                <a:lnTo>
                  <a:pt x="0" y="0"/>
                </a:lnTo>
                <a:lnTo>
                  <a:pt x="0" y="163626"/>
                </a:lnTo>
                <a:lnTo>
                  <a:pt x="621245" y="163626"/>
                </a:lnTo>
                <a:close/>
              </a:path>
              <a:path w="1242694" h="1067434">
                <a:moveTo>
                  <a:pt x="1242504" y="0"/>
                </a:moveTo>
                <a:lnTo>
                  <a:pt x="928916" y="0"/>
                </a:lnTo>
                <a:lnTo>
                  <a:pt x="880160" y="3175"/>
                </a:lnTo>
                <a:lnTo>
                  <a:pt x="832929" y="12522"/>
                </a:lnTo>
                <a:lnTo>
                  <a:pt x="787730" y="27813"/>
                </a:lnTo>
                <a:lnTo>
                  <a:pt x="745007" y="48818"/>
                </a:lnTo>
                <a:lnTo>
                  <a:pt x="705269" y="75298"/>
                </a:lnTo>
                <a:lnTo>
                  <a:pt x="668972" y="107010"/>
                </a:lnTo>
                <a:lnTo>
                  <a:pt x="636600" y="143725"/>
                </a:lnTo>
                <a:lnTo>
                  <a:pt x="621258" y="163614"/>
                </a:lnTo>
                <a:lnTo>
                  <a:pt x="584174" y="216814"/>
                </a:lnTo>
                <a:lnTo>
                  <a:pt x="562711" y="260045"/>
                </a:lnTo>
                <a:lnTo>
                  <a:pt x="547192" y="305523"/>
                </a:lnTo>
                <a:lnTo>
                  <a:pt x="537781" y="352869"/>
                </a:lnTo>
                <a:lnTo>
                  <a:pt x="534619" y="401662"/>
                </a:lnTo>
                <a:lnTo>
                  <a:pt x="534492" y="1054519"/>
                </a:lnTo>
                <a:lnTo>
                  <a:pt x="534619" y="1066876"/>
                </a:lnTo>
                <a:lnTo>
                  <a:pt x="707999" y="1066876"/>
                </a:lnTo>
                <a:lnTo>
                  <a:pt x="707872" y="695236"/>
                </a:lnTo>
                <a:lnTo>
                  <a:pt x="712597" y="688314"/>
                </a:lnTo>
                <a:lnTo>
                  <a:pt x="707872" y="684987"/>
                </a:lnTo>
                <a:lnTo>
                  <a:pt x="707872" y="401662"/>
                </a:lnTo>
                <a:lnTo>
                  <a:pt x="704710" y="352869"/>
                </a:lnTo>
                <a:lnTo>
                  <a:pt x="695299" y="305523"/>
                </a:lnTo>
                <a:lnTo>
                  <a:pt x="679792" y="260045"/>
                </a:lnTo>
                <a:lnTo>
                  <a:pt x="658317" y="216814"/>
                </a:lnTo>
                <a:lnTo>
                  <a:pt x="631012" y="176250"/>
                </a:lnTo>
                <a:lnTo>
                  <a:pt x="621258" y="163626"/>
                </a:lnTo>
                <a:lnTo>
                  <a:pt x="1242504" y="163626"/>
                </a:lnTo>
                <a:lnTo>
                  <a:pt x="1242504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77"/>
              <a:ea typeface="+mn-ea"/>
              <a:cs typeface="Arial"/>
              <a:sym typeface="Arial"/>
            </a:endParaRPr>
          </a:p>
        </p:txBody>
      </p:sp>
      <p:sp>
        <p:nvSpPr>
          <p:cNvPr id="80" name="object 13">
            <a:extLst>
              <a:ext uri="{FF2B5EF4-FFF2-40B4-BE49-F238E27FC236}">
                <a16:creationId xmlns:a16="http://schemas.microsoft.com/office/drawing/2014/main" id="{1DF4A519-7E23-056B-75F0-6192B2701D79}"/>
              </a:ext>
            </a:extLst>
          </p:cNvPr>
          <p:cNvSpPr txBox="1">
            <a:spLocks/>
          </p:cNvSpPr>
          <p:nvPr/>
        </p:nvSpPr>
        <p:spPr>
          <a:xfrm>
            <a:off x="704654" y="5576756"/>
            <a:ext cx="3654472" cy="546342"/>
          </a:xfrm>
          <a:prstGeom prst="rect">
            <a:avLst/>
          </a:prstGeom>
        </p:spPr>
        <p:txBody>
          <a:bodyPr vert="horz" wrap="square" lIns="0" tIns="69697" rIns="0" bIns="0" rtlCol="0" anchor="t">
            <a:spAutoFit/>
          </a:bodyPr>
          <a:lstStyle>
            <a:lvl1pPr>
              <a:defRPr sz="4550" b="1" i="0">
                <a:solidFill>
                  <a:srgbClr val="1E271F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/</a:t>
            </a:r>
            <a:r>
              <a:rPr kumimoji="0" lang="pt-BR" sz="546" b="1" i="0" u="none" strike="noStrike" kern="0" cap="none" spc="0" normalizeH="0" baseline="0" noProof="0">
                <a:ln>
                  <a:noFill/>
                </a:ln>
                <a:solidFill>
                  <a:srgbClr val="1E271F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 </a:t>
            </a: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/</a:t>
            </a:r>
            <a:r>
              <a:rPr kumimoji="0" lang="pt-BR" sz="546" b="1" i="0" u="none" strike="noStrike" kern="0" cap="none" spc="0" normalizeH="0" baseline="0" noProof="0">
                <a:ln>
                  <a:noFill/>
                </a:ln>
                <a:solidFill>
                  <a:srgbClr val="1E271F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      </a:t>
            </a: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BRADESCO TIVIO HGD30 </a:t>
            </a:r>
          </a:p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1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ea typeface="+mj-ea"/>
                <a:sym typeface="Arial"/>
              </a:rPr>
              <a:t>PGBL/VGBL RF CRÉDITO PRIVADO</a:t>
            </a:r>
            <a:endParaRPr kumimoji="0" lang="pt-BR" sz="1698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-Light"/>
              <a:ea typeface="+mj-ea"/>
              <a:cs typeface="Versos-Light"/>
              <a:sym typeface="Arial"/>
            </a:endParaRPr>
          </a:p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667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/>
              <a:ea typeface="+mj-ea"/>
              <a:sym typeface="Arial"/>
            </a:endParaRPr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AC64CAF8-58DC-4E67-6774-9B5542F8BE3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04654" y="2118615"/>
            <a:ext cx="2668549" cy="2911144"/>
          </a:xfrm>
          <a:prstGeom prst="rect">
            <a:avLst/>
          </a:prstGeom>
        </p:spPr>
      </p:pic>
      <p:sp>
        <p:nvSpPr>
          <p:cNvPr id="10" name="object 31">
            <a:extLst>
              <a:ext uri="{FF2B5EF4-FFF2-40B4-BE49-F238E27FC236}">
                <a16:creationId xmlns:a16="http://schemas.microsoft.com/office/drawing/2014/main" id="{CFC98008-C3B3-2D74-E1C5-C69718F1FBCA}"/>
              </a:ext>
            </a:extLst>
          </p:cNvPr>
          <p:cNvSpPr/>
          <p:nvPr/>
        </p:nvSpPr>
        <p:spPr>
          <a:xfrm>
            <a:off x="2205520" y="572859"/>
            <a:ext cx="2699129" cy="303814"/>
          </a:xfrm>
          <a:prstGeom prst="round1Rect">
            <a:avLst>
              <a:gd name="adj" fmla="val 23210"/>
            </a:avLst>
          </a:prstGeom>
          <a:solidFill>
            <a:schemeClr val="tx1"/>
          </a:solidFill>
          <a:ln w="9525">
            <a:solidFill>
              <a:schemeClr val="bg2">
                <a:lumMod val="9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Helvetica"/>
                <a:sym typeface="Arial"/>
              </a:rPr>
              <a:t>PRINCIPAIS CARACTERÍSTICAS DO FUNDO</a:t>
            </a:r>
            <a:endParaRPr kumimoji="0" lang="pt-BR" sz="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 Light" panose="020B0403020204030204" pitchFamily="34" charset="0"/>
              <a:ea typeface="+mn-ea"/>
              <a:cs typeface="Helvetica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7260164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761A0A3-5F16-279C-B058-9A7081EDD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D47BABF3-6F80-2BFC-FD22-00A703671D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12" name="Retângulo: Cantos Arredondados 36">
            <a:extLst>
              <a:ext uri="{FF2B5EF4-FFF2-40B4-BE49-F238E27FC236}">
                <a16:creationId xmlns:a16="http://schemas.microsoft.com/office/drawing/2014/main" id="{DCB545FA-CAE3-C1DE-B937-AFB37AFF7912}"/>
              </a:ext>
            </a:extLst>
          </p:cNvPr>
          <p:cNvSpPr/>
          <p:nvPr/>
        </p:nvSpPr>
        <p:spPr>
          <a:xfrm>
            <a:off x="8153996" y="1125415"/>
            <a:ext cx="3719016" cy="5025600"/>
          </a:xfrm>
          <a:prstGeom prst="roundRect">
            <a:avLst>
              <a:gd name="adj" fmla="val 8914"/>
            </a:avLst>
          </a:prstGeom>
          <a:solidFill>
            <a:srgbClr val="759DB4">
              <a:alpha val="56000"/>
            </a:srgbClr>
          </a:solidFill>
          <a:ln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/>
              <a:ea typeface="+mn-ea"/>
              <a:cs typeface="+mn-cs"/>
              <a:sym typeface="Arial"/>
            </a:endParaRPr>
          </a:p>
        </p:txBody>
      </p:sp>
      <p:sp>
        <p:nvSpPr>
          <p:cNvPr id="13" name="Retângulo: Cantos Arredondados 41">
            <a:extLst>
              <a:ext uri="{FF2B5EF4-FFF2-40B4-BE49-F238E27FC236}">
                <a16:creationId xmlns:a16="http://schemas.microsoft.com/office/drawing/2014/main" id="{ACF95404-0FA2-3996-AE09-100BF819E813}"/>
              </a:ext>
            </a:extLst>
          </p:cNvPr>
          <p:cNvSpPr/>
          <p:nvPr/>
        </p:nvSpPr>
        <p:spPr>
          <a:xfrm>
            <a:off x="5952539" y="1125415"/>
            <a:ext cx="3335322" cy="5025600"/>
          </a:xfrm>
          <a:prstGeom prst="roundRect">
            <a:avLst>
              <a:gd name="adj" fmla="val 12236"/>
            </a:avLst>
          </a:prstGeom>
          <a:solidFill>
            <a:srgbClr val="293A42"/>
          </a:solidFill>
          <a:ln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 Light"/>
              <a:ea typeface="+mn-ea"/>
              <a:cs typeface="+mn-cs"/>
              <a:sym typeface="Arial"/>
            </a:endParaRPr>
          </a:p>
        </p:txBody>
      </p:sp>
      <p:sp>
        <p:nvSpPr>
          <p:cNvPr id="14" name="Retângulo: Cantos Arredondados 43">
            <a:extLst>
              <a:ext uri="{FF2B5EF4-FFF2-40B4-BE49-F238E27FC236}">
                <a16:creationId xmlns:a16="http://schemas.microsoft.com/office/drawing/2014/main" id="{118FAF75-DE5B-B39E-4443-E6D027C0E304}"/>
              </a:ext>
            </a:extLst>
          </p:cNvPr>
          <p:cNvSpPr/>
          <p:nvPr/>
        </p:nvSpPr>
        <p:spPr>
          <a:xfrm>
            <a:off x="3863106" y="1125415"/>
            <a:ext cx="2839684" cy="5025600"/>
          </a:xfrm>
          <a:prstGeom prst="roundRect">
            <a:avLst>
              <a:gd name="adj" fmla="val 12236"/>
            </a:avLst>
          </a:prstGeom>
          <a:solidFill>
            <a:schemeClr val="tx1"/>
          </a:solidFill>
          <a:ln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698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72230688-946B-F6CB-AB7A-98C66D97473E}"/>
              </a:ext>
            </a:extLst>
          </p:cNvPr>
          <p:cNvSpPr txBox="1"/>
          <p:nvPr/>
        </p:nvSpPr>
        <p:spPr>
          <a:xfrm>
            <a:off x="4252885" y="1776436"/>
            <a:ext cx="2174337" cy="1015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Expertise de Crédito com Gestão Ativa</a:t>
            </a:r>
            <a:endParaRPr kumimoji="0" lang="pt-BR" sz="2183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 panose="020B0503020204030204" pitchFamily="34" charset="0"/>
              <a:cs typeface="Arial"/>
              <a:sym typeface="Arial"/>
            </a:endParaRPr>
          </a:p>
        </p:txBody>
      </p:sp>
      <p:sp>
        <p:nvSpPr>
          <p:cNvPr id="16" name="object 12">
            <a:extLst>
              <a:ext uri="{FF2B5EF4-FFF2-40B4-BE49-F238E27FC236}">
                <a16:creationId xmlns:a16="http://schemas.microsoft.com/office/drawing/2014/main" id="{B1FB9BC3-B06D-F456-A1A0-90ADD8824D0A}"/>
              </a:ext>
            </a:extLst>
          </p:cNvPr>
          <p:cNvSpPr txBox="1"/>
          <p:nvPr/>
        </p:nvSpPr>
        <p:spPr>
          <a:xfrm>
            <a:off x="4278670" y="3243545"/>
            <a:ext cx="2281149" cy="255423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Ampla experiência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para aproveitar oportunidades no mercado primário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e secundário.</a:t>
            </a:r>
          </a:p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Asset Independente com Acionistas Robustos.</a:t>
            </a:r>
          </a:p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Diversificação de emissores e setores.</a:t>
            </a:r>
          </a:p>
        </p:txBody>
      </p:sp>
      <p:sp>
        <p:nvSpPr>
          <p:cNvPr id="17" name="object 12">
            <a:extLst>
              <a:ext uri="{FF2B5EF4-FFF2-40B4-BE49-F238E27FC236}">
                <a16:creationId xmlns:a16="http://schemas.microsoft.com/office/drawing/2014/main" id="{8990CBC4-CA83-C1BD-3A89-55FCAB008FEF}"/>
              </a:ext>
            </a:extLst>
          </p:cNvPr>
          <p:cNvSpPr txBox="1"/>
          <p:nvPr/>
        </p:nvSpPr>
        <p:spPr>
          <a:xfrm>
            <a:off x="7054522" y="1768516"/>
            <a:ext cx="2147938" cy="1015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Análise </a:t>
            </a:r>
            <a:b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</a:b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de Crédito Criteriosa </a:t>
            </a:r>
          </a:p>
        </p:txBody>
      </p:sp>
      <p:sp>
        <p:nvSpPr>
          <p:cNvPr id="18" name="object 12">
            <a:extLst>
              <a:ext uri="{FF2B5EF4-FFF2-40B4-BE49-F238E27FC236}">
                <a16:creationId xmlns:a16="http://schemas.microsoft.com/office/drawing/2014/main" id="{B65FE888-1D6D-FEFC-86EA-15CA14A20955}"/>
              </a:ext>
            </a:extLst>
          </p:cNvPr>
          <p:cNvSpPr txBox="1"/>
          <p:nvPr/>
        </p:nvSpPr>
        <p:spPr>
          <a:xfrm>
            <a:off x="6999941" y="3243545"/>
            <a:ext cx="2045972" cy="1138979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Análise independente e acompanhamento da carteira com ferramenta proprietária de </a:t>
            </a:r>
            <a:r>
              <a:rPr kumimoji="0" lang="pt-BR" sz="1455" b="0" i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rating.</a:t>
            </a:r>
          </a:p>
        </p:txBody>
      </p:sp>
      <p:sp>
        <p:nvSpPr>
          <p:cNvPr id="19" name="object 12">
            <a:extLst>
              <a:ext uri="{FF2B5EF4-FFF2-40B4-BE49-F238E27FC236}">
                <a16:creationId xmlns:a16="http://schemas.microsoft.com/office/drawing/2014/main" id="{252B8231-505E-0145-1533-E711060AB672}"/>
              </a:ext>
            </a:extLst>
          </p:cNvPr>
          <p:cNvSpPr txBox="1"/>
          <p:nvPr/>
        </p:nvSpPr>
        <p:spPr>
          <a:xfrm>
            <a:off x="9611675" y="1749162"/>
            <a:ext cx="2244152" cy="13510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Originação Proprietária </a:t>
            </a:r>
            <a:b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</a:br>
            <a:r>
              <a:rPr kumimoji="0" lang="pt-BR" sz="2183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rPr>
              <a:t>&amp; Crédito Estruturado </a:t>
            </a:r>
          </a:p>
        </p:txBody>
      </p:sp>
      <p:sp>
        <p:nvSpPr>
          <p:cNvPr id="20" name="object 12">
            <a:extLst>
              <a:ext uri="{FF2B5EF4-FFF2-40B4-BE49-F238E27FC236}">
                <a16:creationId xmlns:a16="http://schemas.microsoft.com/office/drawing/2014/main" id="{91EE26D0-370F-CC7A-9243-8F58BEA574E8}"/>
              </a:ext>
            </a:extLst>
          </p:cNvPr>
          <p:cNvSpPr txBox="1"/>
          <p:nvPr/>
        </p:nvSpPr>
        <p:spPr>
          <a:xfrm>
            <a:off x="9607644" y="3243545"/>
            <a:ext cx="1970722" cy="910583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0" marR="110898" lvl="0" indent="0" algn="l" defTabSz="55449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Time focado </a:t>
            </a:r>
            <a:b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</a:br>
            <a:r>
              <a:rPr kumimoji="0" lang="pt-BR" sz="1455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cs typeface="Arial"/>
                <a:sym typeface="Arial"/>
              </a:rPr>
              <a:t>na Originação e Estruturação de ativos de crédito.</a:t>
            </a:r>
            <a:endParaRPr kumimoji="0" lang="pt-BR" sz="1455" b="0" i="1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cs typeface="Arial"/>
              <a:sym typeface="Arial"/>
            </a:endParaRPr>
          </a:p>
        </p:txBody>
      </p:sp>
      <p:grpSp>
        <p:nvGrpSpPr>
          <p:cNvPr id="21" name="Agrupar 17">
            <a:extLst>
              <a:ext uri="{FF2B5EF4-FFF2-40B4-BE49-F238E27FC236}">
                <a16:creationId xmlns:a16="http://schemas.microsoft.com/office/drawing/2014/main" id="{712808C8-5F85-3E21-2718-6016AF51D664}"/>
              </a:ext>
            </a:extLst>
          </p:cNvPr>
          <p:cNvGrpSpPr/>
          <p:nvPr/>
        </p:nvGrpSpPr>
        <p:grpSpPr>
          <a:xfrm rot="10800000">
            <a:off x="4237810" y="1379833"/>
            <a:ext cx="481655" cy="119713"/>
            <a:chOff x="6558860" y="2846873"/>
            <a:chExt cx="1049081" cy="260743"/>
          </a:xfrm>
        </p:grpSpPr>
        <p:sp>
          <p:nvSpPr>
            <p:cNvPr id="22" name="Elipse 1">
              <a:extLst>
                <a:ext uri="{FF2B5EF4-FFF2-40B4-BE49-F238E27FC236}">
                  <a16:creationId xmlns:a16="http://schemas.microsoft.com/office/drawing/2014/main" id="{9C0E8A55-E792-CE2D-2468-5AD861492354}"/>
                </a:ext>
              </a:extLst>
            </p:cNvPr>
            <p:cNvSpPr/>
            <p:nvPr/>
          </p:nvSpPr>
          <p:spPr>
            <a:xfrm>
              <a:off x="6558860" y="2846873"/>
              <a:ext cx="260743" cy="260743"/>
            </a:xfrm>
            <a:prstGeom prst="ellipse">
              <a:avLst/>
            </a:prstGeom>
            <a:noFill/>
            <a:ln w="19050">
              <a:solidFill>
                <a:srgbClr val="ABC6C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3" name="Elipse 3">
              <a:extLst>
                <a:ext uri="{FF2B5EF4-FFF2-40B4-BE49-F238E27FC236}">
                  <a16:creationId xmlns:a16="http://schemas.microsoft.com/office/drawing/2014/main" id="{8B2950B2-E496-A30B-01DD-48ED51996E43}"/>
                </a:ext>
              </a:extLst>
            </p:cNvPr>
            <p:cNvSpPr/>
            <p:nvPr/>
          </p:nvSpPr>
          <p:spPr>
            <a:xfrm>
              <a:off x="6956228" y="2846873"/>
              <a:ext cx="260743" cy="260743"/>
            </a:xfrm>
            <a:prstGeom prst="ellipse">
              <a:avLst/>
            </a:prstGeom>
            <a:noFill/>
            <a:ln w="19050">
              <a:solidFill>
                <a:srgbClr val="ABC6C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4" name="Elipse 8">
              <a:extLst>
                <a:ext uri="{FF2B5EF4-FFF2-40B4-BE49-F238E27FC236}">
                  <a16:creationId xmlns:a16="http://schemas.microsoft.com/office/drawing/2014/main" id="{4543FF00-D811-29D7-13DB-2863537FC2A5}"/>
                </a:ext>
              </a:extLst>
            </p:cNvPr>
            <p:cNvSpPr/>
            <p:nvPr/>
          </p:nvSpPr>
          <p:spPr>
            <a:xfrm>
              <a:off x="7347198" y="2846873"/>
              <a:ext cx="260743" cy="260743"/>
            </a:xfrm>
            <a:prstGeom prst="ellipse">
              <a:avLst/>
            </a:prstGeom>
            <a:solidFill>
              <a:srgbClr val="ABC6CD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5" name="Agrupar 16">
            <a:extLst>
              <a:ext uri="{FF2B5EF4-FFF2-40B4-BE49-F238E27FC236}">
                <a16:creationId xmlns:a16="http://schemas.microsoft.com/office/drawing/2014/main" id="{345645D9-D02E-ACEE-2D36-1C7EC5C55A17}"/>
              </a:ext>
            </a:extLst>
          </p:cNvPr>
          <p:cNvGrpSpPr/>
          <p:nvPr/>
        </p:nvGrpSpPr>
        <p:grpSpPr>
          <a:xfrm rot="10800000">
            <a:off x="7061468" y="1379833"/>
            <a:ext cx="481655" cy="119713"/>
            <a:chOff x="11215282" y="2846873"/>
            <a:chExt cx="1049081" cy="260743"/>
          </a:xfrm>
        </p:grpSpPr>
        <p:sp>
          <p:nvSpPr>
            <p:cNvPr id="26" name="Elipse 9">
              <a:extLst>
                <a:ext uri="{FF2B5EF4-FFF2-40B4-BE49-F238E27FC236}">
                  <a16:creationId xmlns:a16="http://schemas.microsoft.com/office/drawing/2014/main" id="{06C97122-F0F7-19A0-8C7C-4987F4B061AC}"/>
                </a:ext>
              </a:extLst>
            </p:cNvPr>
            <p:cNvSpPr/>
            <p:nvPr/>
          </p:nvSpPr>
          <p:spPr>
            <a:xfrm>
              <a:off x="11215282" y="2846873"/>
              <a:ext cx="260743" cy="260743"/>
            </a:xfrm>
            <a:prstGeom prst="ellipse">
              <a:avLst/>
            </a:prstGeom>
            <a:noFill/>
            <a:ln w="19050">
              <a:solidFill>
                <a:srgbClr val="ABC6C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7" name="Elipse 10">
              <a:extLst>
                <a:ext uri="{FF2B5EF4-FFF2-40B4-BE49-F238E27FC236}">
                  <a16:creationId xmlns:a16="http://schemas.microsoft.com/office/drawing/2014/main" id="{5667259A-7F7E-9C43-E70C-36347343A736}"/>
                </a:ext>
              </a:extLst>
            </p:cNvPr>
            <p:cNvSpPr/>
            <p:nvPr/>
          </p:nvSpPr>
          <p:spPr>
            <a:xfrm>
              <a:off x="11612650" y="2846873"/>
              <a:ext cx="260743" cy="260743"/>
            </a:xfrm>
            <a:prstGeom prst="ellipse">
              <a:avLst/>
            </a:prstGeom>
            <a:solidFill>
              <a:srgbClr val="ABC6CD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28" name="Elipse 11">
              <a:extLst>
                <a:ext uri="{FF2B5EF4-FFF2-40B4-BE49-F238E27FC236}">
                  <a16:creationId xmlns:a16="http://schemas.microsoft.com/office/drawing/2014/main" id="{B0266BE8-AADC-9439-A97D-4D4518AECBDA}"/>
                </a:ext>
              </a:extLst>
            </p:cNvPr>
            <p:cNvSpPr/>
            <p:nvPr/>
          </p:nvSpPr>
          <p:spPr>
            <a:xfrm>
              <a:off x="12003620" y="2846873"/>
              <a:ext cx="260743" cy="260743"/>
            </a:xfrm>
            <a:prstGeom prst="ellipse">
              <a:avLst/>
            </a:prstGeom>
            <a:solidFill>
              <a:srgbClr val="ABC6CD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9" name="Agrupar 18">
            <a:extLst>
              <a:ext uri="{FF2B5EF4-FFF2-40B4-BE49-F238E27FC236}">
                <a16:creationId xmlns:a16="http://schemas.microsoft.com/office/drawing/2014/main" id="{26C51661-8E01-8921-AF22-463172D25176}"/>
              </a:ext>
            </a:extLst>
          </p:cNvPr>
          <p:cNvGrpSpPr/>
          <p:nvPr/>
        </p:nvGrpSpPr>
        <p:grpSpPr>
          <a:xfrm>
            <a:off x="9637193" y="1379834"/>
            <a:ext cx="481655" cy="119713"/>
            <a:chOff x="15462842" y="2846873"/>
            <a:chExt cx="1049081" cy="260743"/>
          </a:xfrm>
        </p:grpSpPr>
        <p:sp>
          <p:nvSpPr>
            <p:cNvPr id="30" name="Elipse 12">
              <a:extLst>
                <a:ext uri="{FF2B5EF4-FFF2-40B4-BE49-F238E27FC236}">
                  <a16:creationId xmlns:a16="http://schemas.microsoft.com/office/drawing/2014/main" id="{8A6F0038-4937-5575-4306-0217CCA1E3DF}"/>
                </a:ext>
              </a:extLst>
            </p:cNvPr>
            <p:cNvSpPr/>
            <p:nvPr/>
          </p:nvSpPr>
          <p:spPr>
            <a:xfrm>
              <a:off x="15462842" y="2846873"/>
              <a:ext cx="260743" cy="260743"/>
            </a:xfrm>
            <a:prstGeom prst="ellipse">
              <a:avLst/>
            </a:prstGeom>
            <a:solidFill>
              <a:srgbClr val="ABC6CD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31" name="Elipse 13">
              <a:extLst>
                <a:ext uri="{FF2B5EF4-FFF2-40B4-BE49-F238E27FC236}">
                  <a16:creationId xmlns:a16="http://schemas.microsoft.com/office/drawing/2014/main" id="{29787781-E56A-B0F9-24AA-D370F27BDBC4}"/>
                </a:ext>
              </a:extLst>
            </p:cNvPr>
            <p:cNvSpPr/>
            <p:nvPr/>
          </p:nvSpPr>
          <p:spPr>
            <a:xfrm>
              <a:off x="15860210" y="2846873"/>
              <a:ext cx="260743" cy="260743"/>
            </a:xfrm>
            <a:prstGeom prst="ellipse">
              <a:avLst/>
            </a:prstGeom>
            <a:solidFill>
              <a:srgbClr val="ABC6CD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  <p:sp>
          <p:nvSpPr>
            <p:cNvPr id="32" name="Elipse 14">
              <a:extLst>
                <a:ext uri="{FF2B5EF4-FFF2-40B4-BE49-F238E27FC236}">
                  <a16:creationId xmlns:a16="http://schemas.microsoft.com/office/drawing/2014/main" id="{38C819AC-7967-794A-4FC9-7CE46A845FE1}"/>
                </a:ext>
              </a:extLst>
            </p:cNvPr>
            <p:cNvSpPr/>
            <p:nvPr/>
          </p:nvSpPr>
          <p:spPr>
            <a:xfrm>
              <a:off x="16251180" y="2846873"/>
              <a:ext cx="260743" cy="260743"/>
            </a:xfrm>
            <a:prstGeom prst="ellipse">
              <a:avLst/>
            </a:prstGeom>
            <a:solidFill>
              <a:srgbClr val="ABC6CD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pt-BR" sz="1092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E91141C-7CCF-79CF-495D-DCD1B59F6B71}"/>
              </a:ext>
            </a:extLst>
          </p:cNvPr>
          <p:cNvGrpSpPr/>
          <p:nvPr/>
        </p:nvGrpSpPr>
        <p:grpSpPr>
          <a:xfrm>
            <a:off x="398206" y="1261351"/>
            <a:ext cx="3421471" cy="2326709"/>
            <a:chOff x="300200" y="1741199"/>
            <a:chExt cx="3421471" cy="2326709"/>
          </a:xfrm>
        </p:grpSpPr>
        <p:sp>
          <p:nvSpPr>
            <p:cNvPr id="34" name="object 13">
              <a:extLst>
                <a:ext uri="{FF2B5EF4-FFF2-40B4-BE49-F238E27FC236}">
                  <a16:creationId xmlns:a16="http://schemas.microsoft.com/office/drawing/2014/main" id="{433698B5-2CE0-50DD-E484-366C4AF13421}"/>
                </a:ext>
              </a:extLst>
            </p:cNvPr>
            <p:cNvSpPr txBox="1"/>
            <p:nvPr/>
          </p:nvSpPr>
          <p:spPr>
            <a:xfrm>
              <a:off x="300200" y="1741199"/>
              <a:ext cx="1845124" cy="903274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Por que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investir no </a:t>
              </a:r>
              <a:endParaRPr kumimoji="0" lang="pt-BR" sz="28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  <p:pic>
          <p:nvPicPr>
            <p:cNvPr id="36" name="Graphic 35">
              <a:extLst>
                <a:ext uri="{FF2B5EF4-FFF2-40B4-BE49-F238E27FC236}">
                  <a16:creationId xmlns:a16="http://schemas.microsoft.com/office/drawing/2014/main" id="{26116C98-AF89-8789-2C3A-F81BFE97688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18988" y="2772376"/>
              <a:ext cx="2761527" cy="1295531"/>
            </a:xfrm>
            <a:prstGeom prst="rect">
              <a:avLst/>
            </a:prstGeom>
          </p:spPr>
        </p:pic>
        <p:sp>
          <p:nvSpPr>
            <p:cNvPr id="37" name="object 13">
              <a:extLst>
                <a:ext uri="{FF2B5EF4-FFF2-40B4-BE49-F238E27FC236}">
                  <a16:creationId xmlns:a16="http://schemas.microsoft.com/office/drawing/2014/main" id="{0BC2F72B-37BC-BE0E-AAF9-19A38A70DB2B}"/>
                </a:ext>
              </a:extLst>
            </p:cNvPr>
            <p:cNvSpPr txBox="1"/>
            <p:nvPr/>
          </p:nvSpPr>
          <p:spPr>
            <a:xfrm>
              <a:off x="3150633" y="3340462"/>
              <a:ext cx="571038" cy="727446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5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?</a:t>
              </a:r>
              <a:endParaRPr kumimoji="0" lang="pt-BR" sz="5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grpSp>
        <p:nvGrpSpPr>
          <p:cNvPr id="7" name="Agrupar 6">
            <a:extLst>
              <a:ext uri="{FF2B5EF4-FFF2-40B4-BE49-F238E27FC236}">
                <a16:creationId xmlns:a16="http://schemas.microsoft.com/office/drawing/2014/main" id="{3B0012BC-C9CC-36D8-FAB2-D10E7D98ACA4}"/>
              </a:ext>
            </a:extLst>
          </p:cNvPr>
          <p:cNvGrpSpPr/>
          <p:nvPr/>
        </p:nvGrpSpPr>
        <p:grpSpPr>
          <a:xfrm>
            <a:off x="398206" y="4520664"/>
            <a:ext cx="2573594" cy="985907"/>
            <a:chOff x="398206" y="4520664"/>
            <a:chExt cx="2573594" cy="985907"/>
          </a:xfrm>
        </p:grpSpPr>
        <p:sp>
          <p:nvSpPr>
            <p:cNvPr id="6" name="Retângulo: Cantos Arredondados 5">
              <a:extLst>
                <a:ext uri="{FF2B5EF4-FFF2-40B4-BE49-F238E27FC236}">
                  <a16:creationId xmlns:a16="http://schemas.microsoft.com/office/drawing/2014/main" id="{05BFC469-EECA-C384-0F91-42323F0FAD70}"/>
                </a:ext>
              </a:extLst>
            </p:cNvPr>
            <p:cNvSpPr/>
            <p:nvPr/>
          </p:nvSpPr>
          <p:spPr>
            <a:xfrm>
              <a:off x="398206" y="4520664"/>
              <a:ext cx="2573594" cy="985907"/>
            </a:xfrm>
            <a:prstGeom prst="roundRect">
              <a:avLst/>
            </a:prstGeom>
            <a:gradFill>
              <a:gsLst>
                <a:gs pos="0">
                  <a:srgbClr val="9BB7C7"/>
                </a:gs>
                <a:gs pos="100000">
                  <a:srgbClr val="81A5B9"/>
                </a:gs>
              </a:gsLst>
              <a:lin ang="2700000" scaled="0"/>
            </a:gra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" name="CaixaDeTexto 3">
              <a:extLst>
                <a:ext uri="{FF2B5EF4-FFF2-40B4-BE49-F238E27FC236}">
                  <a16:creationId xmlns:a16="http://schemas.microsoft.com/office/drawing/2014/main" id="{42E66E3F-FA17-C342-CE1D-4E7F9A8B12E0}"/>
                </a:ext>
              </a:extLst>
            </p:cNvPr>
            <p:cNvSpPr txBox="1"/>
            <p:nvPr/>
          </p:nvSpPr>
          <p:spPr>
            <a:xfrm>
              <a:off x="398206" y="4628182"/>
              <a:ext cx="2573594" cy="646331"/>
            </a:xfrm>
            <a:prstGeom prst="rect">
              <a:avLst/>
            </a:prstGeom>
            <a:noFill/>
          </p:spPr>
          <p:txBody>
            <a:bodyPr wrap="square" lIns="0" rIns="0">
              <a:spAutoFit/>
            </a:bodyPr>
            <a:lstStyle/>
            <a:p>
              <a:pPr algn="ctr"/>
              <a:r>
                <a:rPr kumimoji="0" lang="pt-BR" sz="18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 panose="020B0503020204030204" pitchFamily="34" charset="77"/>
                  <a:cs typeface="Arial"/>
                  <a:sym typeface="Arial"/>
                </a:rPr>
                <a:t>EXCLUSIVIDADE</a:t>
              </a:r>
            </a:p>
            <a:p>
              <a:pPr algn="ctr"/>
              <a:endParaRPr kumimoji="0" lang="pt-BR" sz="1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cs typeface="Arial"/>
                <a:sym typeface="Arial"/>
              </a:endParaRPr>
            </a:p>
          </p:txBody>
        </p:sp>
        <p:pic>
          <p:nvPicPr>
            <p:cNvPr id="5" name="object 17">
              <a:extLst>
                <a:ext uri="{FF2B5EF4-FFF2-40B4-BE49-F238E27FC236}">
                  <a16:creationId xmlns:a16="http://schemas.microsoft.com/office/drawing/2014/main" id="{BF32466A-B255-54BC-95E9-EAF53026B270}"/>
                </a:ext>
              </a:extLst>
            </p:cNvPr>
            <p:cNvPicPr/>
            <p:nvPr/>
          </p:nvPicPr>
          <p:blipFill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28186" y="4912144"/>
              <a:ext cx="1603845" cy="51991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213255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D353A63-019C-35D3-8777-8720F2921D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>
            <a:extLst>
              <a:ext uri="{FF2B5EF4-FFF2-40B4-BE49-F238E27FC236}">
                <a16:creationId xmlns:a16="http://schemas.microsoft.com/office/drawing/2014/main" id="{9141FE4F-D91E-A838-955C-23D10F8126D2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D749FCEE-1A1B-817E-7848-1021A5B171E9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object 5">
            <a:extLst>
              <a:ext uri="{FF2B5EF4-FFF2-40B4-BE49-F238E27FC236}">
                <a16:creationId xmlns:a16="http://schemas.microsoft.com/office/drawing/2014/main" id="{89BB24BB-12A3-9F18-2ED1-025FBEFB0AFB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Espaço Reservado para Número de Slide 5">
            <a:extLst>
              <a:ext uri="{FF2B5EF4-FFF2-40B4-BE49-F238E27FC236}">
                <a16:creationId xmlns:a16="http://schemas.microsoft.com/office/drawing/2014/main" id="{12D6DE40-1C82-607B-59B0-133C155669CF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8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79" name="object 38">
            <a:extLst>
              <a:ext uri="{FF2B5EF4-FFF2-40B4-BE49-F238E27FC236}">
                <a16:creationId xmlns:a16="http://schemas.microsoft.com/office/drawing/2014/main" id="{C7066B19-C08B-05E2-01CC-7F21BE83D4F9}"/>
              </a:ext>
            </a:extLst>
          </p:cNvPr>
          <p:cNvSpPr txBox="1">
            <a:spLocks/>
          </p:cNvSpPr>
          <p:nvPr/>
        </p:nvSpPr>
        <p:spPr>
          <a:xfrm>
            <a:off x="315195" y="531264"/>
            <a:ext cx="7850404" cy="317886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ALOCAÇÃO DO PORTFÓLIO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3773F92-05A8-13C0-ACAD-302F112EEC2D}"/>
              </a:ext>
            </a:extLst>
          </p:cNvPr>
          <p:cNvGrpSpPr/>
          <p:nvPr/>
        </p:nvGrpSpPr>
        <p:grpSpPr>
          <a:xfrm>
            <a:off x="5495421" y="1443197"/>
            <a:ext cx="6361617" cy="4152099"/>
            <a:chOff x="347158" y="2475383"/>
            <a:chExt cx="6361617" cy="3866266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E6A831F-5F22-222E-B391-E4DB9E80B51A}"/>
                </a:ext>
              </a:extLst>
            </p:cNvPr>
            <p:cNvGrpSpPr/>
            <p:nvPr/>
          </p:nvGrpSpPr>
          <p:grpSpPr>
            <a:xfrm>
              <a:off x="347158" y="2475383"/>
              <a:ext cx="6361617" cy="3866266"/>
              <a:chOff x="5495421" y="2549341"/>
              <a:chExt cx="5879737" cy="3866266"/>
            </a:xfrm>
          </p:grpSpPr>
          <p:sp>
            <p:nvSpPr>
              <p:cNvPr id="64" name="Retângulo 21">
                <a:extLst>
                  <a:ext uri="{FF2B5EF4-FFF2-40B4-BE49-F238E27FC236}">
                    <a16:creationId xmlns:a16="http://schemas.microsoft.com/office/drawing/2014/main" id="{B8F36663-0046-BDB7-0939-C1732E2E863E}"/>
                  </a:ext>
                </a:extLst>
              </p:cNvPr>
              <p:cNvSpPr/>
              <p:nvPr/>
            </p:nvSpPr>
            <p:spPr>
              <a:xfrm>
                <a:off x="5495421" y="2549341"/>
                <a:ext cx="5879737" cy="2071411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pt-BR" sz="728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5" name="Retângulo 40">
                <a:extLst>
                  <a:ext uri="{FF2B5EF4-FFF2-40B4-BE49-F238E27FC236}">
                    <a16:creationId xmlns:a16="http://schemas.microsoft.com/office/drawing/2014/main" id="{37C81A03-72F9-6731-636E-3ED10138C4B8}"/>
                  </a:ext>
                </a:extLst>
              </p:cNvPr>
              <p:cNvSpPr/>
              <p:nvPr/>
            </p:nvSpPr>
            <p:spPr>
              <a:xfrm>
                <a:off x="5495421" y="4620752"/>
                <a:ext cx="5879737" cy="64965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pt-BR" sz="1092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6" name="Retângulo 41">
                <a:extLst>
                  <a:ext uri="{FF2B5EF4-FFF2-40B4-BE49-F238E27FC236}">
                    <a16:creationId xmlns:a16="http://schemas.microsoft.com/office/drawing/2014/main" id="{AA8ACF13-1791-4219-3AE9-C081DE5FCB2A}"/>
                  </a:ext>
                </a:extLst>
              </p:cNvPr>
              <p:cNvSpPr/>
              <p:nvPr/>
            </p:nvSpPr>
            <p:spPr>
              <a:xfrm>
                <a:off x="5495421" y="5270407"/>
                <a:ext cx="5879737" cy="1145200"/>
              </a:xfrm>
              <a:prstGeom prst="rect">
                <a:avLst/>
              </a:prstGeom>
              <a:solidFill>
                <a:srgbClr val="E6EDF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pt-BR" sz="1092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7" name="CaixaDeTexto 53">
              <a:extLst>
                <a:ext uri="{FF2B5EF4-FFF2-40B4-BE49-F238E27FC236}">
                  <a16:creationId xmlns:a16="http://schemas.microsoft.com/office/drawing/2014/main" id="{EA360948-B543-FBA0-A4C0-8C19B2F0EACA}"/>
                </a:ext>
              </a:extLst>
            </p:cNvPr>
            <p:cNvSpPr txBox="1"/>
            <p:nvPr/>
          </p:nvSpPr>
          <p:spPr>
            <a:xfrm>
              <a:off x="4758588" y="3363305"/>
              <a:ext cx="1649514" cy="447943"/>
            </a:xfrm>
            <a:prstGeom prst="rect">
              <a:avLst/>
            </a:prstGeom>
            <a:noFill/>
          </p:spPr>
          <p:txBody>
            <a:bodyPr wrap="square" lIns="0" tIns="0" rIns="0" bIns="0" rtlCol="0" anchor="b" anchorCtr="0">
              <a:noAutofit/>
            </a:bodyPr>
            <a:lstStyle/>
            <a:p>
              <a:pPr marL="0" marR="0" lvl="0" indent="0" algn="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pt-BR" sz="2900" b="1" kern="0" dirty="0">
                  <a:solidFill>
                    <a:schemeClr val="bg1"/>
                  </a:solidFill>
                  <a:latin typeface="Versos"/>
                  <a:cs typeface="Arial"/>
                  <a:sym typeface="Arial"/>
                </a:rPr>
                <a:t>66,5</a:t>
              </a:r>
              <a:r>
                <a:rPr kumimoji="0" lang="pt-BR" sz="29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/>
                  <a:cs typeface="Arial"/>
                  <a:sym typeface="Arial"/>
                </a:rPr>
                <a:t>%</a:t>
              </a:r>
            </a:p>
          </p:txBody>
        </p:sp>
        <p:sp>
          <p:nvSpPr>
            <p:cNvPr id="68" name="CaixaDeTexto 54">
              <a:extLst>
                <a:ext uri="{FF2B5EF4-FFF2-40B4-BE49-F238E27FC236}">
                  <a16:creationId xmlns:a16="http://schemas.microsoft.com/office/drawing/2014/main" id="{0793A382-F0A1-9787-ABC6-5940BCC18F14}"/>
                </a:ext>
              </a:extLst>
            </p:cNvPr>
            <p:cNvSpPr txBox="1"/>
            <p:nvPr/>
          </p:nvSpPr>
          <p:spPr>
            <a:xfrm>
              <a:off x="4758588" y="4699171"/>
              <a:ext cx="1649514" cy="344900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noAutofit/>
            </a:bodyPr>
            <a:lstStyle/>
            <a:p>
              <a:pPr marL="0" marR="0" lvl="0" indent="0" algn="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pt-BR" sz="2900" b="1" kern="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Versos"/>
                  <a:cs typeface="Arial"/>
                  <a:sym typeface="Arial"/>
                </a:rPr>
                <a:t>5,3%</a:t>
              </a:r>
              <a:endParaRPr kumimoji="0" lang="pt-BR" sz="2900" b="1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Versos"/>
                <a:cs typeface="Arial"/>
                <a:sym typeface="Arial"/>
              </a:endParaRPr>
            </a:p>
          </p:txBody>
        </p:sp>
        <p:sp>
          <p:nvSpPr>
            <p:cNvPr id="69" name="CaixaDeTexto 55">
              <a:extLst>
                <a:ext uri="{FF2B5EF4-FFF2-40B4-BE49-F238E27FC236}">
                  <a16:creationId xmlns:a16="http://schemas.microsoft.com/office/drawing/2014/main" id="{C3EC589D-1D08-BE37-9C0A-3CAA43D9E832}"/>
                </a:ext>
              </a:extLst>
            </p:cNvPr>
            <p:cNvSpPr txBox="1"/>
            <p:nvPr/>
          </p:nvSpPr>
          <p:spPr>
            <a:xfrm>
              <a:off x="4861285" y="5636685"/>
              <a:ext cx="1546818" cy="41710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r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2911" b="1" i="0" u="none" strike="noStrike" kern="0" cap="none" spc="0" normalizeH="0" baseline="0" noProof="0" dirty="0">
                  <a:ln>
                    <a:noFill/>
                  </a:ln>
                  <a:solidFill>
                    <a:srgbClr val="293A42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28,4%</a:t>
              </a:r>
            </a:p>
          </p:txBody>
        </p:sp>
        <p:sp>
          <p:nvSpPr>
            <p:cNvPr id="70" name="CaixaDeTexto 56">
              <a:extLst>
                <a:ext uri="{FF2B5EF4-FFF2-40B4-BE49-F238E27FC236}">
                  <a16:creationId xmlns:a16="http://schemas.microsoft.com/office/drawing/2014/main" id="{6F6DF63E-4B4A-3839-120E-1F89EA607D31}"/>
                </a:ext>
              </a:extLst>
            </p:cNvPr>
            <p:cNvSpPr txBox="1"/>
            <p:nvPr/>
          </p:nvSpPr>
          <p:spPr>
            <a:xfrm>
              <a:off x="666543" y="3443981"/>
              <a:ext cx="3319339" cy="2865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859848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High Grade</a:t>
              </a:r>
            </a:p>
          </p:txBody>
        </p:sp>
        <p:sp>
          <p:nvSpPr>
            <p:cNvPr id="71" name="CaixaDeTexto 57">
              <a:extLst>
                <a:ext uri="{FF2B5EF4-FFF2-40B4-BE49-F238E27FC236}">
                  <a16:creationId xmlns:a16="http://schemas.microsoft.com/office/drawing/2014/main" id="{14D97BE0-D12E-BDCB-F976-0DA238F5311C}"/>
                </a:ext>
              </a:extLst>
            </p:cNvPr>
            <p:cNvSpPr txBox="1"/>
            <p:nvPr/>
          </p:nvSpPr>
          <p:spPr>
            <a:xfrm>
              <a:off x="666545" y="4728327"/>
              <a:ext cx="4405518" cy="2865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504049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Crédito Estruturado</a:t>
              </a:r>
            </a:p>
          </p:txBody>
        </p:sp>
        <p:sp>
          <p:nvSpPr>
            <p:cNvPr id="72" name="CaixaDeTexto 58">
              <a:extLst>
                <a:ext uri="{FF2B5EF4-FFF2-40B4-BE49-F238E27FC236}">
                  <a16:creationId xmlns:a16="http://schemas.microsoft.com/office/drawing/2014/main" id="{44840F24-6066-1399-3B20-013C2FC3E524}"/>
                </a:ext>
              </a:extLst>
            </p:cNvPr>
            <p:cNvSpPr txBox="1"/>
            <p:nvPr/>
          </p:nvSpPr>
          <p:spPr>
            <a:xfrm>
              <a:off x="666543" y="5636685"/>
              <a:ext cx="3319339" cy="2865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859848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293A42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Caixa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cs typeface="Arial"/>
                <a:sym typeface="Arial"/>
              </a:endParaRPr>
            </a:p>
          </p:txBody>
        </p:sp>
      </p:grpSp>
      <p:pic>
        <p:nvPicPr>
          <p:cNvPr id="6" name="Graphic 5">
            <a:extLst>
              <a:ext uri="{FF2B5EF4-FFF2-40B4-BE49-F238E27FC236}">
                <a16:creationId xmlns:a16="http://schemas.microsoft.com/office/drawing/2014/main" id="{2B4211F2-785F-1F26-7959-2EB60F41B56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4654" y="1923512"/>
            <a:ext cx="2925514" cy="31914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860174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63AEE7C-9DB4-80FC-0AFD-B52D50E5A3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object 3">
            <a:extLst>
              <a:ext uri="{FF2B5EF4-FFF2-40B4-BE49-F238E27FC236}">
                <a16:creationId xmlns:a16="http://schemas.microsoft.com/office/drawing/2014/main" id="{A95A7C64-2C79-B529-EFCD-53CDD7184093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8" y="4119"/>
            <a:ext cx="3904555" cy="6853881"/>
          </a:xfrm>
          <a:prstGeom prst="rect">
            <a:avLst/>
          </a:prstGeom>
          <a:solidFill>
            <a:schemeClr val="bg1">
              <a:alpha val="24000"/>
            </a:schemeClr>
          </a:solidFill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94B0E830-40CE-1A33-30B2-F1A4B57405B9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E8A293D0-0067-ACA9-9BA0-8D8F1178240B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EAD128B-8465-2D1B-FFD2-6E69CD523F1E}"/>
              </a:ext>
            </a:extLst>
          </p:cNvPr>
          <p:cNvGrpSpPr/>
          <p:nvPr/>
        </p:nvGrpSpPr>
        <p:grpSpPr>
          <a:xfrm>
            <a:off x="4280650" y="5408612"/>
            <a:ext cx="7576386" cy="828675"/>
            <a:chOff x="4280651" y="5501790"/>
            <a:chExt cx="7658975" cy="707151"/>
          </a:xfrm>
        </p:grpSpPr>
        <p:sp>
          <p:nvSpPr>
            <p:cNvPr id="31" name="Retângulo: Cantos Arredondados 16">
              <a:extLst>
                <a:ext uri="{FF2B5EF4-FFF2-40B4-BE49-F238E27FC236}">
                  <a16:creationId xmlns:a16="http://schemas.microsoft.com/office/drawing/2014/main" id="{12BC7BAC-BE39-35F7-C175-0B12A4EDD165}"/>
                </a:ext>
              </a:extLst>
            </p:cNvPr>
            <p:cNvSpPr/>
            <p:nvPr/>
          </p:nvSpPr>
          <p:spPr>
            <a:xfrm>
              <a:off x="5564856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759DB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Perfil da Indústria</a:t>
              </a:r>
            </a:p>
          </p:txBody>
        </p:sp>
        <p:sp>
          <p:nvSpPr>
            <p:cNvPr id="32" name="Retângulo: Cantos Arredondados 17">
              <a:extLst>
                <a:ext uri="{FF2B5EF4-FFF2-40B4-BE49-F238E27FC236}">
                  <a16:creationId xmlns:a16="http://schemas.microsoft.com/office/drawing/2014/main" id="{3EBFD4A9-0B11-C89E-C1BC-2E1BFB444122}"/>
                </a:ext>
              </a:extLst>
            </p:cNvPr>
            <p:cNvSpPr/>
            <p:nvPr/>
          </p:nvSpPr>
          <p:spPr>
            <a:xfrm>
              <a:off x="4280651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759DB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Diversificação</a:t>
              </a:r>
            </a:p>
          </p:txBody>
        </p:sp>
        <p:sp>
          <p:nvSpPr>
            <p:cNvPr id="33" name="Retângulo: Cantos Arredondados 18">
              <a:extLst>
                <a:ext uri="{FF2B5EF4-FFF2-40B4-BE49-F238E27FC236}">
                  <a16:creationId xmlns:a16="http://schemas.microsoft.com/office/drawing/2014/main" id="{9982BB1A-4909-F44D-A326-3E168F54CE99}"/>
                </a:ext>
              </a:extLst>
            </p:cNvPr>
            <p:cNvSpPr/>
            <p:nvPr/>
          </p:nvSpPr>
          <p:spPr>
            <a:xfrm>
              <a:off x="6849061" y="5501790"/>
              <a:ext cx="1237950" cy="70715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759DB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Posição de Mercado</a:t>
              </a:r>
            </a:p>
          </p:txBody>
        </p:sp>
        <p:sp>
          <p:nvSpPr>
            <p:cNvPr id="34" name="Retângulo: Cantos Arredondados 20">
              <a:extLst>
                <a:ext uri="{FF2B5EF4-FFF2-40B4-BE49-F238E27FC236}">
                  <a16:creationId xmlns:a16="http://schemas.microsoft.com/office/drawing/2014/main" id="{C6753E32-7EB4-3694-83CA-FA419A1F71AB}"/>
                </a:ext>
              </a:extLst>
            </p:cNvPr>
            <p:cNvSpPr/>
            <p:nvPr/>
          </p:nvSpPr>
          <p:spPr>
            <a:xfrm>
              <a:off x="8133265" y="5501790"/>
              <a:ext cx="1237950" cy="707151"/>
            </a:xfrm>
            <a:prstGeom prst="roundRect">
              <a:avLst/>
            </a:prstGeom>
            <a:solidFill>
              <a:srgbClr val="ABC6C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637881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Alavancagem</a:t>
              </a:r>
            </a:p>
          </p:txBody>
        </p:sp>
        <p:sp>
          <p:nvSpPr>
            <p:cNvPr id="36" name="Retângulo: Cantos Arredondados 21">
              <a:extLst>
                <a:ext uri="{FF2B5EF4-FFF2-40B4-BE49-F238E27FC236}">
                  <a16:creationId xmlns:a16="http://schemas.microsoft.com/office/drawing/2014/main" id="{56F514BA-2438-EAA3-9EDD-D484743328B1}"/>
                </a:ext>
              </a:extLst>
            </p:cNvPr>
            <p:cNvSpPr/>
            <p:nvPr/>
          </p:nvSpPr>
          <p:spPr>
            <a:xfrm>
              <a:off x="9417470" y="5501790"/>
              <a:ext cx="1237950" cy="707151"/>
            </a:xfrm>
            <a:prstGeom prst="roundRect">
              <a:avLst/>
            </a:prstGeom>
            <a:solidFill>
              <a:srgbClr val="ABC6C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637881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Cobertura </a:t>
              </a:r>
              <a:b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637881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637881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 Juros</a:t>
              </a:r>
            </a:p>
          </p:txBody>
        </p:sp>
        <p:sp>
          <p:nvSpPr>
            <p:cNvPr id="37" name="Retângulo: Cantos Arredondados 22">
              <a:extLst>
                <a:ext uri="{FF2B5EF4-FFF2-40B4-BE49-F238E27FC236}">
                  <a16:creationId xmlns:a16="http://schemas.microsoft.com/office/drawing/2014/main" id="{4B4A4E5A-B908-89C7-F3C0-EBB7EF0B74B4}"/>
                </a:ext>
              </a:extLst>
            </p:cNvPr>
            <p:cNvSpPr/>
            <p:nvPr/>
          </p:nvSpPr>
          <p:spPr>
            <a:xfrm>
              <a:off x="10701676" y="5501790"/>
              <a:ext cx="1237950" cy="707151"/>
            </a:xfrm>
            <a:prstGeom prst="roundRect">
              <a:avLst/>
            </a:prstGeom>
            <a:solidFill>
              <a:srgbClr val="ABC6C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1586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970" b="1" i="0" u="none" strike="noStrike" kern="0" cap="none" spc="0" normalizeH="0" baseline="0" noProof="0">
                  <a:ln>
                    <a:noFill/>
                  </a:ln>
                  <a:solidFill>
                    <a:srgbClr val="637881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Liquidez</a:t>
              </a:r>
            </a:p>
          </p:txBody>
        </p:sp>
      </p:grpSp>
      <p:sp>
        <p:nvSpPr>
          <p:cNvPr id="38" name="object 54">
            <a:extLst>
              <a:ext uri="{FF2B5EF4-FFF2-40B4-BE49-F238E27FC236}">
                <a16:creationId xmlns:a16="http://schemas.microsoft.com/office/drawing/2014/main" id="{B0552A26-7DB2-BFEC-058C-42ED99A3F70C}"/>
              </a:ext>
            </a:extLst>
          </p:cNvPr>
          <p:cNvSpPr txBox="1"/>
          <p:nvPr/>
        </p:nvSpPr>
        <p:spPr>
          <a:xfrm>
            <a:off x="4280650" y="4906168"/>
            <a:ext cx="2216520" cy="232541"/>
          </a:xfrm>
          <a:prstGeom prst="rect">
            <a:avLst/>
          </a:prstGeom>
        </p:spPr>
        <p:txBody>
          <a:bodyPr vert="horz" wrap="square" lIns="0" tIns="16932" rIns="0" bIns="0" rtlCol="0">
            <a:spAutoFit/>
          </a:bodyPr>
          <a:lstStyle/>
          <a:p>
            <a:pPr marL="16932" marR="0" lvl="0" indent="0" algn="l" defTabSz="554492" rtl="0" eaLnBrk="1" fontAlgn="auto" latinLnBrk="0" hangingPunct="1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sos"/>
                <a:cs typeface="Versos"/>
                <a:sym typeface="Arial"/>
              </a:rPr>
              <a:t>Critérios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sos"/>
              <a:cs typeface="Versos"/>
              <a:sym typeface="Arial"/>
            </a:endParaRPr>
          </a:p>
        </p:txBody>
      </p:sp>
      <p:graphicFrame>
        <p:nvGraphicFramePr>
          <p:cNvPr id="41" name="Table 40">
            <a:extLst>
              <a:ext uri="{FF2B5EF4-FFF2-40B4-BE49-F238E27FC236}">
                <a16:creationId xmlns:a16="http://schemas.microsoft.com/office/drawing/2014/main" id="{1E415835-ADC9-BBF5-78C6-073FDBC06F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483696"/>
              </p:ext>
            </p:extLst>
          </p:nvPr>
        </p:nvGraphicFramePr>
        <p:xfrm>
          <a:off x="334962" y="1966586"/>
          <a:ext cx="3121471" cy="1080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pt-BR" sz="1400">
                          <a:solidFill>
                            <a:schemeClr val="bg1"/>
                          </a:solidFill>
                          <a:latin typeface="Versos"/>
                        </a:rPr>
                        <a:t>Concentração alvo por </a:t>
                      </a:r>
                      <a:br>
                        <a:rPr lang="pt-BR" sz="1400">
                          <a:solidFill>
                            <a:srgbClr val="FFFFFF"/>
                          </a:solidFill>
                          <a:latin typeface="Versos"/>
                        </a:rPr>
                      </a:br>
                      <a:r>
                        <a:rPr lang="pt-BR" sz="1400">
                          <a:solidFill>
                            <a:schemeClr val="bg1"/>
                          </a:solidFill>
                          <a:latin typeface="Versos"/>
                        </a:rPr>
                        <a:t>Emissor Corporativo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eaLnBrk="1" hangingPunct="1"/>
                      <a:r>
                        <a:rPr lang="pt-BR" sz="1800" b="1" i="0" dirty="0">
                          <a:solidFill>
                            <a:schemeClr val="bg1"/>
                          </a:solidFill>
                          <a:latin typeface="Versos"/>
                        </a:rPr>
                        <a:t>Até 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graphicFrame>
        <p:nvGraphicFramePr>
          <p:cNvPr id="42" name="Table 41">
            <a:extLst>
              <a:ext uri="{FF2B5EF4-FFF2-40B4-BE49-F238E27FC236}">
                <a16:creationId xmlns:a16="http://schemas.microsoft.com/office/drawing/2014/main" id="{0169C62D-9E4F-D02C-E7E1-57FA68D27C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1476832"/>
              </p:ext>
            </p:extLst>
          </p:nvPr>
        </p:nvGraphicFramePr>
        <p:xfrm>
          <a:off x="334962" y="3561937"/>
          <a:ext cx="3121471" cy="1080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pt-BR" sz="140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 Carteira HGD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eaLnBrk="1" hangingPunct="1"/>
                      <a:r>
                        <a:rPr lang="pt-BR" sz="1800" b="1" i="0" dirty="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66,5%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graphicFrame>
        <p:nvGraphicFramePr>
          <p:cNvPr id="43" name="Table 42">
            <a:extLst>
              <a:ext uri="{FF2B5EF4-FFF2-40B4-BE49-F238E27FC236}">
                <a16:creationId xmlns:a16="http://schemas.microsoft.com/office/drawing/2014/main" id="{13ADE146-CF3D-7C0D-61CE-31A82D4185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165362"/>
              </p:ext>
            </p:extLst>
          </p:nvPr>
        </p:nvGraphicFramePr>
        <p:xfrm>
          <a:off x="334962" y="5157287"/>
          <a:ext cx="3121471" cy="1080000"/>
        </p:xfrm>
        <a:graphic>
          <a:graphicData uri="http://schemas.openxmlformats.org/drawingml/2006/table">
            <a:tbl>
              <a:tblPr firstRow="1" bandRow="1"/>
              <a:tblGrid>
                <a:gridCol w="3121471">
                  <a:extLst>
                    <a:ext uri="{9D8B030D-6E8A-4147-A177-3AD203B41FA5}">
                      <a16:colId xmlns:a16="http://schemas.microsoft.com/office/drawing/2014/main" val="4058305718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pt-BR" sz="1400" b="0" dirty="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 Carteira HYD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28867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pt-BR" sz="1800" b="1" dirty="0">
                          <a:solidFill>
                            <a:schemeClr val="bg1"/>
                          </a:solidFill>
                          <a:latin typeface="Versos" panose="020B0503020204030204" pitchFamily="34" charset="0"/>
                        </a:rPr>
                        <a:t>5,3%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8174230"/>
                  </a:ext>
                </a:extLst>
              </a:tr>
            </a:tbl>
          </a:graphicData>
        </a:graphic>
      </p:graphicFrame>
      <p:sp>
        <p:nvSpPr>
          <p:cNvPr id="5" name="object 5">
            <a:extLst>
              <a:ext uri="{FF2B5EF4-FFF2-40B4-BE49-F238E27FC236}">
                <a16:creationId xmlns:a16="http://schemas.microsoft.com/office/drawing/2014/main" id="{9D6FDC0C-DD9A-5240-78D3-910E8CD04394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E5AF6702-E967-A720-DCAE-EE7AF328ADAD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9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899AC9D-AABC-E666-67C0-A6E2D1F4F3D2}"/>
              </a:ext>
            </a:extLst>
          </p:cNvPr>
          <p:cNvGrpSpPr/>
          <p:nvPr/>
        </p:nvGrpSpPr>
        <p:grpSpPr>
          <a:xfrm>
            <a:off x="4279439" y="1383135"/>
            <a:ext cx="7577599" cy="267041"/>
            <a:chOff x="5483225" y="1383135"/>
            <a:chExt cx="6372602" cy="267041"/>
          </a:xfrm>
        </p:grpSpPr>
        <p:sp>
          <p:nvSpPr>
            <p:cNvPr id="13" name="TextBox 19">
              <a:extLst>
                <a:ext uri="{FF2B5EF4-FFF2-40B4-BE49-F238E27FC236}">
                  <a16:creationId xmlns:a16="http://schemas.microsoft.com/office/drawing/2014/main" id="{6B93C0A7-0C6E-35EE-87CC-3C547A81D9A8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1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RATING</a:t>
              </a: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 EXTERNO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974F5DB-16A6-0BDE-6AB9-F28EC0A17BE5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2D8E02C-E36B-F0FA-84BB-F6DC2FB29C39}"/>
              </a:ext>
            </a:extLst>
          </p:cNvPr>
          <p:cNvGrpSpPr/>
          <p:nvPr/>
        </p:nvGrpSpPr>
        <p:grpSpPr>
          <a:xfrm>
            <a:off x="334964" y="1383135"/>
            <a:ext cx="3121471" cy="267041"/>
            <a:chOff x="5483225" y="1383135"/>
            <a:chExt cx="6372602" cy="267041"/>
          </a:xfrm>
        </p:grpSpPr>
        <p:sp>
          <p:nvSpPr>
            <p:cNvPr id="24" name="TextBox 19">
              <a:extLst>
                <a:ext uri="{FF2B5EF4-FFF2-40B4-BE49-F238E27FC236}">
                  <a16:creationId xmlns:a16="http://schemas.microsoft.com/office/drawing/2014/main" id="{76990588-85C4-0698-25D2-181C2CFB43D5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Plus Jakarta Sans Light" pitchFamily="2" charset="77"/>
                  <a:sym typeface="Arial"/>
                </a:rPr>
                <a:t>CARACTERÍSTICAS ALVO DO FUNDO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6C3DE702-B12C-2B2D-8D09-4628359AB49E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object 38">
            <a:extLst>
              <a:ext uri="{FF2B5EF4-FFF2-40B4-BE49-F238E27FC236}">
                <a16:creationId xmlns:a16="http://schemas.microsoft.com/office/drawing/2014/main" id="{1CCA1361-EEFD-F550-57F5-C34A4B5CD985}"/>
              </a:ext>
            </a:extLst>
          </p:cNvPr>
          <p:cNvSpPr txBox="1">
            <a:spLocks/>
          </p:cNvSpPr>
          <p:nvPr/>
        </p:nvSpPr>
        <p:spPr>
          <a:xfrm>
            <a:off x="315195" y="531264"/>
            <a:ext cx="7850404" cy="317886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Características</a:t>
            </a:r>
            <a:endParaRPr kumimoji="0" lang="pt-BR" sz="20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</p:txBody>
      </p:sp>
      <p:graphicFrame>
        <p:nvGraphicFramePr>
          <p:cNvPr id="9" name="Chart 6">
            <a:extLst>
              <a:ext uri="{FF2B5EF4-FFF2-40B4-BE49-F238E27FC236}">
                <a16:creationId xmlns:a16="http://schemas.microsoft.com/office/drawing/2014/main" id="{14C395F0-9338-6C82-6555-458072709C3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57064417"/>
              </p:ext>
            </p:extLst>
          </p:nvPr>
        </p:nvGraphicFramePr>
        <p:xfrm>
          <a:off x="4279438" y="2030583"/>
          <a:ext cx="7398211" cy="26398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4492399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B95C8A2-2012-BAD8-1EDB-0B9A68DFB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5">
            <a:extLst>
              <a:ext uri="{FF2B5EF4-FFF2-40B4-BE49-F238E27FC236}">
                <a16:creationId xmlns:a16="http://schemas.microsoft.com/office/drawing/2014/main" id="{ECA23C7D-9B1A-A67E-6F9B-31965CBCCEAF}"/>
              </a:ext>
            </a:extLst>
          </p:cNvPr>
          <p:cNvSpPr/>
          <p:nvPr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271D5E90-1C87-14A8-D2C5-7258073EC48C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" name="object 5">
            <a:extLst>
              <a:ext uri="{FF2B5EF4-FFF2-40B4-BE49-F238E27FC236}">
                <a16:creationId xmlns:a16="http://schemas.microsoft.com/office/drawing/2014/main" id="{A0139692-21D4-912E-D577-07A209D42224}"/>
              </a:ext>
            </a:extLst>
          </p:cNvPr>
          <p:cNvSpPr/>
          <p:nvPr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3F92A8C2-61DE-D77B-3B55-B2EC3C7366E0}"/>
              </a:ext>
            </a:extLst>
          </p:cNvPr>
          <p:cNvSpPr txBox="1">
            <a:spLocks/>
          </p:cNvSpPr>
          <p:nvPr/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100" b="0" i="0" u="none" strike="noStrike" cap="none">
                <a:solidFill>
                  <a:schemeClr val="bg1"/>
                </a:solidFill>
                <a:latin typeface="Versos" panose="020B0503020204030204" pitchFamily="34" charset="0"/>
                <a:ea typeface="Arial"/>
                <a:cs typeface="Versos" panose="020B0503020204030204" pitchFamily="34" charset="0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10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sym typeface="Arial"/>
            </a:endParaRPr>
          </a:p>
        </p:txBody>
      </p:sp>
      <p:sp>
        <p:nvSpPr>
          <p:cNvPr id="25" name="object 38">
            <a:extLst>
              <a:ext uri="{FF2B5EF4-FFF2-40B4-BE49-F238E27FC236}">
                <a16:creationId xmlns:a16="http://schemas.microsoft.com/office/drawing/2014/main" id="{D69965E7-653D-D867-9BD0-6CEC3DEE92F8}"/>
              </a:ext>
            </a:extLst>
          </p:cNvPr>
          <p:cNvSpPr txBox="1">
            <a:spLocks/>
          </p:cNvSpPr>
          <p:nvPr/>
        </p:nvSpPr>
        <p:spPr>
          <a:xfrm>
            <a:off x="315195" y="532835"/>
            <a:ext cx="5929416" cy="379442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40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TIVIO</a:t>
            </a:r>
            <a:r>
              <a:rPr kumimoji="0" lang="pt-BR" sz="2400" b="1" i="0" u="none" strike="noStrike" kern="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 HGD30</a:t>
            </a:r>
            <a:endParaRPr kumimoji="0" lang="pt-BR" sz="20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9712D18-1A66-18B5-F1C9-3B3B81F625BA}"/>
              </a:ext>
            </a:extLst>
          </p:cNvPr>
          <p:cNvGrpSpPr/>
          <p:nvPr/>
        </p:nvGrpSpPr>
        <p:grpSpPr>
          <a:xfrm>
            <a:off x="334962" y="1383135"/>
            <a:ext cx="11522076" cy="267041"/>
            <a:chOff x="5483225" y="1383135"/>
            <a:chExt cx="6372602" cy="267041"/>
          </a:xfrm>
        </p:grpSpPr>
        <p:sp>
          <p:nvSpPr>
            <p:cNvPr id="22" name="TextBox 19">
              <a:extLst>
                <a:ext uri="{FF2B5EF4-FFF2-40B4-BE49-F238E27FC236}">
                  <a16:creationId xmlns:a16="http://schemas.microsoft.com/office/drawing/2014/main" id="{05E396C3-B88E-0007-DEDB-B58643EA3CD5}"/>
                </a:ext>
              </a:extLst>
            </p:cNvPr>
            <p:cNvSpPr txBox="1"/>
            <p:nvPr/>
          </p:nvSpPr>
          <p:spPr>
            <a:xfrm>
              <a:off x="5483225" y="1383135"/>
              <a:ext cx="5404979" cy="164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067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Plus Jakarta Sans Light" pitchFamily="2" charset="77"/>
                  <a:sym typeface="Arial"/>
                </a:rPr>
                <a:t>RENTABILIDADE HISTÓRICA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2C6F015-BEBB-A1FC-7945-B66D0C40D72E}"/>
                </a:ext>
              </a:extLst>
            </p:cNvPr>
            <p:cNvCxnSpPr>
              <a:cxnSpLocks/>
            </p:cNvCxnSpPr>
            <p:nvPr/>
          </p:nvCxnSpPr>
          <p:spPr>
            <a:xfrm>
              <a:off x="5483225" y="1650176"/>
              <a:ext cx="6372602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80C51F6-F013-F1DE-5292-38F5EAF6AE99}"/>
              </a:ext>
            </a:extLst>
          </p:cNvPr>
          <p:cNvSpPr txBox="1"/>
          <p:nvPr/>
        </p:nvSpPr>
        <p:spPr>
          <a:xfrm>
            <a:off x="334962" y="1742906"/>
            <a:ext cx="1795363" cy="14619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Mai/2025 a Set/2026 (mensal)</a:t>
            </a:r>
          </a:p>
        </p:txBody>
      </p:sp>
      <p:sp>
        <p:nvSpPr>
          <p:cNvPr id="9" name="object 38">
            <a:extLst>
              <a:ext uri="{FF2B5EF4-FFF2-40B4-BE49-F238E27FC236}">
                <a16:creationId xmlns:a16="http://schemas.microsoft.com/office/drawing/2014/main" id="{706C8068-B0E7-6B6D-FA49-02402789DDBF}"/>
              </a:ext>
            </a:extLst>
          </p:cNvPr>
          <p:cNvSpPr txBox="1">
            <a:spLocks/>
          </p:cNvSpPr>
          <p:nvPr/>
        </p:nvSpPr>
        <p:spPr>
          <a:xfrm>
            <a:off x="3021013" y="625168"/>
            <a:ext cx="7237412" cy="194776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BRADESCO TIVIO HGD 30 PGBL VGBL FIF CLASSE FIC RF CP RL - </a:t>
            </a: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FIE</a:t>
            </a:r>
            <a:r>
              <a:rPr kumimoji="0" lang="pt-BR" sz="120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sos" panose="020B0503020204030204" pitchFamily="34" charset="77"/>
                <a:ea typeface="+mj-ea"/>
                <a:cs typeface="+mj-cs"/>
                <a:sym typeface="Arial"/>
              </a:rPr>
              <a:t> | 59.888.171/0001-41</a:t>
            </a:r>
            <a:endParaRPr kumimoji="0" lang="pt-BR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</p:txBody>
      </p:sp>
      <p:sp>
        <p:nvSpPr>
          <p:cNvPr id="11" name="CaixaDeTexto 7">
            <a:extLst>
              <a:ext uri="{FF2B5EF4-FFF2-40B4-BE49-F238E27FC236}">
                <a16:creationId xmlns:a16="http://schemas.microsoft.com/office/drawing/2014/main" id="{2A6B4856-3E76-0499-8A54-C52816CB4A31}"/>
              </a:ext>
            </a:extLst>
          </p:cNvPr>
          <p:cNvSpPr txBox="1"/>
          <p:nvPr/>
        </p:nvSpPr>
        <p:spPr>
          <a:xfrm>
            <a:off x="24511085" y="2839285"/>
            <a:ext cx="767674" cy="276999"/>
          </a:xfrm>
          <a:prstGeom prst="rect">
            <a:avLst/>
          </a:prstGeom>
          <a:solidFill>
            <a:srgbClr val="D3EDDD"/>
          </a:solidFill>
        </p:spPr>
        <p:txBody>
          <a:bodyPr wrap="square" rtlCol="0">
            <a:spAutoFit/>
          </a:bodyPr>
          <a:lstStyle/>
          <a:p>
            <a:r>
              <a:rPr lang="pt-B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Versos" panose="020B0503020204030204" pitchFamily="34" charset="0"/>
              </a:rPr>
              <a:t>19,60%</a:t>
            </a:r>
          </a:p>
        </p:txBody>
      </p:sp>
      <p:sp>
        <p:nvSpPr>
          <p:cNvPr id="12" name="CaixaDeTexto 9">
            <a:extLst>
              <a:ext uri="{FF2B5EF4-FFF2-40B4-BE49-F238E27FC236}">
                <a16:creationId xmlns:a16="http://schemas.microsoft.com/office/drawing/2014/main" id="{38722324-FFB4-FF61-A090-238719845692}"/>
              </a:ext>
            </a:extLst>
          </p:cNvPr>
          <p:cNvSpPr txBox="1"/>
          <p:nvPr/>
        </p:nvSpPr>
        <p:spPr>
          <a:xfrm>
            <a:off x="24511084" y="2530629"/>
            <a:ext cx="760021" cy="276999"/>
          </a:xfrm>
          <a:prstGeom prst="rect">
            <a:avLst/>
          </a:prstGeom>
          <a:solidFill>
            <a:srgbClr val="557F97"/>
          </a:solidFill>
        </p:spPr>
        <p:txBody>
          <a:bodyPr wrap="square" rtlCol="0">
            <a:spAutoFit/>
          </a:bodyPr>
          <a:lstStyle/>
          <a:p>
            <a:r>
              <a:rPr lang="pt-BR" sz="1200" dirty="0">
                <a:solidFill>
                  <a:schemeClr val="bg1"/>
                </a:solidFill>
                <a:latin typeface="Versos" panose="020B0503020204030204" pitchFamily="34" charset="0"/>
              </a:rPr>
              <a:t>19,71%</a:t>
            </a:r>
          </a:p>
        </p:txBody>
      </p:sp>
      <p:graphicFrame>
        <p:nvGraphicFramePr>
          <p:cNvPr id="8" name="Chart 2">
            <a:extLst>
              <a:ext uri="{FF2B5EF4-FFF2-40B4-BE49-F238E27FC236}">
                <a16:creationId xmlns:a16="http://schemas.microsoft.com/office/drawing/2014/main" id="{0C41438D-B071-8661-BD3E-680A7689CC9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08619319"/>
              </p:ext>
            </p:extLst>
          </p:nvPr>
        </p:nvGraphicFramePr>
        <p:xfrm>
          <a:off x="334961" y="2110538"/>
          <a:ext cx="11522077" cy="40809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CaixaDeTexto 12">
            <a:extLst>
              <a:ext uri="{FF2B5EF4-FFF2-40B4-BE49-F238E27FC236}">
                <a16:creationId xmlns:a16="http://schemas.microsoft.com/office/drawing/2014/main" id="{1A3AD69F-96F3-8958-7ADC-64CA49B205A6}"/>
              </a:ext>
            </a:extLst>
          </p:cNvPr>
          <p:cNvSpPr txBox="1"/>
          <p:nvPr/>
        </p:nvSpPr>
        <p:spPr>
          <a:xfrm>
            <a:off x="11226737" y="2447975"/>
            <a:ext cx="744114" cy="2769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pt-BR" sz="1200" b="1" dirty="0">
                <a:solidFill>
                  <a:schemeClr val="bg1"/>
                </a:solidFill>
                <a:latin typeface="Versos" panose="020B0503020204030204" pitchFamily="34" charset="0"/>
              </a:rPr>
              <a:t>21,88%</a:t>
            </a:r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B44EA01F-E603-46E2-E227-FEDEEB19567D}"/>
              </a:ext>
            </a:extLst>
          </p:cNvPr>
          <p:cNvSpPr txBox="1"/>
          <p:nvPr/>
        </p:nvSpPr>
        <p:spPr>
          <a:xfrm>
            <a:off x="11220325" y="2807628"/>
            <a:ext cx="750526" cy="2769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pt-BR" sz="1200" b="1" dirty="0">
                <a:solidFill>
                  <a:schemeClr val="tx2">
                    <a:lumMod val="50000"/>
                  </a:schemeClr>
                </a:solidFill>
                <a:latin typeface="Versos" panose="020B0503020204030204" pitchFamily="34" charset="0"/>
              </a:rPr>
              <a:t>21,00%</a:t>
            </a:r>
          </a:p>
        </p:txBody>
      </p:sp>
    </p:spTree>
    <p:extLst>
      <p:ext uri="{BB962C8B-B14F-4D97-AF65-F5344CB8AC3E}">
        <p14:creationId xmlns:p14="http://schemas.microsoft.com/office/powerpoint/2010/main" val="11759094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5BEAD87-172C-E18C-2BA8-8A7A2F0A8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56C69455-79A1-6A5E-27E4-501ABAE9841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8721" b="8721"/>
          <a:stretch>
            <a:fillRect/>
          </a:stretch>
        </p:blipFill>
        <p:spPr>
          <a:xfrm>
            <a:off x="6653350" y="0"/>
            <a:ext cx="5538650" cy="6858000"/>
          </a:xfrm>
          <a:prstGeom prst="rect">
            <a:avLst/>
          </a:prstGeom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E5FD345-E399-7D1E-57E7-F54451A01E96}"/>
              </a:ext>
            </a:extLst>
          </p:cNvPr>
          <p:cNvSpPr/>
          <p:nvPr/>
        </p:nvSpPr>
        <p:spPr>
          <a:xfrm>
            <a:off x="334963" y="1536712"/>
            <a:ext cx="6799261" cy="3856950"/>
          </a:xfrm>
          <a:prstGeom prst="roundRect">
            <a:avLst>
              <a:gd name="adj" fmla="val 5381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E9EC0B6-6835-3EBA-EAC9-748CB4396836}"/>
              </a:ext>
            </a:extLst>
          </p:cNvPr>
          <p:cNvGrpSpPr/>
          <p:nvPr/>
        </p:nvGrpSpPr>
        <p:grpSpPr>
          <a:xfrm>
            <a:off x="1007919" y="5682854"/>
            <a:ext cx="5022029" cy="778451"/>
            <a:chOff x="1007919" y="5229446"/>
            <a:chExt cx="5022029" cy="778451"/>
          </a:xfrm>
        </p:grpSpPr>
        <p:pic>
          <p:nvPicPr>
            <p:cNvPr id="2" name="Carta do Gestor - SimCity">
              <a:hlinkClick r:id="" action="ppaction://media"/>
              <a:extLst>
                <a:ext uri="{FF2B5EF4-FFF2-40B4-BE49-F238E27FC236}">
                  <a16:creationId xmlns:a16="http://schemas.microsoft.com/office/drawing/2014/main" id="{4509C4C5-B5ED-1A46-9D02-D87FD0937764}"/>
                </a:ext>
              </a:extLst>
            </p:cNvPr>
            <p:cNvPicPr>
              <a:picLocks noChangeAspect="1"/>
            </p:cNvPicPr>
            <p:nvPr>
              <a:videoFile r:link="rId2"/>
              <p:extLst>
                <p:ext uri="{DAA4B4D4-6D71-4841-9C94-3DE7FCFB9230}">
                  <p14:media xmlns:p14="http://schemas.microsoft.com/office/powerpoint/2010/main" r:embed="rId1"/>
                </p:ext>
              </p:extLst>
            </p:nvPr>
          </p:nvPicPr>
          <p:blipFill>
            <a:blip r:embed="rId7"/>
            <a:srcRect l="13851" t="42801" r="16192" b="41473"/>
            <a:stretch>
              <a:fillRect/>
            </a:stretch>
          </p:blipFill>
          <p:spPr>
            <a:xfrm>
              <a:off x="1258978" y="5317025"/>
              <a:ext cx="4770970" cy="603293"/>
            </a:xfrm>
            <a:prstGeom prst="roundRect">
              <a:avLst/>
            </a:prstGeom>
            <a:ln w="12700">
              <a:solidFill>
                <a:schemeClr val="bg2">
                  <a:lumMod val="90000"/>
                </a:schemeClr>
              </a:solidFill>
            </a:ln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128B8BD-BA23-D342-3645-1CDA48EB8787}"/>
                </a:ext>
              </a:extLst>
            </p:cNvPr>
            <p:cNvGrpSpPr/>
            <p:nvPr/>
          </p:nvGrpSpPr>
          <p:grpSpPr>
            <a:xfrm>
              <a:off x="1007919" y="5229446"/>
              <a:ext cx="778451" cy="778451"/>
              <a:chOff x="-142875" y="4943475"/>
              <a:chExt cx="1401852" cy="1401852"/>
            </a:xfrm>
          </p:grpSpPr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96405090-6CC1-375F-C575-0A406C5D4FE7}"/>
                  </a:ext>
                </a:extLst>
              </p:cNvPr>
              <p:cNvSpPr/>
              <p:nvPr/>
            </p:nvSpPr>
            <p:spPr>
              <a:xfrm>
                <a:off x="-142875" y="4943475"/>
                <a:ext cx="1401852" cy="1401852"/>
              </a:xfrm>
              <a:prstGeom prst="ellipse">
                <a:avLst/>
              </a:prstGeom>
              <a:solidFill>
                <a:schemeClr val="bg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BR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8" name="Picture 7" descr="Botão play - ícones de música grátis">
                <a:extLst>
                  <a:ext uri="{FF2B5EF4-FFF2-40B4-BE49-F238E27FC236}">
                    <a16:creationId xmlns:a16="http://schemas.microsoft.com/office/drawing/2014/main" id="{CF6BC651-96D6-3BD0-0B96-EEB941F221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24631" y="5213995"/>
                <a:ext cx="860813" cy="860813"/>
              </a:xfrm>
              <a:prstGeom prst="rect">
                <a:avLst/>
              </a:prstGeom>
            </p:spPr>
          </p:pic>
        </p:grpSp>
      </p:grpSp>
      <p:sp>
        <p:nvSpPr>
          <p:cNvPr id="3" name="Text Placeholder 3">
            <a:extLst>
              <a:ext uri="{FF2B5EF4-FFF2-40B4-BE49-F238E27FC236}">
                <a16:creationId xmlns:a16="http://schemas.microsoft.com/office/drawing/2014/main" id="{6913C854-7D39-152A-6287-29345883407A}"/>
              </a:ext>
            </a:extLst>
          </p:cNvPr>
          <p:cNvSpPr txBox="1">
            <a:spLocks/>
          </p:cNvSpPr>
          <p:nvPr/>
        </p:nvSpPr>
        <p:spPr>
          <a:xfrm>
            <a:off x="334963" y="484809"/>
            <a:ext cx="7425080" cy="639141"/>
          </a:xfrm>
          <a:prstGeom prst="rect">
            <a:avLst/>
          </a:prstGeom>
        </p:spPr>
        <p:txBody>
          <a:bodyPr lIns="0" anchor="ctr" anchorCtr="0"/>
          <a:lstStyle>
            <a:lvl1pPr marL="0" eaLnBrk="1" hangingPunct="1">
              <a:defRPr b="0" i="0">
                <a:latin typeface="Versos" panose="020B0503020204030204" pitchFamily="34" charset="77"/>
                <a:ea typeface="+mn-ea"/>
                <a:cs typeface="+mn-cs"/>
              </a:defRPr>
            </a:lvl1pPr>
            <a:lvl2pPr marL="265301" eaLnBrk="1" hangingPunct="1">
              <a:defRPr>
                <a:latin typeface="+mn-lt"/>
                <a:ea typeface="+mn-ea"/>
                <a:cs typeface="+mn-cs"/>
              </a:defRPr>
            </a:lvl2pPr>
            <a:lvl3pPr marL="530601" eaLnBrk="1" hangingPunct="1">
              <a:defRPr>
                <a:latin typeface="+mn-lt"/>
                <a:ea typeface="+mn-ea"/>
                <a:cs typeface="+mn-cs"/>
              </a:defRPr>
            </a:lvl3pPr>
            <a:lvl4pPr marL="795902" eaLnBrk="1" hangingPunct="1">
              <a:defRPr>
                <a:latin typeface="+mn-lt"/>
                <a:ea typeface="+mn-ea"/>
                <a:cs typeface="+mn-cs"/>
              </a:defRPr>
            </a:lvl4pPr>
            <a:lvl5pPr marL="1061204" eaLnBrk="1" hangingPunct="1">
              <a:defRPr>
                <a:latin typeface="+mn-lt"/>
                <a:ea typeface="+mn-ea"/>
                <a:cs typeface="+mn-cs"/>
              </a:defRPr>
            </a:lvl5pPr>
            <a:lvl6pPr marL="1326504" eaLnBrk="1" hangingPunct="1">
              <a:defRPr>
                <a:latin typeface="+mn-lt"/>
                <a:ea typeface="+mn-ea"/>
                <a:cs typeface="+mn-cs"/>
              </a:defRPr>
            </a:lvl6pPr>
            <a:lvl7pPr marL="1591805" eaLnBrk="1" hangingPunct="1">
              <a:defRPr>
                <a:latin typeface="+mn-lt"/>
                <a:ea typeface="+mn-ea"/>
                <a:cs typeface="+mn-cs"/>
              </a:defRPr>
            </a:lvl7pPr>
            <a:lvl8pPr marL="1857106" eaLnBrk="1" hangingPunct="1">
              <a:defRPr>
                <a:latin typeface="+mn-lt"/>
                <a:ea typeface="+mn-ea"/>
                <a:cs typeface="+mn-cs"/>
              </a:defRPr>
            </a:lvl8pPr>
            <a:lvl9pPr marL="2122407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pt-BR" sz="2200" kern="0">
                <a:solidFill>
                  <a:schemeClr val="bg1"/>
                </a:solidFill>
              </a:rPr>
              <a:t>Saiba mais sobre o TIVIO </a:t>
            </a:r>
            <a:r>
              <a:rPr lang="pt-BR" sz="2200" b="1" kern="0">
                <a:solidFill>
                  <a:schemeClr val="bg2">
                    <a:lumMod val="75000"/>
                  </a:schemeClr>
                </a:solidFill>
              </a:rPr>
              <a:t>HG</a:t>
            </a:r>
            <a:r>
              <a:rPr lang="pt-BR" sz="2200" kern="0">
                <a:solidFill>
                  <a:schemeClr val="bg1"/>
                </a:solidFill>
                <a:latin typeface="Versos Light" panose="020B0403020204030204" pitchFamily="34" charset="0"/>
              </a:rPr>
              <a:t>D30</a:t>
            </a:r>
            <a:r>
              <a:rPr lang="pt-BR" sz="2200" kern="0">
                <a:solidFill>
                  <a:schemeClr val="bg1"/>
                </a:solidFill>
              </a:rPr>
              <a:t> na </a:t>
            </a:r>
            <a:br>
              <a:rPr lang="pt-BR" sz="2200" kern="0">
                <a:solidFill>
                  <a:schemeClr val="bg1"/>
                </a:solidFill>
              </a:rPr>
            </a:br>
            <a:r>
              <a:rPr lang="pt-BR" sz="2200" kern="0">
                <a:solidFill>
                  <a:schemeClr val="bg1"/>
                </a:solidFill>
              </a:rPr>
              <a:t>página exclusiva </a:t>
            </a:r>
            <a:r>
              <a:rPr lang="pt-BR" sz="2200" b="1" kern="0">
                <a:solidFill>
                  <a:schemeClr val="bg1"/>
                </a:solidFill>
              </a:rPr>
              <a:t>e ouça nosso resumo por IA</a:t>
            </a:r>
            <a:endParaRPr lang="pt-BR" sz="2200" b="1" kern="0" dirty="0">
              <a:solidFill>
                <a:schemeClr val="bg2">
                  <a:lumMod val="9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34350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video>
              <p:cMediaNode vol="80000">
                <p:cTn id="2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5333A83-59EA-6BD5-492F-AFBCDB3774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D182D386-3BDD-9876-A287-C9442AE81917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23079" r="23079"/>
          <a:stretch/>
        </p:blipFill>
        <p:spPr>
          <a:xfrm>
            <a:off x="6653350" y="0"/>
            <a:ext cx="5538650" cy="68580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A1C610C-6C19-756C-EF2C-441B19986FBC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0" y="484188"/>
            <a:ext cx="7424738" cy="639762"/>
          </a:xfrm>
          <a:prstGeom prst="rect">
            <a:avLst/>
          </a:prstGeom>
        </p:spPr>
        <p:txBody>
          <a:bodyPr lIns="0" anchor="ctr" anchorCtr="0"/>
          <a:lstStyle/>
          <a:p>
            <a:pPr algn="l"/>
            <a:r>
              <a:rPr lang="pt-BR" sz="2200" dirty="0">
                <a:solidFill>
                  <a:schemeClr val="bg1"/>
                </a:solidFill>
              </a:rPr>
              <a:t>Saiba mais sobre o TIVIO </a:t>
            </a:r>
            <a:r>
              <a:rPr lang="pt-BR" sz="2200" b="1" dirty="0">
                <a:solidFill>
                  <a:schemeClr val="bg2">
                    <a:lumMod val="75000"/>
                  </a:schemeClr>
                </a:solidFill>
              </a:rPr>
              <a:t>HG</a:t>
            </a:r>
            <a:r>
              <a:rPr lang="pt-BR" sz="2200" dirty="0">
                <a:solidFill>
                  <a:schemeClr val="bg1"/>
                </a:solidFill>
                <a:latin typeface="Versos Light" panose="020B0403020204030204" pitchFamily="34" charset="0"/>
              </a:rPr>
              <a:t>D30</a:t>
            </a:r>
            <a:r>
              <a:rPr lang="pt-BR" sz="2200" dirty="0">
                <a:solidFill>
                  <a:schemeClr val="bg1"/>
                </a:solidFill>
              </a:rPr>
              <a:t> na </a:t>
            </a:r>
            <a:br>
              <a:rPr lang="pt-BR" sz="2200" dirty="0">
                <a:solidFill>
                  <a:schemeClr val="bg1"/>
                </a:solidFill>
              </a:rPr>
            </a:br>
            <a:r>
              <a:rPr lang="pt-BR" sz="2200" dirty="0">
                <a:solidFill>
                  <a:schemeClr val="bg1"/>
                </a:solidFill>
              </a:rPr>
              <a:t>página exclusiva </a:t>
            </a:r>
            <a:r>
              <a:rPr lang="pt-BR" sz="2200" b="1" dirty="0">
                <a:solidFill>
                  <a:schemeClr val="bg1"/>
                </a:solidFill>
              </a:rPr>
              <a:t>e ouça nosso resumo por IA</a:t>
            </a:r>
            <a:endParaRPr lang="pt-BR" sz="2200" b="1" dirty="0">
              <a:solidFill>
                <a:schemeClr val="bg2">
                  <a:lumMod val="90000"/>
                </a:schemeClr>
              </a:solidFill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631CF43-DA37-B34C-494C-D173DDEAF4A1}"/>
              </a:ext>
            </a:extLst>
          </p:cNvPr>
          <p:cNvGrpSpPr/>
          <p:nvPr/>
        </p:nvGrpSpPr>
        <p:grpSpPr>
          <a:xfrm>
            <a:off x="1007919" y="5682854"/>
            <a:ext cx="5022029" cy="778451"/>
            <a:chOff x="1007919" y="5229446"/>
            <a:chExt cx="5022029" cy="778451"/>
          </a:xfrm>
        </p:grpSpPr>
        <p:pic>
          <p:nvPicPr>
            <p:cNvPr id="2" name="Carta do Gestor - SimCity">
              <a:hlinkClick r:id="" action="ppaction://media"/>
              <a:extLst>
                <a:ext uri="{FF2B5EF4-FFF2-40B4-BE49-F238E27FC236}">
                  <a16:creationId xmlns:a16="http://schemas.microsoft.com/office/drawing/2014/main" id="{8C589891-1F72-33A6-C7DC-DEC10964A119}"/>
                </a:ext>
              </a:extLst>
            </p:cNvPr>
            <p:cNvPicPr>
              <a:picLocks noChangeAspect="1"/>
            </p:cNvPicPr>
            <p:nvPr>
              <a:videoFile r:link="rId2"/>
              <p:extLst>
                <p:ext uri="{DAA4B4D4-6D71-4841-9C94-3DE7FCFB9230}">
                  <p14:media xmlns:p14="http://schemas.microsoft.com/office/powerpoint/2010/main" r:embed="rId1"/>
                </p:ext>
              </p:extLst>
            </p:nvPr>
          </p:nvPicPr>
          <p:blipFill>
            <a:blip r:embed="rId6"/>
            <a:srcRect l="13851" t="42801" r="16192" b="41473"/>
            <a:stretch>
              <a:fillRect/>
            </a:stretch>
          </p:blipFill>
          <p:spPr>
            <a:xfrm>
              <a:off x="1258978" y="5317025"/>
              <a:ext cx="4770970" cy="603293"/>
            </a:xfrm>
            <a:prstGeom prst="roundRect">
              <a:avLst/>
            </a:prstGeom>
            <a:ln w="12700">
              <a:solidFill>
                <a:schemeClr val="bg2">
                  <a:lumMod val="90000"/>
                </a:schemeClr>
              </a:solidFill>
            </a:ln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D17FBD4D-10D5-DB96-1A47-4EFD19239895}"/>
                </a:ext>
              </a:extLst>
            </p:cNvPr>
            <p:cNvGrpSpPr/>
            <p:nvPr/>
          </p:nvGrpSpPr>
          <p:grpSpPr>
            <a:xfrm>
              <a:off x="1007919" y="5229446"/>
              <a:ext cx="778451" cy="778451"/>
              <a:chOff x="-142875" y="4943475"/>
              <a:chExt cx="1401852" cy="1401852"/>
            </a:xfrm>
          </p:grpSpPr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47F06D82-351F-A3F4-79CD-D4DE99515D57}"/>
                  </a:ext>
                </a:extLst>
              </p:cNvPr>
              <p:cNvSpPr/>
              <p:nvPr/>
            </p:nvSpPr>
            <p:spPr>
              <a:xfrm>
                <a:off x="-142875" y="4943475"/>
                <a:ext cx="1401852" cy="1401852"/>
              </a:xfrm>
              <a:prstGeom prst="ellipse">
                <a:avLst/>
              </a:prstGeom>
              <a:solidFill>
                <a:schemeClr val="bg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pic>
            <p:nvPicPr>
              <p:cNvPr id="8" name="Picture 7" descr="Botão play - ícones de música grátis">
                <a:extLst>
                  <a:ext uri="{FF2B5EF4-FFF2-40B4-BE49-F238E27FC236}">
                    <a16:creationId xmlns:a16="http://schemas.microsoft.com/office/drawing/2014/main" id="{6328C578-DBA9-8FC5-3968-89FD194C6F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24631" y="5213995"/>
                <a:ext cx="860813" cy="860813"/>
              </a:xfrm>
              <a:prstGeom prst="rect">
                <a:avLst/>
              </a:prstGeom>
            </p:spPr>
          </p:pic>
        </p:grpSp>
      </p:grp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EB7CF2AC-68A7-8504-D12C-6E945603C1D4}"/>
              </a:ext>
            </a:extLst>
          </p:cNvPr>
          <p:cNvSpPr/>
          <p:nvPr/>
        </p:nvSpPr>
        <p:spPr>
          <a:xfrm>
            <a:off x="334963" y="1536712"/>
            <a:ext cx="6799261" cy="3856950"/>
          </a:xfrm>
          <a:prstGeom prst="roundRect">
            <a:avLst>
              <a:gd name="adj" fmla="val 5381"/>
            </a:avLst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836350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video>
              <p:cMediaNode vol="80000">
                <p:cTn id="2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AF83CD2-9E3E-415F-77E9-29E336F7E2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57649" y="870321"/>
            <a:ext cx="8441175" cy="430887"/>
          </a:xfrm>
        </p:spPr>
        <p:txBody>
          <a:bodyPr/>
          <a:lstStyle/>
          <a:p>
            <a:r>
              <a:rPr lang="pt-BR" sz="2000" dirty="0" err="1">
                <a:solidFill>
                  <a:schemeClr val="bg1"/>
                </a:solidFill>
              </a:rPr>
              <a:t>Disclaimer</a:t>
            </a:r>
            <a:endParaRPr lang="pt-BR" sz="2000" dirty="0">
              <a:solidFill>
                <a:schemeClr val="bg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6C1A0C-1A96-3560-7A7D-2BF5E0EFF915}"/>
              </a:ext>
            </a:extLst>
          </p:cNvPr>
          <p:cNvGrpSpPr/>
          <p:nvPr/>
        </p:nvGrpSpPr>
        <p:grpSpPr>
          <a:xfrm>
            <a:off x="6804272" y="5606302"/>
            <a:ext cx="1749422" cy="866639"/>
            <a:chOff x="1699119" y="2600423"/>
            <a:chExt cx="6906502" cy="3421384"/>
          </a:xfrm>
        </p:grpSpPr>
        <p:pic>
          <p:nvPicPr>
            <p:cNvPr id="7" name="Imagem 3">
              <a:extLst>
                <a:ext uri="{FF2B5EF4-FFF2-40B4-BE49-F238E27FC236}">
                  <a16:creationId xmlns:a16="http://schemas.microsoft.com/office/drawing/2014/main" id="{199CD498-6137-1FB2-71DA-819482913AA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/>
          </p:blipFill>
          <p:spPr>
            <a:xfrm>
              <a:off x="5271241" y="2600423"/>
              <a:ext cx="3334380" cy="3371850"/>
            </a:xfrm>
            <a:prstGeom prst="rect">
              <a:avLst/>
            </a:prstGeom>
          </p:spPr>
        </p:pic>
        <p:pic>
          <p:nvPicPr>
            <p:cNvPr id="8" name="Imagem 4">
              <a:extLst>
                <a:ext uri="{FF2B5EF4-FFF2-40B4-BE49-F238E27FC236}">
                  <a16:creationId xmlns:a16="http://schemas.microsoft.com/office/drawing/2014/main" id="{9C9B33E0-7318-1D5D-15F8-398F0A19360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/>
            <a:stretch/>
          </p:blipFill>
          <p:spPr>
            <a:xfrm>
              <a:off x="1699119" y="2687426"/>
              <a:ext cx="3371850" cy="3334381"/>
            </a:xfrm>
            <a:prstGeom prst="rect">
              <a:avLst/>
            </a:prstGeom>
          </p:spPr>
        </p:pic>
      </p:grp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9819E3D9-8291-247A-6880-F8F12B3423C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9228" y="1356632"/>
            <a:ext cx="5179881" cy="3173139"/>
          </a:xfrm>
        </p:spPr>
        <p:txBody>
          <a:bodyPr/>
          <a:lstStyle/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MATERIAL DE DIVULGAÇÃO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ESTE FUNDO POSSUI MENOS DE SEIS MESES DE FUNCIONAMENTO. POR ESSE MOTIVO, ESTE MATERIAL NÃO APRESENTA INFORMAÇÕES SOBRE SEUS RESULTADOS OU SUA RENTABILIDADE, EM OBSERVÂNCIA À REGULAMENTAÇÃO APLICÁVEL.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Este material foi elaborado pela Tivio Capital Distribuidora de Títulos e Valores Mobiliários S.A. e possui caráter meramente informativo. Não constitui oferta, recomendação ou aconselhamento de investimento.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Antes de investir, leia a lâmina de informações básicas, se aplicável, o regulamento, o formulário de informações complementares, seus anexos e apêndices, disponíveis em tivio.com/fundos/.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Os investimentos envolvem riscos e podem não ser adequados aos objetivos do investidor.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latin typeface="Versos Light"/>
              <a:cs typeface="Versos"/>
            </a:endParaRP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"/>
              </a:rPr>
              <a:t>Os investimentos em fundos não são garantidos pelo administrador, pelo gestor, por qualquer mecanismo de seguro ou pelo Fundo Garantidor de Crédito – FGC.</a:t>
            </a:r>
          </a:p>
          <a:p>
            <a:pPr marR="1524" defTabSz="316733">
              <a:spcBef>
                <a:spcPts val="36"/>
              </a:spcBef>
              <a:spcAft>
                <a:spcPts val="36"/>
              </a:spcAft>
              <a:defRPr/>
            </a:pPr>
            <a:endParaRPr lang="pt-BR" sz="900">
              <a:solidFill>
                <a:srgbClr val="FFFFFF"/>
              </a:solidFill>
              <a:cs typeface="Versos"/>
            </a:endParaRPr>
          </a:p>
          <a:p>
            <a:pPr marL="5080" marR="2032" defTabSz="182880">
              <a:lnSpc>
                <a:spcPct val="122600"/>
              </a:lnSpc>
            </a:pP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A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Tivio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Capital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Distribuidora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de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Títulos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e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Valores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Mobiliários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S.A.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integra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conglomerado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prudencial</a:t>
            </a:r>
            <a:r>
              <a:rPr lang="pt-BR" sz="900" spc="-18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liderado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pelo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Banco Bradesco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8">
                <a:solidFill>
                  <a:srgbClr val="FFFFFF"/>
                </a:solidFill>
                <a:latin typeface="Versos Light"/>
                <a:cs typeface="Versos Light"/>
              </a:rPr>
              <a:t>S.A.</a:t>
            </a:r>
            <a:endParaRPr lang="pt-BR" sz="900">
              <a:solidFill>
                <a:prstClr val="black"/>
              </a:solidFill>
              <a:latin typeface="Versos Light"/>
              <a:cs typeface="Versos Light"/>
            </a:endParaRPr>
          </a:p>
          <a:p>
            <a:pPr defTabSz="182880">
              <a:spcBef>
                <a:spcPts val="122"/>
              </a:spcBef>
              <a:buClrTx/>
            </a:pPr>
            <a:endParaRPr lang="pt-BR" sz="900">
              <a:solidFill>
                <a:prstClr val="black"/>
              </a:solidFill>
              <a:latin typeface="Versos Light"/>
              <a:cs typeface="Versos Light"/>
            </a:endParaRPr>
          </a:p>
          <a:p>
            <a:pPr marL="5080" marR="2521204" defTabSz="182880">
              <a:lnSpc>
                <a:spcPct val="122600"/>
              </a:lnSpc>
              <a:buClrTx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SAC:</a:t>
            </a:r>
            <a:r>
              <a:rPr lang="pt-BR" sz="900" spc="10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0800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704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8383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–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Atendimento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24</a:t>
            </a:r>
            <a:r>
              <a:rPr lang="pt-BR" sz="900" spc="-20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horas </a:t>
            </a:r>
          </a:p>
          <a:p>
            <a:pPr marL="5080" marR="2521204" defTabSz="182880">
              <a:lnSpc>
                <a:spcPct val="122600"/>
              </a:lnSpc>
              <a:buClrTx/>
            </a:pP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Ouvidoria: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0800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727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9933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-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Atendimento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das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9h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às</a:t>
            </a:r>
            <a:r>
              <a:rPr lang="pt-BR" sz="900" spc="-1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8">
                <a:solidFill>
                  <a:srgbClr val="FFFFFF"/>
                </a:solidFill>
                <a:latin typeface="Versos Light"/>
                <a:cs typeface="Versos Light"/>
              </a:rPr>
              <a:t>18h,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de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segunda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>
                <a:solidFill>
                  <a:srgbClr val="FFFFFF"/>
                </a:solidFill>
                <a:latin typeface="Versos Light"/>
                <a:cs typeface="Versos Light"/>
              </a:rPr>
              <a:t>a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12">
                <a:solidFill>
                  <a:srgbClr val="FFFFFF"/>
                </a:solidFill>
                <a:latin typeface="Versos Light"/>
                <a:cs typeface="Versos Light"/>
              </a:rPr>
              <a:t>sexta-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feira, </a:t>
            </a:r>
            <a:r>
              <a:rPr lang="pt-BR" sz="900" spc="-10">
                <a:solidFill>
                  <a:srgbClr val="FFFFFF"/>
                </a:solidFill>
                <a:latin typeface="Versos Light"/>
                <a:cs typeface="Versos Light"/>
              </a:rPr>
              <a:t>exceto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 feriados</a:t>
            </a:r>
            <a:r>
              <a:rPr lang="pt-BR" sz="900" spc="-6">
                <a:solidFill>
                  <a:srgbClr val="FFFFFF"/>
                </a:solidFill>
                <a:latin typeface="Versos Light"/>
                <a:cs typeface="Versos Light"/>
              </a:rPr>
              <a:t> </a:t>
            </a:r>
            <a:r>
              <a:rPr lang="pt-BR" sz="900" spc="-4">
                <a:solidFill>
                  <a:srgbClr val="FFFFFF"/>
                </a:solidFill>
                <a:latin typeface="Versos Light"/>
                <a:cs typeface="Versos Light"/>
              </a:rPr>
              <a:t>nacionais</a:t>
            </a:r>
            <a:endParaRPr lang="pt-BR" sz="900">
              <a:solidFill>
                <a:prstClr val="black"/>
              </a:solidFill>
              <a:latin typeface="Versos Light"/>
              <a:cs typeface="Versos Light"/>
            </a:endParaRPr>
          </a:p>
        </p:txBody>
      </p:sp>
      <p:sp>
        <p:nvSpPr>
          <p:cNvPr id="49" name="object 18">
            <a:extLst>
              <a:ext uri="{FF2B5EF4-FFF2-40B4-BE49-F238E27FC236}">
                <a16:creationId xmlns:a16="http://schemas.microsoft.com/office/drawing/2014/main" id="{0033A798-CA23-2A2A-93C0-CB1DE4141D1C}"/>
              </a:ext>
            </a:extLst>
          </p:cNvPr>
          <p:cNvSpPr/>
          <p:nvPr/>
        </p:nvSpPr>
        <p:spPr>
          <a:xfrm>
            <a:off x="5297128" y="5806096"/>
            <a:ext cx="1226319" cy="415441"/>
          </a:xfrm>
          <a:custGeom>
            <a:avLst/>
            <a:gdLst/>
            <a:ahLst/>
            <a:cxnLst/>
            <a:rect l="l" t="t" r="r" b="b"/>
            <a:pathLst>
              <a:path w="1673859" h="567055">
                <a:moveTo>
                  <a:pt x="204609" y="58407"/>
                </a:moveTo>
                <a:lnTo>
                  <a:pt x="182501" y="97515"/>
                </a:lnTo>
                <a:lnTo>
                  <a:pt x="176085" y="136210"/>
                </a:lnTo>
                <a:lnTo>
                  <a:pt x="176085" y="358965"/>
                </a:lnTo>
                <a:lnTo>
                  <a:pt x="233197" y="358965"/>
                </a:lnTo>
                <a:lnTo>
                  <a:pt x="233108" y="136210"/>
                </a:lnTo>
                <a:lnTo>
                  <a:pt x="226701" y="97515"/>
                </a:lnTo>
                <a:lnTo>
                  <a:pt x="207835" y="62572"/>
                </a:lnTo>
                <a:lnTo>
                  <a:pt x="204609" y="58407"/>
                </a:lnTo>
                <a:close/>
              </a:path>
              <a:path w="1673859" h="567055">
                <a:moveTo>
                  <a:pt x="103289" y="4648"/>
                </a:moveTo>
                <a:lnTo>
                  <a:pt x="0" y="4648"/>
                </a:lnTo>
                <a:lnTo>
                  <a:pt x="0" y="58407"/>
                </a:lnTo>
                <a:lnTo>
                  <a:pt x="204609" y="58407"/>
                </a:lnTo>
                <a:lnTo>
                  <a:pt x="199529" y="51879"/>
                </a:lnTo>
                <a:lnTo>
                  <a:pt x="180023" y="31844"/>
                </a:lnTo>
                <a:lnTo>
                  <a:pt x="156914" y="17014"/>
                </a:lnTo>
                <a:lnTo>
                  <a:pt x="131053" y="7809"/>
                </a:lnTo>
                <a:lnTo>
                  <a:pt x="103289" y="4648"/>
                </a:lnTo>
                <a:close/>
              </a:path>
              <a:path w="1673859" h="567055">
                <a:moveTo>
                  <a:pt x="409181" y="4648"/>
                </a:moveTo>
                <a:lnTo>
                  <a:pt x="305904" y="4648"/>
                </a:lnTo>
                <a:lnTo>
                  <a:pt x="252244" y="17014"/>
                </a:lnTo>
                <a:lnTo>
                  <a:pt x="209651" y="51879"/>
                </a:lnTo>
                <a:lnTo>
                  <a:pt x="204597" y="58407"/>
                </a:lnTo>
                <a:lnTo>
                  <a:pt x="409181" y="58407"/>
                </a:lnTo>
                <a:lnTo>
                  <a:pt x="409181" y="4648"/>
                </a:lnTo>
                <a:close/>
              </a:path>
              <a:path w="1673859" h="567055">
                <a:moveTo>
                  <a:pt x="545998" y="429348"/>
                </a:moveTo>
                <a:lnTo>
                  <a:pt x="505007" y="442690"/>
                </a:lnTo>
                <a:lnTo>
                  <a:pt x="483342" y="479004"/>
                </a:lnTo>
                <a:lnTo>
                  <a:pt x="481355" y="498119"/>
                </a:lnTo>
                <a:lnTo>
                  <a:pt x="481733" y="505632"/>
                </a:lnTo>
                <a:lnTo>
                  <a:pt x="481852" y="507990"/>
                </a:lnTo>
                <a:lnTo>
                  <a:pt x="498643" y="547617"/>
                </a:lnTo>
                <a:lnTo>
                  <a:pt x="536607" y="566353"/>
                </a:lnTo>
                <a:lnTo>
                  <a:pt x="545998" y="566889"/>
                </a:lnTo>
                <a:lnTo>
                  <a:pt x="556852" y="566130"/>
                </a:lnTo>
                <a:lnTo>
                  <a:pt x="566743" y="563849"/>
                </a:lnTo>
                <a:lnTo>
                  <a:pt x="575673" y="560047"/>
                </a:lnTo>
                <a:lnTo>
                  <a:pt x="583641" y="554723"/>
                </a:lnTo>
                <a:lnTo>
                  <a:pt x="587025" y="551421"/>
                </a:lnTo>
                <a:lnTo>
                  <a:pt x="545236" y="551421"/>
                </a:lnTo>
                <a:lnTo>
                  <a:pt x="538463" y="550997"/>
                </a:lnTo>
                <a:lnTo>
                  <a:pt x="504304" y="525729"/>
                </a:lnTo>
                <a:lnTo>
                  <a:pt x="498589" y="498119"/>
                </a:lnTo>
                <a:lnTo>
                  <a:pt x="498946" y="490551"/>
                </a:lnTo>
                <a:lnTo>
                  <a:pt x="520618" y="451580"/>
                </a:lnTo>
                <a:lnTo>
                  <a:pt x="538105" y="445325"/>
                </a:lnTo>
                <a:lnTo>
                  <a:pt x="537318" y="445325"/>
                </a:lnTo>
                <a:lnTo>
                  <a:pt x="545236" y="444830"/>
                </a:lnTo>
                <a:lnTo>
                  <a:pt x="587068" y="444830"/>
                </a:lnTo>
                <a:lnTo>
                  <a:pt x="583641" y="441528"/>
                </a:lnTo>
                <a:lnTo>
                  <a:pt x="575587" y="436201"/>
                </a:lnTo>
                <a:lnTo>
                  <a:pt x="566629" y="432395"/>
                </a:lnTo>
                <a:lnTo>
                  <a:pt x="556766" y="430110"/>
                </a:lnTo>
                <a:lnTo>
                  <a:pt x="545998" y="429348"/>
                </a:lnTo>
                <a:close/>
              </a:path>
              <a:path w="1673859" h="567055">
                <a:moveTo>
                  <a:pt x="602513" y="521487"/>
                </a:moveTo>
                <a:lnTo>
                  <a:pt x="585660" y="521487"/>
                </a:lnTo>
                <a:lnTo>
                  <a:pt x="583322" y="528233"/>
                </a:lnTo>
                <a:lnTo>
                  <a:pt x="580156" y="534168"/>
                </a:lnTo>
                <a:lnTo>
                  <a:pt x="552437" y="550997"/>
                </a:lnTo>
                <a:lnTo>
                  <a:pt x="551745" y="550997"/>
                </a:lnTo>
                <a:lnTo>
                  <a:pt x="545236" y="551421"/>
                </a:lnTo>
                <a:lnTo>
                  <a:pt x="587025" y="551421"/>
                </a:lnTo>
                <a:lnTo>
                  <a:pt x="590449" y="548080"/>
                </a:lnTo>
                <a:lnTo>
                  <a:pt x="595863" y="540324"/>
                </a:lnTo>
                <a:lnTo>
                  <a:pt x="599884" y="531459"/>
                </a:lnTo>
                <a:lnTo>
                  <a:pt x="602513" y="521487"/>
                </a:lnTo>
                <a:close/>
              </a:path>
              <a:path w="1673859" h="567055">
                <a:moveTo>
                  <a:pt x="587068" y="444830"/>
                </a:moveTo>
                <a:lnTo>
                  <a:pt x="545236" y="444830"/>
                </a:lnTo>
                <a:lnTo>
                  <a:pt x="552671" y="445325"/>
                </a:lnTo>
                <a:lnTo>
                  <a:pt x="559523" y="446809"/>
                </a:lnTo>
                <a:lnTo>
                  <a:pt x="585863" y="474751"/>
                </a:lnTo>
                <a:lnTo>
                  <a:pt x="602716" y="474751"/>
                </a:lnTo>
                <a:lnTo>
                  <a:pt x="590534" y="448169"/>
                </a:lnTo>
                <a:lnTo>
                  <a:pt x="587068" y="444830"/>
                </a:lnTo>
                <a:close/>
              </a:path>
              <a:path w="1673859" h="567055">
                <a:moveTo>
                  <a:pt x="753071" y="430530"/>
                </a:moveTo>
                <a:lnTo>
                  <a:pt x="733158" y="430530"/>
                </a:lnTo>
                <a:lnTo>
                  <a:pt x="681482" y="565734"/>
                </a:lnTo>
                <a:lnTo>
                  <a:pt x="698893" y="565734"/>
                </a:lnTo>
                <a:lnTo>
                  <a:pt x="713206" y="529234"/>
                </a:lnTo>
                <a:lnTo>
                  <a:pt x="790649" y="529234"/>
                </a:lnTo>
                <a:lnTo>
                  <a:pt x="784842" y="513981"/>
                </a:lnTo>
                <a:lnTo>
                  <a:pt x="718261" y="513981"/>
                </a:lnTo>
                <a:lnTo>
                  <a:pt x="742632" y="448881"/>
                </a:lnTo>
                <a:lnTo>
                  <a:pt x="760058" y="448881"/>
                </a:lnTo>
                <a:lnTo>
                  <a:pt x="753071" y="430530"/>
                </a:lnTo>
                <a:close/>
              </a:path>
              <a:path w="1673859" h="567055">
                <a:moveTo>
                  <a:pt x="790649" y="529234"/>
                </a:moveTo>
                <a:lnTo>
                  <a:pt x="772236" y="529234"/>
                </a:lnTo>
                <a:lnTo>
                  <a:pt x="786561" y="565734"/>
                </a:lnTo>
                <a:lnTo>
                  <a:pt x="804545" y="565734"/>
                </a:lnTo>
                <a:lnTo>
                  <a:pt x="790649" y="529234"/>
                </a:lnTo>
                <a:close/>
              </a:path>
              <a:path w="1673859" h="567055">
                <a:moveTo>
                  <a:pt x="760058" y="448881"/>
                </a:moveTo>
                <a:lnTo>
                  <a:pt x="742632" y="448881"/>
                </a:lnTo>
                <a:lnTo>
                  <a:pt x="767207" y="513981"/>
                </a:lnTo>
                <a:lnTo>
                  <a:pt x="784842" y="513981"/>
                </a:lnTo>
                <a:lnTo>
                  <a:pt x="760058" y="448881"/>
                </a:lnTo>
                <a:close/>
              </a:path>
              <a:path w="1673859" h="567055">
                <a:moveTo>
                  <a:pt x="548284" y="4648"/>
                </a:moveTo>
                <a:lnTo>
                  <a:pt x="492810" y="4648"/>
                </a:lnTo>
                <a:lnTo>
                  <a:pt x="492810" y="358952"/>
                </a:lnTo>
                <a:lnTo>
                  <a:pt x="548284" y="358952"/>
                </a:lnTo>
                <a:lnTo>
                  <a:pt x="548284" y="4648"/>
                </a:lnTo>
                <a:close/>
              </a:path>
              <a:path w="1673859" h="567055">
                <a:moveTo>
                  <a:pt x="1468589" y="0"/>
                </a:moveTo>
                <a:lnTo>
                  <a:pt x="1425787" y="3211"/>
                </a:lnTo>
                <a:lnTo>
                  <a:pt x="1386632" y="12726"/>
                </a:lnTo>
                <a:lnTo>
                  <a:pt x="1351641" y="28369"/>
                </a:lnTo>
                <a:lnTo>
                  <a:pt x="1296744" y="76971"/>
                </a:lnTo>
                <a:lnTo>
                  <a:pt x="1267682" y="143691"/>
                </a:lnTo>
                <a:lnTo>
                  <a:pt x="1263916" y="181787"/>
                </a:lnTo>
                <a:lnTo>
                  <a:pt x="1267682" y="219884"/>
                </a:lnTo>
                <a:lnTo>
                  <a:pt x="1296744" y="286599"/>
                </a:lnTo>
                <a:lnTo>
                  <a:pt x="1351641" y="335193"/>
                </a:lnTo>
                <a:lnTo>
                  <a:pt x="1386632" y="350835"/>
                </a:lnTo>
                <a:lnTo>
                  <a:pt x="1425787" y="360351"/>
                </a:lnTo>
                <a:lnTo>
                  <a:pt x="1468589" y="363562"/>
                </a:lnTo>
                <a:lnTo>
                  <a:pt x="1511390" y="360351"/>
                </a:lnTo>
                <a:lnTo>
                  <a:pt x="1550541" y="350835"/>
                </a:lnTo>
                <a:lnTo>
                  <a:pt x="1585527" y="335193"/>
                </a:lnTo>
                <a:lnTo>
                  <a:pt x="1615833" y="313601"/>
                </a:lnTo>
                <a:lnTo>
                  <a:pt x="1621398" y="307492"/>
                </a:lnTo>
                <a:lnTo>
                  <a:pt x="1468589" y="307492"/>
                </a:lnTo>
                <a:lnTo>
                  <a:pt x="1436721" y="305233"/>
                </a:lnTo>
                <a:lnTo>
                  <a:pt x="1382173" y="287523"/>
                </a:lnTo>
                <a:lnTo>
                  <a:pt x="1343285" y="253905"/>
                </a:lnTo>
                <a:lnTo>
                  <a:pt x="1323458" y="208332"/>
                </a:lnTo>
                <a:lnTo>
                  <a:pt x="1320927" y="181787"/>
                </a:lnTo>
                <a:lnTo>
                  <a:pt x="1323456" y="155236"/>
                </a:lnTo>
                <a:lnTo>
                  <a:pt x="1343279" y="109662"/>
                </a:lnTo>
                <a:lnTo>
                  <a:pt x="1382177" y="76042"/>
                </a:lnTo>
                <a:lnTo>
                  <a:pt x="1436701" y="58318"/>
                </a:lnTo>
                <a:lnTo>
                  <a:pt x="1468589" y="56057"/>
                </a:lnTo>
                <a:lnTo>
                  <a:pt x="1621385" y="56057"/>
                </a:lnTo>
                <a:lnTo>
                  <a:pt x="1615833" y="49961"/>
                </a:lnTo>
                <a:lnTo>
                  <a:pt x="1585527" y="28369"/>
                </a:lnTo>
                <a:lnTo>
                  <a:pt x="1550541" y="12726"/>
                </a:lnTo>
                <a:lnTo>
                  <a:pt x="1511390" y="3211"/>
                </a:lnTo>
                <a:lnTo>
                  <a:pt x="1468589" y="0"/>
                </a:lnTo>
                <a:close/>
              </a:path>
              <a:path w="1673859" h="567055">
                <a:moveTo>
                  <a:pt x="1621385" y="56057"/>
                </a:moveTo>
                <a:lnTo>
                  <a:pt x="1468589" y="56057"/>
                </a:lnTo>
                <a:lnTo>
                  <a:pt x="1500483" y="58318"/>
                </a:lnTo>
                <a:lnTo>
                  <a:pt x="1529411" y="65020"/>
                </a:lnTo>
                <a:lnTo>
                  <a:pt x="1576870" y="91262"/>
                </a:lnTo>
                <a:lnTo>
                  <a:pt x="1606214" y="131090"/>
                </a:lnTo>
                <a:lnTo>
                  <a:pt x="1616240" y="181787"/>
                </a:lnTo>
                <a:lnTo>
                  <a:pt x="1613712" y="208332"/>
                </a:lnTo>
                <a:lnTo>
                  <a:pt x="1593892" y="253905"/>
                </a:lnTo>
                <a:lnTo>
                  <a:pt x="1554998" y="287523"/>
                </a:lnTo>
                <a:lnTo>
                  <a:pt x="1500483" y="305233"/>
                </a:lnTo>
                <a:lnTo>
                  <a:pt x="1468589" y="307492"/>
                </a:lnTo>
                <a:lnTo>
                  <a:pt x="1621398" y="307492"/>
                </a:lnTo>
                <a:lnTo>
                  <a:pt x="1640433" y="286599"/>
                </a:lnTo>
                <a:lnTo>
                  <a:pt x="1658456" y="255090"/>
                </a:lnTo>
                <a:lnTo>
                  <a:pt x="1669538" y="219884"/>
                </a:lnTo>
                <a:lnTo>
                  <a:pt x="1673313" y="181787"/>
                </a:lnTo>
                <a:lnTo>
                  <a:pt x="1669538" y="143691"/>
                </a:lnTo>
                <a:lnTo>
                  <a:pt x="1658456" y="108483"/>
                </a:lnTo>
                <a:lnTo>
                  <a:pt x="1640433" y="76971"/>
                </a:lnTo>
                <a:lnTo>
                  <a:pt x="1621385" y="56057"/>
                </a:lnTo>
                <a:close/>
              </a:path>
              <a:path w="1673859" h="567055">
                <a:moveTo>
                  <a:pt x="1584972" y="430517"/>
                </a:moveTo>
                <a:lnTo>
                  <a:pt x="1568119" y="430517"/>
                </a:lnTo>
                <a:lnTo>
                  <a:pt x="1568119" y="565708"/>
                </a:lnTo>
                <a:lnTo>
                  <a:pt x="1646707" y="565708"/>
                </a:lnTo>
                <a:lnTo>
                  <a:pt x="1646707" y="550265"/>
                </a:lnTo>
                <a:lnTo>
                  <a:pt x="1584972" y="550265"/>
                </a:lnTo>
                <a:lnTo>
                  <a:pt x="1584972" y="430517"/>
                </a:lnTo>
                <a:close/>
              </a:path>
              <a:path w="1673859" h="567055">
                <a:moveTo>
                  <a:pt x="1251077" y="445985"/>
                </a:moveTo>
                <a:lnTo>
                  <a:pt x="1234236" y="445985"/>
                </a:lnTo>
                <a:lnTo>
                  <a:pt x="1234236" y="565734"/>
                </a:lnTo>
                <a:lnTo>
                  <a:pt x="1251077" y="565734"/>
                </a:lnTo>
                <a:lnTo>
                  <a:pt x="1251077" y="445985"/>
                </a:lnTo>
                <a:close/>
              </a:path>
              <a:path w="1673859" h="567055">
                <a:moveTo>
                  <a:pt x="1295019" y="430530"/>
                </a:moveTo>
                <a:lnTo>
                  <a:pt x="1190307" y="430530"/>
                </a:lnTo>
                <a:lnTo>
                  <a:pt x="1190307" y="445985"/>
                </a:lnTo>
                <a:lnTo>
                  <a:pt x="1295019" y="445985"/>
                </a:lnTo>
                <a:lnTo>
                  <a:pt x="1295019" y="430530"/>
                </a:lnTo>
                <a:close/>
              </a:path>
              <a:path w="1673859" h="567055">
                <a:moveTo>
                  <a:pt x="1427784" y="430530"/>
                </a:moveTo>
                <a:lnTo>
                  <a:pt x="1407845" y="430530"/>
                </a:lnTo>
                <a:lnTo>
                  <a:pt x="1356169" y="565734"/>
                </a:lnTo>
                <a:lnTo>
                  <a:pt x="1373593" y="565734"/>
                </a:lnTo>
                <a:lnTo>
                  <a:pt x="1387932" y="529234"/>
                </a:lnTo>
                <a:lnTo>
                  <a:pt x="1465371" y="529234"/>
                </a:lnTo>
                <a:lnTo>
                  <a:pt x="1459563" y="513981"/>
                </a:lnTo>
                <a:lnTo>
                  <a:pt x="1392948" y="513981"/>
                </a:lnTo>
                <a:lnTo>
                  <a:pt x="1417332" y="448881"/>
                </a:lnTo>
                <a:lnTo>
                  <a:pt x="1434773" y="448881"/>
                </a:lnTo>
                <a:lnTo>
                  <a:pt x="1427784" y="430530"/>
                </a:lnTo>
                <a:close/>
              </a:path>
              <a:path w="1673859" h="567055">
                <a:moveTo>
                  <a:pt x="1465371" y="529234"/>
                </a:moveTo>
                <a:lnTo>
                  <a:pt x="1446961" y="529234"/>
                </a:lnTo>
                <a:lnTo>
                  <a:pt x="1461274" y="565734"/>
                </a:lnTo>
                <a:lnTo>
                  <a:pt x="1479270" y="565734"/>
                </a:lnTo>
                <a:lnTo>
                  <a:pt x="1465371" y="529234"/>
                </a:lnTo>
                <a:close/>
              </a:path>
              <a:path w="1673859" h="567055">
                <a:moveTo>
                  <a:pt x="1434773" y="448881"/>
                </a:moveTo>
                <a:lnTo>
                  <a:pt x="1417332" y="448881"/>
                </a:lnTo>
                <a:lnTo>
                  <a:pt x="1441894" y="513981"/>
                </a:lnTo>
                <a:lnTo>
                  <a:pt x="1459563" y="513981"/>
                </a:lnTo>
                <a:lnTo>
                  <a:pt x="1434773" y="448881"/>
                </a:lnTo>
                <a:close/>
              </a:path>
              <a:path w="1673859" h="567055">
                <a:moveTo>
                  <a:pt x="1180312" y="4660"/>
                </a:moveTo>
                <a:lnTo>
                  <a:pt x="1124839" y="4660"/>
                </a:lnTo>
                <a:lnTo>
                  <a:pt x="1124839" y="358952"/>
                </a:lnTo>
                <a:lnTo>
                  <a:pt x="1180312" y="358952"/>
                </a:lnTo>
                <a:lnTo>
                  <a:pt x="1180312" y="4660"/>
                </a:lnTo>
                <a:close/>
              </a:path>
              <a:path w="1673859" h="567055">
                <a:moveTo>
                  <a:pt x="1098791" y="430530"/>
                </a:moveTo>
                <a:lnTo>
                  <a:pt x="1081938" y="430530"/>
                </a:lnTo>
                <a:lnTo>
                  <a:pt x="1081938" y="565734"/>
                </a:lnTo>
                <a:lnTo>
                  <a:pt x="1098791" y="565734"/>
                </a:lnTo>
                <a:lnTo>
                  <a:pt x="1098791" y="430530"/>
                </a:lnTo>
                <a:close/>
              </a:path>
              <a:path w="1673859" h="567055">
                <a:moveTo>
                  <a:pt x="954392" y="430530"/>
                </a:moveTo>
                <a:lnTo>
                  <a:pt x="893419" y="430530"/>
                </a:lnTo>
                <a:lnTo>
                  <a:pt x="893419" y="565734"/>
                </a:lnTo>
                <a:lnTo>
                  <a:pt x="910272" y="565734"/>
                </a:lnTo>
                <a:lnTo>
                  <a:pt x="910272" y="513778"/>
                </a:lnTo>
                <a:lnTo>
                  <a:pt x="954392" y="513778"/>
                </a:lnTo>
                <a:lnTo>
                  <a:pt x="962240" y="512076"/>
                </a:lnTo>
                <a:lnTo>
                  <a:pt x="975779" y="505244"/>
                </a:lnTo>
                <a:lnTo>
                  <a:pt x="981036" y="500380"/>
                </a:lnTo>
                <a:lnTo>
                  <a:pt x="982242" y="498348"/>
                </a:lnTo>
                <a:lnTo>
                  <a:pt x="910272" y="498348"/>
                </a:lnTo>
                <a:lnTo>
                  <a:pt x="910272" y="446011"/>
                </a:lnTo>
                <a:lnTo>
                  <a:pt x="982438" y="446011"/>
                </a:lnTo>
                <a:lnTo>
                  <a:pt x="981189" y="443903"/>
                </a:lnTo>
                <a:lnTo>
                  <a:pt x="975944" y="439064"/>
                </a:lnTo>
                <a:lnTo>
                  <a:pt x="962240" y="432231"/>
                </a:lnTo>
                <a:lnTo>
                  <a:pt x="954392" y="430530"/>
                </a:lnTo>
                <a:close/>
              </a:path>
              <a:path w="1673859" h="567055">
                <a:moveTo>
                  <a:pt x="982438" y="446011"/>
                </a:moveTo>
                <a:lnTo>
                  <a:pt x="953033" y="446011"/>
                </a:lnTo>
                <a:lnTo>
                  <a:pt x="960107" y="448360"/>
                </a:lnTo>
                <a:lnTo>
                  <a:pt x="970559" y="457758"/>
                </a:lnTo>
                <a:lnTo>
                  <a:pt x="973162" y="464096"/>
                </a:lnTo>
                <a:lnTo>
                  <a:pt x="973162" y="480098"/>
                </a:lnTo>
                <a:lnTo>
                  <a:pt x="970521" y="486448"/>
                </a:lnTo>
                <a:lnTo>
                  <a:pt x="959929" y="495947"/>
                </a:lnTo>
                <a:lnTo>
                  <a:pt x="952855" y="498348"/>
                </a:lnTo>
                <a:lnTo>
                  <a:pt x="982242" y="498348"/>
                </a:lnTo>
                <a:lnTo>
                  <a:pt x="988517" y="487768"/>
                </a:lnTo>
                <a:lnTo>
                  <a:pt x="990396" y="480428"/>
                </a:lnTo>
                <a:lnTo>
                  <a:pt x="990396" y="463715"/>
                </a:lnTo>
                <a:lnTo>
                  <a:pt x="988542" y="456399"/>
                </a:lnTo>
                <a:lnTo>
                  <a:pt x="984885" y="450138"/>
                </a:lnTo>
                <a:lnTo>
                  <a:pt x="982438" y="446011"/>
                </a:lnTo>
                <a:close/>
              </a:path>
              <a:path w="1673859" h="567055">
                <a:moveTo>
                  <a:pt x="691931" y="4673"/>
                </a:moveTo>
                <a:lnTo>
                  <a:pt x="627898" y="4673"/>
                </a:lnTo>
                <a:lnTo>
                  <a:pt x="754281" y="305409"/>
                </a:lnTo>
                <a:lnTo>
                  <a:pt x="774778" y="339036"/>
                </a:lnTo>
                <a:lnTo>
                  <a:pt x="818033" y="362666"/>
                </a:lnTo>
                <a:lnTo>
                  <a:pt x="833965" y="363601"/>
                </a:lnTo>
                <a:lnTo>
                  <a:pt x="836577" y="363601"/>
                </a:lnTo>
                <a:lnTo>
                  <a:pt x="691931" y="4673"/>
                </a:lnTo>
                <a:close/>
              </a:path>
              <a:path w="1673859" h="567055">
                <a:moveTo>
                  <a:pt x="1045210" y="4673"/>
                </a:moveTo>
                <a:lnTo>
                  <a:pt x="981184" y="4673"/>
                </a:lnTo>
                <a:lnTo>
                  <a:pt x="836549" y="363601"/>
                </a:lnTo>
                <a:lnTo>
                  <a:pt x="839358" y="363601"/>
                </a:lnTo>
                <a:lnTo>
                  <a:pt x="898366" y="339036"/>
                </a:lnTo>
                <a:lnTo>
                  <a:pt x="918832" y="305409"/>
                </a:lnTo>
                <a:lnTo>
                  <a:pt x="1045210" y="46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365760">
              <a:buClrTx/>
            </a:pPr>
            <a:endParaRPr sz="720">
              <a:solidFill>
                <a:sysClr val="windowText" lastClr="000000"/>
              </a:solidFill>
            </a:endParaRPr>
          </a:p>
        </p:txBody>
      </p:sp>
      <p:grpSp>
        <p:nvGrpSpPr>
          <p:cNvPr id="52" name="Agrupar 51">
            <a:extLst>
              <a:ext uri="{FF2B5EF4-FFF2-40B4-BE49-F238E27FC236}">
                <a16:creationId xmlns:a16="http://schemas.microsoft.com/office/drawing/2014/main" id="{0752733A-E921-267D-513E-85D330E7CDE3}"/>
              </a:ext>
            </a:extLst>
          </p:cNvPr>
          <p:cNvGrpSpPr/>
          <p:nvPr/>
        </p:nvGrpSpPr>
        <p:grpSpPr>
          <a:xfrm>
            <a:off x="401638" y="5687189"/>
            <a:ext cx="4434979" cy="844601"/>
            <a:chOff x="372046" y="4860069"/>
            <a:chExt cx="3804825" cy="724594"/>
          </a:xfrm>
        </p:grpSpPr>
        <p:pic>
          <p:nvPicPr>
            <p:cNvPr id="11" name="Imagem 3">
              <a:extLst>
                <a:ext uri="{FF2B5EF4-FFF2-40B4-BE49-F238E27FC236}">
                  <a16:creationId xmlns:a16="http://schemas.microsoft.com/office/drawing/2014/main" id="{F64E026C-60DC-2B71-E6E7-B521972C7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49108" y="4915670"/>
              <a:ext cx="1056377" cy="391993"/>
            </a:xfrm>
            <a:prstGeom prst="rect">
              <a:avLst/>
            </a:prstGeom>
          </p:spPr>
        </p:pic>
        <p:grpSp>
          <p:nvGrpSpPr>
            <p:cNvPr id="39" name="Agrupar 38">
              <a:extLst>
                <a:ext uri="{FF2B5EF4-FFF2-40B4-BE49-F238E27FC236}">
                  <a16:creationId xmlns:a16="http://schemas.microsoft.com/office/drawing/2014/main" id="{7243A597-E83D-86D4-562C-7998D7249871}"/>
                </a:ext>
              </a:extLst>
            </p:cNvPr>
            <p:cNvGrpSpPr/>
            <p:nvPr/>
          </p:nvGrpSpPr>
          <p:grpSpPr>
            <a:xfrm>
              <a:off x="2847829" y="4907696"/>
              <a:ext cx="1329042" cy="479472"/>
              <a:chOff x="10104386" y="15327554"/>
              <a:chExt cx="2794584" cy="1008189"/>
            </a:xfrm>
          </p:grpSpPr>
          <p:grpSp>
            <p:nvGrpSpPr>
              <p:cNvPr id="41" name="object 10">
                <a:extLst>
                  <a:ext uri="{FF2B5EF4-FFF2-40B4-BE49-F238E27FC236}">
                    <a16:creationId xmlns:a16="http://schemas.microsoft.com/office/drawing/2014/main" id="{F1BBE9F6-3B4F-2FD1-F06D-159C099600CD}"/>
                  </a:ext>
                </a:extLst>
              </p:cNvPr>
              <p:cNvGrpSpPr/>
              <p:nvPr/>
            </p:nvGrpSpPr>
            <p:grpSpPr>
              <a:xfrm>
                <a:off x="11566853" y="15335225"/>
                <a:ext cx="1332117" cy="1000518"/>
                <a:chOff x="11566853" y="15335225"/>
                <a:chExt cx="1332117" cy="1000518"/>
              </a:xfrm>
            </p:grpSpPr>
            <p:pic>
              <p:nvPicPr>
                <p:cNvPr id="46" name="object 11">
                  <a:extLst>
                    <a:ext uri="{FF2B5EF4-FFF2-40B4-BE49-F238E27FC236}">
                      <a16:creationId xmlns:a16="http://schemas.microsoft.com/office/drawing/2014/main" id="{76BA2F6E-7533-470C-15A1-F0855DF219DB}"/>
                    </a:ext>
                  </a:extLst>
                </p:cNvPr>
                <p:cNvPicPr/>
                <p:nvPr/>
              </p:nvPicPr>
              <p:blipFill>
                <a:blip r:embed="rId6" cstate="print"/>
                <a:stretch>
                  <a:fillRect/>
                </a:stretch>
              </p:blipFill>
              <p:spPr>
                <a:xfrm>
                  <a:off x="11566855" y="15335225"/>
                  <a:ext cx="1332115" cy="333819"/>
                </a:xfrm>
                <a:prstGeom prst="rect">
                  <a:avLst/>
                </a:prstGeom>
              </p:spPr>
            </p:pic>
            <p:pic>
              <p:nvPicPr>
                <p:cNvPr id="47" name="object 12">
                  <a:extLst>
                    <a:ext uri="{FF2B5EF4-FFF2-40B4-BE49-F238E27FC236}">
                      <a16:creationId xmlns:a16="http://schemas.microsoft.com/office/drawing/2014/main" id="{8476C905-A40E-43BD-2EF5-A3B8B0389189}"/>
                    </a:ext>
                  </a:extLst>
                </p:cNvPr>
                <p:cNvPicPr/>
                <p:nvPr/>
              </p:nvPicPr>
              <p:blipFill>
                <a:blip r:embed="rId7" cstate="print"/>
                <a:stretch>
                  <a:fillRect/>
                </a:stretch>
              </p:blipFill>
              <p:spPr>
                <a:xfrm>
                  <a:off x="11566853" y="15668390"/>
                  <a:ext cx="1332115" cy="334149"/>
                </a:xfrm>
                <a:prstGeom prst="rect">
                  <a:avLst/>
                </a:prstGeom>
              </p:spPr>
            </p:pic>
            <p:pic>
              <p:nvPicPr>
                <p:cNvPr id="48" name="object 13">
                  <a:extLst>
                    <a:ext uri="{FF2B5EF4-FFF2-40B4-BE49-F238E27FC236}">
                      <a16:creationId xmlns:a16="http://schemas.microsoft.com/office/drawing/2014/main" id="{C8241F9C-42D5-AD38-64B5-129859B476FB}"/>
                    </a:ext>
                  </a:extLst>
                </p:cNvPr>
                <p:cNvPicPr/>
                <p:nvPr/>
              </p:nvPicPr>
              <p:blipFill>
                <a:blip r:embed="rId8" cstate="print"/>
                <a:stretch>
                  <a:fillRect/>
                </a:stretch>
              </p:blipFill>
              <p:spPr>
                <a:xfrm>
                  <a:off x="11566855" y="16001924"/>
                  <a:ext cx="1332115" cy="333819"/>
                </a:xfrm>
                <a:prstGeom prst="rect">
                  <a:avLst/>
                </a:prstGeom>
              </p:spPr>
            </p:pic>
          </p:grpSp>
          <p:grpSp>
            <p:nvGrpSpPr>
              <p:cNvPr id="42" name="object 14">
                <a:extLst>
                  <a:ext uri="{FF2B5EF4-FFF2-40B4-BE49-F238E27FC236}">
                    <a16:creationId xmlns:a16="http://schemas.microsoft.com/office/drawing/2014/main" id="{E93D7CE1-FF34-519F-28D7-76D4053AA182}"/>
                  </a:ext>
                </a:extLst>
              </p:cNvPr>
              <p:cNvGrpSpPr/>
              <p:nvPr/>
            </p:nvGrpSpPr>
            <p:grpSpPr>
              <a:xfrm>
                <a:off x="10104386" y="15327554"/>
                <a:ext cx="1332230" cy="998855"/>
                <a:chOff x="10104386" y="15327554"/>
                <a:chExt cx="1332230" cy="998855"/>
              </a:xfrm>
            </p:grpSpPr>
            <p:pic>
              <p:nvPicPr>
                <p:cNvPr id="43" name="object 15">
                  <a:extLst>
                    <a:ext uri="{FF2B5EF4-FFF2-40B4-BE49-F238E27FC236}">
                      <a16:creationId xmlns:a16="http://schemas.microsoft.com/office/drawing/2014/main" id="{83DBDD78-3DCA-2FB0-58E8-83058ED654C7}"/>
                    </a:ext>
                  </a:extLst>
                </p:cNvPr>
                <p:cNvPicPr/>
                <p:nvPr/>
              </p:nvPicPr>
              <p:blipFill>
                <a:blip r:embed="rId9" cstate="print"/>
                <a:stretch>
                  <a:fillRect/>
                </a:stretch>
              </p:blipFill>
              <p:spPr>
                <a:xfrm>
                  <a:off x="10104386" y="15327554"/>
                  <a:ext cx="1332128" cy="333184"/>
                </a:xfrm>
                <a:prstGeom prst="rect">
                  <a:avLst/>
                </a:prstGeom>
              </p:spPr>
            </p:pic>
            <p:pic>
              <p:nvPicPr>
                <p:cNvPr id="44" name="object 16">
                  <a:extLst>
                    <a:ext uri="{FF2B5EF4-FFF2-40B4-BE49-F238E27FC236}">
                      <a16:creationId xmlns:a16="http://schemas.microsoft.com/office/drawing/2014/main" id="{92818AFC-6C8A-B5A3-22F9-CCA09AB9E59E}"/>
                    </a:ext>
                  </a:extLst>
                </p:cNvPr>
                <p:cNvPicPr/>
                <p:nvPr/>
              </p:nvPicPr>
              <p:blipFill>
                <a:blip r:embed="rId10" cstate="print"/>
                <a:stretch>
                  <a:fillRect/>
                </a:stretch>
              </p:blipFill>
              <p:spPr>
                <a:xfrm>
                  <a:off x="10104386" y="15660103"/>
                  <a:ext cx="1332128" cy="333502"/>
                </a:xfrm>
                <a:prstGeom prst="rect">
                  <a:avLst/>
                </a:prstGeom>
              </p:spPr>
            </p:pic>
            <p:pic>
              <p:nvPicPr>
                <p:cNvPr id="45" name="object 17">
                  <a:extLst>
                    <a:ext uri="{FF2B5EF4-FFF2-40B4-BE49-F238E27FC236}">
                      <a16:creationId xmlns:a16="http://schemas.microsoft.com/office/drawing/2014/main" id="{D26A9475-F748-21F8-8430-C5B85967D457}"/>
                    </a:ext>
                  </a:extLst>
                </p:cNvPr>
                <p:cNvPicPr/>
                <p:nvPr/>
              </p:nvPicPr>
              <p:blipFill>
                <a:blip r:embed="rId11" cstate="print"/>
                <a:stretch>
                  <a:fillRect/>
                </a:stretch>
              </p:blipFill>
              <p:spPr>
                <a:xfrm>
                  <a:off x="10104386" y="15992972"/>
                  <a:ext cx="1332128" cy="333195"/>
                </a:xfrm>
                <a:prstGeom prst="rect">
                  <a:avLst/>
                </a:prstGeom>
              </p:spPr>
            </p:pic>
          </p:grpSp>
        </p:grpSp>
        <p:sp>
          <p:nvSpPr>
            <p:cNvPr id="50" name="CaixaDeTexto 49">
              <a:extLst>
                <a:ext uri="{FF2B5EF4-FFF2-40B4-BE49-F238E27FC236}">
                  <a16:creationId xmlns:a16="http://schemas.microsoft.com/office/drawing/2014/main" id="{E004EA33-7EA4-31FD-971B-5B81A5432FAF}"/>
                </a:ext>
              </a:extLst>
            </p:cNvPr>
            <p:cNvSpPr txBox="1"/>
            <p:nvPr/>
          </p:nvSpPr>
          <p:spPr>
            <a:xfrm>
              <a:off x="372046" y="4860069"/>
              <a:ext cx="1184175" cy="6770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7160" algn="ctr" defTabSz="365760">
                <a:lnSpc>
                  <a:spcPts val="1580"/>
                </a:lnSpc>
                <a:spcBef>
                  <a:spcPts val="832"/>
                </a:spcBef>
                <a:buClrTx/>
              </a:pPr>
              <a:r>
                <a:rPr lang="pt-BR" sz="700" spc="-8">
                  <a:solidFill>
                    <a:srgbClr val="FFFFFF"/>
                  </a:solidFill>
                  <a:latin typeface="Versos"/>
                  <a:cs typeface="Versos"/>
                </a:rPr>
                <a:t>RATING</a:t>
              </a:r>
              <a:r>
                <a:rPr lang="pt-BR" sz="700" spc="2">
                  <a:solidFill>
                    <a:srgbClr val="FFFFFF"/>
                  </a:solidFill>
                  <a:latin typeface="Versos"/>
                  <a:cs typeface="Versos"/>
                </a:rPr>
                <a:t> </a:t>
              </a:r>
              <a:r>
                <a:rPr lang="pt-BR" sz="700" spc="-8">
                  <a:solidFill>
                    <a:srgbClr val="FFFFFF"/>
                  </a:solidFill>
                  <a:latin typeface="Versos"/>
                  <a:cs typeface="Versos"/>
                </a:rPr>
                <a:t>S&amp;P:</a:t>
              </a:r>
              <a:endParaRPr lang="pt-BR" sz="700">
                <a:solidFill>
                  <a:sysClr val="windowText" lastClr="000000"/>
                </a:solidFill>
                <a:latin typeface="Versos"/>
                <a:cs typeface="Versos"/>
              </a:endParaRPr>
            </a:p>
            <a:p>
              <a:pPr marL="137160" algn="ctr" defTabSz="365760">
                <a:lnSpc>
                  <a:spcPts val="1580"/>
                </a:lnSpc>
                <a:buClrTx/>
              </a:pPr>
              <a:r>
                <a:rPr lang="pt-BR" b="1" spc="-4">
                  <a:solidFill>
                    <a:srgbClr val="FFFFFF"/>
                  </a:solidFill>
                  <a:latin typeface="Versos"/>
                  <a:cs typeface="Versos"/>
                </a:rPr>
                <a:t>brAMP1</a:t>
              </a:r>
              <a:endParaRPr lang="pt-BR">
                <a:solidFill>
                  <a:sysClr val="windowText" lastClr="000000"/>
                </a:solidFill>
                <a:latin typeface="Versos"/>
                <a:cs typeface="Versos"/>
              </a:endParaRPr>
            </a:p>
            <a:p>
              <a:pPr defTabSz="365760">
                <a:lnSpc>
                  <a:spcPts val="1580"/>
                </a:lnSpc>
                <a:buClrTx/>
              </a:pPr>
              <a:endParaRPr lang="pt-BR" sz="70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CaixaDeTexto 50">
              <a:extLst>
                <a:ext uri="{FF2B5EF4-FFF2-40B4-BE49-F238E27FC236}">
                  <a16:creationId xmlns:a16="http://schemas.microsoft.com/office/drawing/2014/main" id="{1E7A13FC-A2F7-4943-F9E4-87895725965F}"/>
                </a:ext>
              </a:extLst>
            </p:cNvPr>
            <p:cNvSpPr txBox="1"/>
            <p:nvPr/>
          </p:nvSpPr>
          <p:spPr>
            <a:xfrm>
              <a:off x="615495" y="5307664"/>
              <a:ext cx="98514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400">
                  <a:solidFill>
                    <a:schemeClr val="bg1"/>
                  </a:solidFill>
                </a:rPr>
                <a:t>Informações disponíveis em spglobal.com</a:t>
              </a:r>
            </a:p>
            <a:p>
              <a:endParaRPr lang="pt-BR" sz="400">
                <a:solidFill>
                  <a:schemeClr val="bg1"/>
                </a:solidFill>
              </a:endParaRPr>
            </a:p>
          </p:txBody>
        </p:sp>
      </p:grpSp>
      <p:grpSp>
        <p:nvGrpSpPr>
          <p:cNvPr id="55" name="object 23">
            <a:extLst>
              <a:ext uri="{FF2B5EF4-FFF2-40B4-BE49-F238E27FC236}">
                <a16:creationId xmlns:a16="http://schemas.microsoft.com/office/drawing/2014/main" id="{3E7BD4BE-9501-EB81-82AC-A007905637E4}"/>
              </a:ext>
            </a:extLst>
          </p:cNvPr>
          <p:cNvGrpSpPr/>
          <p:nvPr/>
        </p:nvGrpSpPr>
        <p:grpSpPr>
          <a:xfrm>
            <a:off x="-605108" y="2600099"/>
            <a:ext cx="13117873" cy="4835340"/>
            <a:chOff x="8686" y="556025"/>
            <a:chExt cx="7548880" cy="2782570"/>
          </a:xfrm>
        </p:grpSpPr>
        <p:sp>
          <p:nvSpPr>
            <p:cNvPr id="56" name="object 24">
              <a:extLst>
                <a:ext uri="{FF2B5EF4-FFF2-40B4-BE49-F238E27FC236}">
                  <a16:creationId xmlns:a16="http://schemas.microsoft.com/office/drawing/2014/main" id="{3721E98C-5942-3086-137B-8293C653468A}"/>
                </a:ext>
              </a:extLst>
            </p:cNvPr>
            <p:cNvSpPr/>
            <p:nvPr/>
          </p:nvSpPr>
          <p:spPr>
            <a:xfrm>
              <a:off x="13449" y="560788"/>
              <a:ext cx="6531609" cy="1584960"/>
            </a:xfrm>
            <a:custGeom>
              <a:avLst/>
              <a:gdLst/>
              <a:ahLst/>
              <a:cxnLst/>
              <a:rect l="l" t="t" r="r" b="b"/>
              <a:pathLst>
                <a:path w="6531609" h="1584960">
                  <a:moveTo>
                    <a:pt x="405650" y="0"/>
                  </a:moveTo>
                  <a:lnTo>
                    <a:pt x="0" y="0"/>
                  </a:lnTo>
                </a:path>
                <a:path w="6531609" h="1584960">
                  <a:moveTo>
                    <a:pt x="0" y="1584629"/>
                  </a:moveTo>
                  <a:lnTo>
                    <a:pt x="6531127" y="1584629"/>
                  </a:lnTo>
                  <a:lnTo>
                    <a:pt x="6382397" y="1391958"/>
                  </a:lnTo>
                  <a:lnTo>
                    <a:pt x="6351092" y="1352015"/>
                  </a:lnTo>
                  <a:lnTo>
                    <a:pt x="6319315" y="1312579"/>
                  </a:lnTo>
                  <a:lnTo>
                    <a:pt x="6287071" y="1273655"/>
                  </a:lnTo>
                  <a:lnTo>
                    <a:pt x="6254367" y="1235245"/>
                  </a:lnTo>
                  <a:lnTo>
                    <a:pt x="6221207" y="1197353"/>
                  </a:lnTo>
                  <a:lnTo>
                    <a:pt x="6187597" y="1159983"/>
                  </a:lnTo>
                  <a:lnTo>
                    <a:pt x="6153543" y="1123138"/>
                  </a:lnTo>
                  <a:lnTo>
                    <a:pt x="6119049" y="1086822"/>
                  </a:lnTo>
                  <a:lnTo>
                    <a:pt x="6084122" y="1051038"/>
                  </a:lnTo>
                  <a:lnTo>
                    <a:pt x="6048766" y="1015790"/>
                  </a:lnTo>
                  <a:lnTo>
                    <a:pt x="6012987" y="981081"/>
                  </a:lnTo>
                  <a:lnTo>
                    <a:pt x="5976790" y="946915"/>
                  </a:lnTo>
                  <a:lnTo>
                    <a:pt x="5940181" y="913295"/>
                  </a:lnTo>
                  <a:lnTo>
                    <a:pt x="5903165" y="880225"/>
                  </a:lnTo>
                  <a:lnTo>
                    <a:pt x="5865748" y="847708"/>
                  </a:lnTo>
                  <a:lnTo>
                    <a:pt x="5827935" y="815749"/>
                  </a:lnTo>
                  <a:lnTo>
                    <a:pt x="5789731" y="784350"/>
                  </a:lnTo>
                  <a:lnTo>
                    <a:pt x="5751142" y="753515"/>
                  </a:lnTo>
                  <a:lnTo>
                    <a:pt x="5712173" y="723247"/>
                  </a:lnTo>
                  <a:lnTo>
                    <a:pt x="5672829" y="693551"/>
                  </a:lnTo>
                  <a:lnTo>
                    <a:pt x="5633117" y="664429"/>
                  </a:lnTo>
                  <a:lnTo>
                    <a:pt x="5593041" y="635885"/>
                  </a:lnTo>
                  <a:lnTo>
                    <a:pt x="5552607" y="607923"/>
                  </a:lnTo>
                  <a:lnTo>
                    <a:pt x="5511820" y="580546"/>
                  </a:lnTo>
                  <a:lnTo>
                    <a:pt x="5470685" y="553758"/>
                  </a:lnTo>
                  <a:lnTo>
                    <a:pt x="5429209" y="527562"/>
                  </a:lnTo>
                  <a:lnTo>
                    <a:pt x="5387396" y="501962"/>
                  </a:lnTo>
                  <a:lnTo>
                    <a:pt x="5345252" y="476961"/>
                  </a:lnTo>
                  <a:lnTo>
                    <a:pt x="5302782" y="452563"/>
                  </a:lnTo>
                  <a:lnTo>
                    <a:pt x="5259991" y="428771"/>
                  </a:lnTo>
                  <a:lnTo>
                    <a:pt x="5216886" y="405589"/>
                  </a:lnTo>
                  <a:lnTo>
                    <a:pt x="5173471" y="383021"/>
                  </a:lnTo>
                  <a:lnTo>
                    <a:pt x="5129752" y="361070"/>
                  </a:lnTo>
                  <a:lnTo>
                    <a:pt x="5085734" y="339739"/>
                  </a:lnTo>
                  <a:lnTo>
                    <a:pt x="5041423" y="319032"/>
                  </a:lnTo>
                  <a:lnTo>
                    <a:pt x="4996823" y="298953"/>
                  </a:lnTo>
                  <a:lnTo>
                    <a:pt x="4951941" y="279505"/>
                  </a:lnTo>
                  <a:lnTo>
                    <a:pt x="4906782" y="260691"/>
                  </a:lnTo>
                  <a:lnTo>
                    <a:pt x="4861352" y="242516"/>
                  </a:lnTo>
                  <a:lnTo>
                    <a:pt x="4815654" y="224982"/>
                  </a:lnTo>
                  <a:lnTo>
                    <a:pt x="4769696" y="208094"/>
                  </a:lnTo>
                  <a:lnTo>
                    <a:pt x="4723483" y="191854"/>
                  </a:lnTo>
                  <a:lnTo>
                    <a:pt x="4677019" y="176267"/>
                  </a:lnTo>
                  <a:lnTo>
                    <a:pt x="4630310" y="161335"/>
                  </a:lnTo>
                  <a:lnTo>
                    <a:pt x="4583362" y="147063"/>
                  </a:lnTo>
                  <a:lnTo>
                    <a:pt x="4536181" y="133453"/>
                  </a:lnTo>
                  <a:lnTo>
                    <a:pt x="4488770" y="120510"/>
                  </a:lnTo>
                  <a:lnTo>
                    <a:pt x="4441137" y="108237"/>
                  </a:lnTo>
                  <a:lnTo>
                    <a:pt x="4393285" y="96638"/>
                  </a:lnTo>
                  <a:lnTo>
                    <a:pt x="4345222" y="85715"/>
                  </a:lnTo>
                  <a:lnTo>
                    <a:pt x="4296951" y="75473"/>
                  </a:lnTo>
                  <a:lnTo>
                    <a:pt x="4248479" y="65915"/>
                  </a:lnTo>
                  <a:lnTo>
                    <a:pt x="4199811" y="57045"/>
                  </a:lnTo>
                  <a:lnTo>
                    <a:pt x="4150952" y="48865"/>
                  </a:lnTo>
                  <a:lnTo>
                    <a:pt x="4101908" y="41381"/>
                  </a:lnTo>
                  <a:lnTo>
                    <a:pt x="4052684" y="34594"/>
                  </a:lnTo>
                </a:path>
              </a:pathLst>
            </a:custGeom>
            <a:ln w="9525">
              <a:solidFill>
                <a:schemeClr val="accent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25">
              <a:extLst>
                <a:ext uri="{FF2B5EF4-FFF2-40B4-BE49-F238E27FC236}">
                  <a16:creationId xmlns:a16="http://schemas.microsoft.com/office/drawing/2014/main" id="{661BD50E-F03F-CCE1-85AF-D584C27EF56A}"/>
                </a:ext>
              </a:extLst>
            </p:cNvPr>
            <p:cNvSpPr/>
            <p:nvPr/>
          </p:nvSpPr>
          <p:spPr>
            <a:xfrm>
              <a:off x="5882932" y="2145421"/>
              <a:ext cx="1323340" cy="1188720"/>
            </a:xfrm>
            <a:custGeom>
              <a:avLst/>
              <a:gdLst/>
              <a:ahLst/>
              <a:cxnLst/>
              <a:rect l="l" t="t" r="r" b="b"/>
              <a:pathLst>
                <a:path w="1323340" h="1188720">
                  <a:moveTo>
                    <a:pt x="1323243" y="1188341"/>
                  </a:moveTo>
                  <a:lnTo>
                    <a:pt x="1302947" y="1128198"/>
                  </a:lnTo>
                  <a:lnTo>
                    <a:pt x="1286304" y="1081545"/>
                  </a:lnTo>
                  <a:lnTo>
                    <a:pt x="1269001" y="1035125"/>
                  </a:lnTo>
                  <a:lnTo>
                    <a:pt x="1251041" y="988943"/>
                  </a:lnTo>
                  <a:lnTo>
                    <a:pt x="1232425" y="943003"/>
                  </a:lnTo>
                  <a:lnTo>
                    <a:pt x="1213154" y="897309"/>
                  </a:lnTo>
                  <a:lnTo>
                    <a:pt x="1193230" y="851867"/>
                  </a:lnTo>
                  <a:lnTo>
                    <a:pt x="1172655" y="806682"/>
                  </a:lnTo>
                  <a:lnTo>
                    <a:pt x="1151430" y="761757"/>
                  </a:lnTo>
                  <a:lnTo>
                    <a:pt x="1129556" y="717098"/>
                  </a:lnTo>
                  <a:lnTo>
                    <a:pt x="1107036" y="672709"/>
                  </a:lnTo>
                  <a:lnTo>
                    <a:pt x="1083871" y="628596"/>
                  </a:lnTo>
                  <a:lnTo>
                    <a:pt x="1060063" y="584762"/>
                  </a:lnTo>
                  <a:lnTo>
                    <a:pt x="1035612" y="541213"/>
                  </a:lnTo>
                  <a:lnTo>
                    <a:pt x="1010521" y="497952"/>
                  </a:lnTo>
                  <a:lnTo>
                    <a:pt x="984792" y="454986"/>
                  </a:lnTo>
                  <a:lnTo>
                    <a:pt x="958425" y="412319"/>
                  </a:lnTo>
                  <a:lnTo>
                    <a:pt x="931422" y="369954"/>
                  </a:lnTo>
                  <a:lnTo>
                    <a:pt x="903785" y="327898"/>
                  </a:lnTo>
                  <a:lnTo>
                    <a:pt x="875516" y="286155"/>
                  </a:lnTo>
                  <a:lnTo>
                    <a:pt x="846616" y="244729"/>
                  </a:lnTo>
                  <a:lnTo>
                    <a:pt x="817086" y="203625"/>
                  </a:lnTo>
                  <a:lnTo>
                    <a:pt x="786929" y="162848"/>
                  </a:lnTo>
                  <a:lnTo>
                    <a:pt x="756146" y="122402"/>
                  </a:lnTo>
                  <a:lnTo>
                    <a:pt x="661645" y="0"/>
                  </a:lnTo>
                  <a:lnTo>
                    <a:pt x="566966" y="122402"/>
                  </a:lnTo>
                  <a:lnTo>
                    <a:pt x="536204" y="162848"/>
                  </a:lnTo>
                  <a:lnTo>
                    <a:pt x="506066" y="203625"/>
                  </a:lnTo>
                  <a:lnTo>
                    <a:pt x="476554" y="244729"/>
                  </a:lnTo>
                  <a:lnTo>
                    <a:pt x="447670" y="286155"/>
                  </a:lnTo>
                  <a:lnTo>
                    <a:pt x="419415" y="327898"/>
                  </a:lnTo>
                  <a:lnTo>
                    <a:pt x="391791" y="369954"/>
                  </a:lnTo>
                  <a:lnTo>
                    <a:pt x="364799" y="412319"/>
                  </a:lnTo>
                  <a:lnTo>
                    <a:pt x="338442" y="454986"/>
                  </a:lnTo>
                  <a:lnTo>
                    <a:pt x="312721" y="497952"/>
                  </a:lnTo>
                  <a:lnTo>
                    <a:pt x="287637" y="541213"/>
                  </a:lnTo>
                  <a:lnTo>
                    <a:pt x="263192" y="584762"/>
                  </a:lnTo>
                  <a:lnTo>
                    <a:pt x="239388" y="628596"/>
                  </a:lnTo>
                  <a:lnTo>
                    <a:pt x="216227" y="672709"/>
                  </a:lnTo>
                  <a:lnTo>
                    <a:pt x="193709" y="717098"/>
                  </a:lnTo>
                  <a:lnTo>
                    <a:pt x="171837" y="761757"/>
                  </a:lnTo>
                  <a:lnTo>
                    <a:pt x="150613" y="806682"/>
                  </a:lnTo>
                  <a:lnTo>
                    <a:pt x="130037" y="851867"/>
                  </a:lnTo>
                  <a:lnTo>
                    <a:pt x="110112" y="897309"/>
                  </a:lnTo>
                  <a:lnTo>
                    <a:pt x="90839" y="943003"/>
                  </a:lnTo>
                  <a:lnTo>
                    <a:pt x="72220" y="988943"/>
                  </a:lnTo>
                  <a:lnTo>
                    <a:pt x="54257" y="1035125"/>
                  </a:lnTo>
                  <a:lnTo>
                    <a:pt x="36950" y="1081545"/>
                  </a:lnTo>
                  <a:lnTo>
                    <a:pt x="20302" y="1128198"/>
                  </a:lnTo>
                  <a:lnTo>
                    <a:pt x="4315" y="1175079"/>
                  </a:lnTo>
                  <a:lnTo>
                    <a:pt x="0" y="1188341"/>
                  </a:lnTo>
                </a:path>
              </a:pathLst>
            </a:custGeom>
            <a:ln w="9525">
              <a:solidFill>
                <a:schemeClr val="accent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26">
              <a:extLst>
                <a:ext uri="{FF2B5EF4-FFF2-40B4-BE49-F238E27FC236}">
                  <a16:creationId xmlns:a16="http://schemas.microsoft.com/office/drawing/2014/main" id="{61AB6347-AB9B-2781-CDE4-CD1A78B7255C}"/>
                </a:ext>
              </a:extLst>
            </p:cNvPr>
            <p:cNvSpPr/>
            <p:nvPr/>
          </p:nvSpPr>
          <p:spPr>
            <a:xfrm>
              <a:off x="6544744" y="1151738"/>
              <a:ext cx="1007744" cy="993775"/>
            </a:xfrm>
            <a:custGeom>
              <a:avLst/>
              <a:gdLst/>
              <a:ahLst/>
              <a:cxnLst/>
              <a:rect l="l" t="t" r="r" b="b"/>
              <a:pathLst>
                <a:path w="1007745" h="993775">
                  <a:moveTo>
                    <a:pt x="1007475" y="0"/>
                  </a:moveTo>
                  <a:lnTo>
                    <a:pt x="964928" y="28652"/>
                  </a:lnTo>
                  <a:lnTo>
                    <a:pt x="925183" y="56259"/>
                  </a:lnTo>
                  <a:lnTo>
                    <a:pt x="885787" y="84427"/>
                  </a:lnTo>
                  <a:lnTo>
                    <a:pt x="846746" y="113153"/>
                  </a:lnTo>
                  <a:lnTo>
                    <a:pt x="808065" y="142436"/>
                  </a:lnTo>
                  <a:lnTo>
                    <a:pt x="769750" y="172273"/>
                  </a:lnTo>
                  <a:lnTo>
                    <a:pt x="731805" y="202660"/>
                  </a:lnTo>
                  <a:lnTo>
                    <a:pt x="694235" y="233595"/>
                  </a:lnTo>
                  <a:lnTo>
                    <a:pt x="657047" y="265076"/>
                  </a:lnTo>
                  <a:lnTo>
                    <a:pt x="620246" y="297101"/>
                  </a:lnTo>
                  <a:lnTo>
                    <a:pt x="583836" y="329665"/>
                  </a:lnTo>
                  <a:lnTo>
                    <a:pt x="547822" y="362768"/>
                  </a:lnTo>
                  <a:lnTo>
                    <a:pt x="512212" y="396406"/>
                  </a:lnTo>
                  <a:lnTo>
                    <a:pt x="477008" y="430576"/>
                  </a:lnTo>
                  <a:lnTo>
                    <a:pt x="442218" y="465277"/>
                  </a:lnTo>
                  <a:lnTo>
                    <a:pt x="407846" y="500505"/>
                  </a:lnTo>
                  <a:lnTo>
                    <a:pt x="373897" y="536258"/>
                  </a:lnTo>
                  <a:lnTo>
                    <a:pt x="340376" y="572533"/>
                  </a:lnTo>
                  <a:lnTo>
                    <a:pt x="307290" y="609328"/>
                  </a:lnTo>
                  <a:lnTo>
                    <a:pt x="274643" y="646640"/>
                  </a:lnTo>
                  <a:lnTo>
                    <a:pt x="242440" y="684467"/>
                  </a:lnTo>
                  <a:lnTo>
                    <a:pt x="210687" y="722805"/>
                  </a:lnTo>
                  <a:lnTo>
                    <a:pt x="179389" y="761653"/>
                  </a:lnTo>
                  <a:lnTo>
                    <a:pt x="148551" y="801007"/>
                  </a:lnTo>
                  <a:lnTo>
                    <a:pt x="0" y="993679"/>
                  </a:lnTo>
                  <a:lnTo>
                    <a:pt x="1007475" y="993679"/>
                  </a:lnTo>
                </a:path>
              </a:pathLst>
            </a:custGeom>
            <a:ln w="9525">
              <a:solidFill>
                <a:schemeClr val="accent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7303504"/>
      </p:ext>
    </p:extLst>
  </p:cSld>
  <p:clrMapOvr>
    <a:masterClrMapping/>
  </p:clrMapOvr>
</p:sld>
</file>

<file path=ppt/theme/theme1.xml><?xml version="1.0" encoding="utf-8"?>
<a:theme xmlns:a="http://schemas.openxmlformats.org/drawingml/2006/main" name="Tema1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2.xml><?xml version="1.0" encoding="utf-8"?>
<a:theme xmlns:a="http://schemas.openxmlformats.org/drawingml/2006/main" name="1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ivio_Capital_Palete_Cores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Versos">
      <a:majorFont>
        <a:latin typeface="Versos"/>
        <a:ea typeface=""/>
        <a:cs typeface=""/>
      </a:majorFont>
      <a:minorFont>
        <a:latin typeface="Verso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ivio_Capital_Palete_Cores" id="{57640BC1-4A0A-455E-9DC2-6960939CE4B5}" vid="{F904A980-6206-4D32-8DAD-53AE56F66AE8}"/>
    </a:ext>
  </a:extLst>
</a:theme>
</file>

<file path=ppt/theme/theme4.xml><?xml version="1.0" encoding="utf-8"?>
<a:theme xmlns:a="http://schemas.openxmlformats.org/drawingml/2006/main" name="2_Office Theme">
  <a:themeElements>
    <a:clrScheme name="Tivio Capital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3C4A60"/>
      </a:accent3>
      <a:accent4>
        <a:srgbClr val="759DB4"/>
      </a:accent4>
      <a:accent5>
        <a:srgbClr val="637881"/>
      </a:accent5>
      <a:accent6>
        <a:srgbClr val="ABC6CD"/>
      </a:accent6>
      <a:hlink>
        <a:srgbClr val="E6EDF1"/>
      </a:hlink>
      <a:folHlink>
        <a:srgbClr val="C1F4D4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e1c0b7a1-8647-479a-bc8f-582142d8bc0f">
      <Terms xmlns="http://schemas.microsoft.com/office/infopath/2007/PartnerControls"/>
    </lcf76f155ced4ddcb4097134ff3c332f>
    <TaxCatchAll xmlns="9a684d71-d6fd-4deb-80ab-4273818deab9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CF9B3E74B8F57042982E3E9D39FC0152" ma:contentTypeVersion="14" ma:contentTypeDescription="Crie um novo documento." ma:contentTypeScope="" ma:versionID="3fd0dc2c73f6478acced112ab3406c62">
  <xsd:schema xmlns:xsd="http://www.w3.org/2001/XMLSchema" xmlns:xs="http://www.w3.org/2001/XMLSchema" xmlns:p="http://schemas.microsoft.com/office/2006/metadata/properties" xmlns:ns2="e1c0b7a1-8647-479a-bc8f-582142d8bc0f" xmlns:ns3="9a684d71-d6fd-4deb-80ab-4273818deab9" targetNamespace="http://schemas.microsoft.com/office/2006/metadata/properties" ma:root="true" ma:fieldsID="73d7f55b3be2760303eeb4385bcb2cf7" ns2:_="" ns3:_="">
    <xsd:import namespace="e1c0b7a1-8647-479a-bc8f-582142d8bc0f"/>
    <xsd:import namespace="9a684d71-d6fd-4deb-80ab-4273818deab9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1c0b7a1-8647-479a-bc8f-582142d8bc0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7" nillable="true" ma:taxonomy="true" ma:internalName="lcf76f155ced4ddcb4097134ff3c332f" ma:taxonomyFieldName="MediaServiceImageTags" ma:displayName="Marcações de imagem" ma:readOnly="false" ma:fieldId="{5cf76f15-5ced-4ddc-b409-7134ff3c332f}" ma:taxonomyMulti="true" ma:sspId="c4e30347-7a5e-4e48-9fe7-ea4e92c09b1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9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20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BillingMetadata" ma:index="21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a684d71-d6fd-4deb-80ab-4273818deab9" elementFormDefault="qualified">
    <xsd:import namespace="http://schemas.microsoft.com/office/2006/documentManagement/types"/>
    <xsd:import namespace="http://schemas.microsoft.com/office/infopath/2007/PartnerControls"/>
    <xsd:element name="TaxCatchAll" ma:index="18" nillable="true" ma:displayName="Taxonomy Catch All Column" ma:hidden="true" ma:list="{ab44a9ff-42ad-4979-a12e-387190d0cadf}" ma:internalName="TaxCatchAll" ma:showField="CatchAllData" ma:web="9a684d71-d6fd-4deb-80ab-4273818deab9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7D6E5F67-F999-4D8D-992E-5CBEC813EAB9}">
  <ds:schemaRefs>
    <ds:schemaRef ds:uri="http://schemas.openxmlformats.org/package/2006/metadata/core-properties"/>
    <ds:schemaRef ds:uri="http://schemas.microsoft.com/office/2006/metadata/properties"/>
    <ds:schemaRef ds:uri="http://purl.org/dc/terms/"/>
    <ds:schemaRef ds:uri="http://purl.org/dc/elements/1.1/"/>
    <ds:schemaRef ds:uri="http://purl.org/dc/dcmitype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9a684d71-d6fd-4deb-80ab-4273818deab9"/>
    <ds:schemaRef ds:uri="e1c0b7a1-8647-479a-bc8f-582142d8bc0f"/>
  </ds:schemaRefs>
</ds:datastoreItem>
</file>

<file path=customXml/itemProps2.xml><?xml version="1.0" encoding="utf-8"?>
<ds:datastoreItem xmlns:ds="http://schemas.openxmlformats.org/officeDocument/2006/customXml" ds:itemID="{06243CB4-D295-4DD3-813B-A9AC6B9B8268}">
  <ds:schemaRefs>
    <ds:schemaRef ds:uri="9a684d71-d6fd-4deb-80ab-4273818deab9"/>
    <ds:schemaRef ds:uri="e1c0b7a1-8647-479a-bc8f-582142d8bc0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AA1AB1E8-6757-43B1-8431-9C733B3E482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1b68a0e7-8c4a-4119-a9fe-c55d0d05c305}" enabled="1" method="Standard" siteId="{28bfc1cb-5aa5-436f-9b59-4bbea6096aee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182</TotalTime>
  <Words>1207</Words>
  <Application>Microsoft Office PowerPoint</Application>
  <PresentationFormat>Widescreen</PresentationFormat>
  <Paragraphs>181</Paragraphs>
  <Slides>13</Slides>
  <Notes>8</Notes>
  <HiddenSlides>2</HiddenSlides>
  <MMClips>2</MMClips>
  <ScaleCrop>false</ScaleCrop>
  <HeadingPairs>
    <vt:vector size="6" baseType="variant">
      <vt:variant>
        <vt:lpstr>Fontes usadas</vt:lpstr>
      </vt:variant>
      <vt:variant>
        <vt:i4>6</vt:i4>
      </vt:variant>
      <vt:variant>
        <vt:lpstr>Tema</vt:lpstr>
      </vt:variant>
      <vt:variant>
        <vt:i4>4</vt:i4>
      </vt:variant>
      <vt:variant>
        <vt:lpstr>Títulos de slides</vt:lpstr>
      </vt:variant>
      <vt:variant>
        <vt:i4>13</vt:i4>
      </vt:variant>
    </vt:vector>
  </HeadingPairs>
  <TitlesOfParts>
    <vt:vector size="23" baseType="lpstr">
      <vt:lpstr>Arial</vt:lpstr>
      <vt:lpstr>Versos-Light</vt:lpstr>
      <vt:lpstr>Versos Light</vt:lpstr>
      <vt:lpstr>Aptos</vt:lpstr>
      <vt:lpstr>Calibri</vt:lpstr>
      <vt:lpstr>Versos</vt:lpstr>
      <vt:lpstr>Tema1</vt:lpstr>
      <vt:lpstr>1_Office Theme</vt:lpstr>
      <vt:lpstr>Tivio_Capital_Palete_Cores</vt:lpstr>
      <vt:lpstr>2_Office Theme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Thais Arias</dc:creator>
  <cp:lastModifiedBy>Gabriel Fiorilli</cp:lastModifiedBy>
  <cp:revision>1</cp:revision>
  <dcterms:created xsi:type="dcterms:W3CDTF">2025-06-06T12:44:57Z</dcterms:created>
  <dcterms:modified xsi:type="dcterms:W3CDTF">2026-10-13T14:39:43Z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0x010100CF9B3E74B8F57042982E3E9D39FC0152</vt:lpwstr>
  </property>
  <property fmtid="{D5CDD505-2E9C-101B-9397-08002B2CF9AE}" pid="3" name="MediaServiceImageTags">
    <vt:lpwstr/>
  </property>
</Properties>
</file>