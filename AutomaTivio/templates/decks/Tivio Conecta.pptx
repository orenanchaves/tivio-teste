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drawings/drawing1.xml" ContentType="application/vnd.openxmlformats-officedocument.drawingml.chartshapes+xml"/>
  <Override PartName="/ppt/media/image1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5.svg" ContentType="image/svg+xml"/>
  <Override PartName="/ppt/media/image107.svg" ContentType="image/svg+xml"/>
  <Override PartName="/ppt/media/image111.svg" ContentType="image/svg+xml"/>
  <Override PartName="/ppt/media/image115.svg" ContentType="image/svg+xml"/>
  <Override PartName="/ppt/media/image116.svg" ContentType="image/svg+xml"/>
  <Override PartName="/ppt/media/image118.svg" ContentType="image/svg+xml"/>
  <Override PartName="/ppt/media/image120.svg" ContentType="image/svg+xml"/>
  <Override PartName="/ppt/media/image121.svg" ContentType="image/svg+xml"/>
  <Override PartName="/ppt/media/image122.svg" ContentType="image/svg+xml"/>
  <Override PartName="/ppt/media/image123.svg" ContentType="image/svg+xml"/>
  <Override PartName="/ppt/media/image125.svg" ContentType="image/svg+xml"/>
  <Override PartName="/ppt/media/image126.svg" ContentType="image/svg+xml"/>
  <Override PartName="/ppt/media/image127.svg" ContentType="image/svg+xml"/>
  <Override PartName="/ppt/media/image128.svg" ContentType="image/svg+xml"/>
  <Override PartName="/ppt/media/image13.svg" ContentType="image/svg+xml"/>
  <Override PartName="/ppt/media/image17.svg" ContentType="image/svg+xml"/>
  <Override PartName="/ppt/media/image2.svg" ContentType="image/svg+xml"/>
  <Override PartName="/ppt/media/image20.jpg" ContentType="image/jpg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41.svg" ContentType="image/svg+xml"/>
  <Override PartName="/ppt/media/image42.svg" ContentType="image/svg+xml"/>
  <Override PartName="/ppt/media/image78.jpg" ContentType="image/jpg"/>
  <Override PartName="/ppt/media/image85.svg" ContentType="image/svg+xml"/>
  <Override PartName="/ppt/media/image87.svg" ContentType="image/svg+xml"/>
  <Override PartName="/ppt/media/image90.svg" ContentType="image/svg+xml"/>
  <Override PartName="/ppt/media/image91.svg" ContentType="image/svg+xml"/>
  <Override PartName="/ppt/media/image94.svg" ContentType="image/svg+xml"/>
  <Override PartName="/ppt/media/image95.svg" ContentType="image/svg+xml"/>
  <Override PartName="/ppt/media/image96.svg" ContentType="image/svg+xml"/>
  <Override PartName="/ppt/media/image9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4"/>
    <p:sldMasterId id="2147483677" r:id="rId5"/>
    <p:sldMasterId id="2147483683" r:id="rId6"/>
    <p:sldMasterId id="2147483778" r:id="rId7"/>
    <p:sldMasterId id="2147484123" r:id="rId8"/>
    <p:sldMasterId id="2147484305" r:id="rId9"/>
    <p:sldMasterId id="2147484337" r:id="rId10"/>
    <p:sldMasterId id="2147484570" r:id="rId11"/>
    <p:sldMasterId id="2147484813" r:id="rId12"/>
    <p:sldMasterId id="2147484848" r:id="rId13"/>
    <p:sldMasterId id="2147484854" r:id="rId14"/>
    <p:sldMasterId id="2147484873" r:id="rId15"/>
  </p:sldMasterIdLst>
  <p:notesMasterIdLst>
    <p:notesMasterId r:id="rId72"/>
  </p:notesMasterIdLst>
  <p:sldIdLst>
    <p:sldId id="2147474421" r:id="rId16"/>
    <p:sldId id="2147474414" r:id="rId17"/>
    <p:sldId id="2147474413" r:id="rId18"/>
    <p:sldId id="2147474245" r:id="rId19"/>
    <p:sldId id="2147474389" r:id="rId20"/>
    <p:sldId id="266" r:id="rId21"/>
    <p:sldId id="2147474533" r:id="rId22"/>
    <p:sldId id="2147474657" r:id="rId23"/>
    <p:sldId id="2147474511" r:id="rId24"/>
    <p:sldId id="2147474489" r:id="rId25"/>
    <p:sldId id="2147474514" r:id="rId26"/>
    <p:sldId id="257" r:id="rId27"/>
    <p:sldId id="261" r:id="rId28"/>
    <p:sldId id="2147474294" r:id="rId29"/>
    <p:sldId id="267" r:id="rId30"/>
    <p:sldId id="2147474388" r:id="rId31"/>
    <p:sldId id="262" r:id="rId32"/>
    <p:sldId id="2147474394" r:id="rId33"/>
    <p:sldId id="2147474477" r:id="rId34"/>
    <p:sldId id="268" r:id="rId35"/>
    <p:sldId id="269" r:id="rId36"/>
    <p:sldId id="270" r:id="rId37"/>
    <p:sldId id="271" r:id="rId38"/>
    <p:sldId id="265" r:id="rId39"/>
    <p:sldId id="272" r:id="rId40"/>
    <p:sldId id="274" r:id="rId41"/>
    <p:sldId id="2147474486" r:id="rId42"/>
    <p:sldId id="2147474396" r:id="rId43"/>
    <p:sldId id="2147474488" r:id="rId44"/>
    <p:sldId id="2147474510" r:id="rId45"/>
    <p:sldId id="2147474497" r:id="rId46"/>
    <p:sldId id="2147474483" r:id="rId47"/>
    <p:sldId id="2147474433" r:id="rId48"/>
    <p:sldId id="2147474462" r:id="rId49"/>
    <p:sldId id="2147474431" r:id="rId50"/>
    <p:sldId id="2147483647" r:id="rId51"/>
    <p:sldId id="2147474481" r:id="rId52"/>
    <p:sldId id="2147474404" r:id="rId53"/>
    <p:sldId id="2147474474" r:id="rId54"/>
    <p:sldId id="256" r:id="rId55"/>
    <p:sldId id="258" r:id="rId56"/>
    <p:sldId id="259" r:id="rId57"/>
    <p:sldId id="260" r:id="rId58"/>
    <p:sldId id="264" r:id="rId59"/>
    <p:sldId id="2147474211" r:id="rId60"/>
    <p:sldId id="2147474507" r:id="rId61"/>
    <p:sldId id="2147483646" r:id="rId62"/>
    <p:sldId id="276" r:id="rId63"/>
    <p:sldId id="2147474405" r:id="rId64"/>
    <p:sldId id="2147474504" r:id="rId65"/>
    <p:sldId id="2147474506" r:id="rId66"/>
    <p:sldId id="275" r:id="rId67"/>
    <p:sldId id="263" r:id="rId68"/>
    <p:sldId id="2147474685" r:id="rId69"/>
    <p:sldId id="273" r:id="rId70"/>
    <p:sldId id="2147474534" r:id="rId71"/>
  </p:sldIdLst>
  <p:sldSz cx="12192000" cy="6858000"/>
  <p:notesSz cx="6858000" cy="9144000"/>
  <p:embeddedFontLst>
    <p:embeddedFont>
      <p:font typeface="Versos" panose="020B0503020204030204" pitchFamily="34" charset="0"/>
      <p:regular r:id="rId73"/>
      <p:bold r:id="rId74"/>
      <p:italic r:id="rId75"/>
      <p:boldItalic r:id="rId76"/>
    </p:embeddedFont>
    <p:embeddedFont>
      <p:font typeface="Versos ExtraBold" panose="020B0903020204030204" pitchFamily="34" charset="0"/>
      <p:bold r:id="rId77"/>
      <p:boldItalic r:id="rId78"/>
    </p:embeddedFont>
    <p:embeddedFont>
      <p:font typeface="Versos Light" panose="020B0403020204030204" pitchFamily="34" charset="0"/>
      <p:regular r:id="rId79"/>
      <p:italic r:id="rId80"/>
    </p:embeddedFont>
    <p:embeddedFont>
      <p:font typeface="Versos SemiBold" panose="020B0703020204030204" pitchFamily="34" charset="0"/>
      <p:bold r:id="rId81"/>
      <p:boldItalic r:id="rId82"/>
    </p:embeddedFont>
    <p:embeddedFont>
      <p:font typeface="Versos-Light" panose="020B0604020202020204" charset="0"/>
      <p:regular r:id="rId8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EB54E247-472D-4B12-ADE4-2FE80114797D}">
          <p14:sldIdLst>
            <p14:sldId id="2147474421"/>
          </p14:sldIdLst>
        </p14:section>
        <p14:section name="Índice" id="{5698D8A8-A53C-4D96-8298-2006ED930E84}">
          <p14:sldIdLst>
            <p14:sldId id="2147474414"/>
            <p14:sldId id="2147474413"/>
            <p14:sldId id="2147474245"/>
          </p14:sldIdLst>
        </p14:section>
        <p14:section name="Tivio Capital" id="{34B98BB7-C60C-428B-A03A-6FF88F46447E}">
          <p14:sldIdLst>
            <p14:sldId id="2147474389"/>
            <p14:sldId id="266"/>
            <p14:sldId id="2147474533"/>
            <p14:sldId id="2147474657"/>
            <p14:sldId id="2147474511"/>
            <p14:sldId id="2147474489"/>
            <p14:sldId id="2147474514"/>
            <p14:sldId id="257"/>
            <p14:sldId id="261"/>
            <p14:sldId id="2147474294"/>
            <p14:sldId id="267"/>
          </p14:sldIdLst>
        </p14:section>
        <p14:section name="Verticais de Investimento" id="{7928A516-1FCF-42E2-897E-9ACF11557825}">
          <p14:sldIdLst>
            <p14:sldId id="2147474388"/>
            <p14:sldId id="262"/>
          </p14:sldIdLst>
        </p14:section>
        <p14:section name="Fundos TC - Crédito High Grade" id="{AD97D14A-7721-45EB-A6E4-AF1EBBF5FC59}">
          <p14:sldIdLst>
            <p14:sldId id="2147474394"/>
            <p14:sldId id="2147474477"/>
            <p14:sldId id="268"/>
            <p14:sldId id="269"/>
            <p14:sldId id="270"/>
            <p14:sldId id="271"/>
            <p14:sldId id="265"/>
            <p14:sldId id="272"/>
            <p14:sldId id="274"/>
            <p14:sldId id="2147474486"/>
          </p14:sldIdLst>
        </p14:section>
        <p14:section name="Conexão - ALT 180" id="{7D26027B-CF7E-4DE9-8E0F-06892FD77D53}">
          <p14:sldIdLst>
            <p14:sldId id="2147474396"/>
            <p14:sldId id="2147474488"/>
            <p14:sldId id="2147474510"/>
            <p14:sldId id="2147474497"/>
            <p14:sldId id="2147474483"/>
            <p14:sldId id="2147474433"/>
          </p14:sldIdLst>
        </p14:section>
        <p14:section name="Fundos PREV" id="{2CD5B7B2-18F8-4BAD-BE5A-DB01394551F2}">
          <p14:sldIdLst>
            <p14:sldId id="2147474462"/>
          </p14:sldIdLst>
        </p14:section>
        <p14:section name="Tivio HGD30" id="{0906E77F-F419-4DC3-80E1-D1AE3D57F9B5}">
          <p14:sldIdLst>
            <p14:sldId id="2147474431"/>
            <p14:sldId id="2147483647"/>
            <p14:sldId id="2147474481"/>
            <p14:sldId id="2147474404"/>
            <p14:sldId id="2147474474"/>
          </p14:sldIdLst>
        </p14:section>
        <p14:section name="HYD60" id="{83251424-9016-4E57-B86A-CEDCE8EC8C05}">
          <p14:sldIdLst>
            <p14:sldId id="256"/>
            <p14:sldId id="258"/>
            <p14:sldId id="259"/>
            <p14:sldId id="260"/>
            <p14:sldId id="264"/>
          </p14:sldIdLst>
        </p14:section>
        <p14:section name="Tivio PREV IMOB" id="{92F6BF51-8AD7-4E6D-A8B1-B4AF2761F405}">
          <p14:sldIdLst>
            <p14:sldId id="2147474211"/>
            <p14:sldId id="2147474507"/>
            <p14:sldId id="2147483646"/>
            <p14:sldId id="276"/>
            <p14:sldId id="2147474405"/>
            <p14:sldId id="2147474504"/>
            <p14:sldId id="2147474506"/>
          </p14:sldIdLst>
        </p14:section>
        <p14:section name="Tivio ZENIT BVP" id="{8FD28104-0148-4A2D-B375-0317C4A3EF9E}">
          <p14:sldIdLst>
            <p14:sldId id="275"/>
            <p14:sldId id="263"/>
            <p14:sldId id="2147474685"/>
            <p14:sldId id="273"/>
          </p14:sldIdLst>
        </p14:section>
        <p14:section name="Disclaimer" id="{05B7D1C3-20E2-49EC-B16F-01861EDB8807}">
          <p14:sldIdLst>
            <p14:sldId id="2147474534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2160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B13CD18-36C4-B00F-27E3-C925C038061A}" name="Rodrigo Freire" initials="RF" userId="S::rodrigo.freire@tivio.com::af89e0f1-08c0-4a7a-87e1-18c801bbbae8" providerId="AD"/>
  <p188:author id="{66BC3675-3D51-5AD6-563E-A3B12A1065C6}" name="Renan Chaves" initials="RC" userId="S::renan.chaves@tivio.com::87d612b1-8fbc-4dfb-aeee-fef7412ff91a" providerId="AD"/>
  <p188:author id="{196A7878-99F7-FD43-923C-7A1810BAB3D0}" name="Cesar Medeiros" initials="CM" userId="S::cesar.medeiros@tivio.com::b80f52a5-8e5b-4ade-ace9-55f55e75c7a9" providerId="AD"/>
  <p188:author id="{822F16D4-491C-90ED-4BC5-3E61074A1BD0}" name="Gabriel Fiorilli" initials="GF" userId="S::gabriel.fiorilli@tivio.com::6dec09dd-bf1e-4f54-a7db-53ed072060ed" providerId="AD"/>
  <p188:author id="{642B4DE0-0C2A-DC6F-B9BC-A2824A6EEC30}" name="Thais Arias" initials="TA" userId="S::thais.arias@tivio.com::9af9935a-e092-41ac-93b3-ea4befa3b4e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0D0D"/>
    <a:srgbClr val="759DB3"/>
    <a:srgbClr val="33383B"/>
    <a:srgbClr val="92D3AB"/>
    <a:srgbClr val="BFBFBF"/>
    <a:srgbClr val="557F97"/>
    <a:srgbClr val="C8D7E0"/>
    <a:srgbClr val="C1F4D4"/>
    <a:srgbClr val="ABC6CD"/>
    <a:srgbClr val="3F6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5FD53-452E-46D3-BD51-CFAEC8A3D7D7}" v="497" dt="2026-10-05T20:35:33.022"/>
    <p1510:client id="{992F98AC-C2F9-45AA-A229-E519C6E31C1C}" v="527" dt="2026-10-05T21:39:53.4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15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Master" Target="slideMasters/slideMaster7.xml"/><Relationship Id="rId11" Type="http://schemas.openxmlformats.org/officeDocument/2006/relationships/slideMaster" Target="slideMasters/slideMaster8.xml"/><Relationship Id="rId12" Type="http://schemas.openxmlformats.org/officeDocument/2006/relationships/slideMaster" Target="slideMasters/slideMaster9.xml"/><Relationship Id="rId13" Type="http://schemas.openxmlformats.org/officeDocument/2006/relationships/slideMaster" Target="slideMasters/slideMaster10.xml"/><Relationship Id="rId14" Type="http://schemas.openxmlformats.org/officeDocument/2006/relationships/slideMaster" Target="slideMasters/slideMaster11.xml"/><Relationship Id="rId15" Type="http://schemas.openxmlformats.org/officeDocument/2006/relationships/slideMaster" Target="slideMasters/slideMaster12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54" Type="http://schemas.openxmlformats.org/officeDocument/2006/relationships/slide" Target="slides/slide39.xml"/><Relationship Id="rId55" Type="http://schemas.openxmlformats.org/officeDocument/2006/relationships/slide" Target="slides/slide40.xml"/><Relationship Id="rId56" Type="http://schemas.openxmlformats.org/officeDocument/2006/relationships/slide" Target="slides/slide41.xml"/><Relationship Id="rId57" Type="http://schemas.openxmlformats.org/officeDocument/2006/relationships/slide" Target="slides/slide42.xml"/><Relationship Id="rId58" Type="http://schemas.openxmlformats.org/officeDocument/2006/relationships/slide" Target="slides/slide43.xml"/><Relationship Id="rId59" Type="http://schemas.openxmlformats.org/officeDocument/2006/relationships/slide" Target="slides/slide44.xml"/><Relationship Id="rId60" Type="http://schemas.openxmlformats.org/officeDocument/2006/relationships/slide" Target="slides/slide45.xml"/><Relationship Id="rId61" Type="http://schemas.openxmlformats.org/officeDocument/2006/relationships/slide" Target="slides/slide46.xml"/><Relationship Id="rId62" Type="http://schemas.openxmlformats.org/officeDocument/2006/relationships/slide" Target="slides/slide47.xml"/><Relationship Id="rId63" Type="http://schemas.openxmlformats.org/officeDocument/2006/relationships/slide" Target="slides/slide48.xml"/><Relationship Id="rId64" Type="http://schemas.openxmlformats.org/officeDocument/2006/relationships/slide" Target="slides/slide49.xml"/><Relationship Id="rId65" Type="http://schemas.openxmlformats.org/officeDocument/2006/relationships/slide" Target="slides/slide50.xml"/><Relationship Id="rId66" Type="http://schemas.openxmlformats.org/officeDocument/2006/relationships/slide" Target="slides/slide51.xml"/><Relationship Id="rId67" Type="http://schemas.openxmlformats.org/officeDocument/2006/relationships/slide" Target="slides/slide52.xml"/><Relationship Id="rId68" Type="http://schemas.openxmlformats.org/officeDocument/2006/relationships/slide" Target="slides/slide53.xml"/><Relationship Id="rId69" Type="http://schemas.openxmlformats.org/officeDocument/2006/relationships/slide" Target="slides/slide54.xml"/><Relationship Id="rId70" Type="http://schemas.openxmlformats.org/officeDocument/2006/relationships/slide" Target="slides/slide55.xml"/><Relationship Id="rId71" Type="http://schemas.openxmlformats.org/officeDocument/2006/relationships/slide" Target="slides/slide56.xml"/><Relationship Id="rId72" Type="http://schemas.openxmlformats.org/officeDocument/2006/relationships/notesMaster" Target="notesMasters/notesMaster1.xml"/><Relationship Id="rId73" Type="http://schemas.openxmlformats.org/officeDocument/2006/relationships/font" Target="fonts/font1.fntdata"/><Relationship Id="rId74" Type="http://schemas.openxmlformats.org/officeDocument/2006/relationships/font" Target="fonts/font2.fntdata"/><Relationship Id="rId75" Type="http://schemas.openxmlformats.org/officeDocument/2006/relationships/font" Target="fonts/font3.fntdata"/><Relationship Id="rId76" Type="http://schemas.openxmlformats.org/officeDocument/2006/relationships/font" Target="fonts/font4.fntdata"/><Relationship Id="rId77" Type="http://schemas.openxmlformats.org/officeDocument/2006/relationships/font" Target="fonts/font5.fntdata"/><Relationship Id="rId78" Type="http://schemas.openxmlformats.org/officeDocument/2006/relationships/font" Target="fonts/font6.fntdata"/><Relationship Id="rId79" Type="http://schemas.openxmlformats.org/officeDocument/2006/relationships/font" Target="fonts/font7.fntdata"/><Relationship Id="rId80" Type="http://schemas.openxmlformats.org/officeDocument/2006/relationships/font" Target="fonts/font8.fntdata"/><Relationship Id="rId81" Type="http://schemas.openxmlformats.org/officeDocument/2006/relationships/font" Target="fonts/font9.fntdata"/><Relationship Id="rId82" Type="http://schemas.openxmlformats.org/officeDocument/2006/relationships/font" Target="fonts/font10.fntdata"/><Relationship Id="rId83" Type="http://schemas.openxmlformats.org/officeDocument/2006/relationships/font" Target="fonts/font11.fntdata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Relationship Id="rId88" Type="http://schemas.microsoft.com/office/2016/11/relationships/changesInfo" Target="changesInfos/changesInfo1.xml"/><Relationship Id="rId89" Type="http://schemas.microsoft.com/office/2015/10/relationships/revisionInfo" Target="revisionInfo.xml"/><Relationship Id="rId9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ian Oka" userId="1e3aa691-c211-44ba-84cc-0a61c7d876f7" providerId="ADAL" clId="{F48EE658-0977-4EC1-AEB0-349FCE9A6D43}"/>
    <pc:docChg chg="undo custSel addSld delSld modSld sldOrd addSection modSection">
      <pc:chgData name="Vivian Oka" userId="1e3aa691-c211-44ba-84cc-0a61c7d876f7" providerId="ADAL" clId="{F48EE658-0977-4EC1-AEB0-349FCE9A6D43}" dt="2026-10-05T20:35:33.022" v="488" actId="1076"/>
      <pc:docMkLst>
        <pc:docMk/>
      </pc:docMkLst>
      <pc:sldChg chg="add">
        <pc:chgData name="Vivian Oka" userId="1e3aa691-c211-44ba-84cc-0a61c7d876f7" providerId="ADAL" clId="{F48EE658-0977-4EC1-AEB0-349FCE9A6D43}" dt="2026-10-05T14:41:15.711" v="76"/>
        <pc:sldMkLst>
          <pc:docMk/>
          <pc:sldMk cId="231093659" sldId="263"/>
        </pc:sldMkLst>
      </pc:sldChg>
      <pc:sldChg chg="modSp add mod">
        <pc:chgData name="Vivian Oka" userId="1e3aa691-c211-44ba-84cc-0a61c7d876f7" providerId="ADAL" clId="{F48EE658-0977-4EC1-AEB0-349FCE9A6D43}" dt="2026-10-05T14:42:22.186" v="79" actId="14100"/>
        <pc:sldMkLst>
          <pc:docMk/>
          <pc:sldMk cId="1949950129" sldId="273"/>
        </pc:sldMkLst>
        <pc:spChg chg="mod">
          <ac:chgData name="Vivian Oka" userId="1e3aa691-c211-44ba-84cc-0a61c7d876f7" providerId="ADAL" clId="{F48EE658-0977-4EC1-AEB0-349FCE9A6D43}" dt="2026-10-05T14:42:22.186" v="79" actId="14100"/>
          <ac:spMkLst>
            <pc:docMk/>
            <pc:sldMk cId="1949950129" sldId="273"/>
            <ac:spMk id="4" creationId="{A39270BB-1FC9-D8CA-65F5-36E9276DFEFC}"/>
          </ac:spMkLst>
        </pc:spChg>
      </pc:sldChg>
      <pc:sldChg chg="addSp modSp add mod">
        <pc:chgData name="Vivian Oka" userId="1e3aa691-c211-44ba-84cc-0a61c7d876f7" providerId="ADAL" clId="{F48EE658-0977-4EC1-AEB0-349FCE9A6D43}" dt="2026-10-05T15:01:55.918" v="141" actId="20577"/>
        <pc:sldMkLst>
          <pc:docMk/>
          <pc:sldMk cId="3129428608" sldId="274"/>
        </pc:sldMkLst>
        <pc:spChg chg="add mod">
          <ac:chgData name="Vivian Oka" userId="1e3aa691-c211-44ba-84cc-0a61c7d876f7" providerId="ADAL" clId="{F48EE658-0977-4EC1-AEB0-349FCE9A6D43}" dt="2026-10-05T15:01:55.918" v="141" actId="20577"/>
          <ac:spMkLst>
            <pc:docMk/>
            <pc:sldMk cId="3129428608" sldId="274"/>
            <ac:spMk id="2" creationId="{6078465D-703D-5526-B0FD-A5EDDDACA35C}"/>
          </ac:spMkLst>
        </pc:spChg>
      </pc:sldChg>
      <pc:sldChg chg="addSp delSp modSp add del mod setBg">
        <pc:chgData name="Vivian Oka" userId="1e3aa691-c211-44ba-84cc-0a61c7d876f7" providerId="ADAL" clId="{F48EE658-0977-4EC1-AEB0-349FCE9A6D43}" dt="2026-10-05T20:25:20.608" v="330" actId="47"/>
        <pc:sldMkLst>
          <pc:docMk/>
          <pc:sldMk cId="0" sldId="275"/>
        </pc:sldMkLst>
        <pc:spChg chg="add del mod">
          <ac:chgData name="Vivian Oka" userId="1e3aa691-c211-44ba-84cc-0a61c7d876f7" providerId="ADAL" clId="{F48EE658-0977-4EC1-AEB0-349FCE9A6D43}" dt="2026-10-05T20:20:01.033" v="224" actId="478"/>
          <ac:spMkLst>
            <pc:docMk/>
            <pc:sldMk cId="0" sldId="275"/>
            <ac:spMk id="3" creationId="{00000000-0000-0000-0000-000000000000}"/>
          </ac:spMkLst>
        </pc:spChg>
        <pc:spChg chg="mod">
          <ac:chgData name="Vivian Oka" userId="1e3aa691-c211-44ba-84cc-0a61c7d876f7" providerId="ADAL" clId="{F48EE658-0977-4EC1-AEB0-349FCE9A6D43}" dt="2026-10-05T19:45:03.010" v="143" actId="2711"/>
          <ac:spMkLst>
            <pc:docMk/>
            <pc:sldMk cId="0" sldId="275"/>
            <ac:spMk id="4" creationId="{00000000-0000-0000-0000-000000000000}"/>
          </ac:spMkLst>
        </pc:spChg>
        <pc:spChg chg="mod">
          <ac:chgData name="Vivian Oka" userId="1e3aa691-c211-44ba-84cc-0a61c7d876f7" providerId="ADAL" clId="{F48EE658-0977-4EC1-AEB0-349FCE9A6D43}" dt="2026-10-05T19:45:03.010" v="143" actId="2711"/>
          <ac:spMkLst>
            <pc:docMk/>
            <pc:sldMk cId="0" sldId="275"/>
            <ac:spMk id="5" creationId="{00000000-0000-0000-0000-000000000000}"/>
          </ac:spMkLst>
        </pc:spChg>
        <pc:spChg chg="mod">
          <ac:chgData name="Vivian Oka" userId="1e3aa691-c211-44ba-84cc-0a61c7d876f7" providerId="ADAL" clId="{F48EE658-0977-4EC1-AEB0-349FCE9A6D43}" dt="2026-10-05T20:15:19.849" v="156" actId="1076"/>
          <ac:spMkLst>
            <pc:docMk/>
            <pc:sldMk cId="0" sldId="275"/>
            <ac:spMk id="6" creationId="{00000000-0000-0000-0000-000000000000}"/>
          </ac:spMkLst>
        </pc:spChg>
        <pc:spChg chg="mod">
          <ac:chgData name="Vivian Oka" userId="1e3aa691-c211-44ba-84cc-0a61c7d876f7" providerId="ADAL" clId="{F48EE658-0977-4EC1-AEB0-349FCE9A6D43}" dt="2026-10-05T20:17:52.149" v="196" actId="1076"/>
          <ac:spMkLst>
            <pc:docMk/>
            <pc:sldMk cId="0" sldId="275"/>
            <ac:spMk id="8" creationId="{00000000-0000-0000-0000-000000000000}"/>
          </ac:spMkLst>
        </pc:spChg>
        <pc:spChg chg="mod">
          <ac:chgData name="Vivian Oka" userId="1e3aa691-c211-44ba-84cc-0a61c7d876f7" providerId="ADAL" clId="{F48EE658-0977-4EC1-AEB0-349FCE9A6D43}" dt="2026-10-05T19:45:14.602" v="145" actId="2711"/>
          <ac:spMkLst>
            <pc:docMk/>
            <pc:sldMk cId="0" sldId="275"/>
            <ac:spMk id="9" creationId="{00000000-0000-0000-0000-000000000000}"/>
          </ac:spMkLst>
        </pc:spChg>
        <pc:spChg chg="mod">
          <ac:chgData name="Vivian Oka" userId="1e3aa691-c211-44ba-84cc-0a61c7d876f7" providerId="ADAL" clId="{F48EE658-0977-4EC1-AEB0-349FCE9A6D43}" dt="2026-10-05T19:45:14.602" v="145" actId="2711"/>
          <ac:spMkLst>
            <pc:docMk/>
            <pc:sldMk cId="0" sldId="275"/>
            <ac:spMk id="10" creationId="{00000000-0000-0000-0000-000000000000}"/>
          </ac:spMkLst>
        </pc:spChg>
        <pc:spChg chg="mod">
          <ac:chgData name="Vivian Oka" userId="1e3aa691-c211-44ba-84cc-0a61c7d876f7" providerId="ADAL" clId="{F48EE658-0977-4EC1-AEB0-349FCE9A6D43}" dt="2026-10-05T19:45:14.602" v="145" actId="2711"/>
          <ac:spMkLst>
            <pc:docMk/>
            <pc:sldMk cId="0" sldId="275"/>
            <ac:spMk id="12" creationId="{00000000-0000-0000-0000-000000000000}"/>
          </ac:spMkLst>
        </pc:spChg>
        <pc:spChg chg="mod">
          <ac:chgData name="Vivian Oka" userId="1e3aa691-c211-44ba-84cc-0a61c7d876f7" providerId="ADAL" clId="{F48EE658-0977-4EC1-AEB0-349FCE9A6D43}" dt="2026-10-05T19:45:14.602" v="145" actId="2711"/>
          <ac:spMkLst>
            <pc:docMk/>
            <pc:sldMk cId="0" sldId="275"/>
            <ac:spMk id="13" creationId="{00000000-0000-0000-0000-000000000000}"/>
          </ac:spMkLst>
        </pc:spChg>
        <pc:spChg chg="mod">
          <ac:chgData name="Vivian Oka" userId="1e3aa691-c211-44ba-84cc-0a61c7d876f7" providerId="ADAL" clId="{F48EE658-0977-4EC1-AEB0-349FCE9A6D43}" dt="2026-10-05T20:17:59.065" v="199" actId="1076"/>
          <ac:spMkLst>
            <pc:docMk/>
            <pc:sldMk cId="0" sldId="275"/>
            <ac:spMk id="14" creationId="{00000000-0000-0000-0000-000000000000}"/>
          </ac:spMkLst>
        </pc:spChg>
        <pc:spChg chg="mod">
          <ac:chgData name="Vivian Oka" userId="1e3aa691-c211-44ba-84cc-0a61c7d876f7" providerId="ADAL" clId="{F48EE658-0977-4EC1-AEB0-349FCE9A6D43}" dt="2026-10-05T20:18:03.848" v="202" actId="1076"/>
          <ac:spMkLst>
            <pc:docMk/>
            <pc:sldMk cId="0" sldId="275"/>
            <ac:spMk id="15" creationId="{00000000-0000-0000-0000-000000000000}"/>
          </ac:spMkLst>
        </pc:spChg>
        <pc:spChg chg="mod">
          <ac:chgData name="Vivian Oka" userId="1e3aa691-c211-44ba-84cc-0a61c7d876f7" providerId="ADAL" clId="{F48EE658-0977-4EC1-AEB0-349FCE9A6D43}" dt="2026-10-05T20:18:03.848" v="202" actId="1076"/>
          <ac:spMkLst>
            <pc:docMk/>
            <pc:sldMk cId="0" sldId="275"/>
            <ac:spMk id="16" creationId="{00000000-0000-0000-0000-000000000000}"/>
          </ac:spMkLst>
        </pc:spChg>
        <pc:spChg chg="mod">
          <ac:chgData name="Vivian Oka" userId="1e3aa691-c211-44ba-84cc-0a61c7d876f7" providerId="ADAL" clId="{F48EE658-0977-4EC1-AEB0-349FCE9A6D43}" dt="2026-10-05T19:45:20.548" v="146" actId="2711"/>
          <ac:spMkLst>
            <pc:docMk/>
            <pc:sldMk cId="0" sldId="275"/>
            <ac:spMk id="17" creationId="{00000000-0000-0000-0000-000000000000}"/>
          </ac:spMkLst>
        </pc:spChg>
        <pc:spChg chg="mod">
          <ac:chgData name="Vivian Oka" userId="1e3aa691-c211-44ba-84cc-0a61c7d876f7" providerId="ADAL" clId="{F48EE658-0977-4EC1-AEB0-349FCE9A6D43}" dt="2026-10-05T19:45:20.548" v="146" actId="2711"/>
          <ac:spMkLst>
            <pc:docMk/>
            <pc:sldMk cId="0" sldId="275"/>
            <ac:spMk id="18" creationId="{00000000-0000-0000-0000-000000000000}"/>
          </ac:spMkLst>
        </pc:spChg>
        <pc:spChg chg="add mod">
          <ac:chgData name="Vivian Oka" userId="1e3aa691-c211-44ba-84cc-0a61c7d876f7" providerId="ADAL" clId="{F48EE658-0977-4EC1-AEB0-349FCE9A6D43}" dt="2026-10-05T20:06:27.528" v="152" actId="14100"/>
          <ac:spMkLst>
            <pc:docMk/>
            <pc:sldMk cId="0" sldId="275"/>
            <ac:spMk id="61" creationId="{69697ADF-990B-FE9B-4417-BB91564B2C40}"/>
          </ac:spMkLst>
        </pc:spChg>
        <pc:spChg chg="add mod">
          <ac:chgData name="Vivian Oka" userId="1e3aa691-c211-44ba-84cc-0a61c7d876f7" providerId="ADAL" clId="{F48EE658-0977-4EC1-AEB0-349FCE9A6D43}" dt="2026-10-05T20:06:27.528" v="152" actId="14100"/>
          <ac:spMkLst>
            <pc:docMk/>
            <pc:sldMk cId="0" sldId="275"/>
            <ac:spMk id="67" creationId="{EC60D2FE-8AAD-8F6A-2631-C1B305670A00}"/>
          </ac:spMkLst>
        </pc:spChg>
        <pc:spChg chg="add mod">
          <ac:chgData name="Vivian Oka" userId="1e3aa691-c211-44ba-84cc-0a61c7d876f7" providerId="ADAL" clId="{F48EE658-0977-4EC1-AEB0-349FCE9A6D43}" dt="2026-10-05T20:06:27.528" v="152" actId="14100"/>
          <ac:spMkLst>
            <pc:docMk/>
            <pc:sldMk cId="0" sldId="275"/>
            <ac:spMk id="72" creationId="{E02E4E88-EAF1-DCF1-7F61-1FC03030DE90}"/>
          </ac:spMkLst>
        </pc:spChg>
        <pc:spChg chg="add mod">
          <ac:chgData name="Vivian Oka" userId="1e3aa691-c211-44ba-84cc-0a61c7d876f7" providerId="ADAL" clId="{F48EE658-0977-4EC1-AEB0-349FCE9A6D43}" dt="2026-10-05T20:06:27.528" v="152" actId="14100"/>
          <ac:spMkLst>
            <pc:docMk/>
            <pc:sldMk cId="0" sldId="275"/>
            <ac:spMk id="100" creationId="{C38F9D38-0807-0086-35CD-50D6685C8835}"/>
          </ac:spMkLst>
        </pc:spChg>
        <pc:spChg chg="add mod">
          <ac:chgData name="Vivian Oka" userId="1e3aa691-c211-44ba-84cc-0a61c7d876f7" providerId="ADAL" clId="{F48EE658-0977-4EC1-AEB0-349FCE9A6D43}" dt="2026-10-05T20:06:27.528" v="152" actId="14100"/>
          <ac:spMkLst>
            <pc:docMk/>
            <pc:sldMk cId="0" sldId="275"/>
            <ac:spMk id="104" creationId="{EADEBE51-7A68-BD91-FB16-3F0612A4627E}"/>
          </ac:spMkLst>
        </pc:spChg>
        <pc:spChg chg="add mod">
          <ac:chgData name="Vivian Oka" userId="1e3aa691-c211-44ba-84cc-0a61c7d876f7" providerId="ADAL" clId="{F48EE658-0977-4EC1-AEB0-349FCE9A6D43}" dt="2026-10-05T20:06:27.528" v="152" actId="14100"/>
          <ac:spMkLst>
            <pc:docMk/>
            <pc:sldMk cId="0" sldId="275"/>
            <ac:spMk id="129" creationId="{CEA52709-D5BE-C3B2-4721-6DCA17A32FC7}"/>
          </ac:spMkLst>
        </pc:spChg>
        <pc:spChg chg="add mod">
          <ac:chgData name="Vivian Oka" userId="1e3aa691-c211-44ba-84cc-0a61c7d876f7" providerId="ADAL" clId="{F48EE658-0977-4EC1-AEB0-349FCE9A6D43}" dt="2026-10-05T20:06:27.528" v="152" actId="14100"/>
          <ac:spMkLst>
            <pc:docMk/>
            <pc:sldMk cId="0" sldId="275"/>
            <ac:spMk id="138" creationId="{39777A10-B664-0D88-4FB7-719503666720}"/>
          </ac:spMkLst>
        </pc:spChg>
        <pc:spChg chg="add mod">
          <ac:chgData name="Vivian Oka" userId="1e3aa691-c211-44ba-84cc-0a61c7d876f7" providerId="ADAL" clId="{F48EE658-0977-4EC1-AEB0-349FCE9A6D43}" dt="2026-10-05T20:06:27.528" v="152" actId="14100"/>
          <ac:spMkLst>
            <pc:docMk/>
            <pc:sldMk cId="0" sldId="275"/>
            <ac:spMk id="159" creationId="{1AD0A1CC-9656-B57F-CB48-11818DD52BD5}"/>
          </ac:spMkLst>
        </pc:spChg>
        <pc:spChg chg="add mod">
          <ac:chgData name="Vivian Oka" userId="1e3aa691-c211-44ba-84cc-0a61c7d876f7" providerId="ADAL" clId="{F48EE658-0977-4EC1-AEB0-349FCE9A6D43}" dt="2026-10-05T20:06:27.528" v="152" actId="14100"/>
          <ac:spMkLst>
            <pc:docMk/>
            <pc:sldMk cId="0" sldId="275"/>
            <ac:spMk id="169" creationId="{0EE78D21-8998-2F87-DADB-0713090B600B}"/>
          </ac:spMkLst>
        </pc:spChg>
        <pc:spChg chg="add mod">
          <ac:chgData name="Vivian Oka" userId="1e3aa691-c211-44ba-84cc-0a61c7d876f7" providerId="ADAL" clId="{F48EE658-0977-4EC1-AEB0-349FCE9A6D43}" dt="2026-10-05T20:06:27.528" v="152" actId="14100"/>
          <ac:spMkLst>
            <pc:docMk/>
            <pc:sldMk cId="0" sldId="275"/>
            <ac:spMk id="186" creationId="{7080E558-CC0E-D724-15A5-B5CE004ECF51}"/>
          </ac:spMkLst>
        </pc:spChg>
        <pc:spChg chg="add mod">
          <ac:chgData name="Vivian Oka" userId="1e3aa691-c211-44ba-84cc-0a61c7d876f7" providerId="ADAL" clId="{F48EE658-0977-4EC1-AEB0-349FCE9A6D43}" dt="2026-10-05T20:17:54.531" v="197" actId="1076"/>
          <ac:spMkLst>
            <pc:docMk/>
            <pc:sldMk cId="0" sldId="275"/>
            <ac:spMk id="194" creationId="{0DF2038C-EA43-A321-83C9-A2BB850FB84B}"/>
          </ac:spMkLst>
        </pc:spChg>
        <pc:spChg chg="mod">
          <ac:chgData name="Vivian Oka" userId="1e3aa691-c211-44ba-84cc-0a61c7d876f7" providerId="ADAL" clId="{F48EE658-0977-4EC1-AEB0-349FCE9A6D43}" dt="2026-10-05T20:19:55.831" v="222"/>
          <ac:spMkLst>
            <pc:docMk/>
            <pc:sldMk cId="0" sldId="275"/>
            <ac:spMk id="197" creationId="{E4FC867B-2E43-4759-E69D-93BC2C3BABB6}"/>
          </ac:spMkLst>
        </pc:spChg>
        <pc:spChg chg="mod">
          <ac:chgData name="Vivian Oka" userId="1e3aa691-c211-44ba-84cc-0a61c7d876f7" providerId="ADAL" clId="{F48EE658-0977-4EC1-AEB0-349FCE9A6D43}" dt="2026-10-05T20:19:55.831" v="222"/>
          <ac:spMkLst>
            <pc:docMk/>
            <pc:sldMk cId="0" sldId="275"/>
            <ac:spMk id="198" creationId="{0B54F55A-410B-91F6-7888-223858617B3A}"/>
          </ac:spMkLst>
        </pc:spChg>
        <pc:spChg chg="mod">
          <ac:chgData name="Vivian Oka" userId="1e3aa691-c211-44ba-84cc-0a61c7d876f7" providerId="ADAL" clId="{F48EE658-0977-4EC1-AEB0-349FCE9A6D43}" dt="2026-10-05T20:19:55.831" v="222"/>
          <ac:spMkLst>
            <pc:docMk/>
            <pc:sldMk cId="0" sldId="275"/>
            <ac:spMk id="199" creationId="{58435A2A-5738-9F2D-B7A4-7545D4F09AE1}"/>
          </ac:spMkLst>
        </pc:spChg>
        <pc:spChg chg="mod">
          <ac:chgData name="Vivian Oka" userId="1e3aa691-c211-44ba-84cc-0a61c7d876f7" providerId="ADAL" clId="{F48EE658-0977-4EC1-AEB0-349FCE9A6D43}" dt="2026-10-05T20:19:55.831" v="222"/>
          <ac:spMkLst>
            <pc:docMk/>
            <pc:sldMk cId="0" sldId="275"/>
            <ac:spMk id="200" creationId="{D6CFF8CC-C1DA-0A0D-4F8B-90F324B9783F}"/>
          </ac:spMkLst>
        </pc:spChg>
        <pc:spChg chg="mod">
          <ac:chgData name="Vivian Oka" userId="1e3aa691-c211-44ba-84cc-0a61c7d876f7" providerId="ADAL" clId="{F48EE658-0977-4EC1-AEB0-349FCE9A6D43}" dt="2026-10-05T20:19:55.831" v="222"/>
          <ac:spMkLst>
            <pc:docMk/>
            <pc:sldMk cId="0" sldId="275"/>
            <ac:spMk id="202" creationId="{588ACBA5-5DFF-4450-9278-3CCB7CE3E930}"/>
          </ac:spMkLst>
        </pc:spChg>
        <pc:spChg chg="mod">
          <ac:chgData name="Vivian Oka" userId="1e3aa691-c211-44ba-84cc-0a61c7d876f7" providerId="ADAL" clId="{F48EE658-0977-4EC1-AEB0-349FCE9A6D43}" dt="2026-10-05T20:19:55.831" v="222"/>
          <ac:spMkLst>
            <pc:docMk/>
            <pc:sldMk cId="0" sldId="275"/>
            <ac:spMk id="204" creationId="{63CC68CC-B416-2AAD-2079-E56DCA9F8B35}"/>
          </ac:spMkLst>
        </pc:spChg>
        <pc:spChg chg="mod">
          <ac:chgData name="Vivian Oka" userId="1e3aa691-c211-44ba-84cc-0a61c7d876f7" providerId="ADAL" clId="{F48EE658-0977-4EC1-AEB0-349FCE9A6D43}" dt="2026-10-05T20:19:55.831" v="222"/>
          <ac:spMkLst>
            <pc:docMk/>
            <pc:sldMk cId="0" sldId="275"/>
            <ac:spMk id="205" creationId="{603220D6-811D-485B-7418-0E86E7CA4330}"/>
          </ac:spMkLst>
        </pc:spChg>
        <pc:spChg chg="mod">
          <ac:chgData name="Vivian Oka" userId="1e3aa691-c211-44ba-84cc-0a61c7d876f7" providerId="ADAL" clId="{F48EE658-0977-4EC1-AEB0-349FCE9A6D43}" dt="2026-10-05T20:19:55.831" v="222"/>
          <ac:spMkLst>
            <pc:docMk/>
            <pc:sldMk cId="0" sldId="275"/>
            <ac:spMk id="207" creationId="{0AC2B140-F32C-14AF-B90B-F97E9DD850F7}"/>
          </ac:spMkLst>
        </pc:spChg>
        <pc:spChg chg="mod">
          <ac:chgData name="Vivian Oka" userId="1e3aa691-c211-44ba-84cc-0a61c7d876f7" providerId="ADAL" clId="{F48EE658-0977-4EC1-AEB0-349FCE9A6D43}" dt="2026-10-05T20:19:55.831" v="222"/>
          <ac:spMkLst>
            <pc:docMk/>
            <pc:sldMk cId="0" sldId="275"/>
            <ac:spMk id="209" creationId="{86C7DBB5-C197-3E63-0614-44BC25DCF7BF}"/>
          </ac:spMkLst>
        </pc:spChg>
        <pc:spChg chg="mod">
          <ac:chgData name="Vivian Oka" userId="1e3aa691-c211-44ba-84cc-0a61c7d876f7" providerId="ADAL" clId="{F48EE658-0977-4EC1-AEB0-349FCE9A6D43}" dt="2026-10-05T20:19:55.831" v="222"/>
          <ac:spMkLst>
            <pc:docMk/>
            <pc:sldMk cId="0" sldId="275"/>
            <ac:spMk id="212" creationId="{DE2B54FB-258B-2FFD-D8CC-5431CADA04BA}"/>
          </ac:spMkLst>
        </pc:spChg>
        <pc:spChg chg="add del">
          <ac:chgData name="Vivian Oka" userId="1e3aa691-c211-44ba-84cc-0a61c7d876f7" providerId="ADAL" clId="{F48EE658-0977-4EC1-AEB0-349FCE9A6D43}" dt="2026-10-05T20:21:36.229" v="242" actId="22"/>
          <ac:spMkLst>
            <pc:docMk/>
            <pc:sldMk cId="0" sldId="275"/>
            <ac:spMk id="214" creationId="{7F6BA2CA-E218-C246-503B-AF3E00C0C8BD}"/>
          </ac:spMkLst>
        </pc:spChg>
        <pc:graphicFrameChg chg="add mod">
          <ac:chgData name="Vivian Oka" userId="1e3aa691-c211-44ba-84cc-0a61c7d876f7" providerId="ADAL" clId="{F48EE658-0977-4EC1-AEB0-349FCE9A6D43}" dt="2026-10-05T20:19:42.103" v="220" actId="255"/>
          <ac:graphicFrameMkLst>
            <pc:docMk/>
            <pc:sldMk cId="0" sldId="275"/>
            <ac:graphicFrameMk id="192" creationId="{00000000-0008-0000-0000-000002000000}"/>
          </ac:graphicFrameMkLst>
        </pc:graphicFrameChg>
        <pc:picChg chg="del">
          <ac:chgData name="Vivian Oka" userId="1e3aa691-c211-44ba-84cc-0a61c7d876f7" providerId="ADAL" clId="{F48EE658-0977-4EC1-AEB0-349FCE9A6D43}" dt="2026-10-05T20:06:12.218" v="149" actId="478"/>
          <ac:picMkLst>
            <pc:docMk/>
            <pc:sldMk cId="0" sldId="275"/>
            <ac:picMk id="7" creationId="{00000000-0000-0000-0000-000000000000}"/>
          </ac:picMkLst>
        </pc:picChg>
      </pc:sldChg>
      <pc:sldChg chg="addSp delSp modSp mod setBg">
        <pc:chgData name="Vivian Oka" userId="1e3aa691-c211-44ba-84cc-0a61c7d876f7" providerId="ADAL" clId="{F48EE658-0977-4EC1-AEB0-349FCE9A6D43}" dt="2026-10-05T20:25:40.193" v="336"/>
        <pc:sldMkLst>
          <pc:docMk/>
          <pc:sldMk cId="783210786" sldId="276"/>
        </pc:sldMkLst>
        <pc:spChg chg="del">
          <ac:chgData name="Vivian Oka" userId="1e3aa691-c211-44ba-84cc-0a61c7d876f7" providerId="ADAL" clId="{F48EE658-0977-4EC1-AEB0-349FCE9A6D43}" dt="2026-10-05T20:20:18.391" v="225" actId="478"/>
          <ac:spMkLst>
            <pc:docMk/>
            <pc:sldMk cId="783210786" sldId="276"/>
            <ac:spMk id="3" creationId="{BEE3C110-7124-F289-E9DF-B4813F799FC8}"/>
          </ac:spMkLst>
        </pc:spChg>
        <pc:spChg chg="del">
          <ac:chgData name="Vivian Oka" userId="1e3aa691-c211-44ba-84cc-0a61c7d876f7" providerId="ADAL" clId="{F48EE658-0977-4EC1-AEB0-349FCE9A6D43}" dt="2026-10-05T20:20:18.391" v="225" actId="478"/>
          <ac:spMkLst>
            <pc:docMk/>
            <pc:sldMk cId="783210786" sldId="276"/>
            <ac:spMk id="5" creationId="{16A9CEEB-BA08-2389-3412-91211B7CCE1F}"/>
          </ac:spMkLst>
        </pc:spChg>
        <pc:spChg chg="del">
          <ac:chgData name="Vivian Oka" userId="1e3aa691-c211-44ba-84cc-0a61c7d876f7" providerId="ADAL" clId="{F48EE658-0977-4EC1-AEB0-349FCE9A6D43}" dt="2026-10-05T20:20:24.613" v="227" actId="478"/>
          <ac:spMkLst>
            <pc:docMk/>
            <pc:sldMk cId="783210786" sldId="276"/>
            <ac:spMk id="7" creationId="{4A113B49-8FE5-3A56-858D-75E2B8DC88F0}"/>
          </ac:spMkLst>
        </pc:spChg>
        <pc:spChg chg="del">
          <ac:chgData name="Vivian Oka" userId="1e3aa691-c211-44ba-84cc-0a61c7d876f7" providerId="ADAL" clId="{F48EE658-0977-4EC1-AEB0-349FCE9A6D43}" dt="2026-10-05T20:20:18.391" v="225" actId="478"/>
          <ac:spMkLst>
            <pc:docMk/>
            <pc:sldMk cId="783210786" sldId="276"/>
            <ac:spMk id="36" creationId="{C833539F-0AD4-21BA-612D-10AE30CED030}"/>
          </ac:spMkLst>
        </pc:spChg>
        <pc:spChg chg="add mod">
          <ac:chgData name="Vivian Oka" userId="1e3aa691-c211-44ba-84cc-0a61c7d876f7" providerId="ADAL" clId="{F48EE658-0977-4EC1-AEB0-349FCE9A6D43}" dt="2026-10-05T20:25:10.990" v="329" actId="20577"/>
          <ac:spMkLst>
            <pc:docMk/>
            <pc:sldMk cId="783210786" sldId="276"/>
            <ac:spMk id="43" creationId="{C3F645E8-7AE7-89EF-B398-A897BD49A1F6}"/>
          </ac:spMkLst>
        </pc:spChg>
        <pc:spChg chg="add mod">
          <ac:chgData name="Vivian Oka" userId="1e3aa691-c211-44ba-84cc-0a61c7d876f7" providerId="ADAL" clId="{F48EE658-0977-4EC1-AEB0-349FCE9A6D43}" dt="2026-10-05T20:24:58.455" v="320" actId="404"/>
          <ac:spMkLst>
            <pc:docMk/>
            <pc:sldMk cId="783210786" sldId="276"/>
            <ac:spMk id="45" creationId="{DDF17C6E-455A-BF8E-70C9-6711457B4FAB}"/>
          </ac:spMkLst>
        </pc:spChg>
        <pc:spChg chg="add mod">
          <ac:chgData name="Vivian Oka" userId="1e3aa691-c211-44ba-84cc-0a61c7d876f7" providerId="ADAL" clId="{F48EE658-0977-4EC1-AEB0-349FCE9A6D43}" dt="2026-10-05T20:24:01.330" v="306" actId="1076"/>
          <ac:spMkLst>
            <pc:docMk/>
            <pc:sldMk cId="783210786" sldId="276"/>
            <ac:spMk id="47" creationId="{CE710A3B-8C6E-6BF9-F541-4D4A94AFE5B4}"/>
          </ac:spMkLst>
        </pc:spChg>
        <pc:spChg chg="add">
          <ac:chgData name="Vivian Oka" userId="1e3aa691-c211-44ba-84cc-0a61c7d876f7" providerId="ADAL" clId="{F48EE658-0977-4EC1-AEB0-349FCE9A6D43}" dt="2026-10-05T20:22:00.129" v="246" actId="22"/>
          <ac:spMkLst>
            <pc:docMk/>
            <pc:sldMk cId="783210786" sldId="276"/>
            <ac:spMk id="49" creationId="{5AA0C7A5-C36E-2D2E-A5A5-0E60ED97AB65}"/>
          </ac:spMkLst>
        </pc:spChg>
        <pc:spChg chg="add">
          <ac:chgData name="Vivian Oka" userId="1e3aa691-c211-44ba-84cc-0a61c7d876f7" providerId="ADAL" clId="{F48EE658-0977-4EC1-AEB0-349FCE9A6D43}" dt="2026-10-05T20:22:00.129" v="246" actId="22"/>
          <ac:spMkLst>
            <pc:docMk/>
            <pc:sldMk cId="783210786" sldId="276"/>
            <ac:spMk id="51" creationId="{2415A4AD-274D-DB39-8D79-14B2207058C1}"/>
          </ac:spMkLst>
        </pc:spChg>
        <pc:spChg chg="add">
          <ac:chgData name="Vivian Oka" userId="1e3aa691-c211-44ba-84cc-0a61c7d876f7" providerId="ADAL" clId="{F48EE658-0977-4EC1-AEB0-349FCE9A6D43}" dt="2026-10-05T20:22:00.129" v="246" actId="22"/>
          <ac:spMkLst>
            <pc:docMk/>
            <pc:sldMk cId="783210786" sldId="276"/>
            <ac:spMk id="53" creationId="{E43786CB-9A83-0D65-F8E6-0B7AE5D0DC0A}"/>
          </ac:spMkLst>
        </pc:spChg>
        <pc:spChg chg="add">
          <ac:chgData name="Vivian Oka" userId="1e3aa691-c211-44ba-84cc-0a61c7d876f7" providerId="ADAL" clId="{F48EE658-0977-4EC1-AEB0-349FCE9A6D43}" dt="2026-10-05T20:22:00.129" v="246" actId="22"/>
          <ac:spMkLst>
            <pc:docMk/>
            <pc:sldMk cId="783210786" sldId="276"/>
            <ac:spMk id="58" creationId="{4A7B38A5-A960-6E51-C926-A0672D7011E2}"/>
          </ac:spMkLst>
        </pc:spChg>
        <pc:spChg chg="add mod">
          <ac:chgData name="Vivian Oka" userId="1e3aa691-c211-44ba-84cc-0a61c7d876f7" providerId="ADAL" clId="{F48EE658-0977-4EC1-AEB0-349FCE9A6D43}" dt="2026-10-05T20:24:08.042" v="316" actId="1035"/>
          <ac:spMkLst>
            <pc:docMk/>
            <pc:sldMk cId="783210786" sldId="276"/>
            <ac:spMk id="60" creationId="{E64B2794-570D-E26C-44B2-EE830356873D}"/>
          </ac:spMkLst>
        </pc:spChg>
        <pc:spChg chg="add">
          <ac:chgData name="Vivian Oka" userId="1e3aa691-c211-44ba-84cc-0a61c7d876f7" providerId="ADAL" clId="{F48EE658-0977-4EC1-AEB0-349FCE9A6D43}" dt="2026-10-05T20:22:00.129" v="246" actId="22"/>
          <ac:spMkLst>
            <pc:docMk/>
            <pc:sldMk cId="783210786" sldId="276"/>
            <ac:spMk id="62" creationId="{803B9B90-AB2C-3A61-7BF4-5C3B77C84D03}"/>
          </ac:spMkLst>
        </pc:spChg>
        <pc:spChg chg="add">
          <ac:chgData name="Vivian Oka" userId="1e3aa691-c211-44ba-84cc-0a61c7d876f7" providerId="ADAL" clId="{F48EE658-0977-4EC1-AEB0-349FCE9A6D43}" dt="2026-10-05T20:22:00.129" v="246" actId="22"/>
          <ac:spMkLst>
            <pc:docMk/>
            <pc:sldMk cId="783210786" sldId="276"/>
            <ac:spMk id="64" creationId="{FA6AE1AB-BDB8-A231-886D-3831F0686C7E}"/>
          </ac:spMkLst>
        </pc:spChg>
        <pc:spChg chg="add">
          <ac:chgData name="Vivian Oka" userId="1e3aa691-c211-44ba-84cc-0a61c7d876f7" providerId="ADAL" clId="{F48EE658-0977-4EC1-AEB0-349FCE9A6D43}" dt="2026-10-05T20:22:00.129" v="246" actId="22"/>
          <ac:spMkLst>
            <pc:docMk/>
            <pc:sldMk cId="783210786" sldId="276"/>
            <ac:spMk id="66" creationId="{A058EFF7-C855-0B4E-32E8-6444B37A1F94}"/>
          </ac:spMkLst>
        </pc:spChg>
        <pc:spChg chg="add">
          <ac:chgData name="Vivian Oka" userId="1e3aa691-c211-44ba-84cc-0a61c7d876f7" providerId="ADAL" clId="{F48EE658-0977-4EC1-AEB0-349FCE9A6D43}" dt="2026-10-05T20:22:00.129" v="246" actId="22"/>
          <ac:spMkLst>
            <pc:docMk/>
            <pc:sldMk cId="783210786" sldId="276"/>
            <ac:spMk id="68" creationId="{1D25A8A9-D63F-7D54-6580-BDD2FC59851C}"/>
          </ac:spMkLst>
        </pc:spChg>
        <pc:spChg chg="add mod">
          <ac:chgData name="Vivian Oka" userId="1e3aa691-c211-44ba-84cc-0a61c7d876f7" providerId="ADAL" clId="{F48EE658-0977-4EC1-AEB0-349FCE9A6D43}" dt="2026-10-05T20:23:33.848" v="304" actId="207"/>
          <ac:spMkLst>
            <pc:docMk/>
            <pc:sldMk cId="783210786" sldId="276"/>
            <ac:spMk id="70" creationId="{3DC2B99A-4F4F-5BA7-01C2-3327B9E45FD6}"/>
          </ac:spMkLst>
        </pc:spChg>
        <pc:spChg chg="add mod">
          <ac:chgData name="Vivian Oka" userId="1e3aa691-c211-44ba-84cc-0a61c7d876f7" providerId="ADAL" clId="{F48EE658-0977-4EC1-AEB0-349FCE9A6D43}" dt="2026-10-05T20:23:27.644" v="303" actId="1076"/>
          <ac:spMkLst>
            <pc:docMk/>
            <pc:sldMk cId="783210786" sldId="276"/>
            <ac:spMk id="72" creationId="{4FDD7E62-F795-0883-7203-980D89A43A34}"/>
          </ac:spMkLst>
        </pc:spChg>
        <pc:spChg chg="del">
          <ac:chgData name="Vivian Oka" userId="1e3aa691-c211-44ba-84cc-0a61c7d876f7" providerId="ADAL" clId="{F48EE658-0977-4EC1-AEB0-349FCE9A6D43}" dt="2026-10-05T20:20:22.130" v="226" actId="478"/>
          <ac:spMkLst>
            <pc:docMk/>
            <pc:sldMk cId="783210786" sldId="276"/>
            <ac:spMk id="88" creationId="{262EBA45-A57A-F27F-C179-ABD4948653FF}"/>
          </ac:spMkLst>
        </pc:spChg>
        <pc:spChg chg="del">
          <ac:chgData name="Vivian Oka" userId="1e3aa691-c211-44ba-84cc-0a61c7d876f7" providerId="ADAL" clId="{F48EE658-0977-4EC1-AEB0-349FCE9A6D43}" dt="2026-10-05T20:20:18.391" v="225" actId="478"/>
          <ac:spMkLst>
            <pc:docMk/>
            <pc:sldMk cId="783210786" sldId="276"/>
            <ac:spMk id="89" creationId="{8F80910A-97F7-A34D-0966-4076266436D4}"/>
          </ac:spMkLst>
        </pc:spChg>
        <pc:spChg chg="del">
          <ac:chgData name="Vivian Oka" userId="1e3aa691-c211-44ba-84cc-0a61c7d876f7" providerId="ADAL" clId="{F48EE658-0977-4EC1-AEB0-349FCE9A6D43}" dt="2026-10-05T20:20:30.847" v="229" actId="478"/>
          <ac:spMkLst>
            <pc:docMk/>
            <pc:sldMk cId="783210786" sldId="276"/>
            <ac:spMk id="103" creationId="{77EF8DFE-D4C2-88E1-C365-FE985AA67E61}"/>
          </ac:spMkLst>
        </pc:spChg>
        <pc:spChg chg="del">
          <ac:chgData name="Vivian Oka" userId="1e3aa691-c211-44ba-84cc-0a61c7d876f7" providerId="ADAL" clId="{F48EE658-0977-4EC1-AEB0-349FCE9A6D43}" dt="2026-10-05T20:20:18.391" v="225" actId="478"/>
          <ac:spMkLst>
            <pc:docMk/>
            <pc:sldMk cId="783210786" sldId="276"/>
            <ac:spMk id="118" creationId="{F967638C-3778-F0DF-3C14-2F4E68C871D2}"/>
          </ac:spMkLst>
        </pc:spChg>
        <pc:spChg chg="del">
          <ac:chgData name="Vivian Oka" userId="1e3aa691-c211-44ba-84cc-0a61c7d876f7" providerId="ADAL" clId="{F48EE658-0977-4EC1-AEB0-349FCE9A6D43}" dt="2026-10-05T20:20:18.391" v="225" actId="478"/>
          <ac:spMkLst>
            <pc:docMk/>
            <pc:sldMk cId="783210786" sldId="276"/>
            <ac:spMk id="119" creationId="{86053205-E296-3344-D800-16B4C3B67685}"/>
          </ac:spMkLst>
        </pc:spChg>
        <pc:spChg chg="del">
          <ac:chgData name="Vivian Oka" userId="1e3aa691-c211-44ba-84cc-0a61c7d876f7" providerId="ADAL" clId="{F48EE658-0977-4EC1-AEB0-349FCE9A6D43}" dt="2026-10-05T20:20:18.391" v="225" actId="478"/>
          <ac:spMkLst>
            <pc:docMk/>
            <pc:sldMk cId="783210786" sldId="276"/>
            <ac:spMk id="120" creationId="{4FA8A370-C406-6D6C-AE59-D93EE22965AD}"/>
          </ac:spMkLst>
        </pc:spChg>
        <pc:spChg chg="del">
          <ac:chgData name="Vivian Oka" userId="1e3aa691-c211-44ba-84cc-0a61c7d876f7" providerId="ADAL" clId="{F48EE658-0977-4EC1-AEB0-349FCE9A6D43}" dt="2026-10-05T20:20:18.391" v="225" actId="478"/>
          <ac:spMkLst>
            <pc:docMk/>
            <pc:sldMk cId="783210786" sldId="276"/>
            <ac:spMk id="121" creationId="{65E53258-2257-DB7A-097E-FAD9B97E8550}"/>
          </ac:spMkLst>
        </pc:spChg>
        <pc:spChg chg="del">
          <ac:chgData name="Vivian Oka" userId="1e3aa691-c211-44ba-84cc-0a61c7d876f7" providerId="ADAL" clId="{F48EE658-0977-4EC1-AEB0-349FCE9A6D43}" dt="2026-10-05T20:20:18.391" v="225" actId="478"/>
          <ac:spMkLst>
            <pc:docMk/>
            <pc:sldMk cId="783210786" sldId="276"/>
            <ac:spMk id="122" creationId="{A8B74E54-42C4-3FD1-A2D2-60C7B6EFBC39}"/>
          </ac:spMkLst>
        </pc:spChg>
        <pc:spChg chg="del">
          <ac:chgData name="Vivian Oka" userId="1e3aa691-c211-44ba-84cc-0a61c7d876f7" providerId="ADAL" clId="{F48EE658-0977-4EC1-AEB0-349FCE9A6D43}" dt="2026-10-05T20:20:22.130" v="226" actId="478"/>
          <ac:spMkLst>
            <pc:docMk/>
            <pc:sldMk cId="783210786" sldId="276"/>
            <ac:spMk id="123" creationId="{2DB78CB6-8D0C-1F31-3232-8FE22CF4B8AF}"/>
          </ac:spMkLst>
        </pc:spChg>
        <pc:spChg chg="del">
          <ac:chgData name="Vivian Oka" userId="1e3aa691-c211-44ba-84cc-0a61c7d876f7" providerId="ADAL" clId="{F48EE658-0977-4EC1-AEB0-349FCE9A6D43}" dt="2026-10-05T20:20:18.391" v="225" actId="478"/>
          <ac:spMkLst>
            <pc:docMk/>
            <pc:sldMk cId="783210786" sldId="276"/>
            <ac:spMk id="140" creationId="{52F02B3F-4860-47F5-A28B-81582D26223B}"/>
          </ac:spMkLst>
        </pc:spChg>
        <pc:grpChg chg="del">
          <ac:chgData name="Vivian Oka" userId="1e3aa691-c211-44ba-84cc-0a61c7d876f7" providerId="ADAL" clId="{F48EE658-0977-4EC1-AEB0-349FCE9A6D43}" dt="2026-10-05T20:20:22.130" v="226" actId="478"/>
          <ac:grpSpMkLst>
            <pc:docMk/>
            <pc:sldMk cId="783210786" sldId="276"/>
            <ac:grpSpMk id="54" creationId="{560C14FF-BCF5-33FA-E4B0-0755DDA0B68F}"/>
          </ac:grpSpMkLst>
        </pc:grpChg>
        <pc:graphicFrameChg chg="add mod">
          <ac:chgData name="Vivian Oka" userId="1e3aa691-c211-44ba-84cc-0a61c7d876f7" providerId="ADAL" clId="{F48EE658-0977-4EC1-AEB0-349FCE9A6D43}" dt="2026-10-05T20:25:40.193" v="336"/>
          <ac:graphicFrameMkLst>
            <pc:docMk/>
            <pc:sldMk cId="783210786" sldId="276"/>
            <ac:graphicFrameMk id="41" creationId="{68DA90EE-E641-55F4-447E-67B6877CC6C9}"/>
          </ac:graphicFrameMkLst>
        </pc:graphicFrameChg>
        <pc:graphicFrameChg chg="del">
          <ac:chgData name="Vivian Oka" userId="1e3aa691-c211-44ba-84cc-0a61c7d876f7" providerId="ADAL" clId="{F48EE658-0977-4EC1-AEB0-349FCE9A6D43}" dt="2026-10-05T20:20:28.085" v="228" actId="478"/>
          <ac:graphicFrameMkLst>
            <pc:docMk/>
            <pc:sldMk cId="783210786" sldId="276"/>
            <ac:graphicFrameMk id="116" creationId="{C2E32052-FEFF-5826-16AC-A7A5ABACFFD2}"/>
          </ac:graphicFrameMkLst>
        </pc:graphicFrameChg>
        <pc:graphicFrameChg chg="del">
          <ac:chgData name="Vivian Oka" userId="1e3aa691-c211-44ba-84cc-0a61c7d876f7" providerId="ADAL" clId="{F48EE658-0977-4EC1-AEB0-349FCE9A6D43}" dt="2026-10-05T20:20:33.796" v="230" actId="478"/>
          <ac:graphicFrameMkLst>
            <pc:docMk/>
            <pc:sldMk cId="783210786" sldId="276"/>
            <ac:graphicFrameMk id="117" creationId="{6A2EE3BD-9B8E-0969-EB76-AD03C8DECE2C}"/>
          </ac:graphicFrameMkLst>
        </pc:graphicFrameChg>
      </pc:sldChg>
      <pc:sldChg chg="ord">
        <pc:chgData name="Vivian Oka" userId="1e3aa691-c211-44ba-84cc-0a61c7d876f7" providerId="ADAL" clId="{F48EE658-0977-4EC1-AEB0-349FCE9A6D43}" dt="2026-10-05T14:42:49.744" v="95"/>
        <pc:sldMkLst>
          <pc:docMk/>
          <pc:sldMk cId="3405183642" sldId="2147474396"/>
        </pc:sldMkLst>
      </pc:sldChg>
      <pc:sldChg chg="modSp add del">
        <pc:chgData name="Vivian Oka" userId="1e3aa691-c211-44ba-84cc-0a61c7d876f7" providerId="ADAL" clId="{F48EE658-0977-4EC1-AEB0-349FCE9A6D43}" dt="2026-10-05T20:31:43.191" v="341"/>
        <pc:sldMkLst>
          <pc:docMk/>
          <pc:sldMk cId="120014022" sldId="2147474405"/>
        </pc:sldMkLst>
        <pc:spChg chg="mod">
          <ac:chgData name="Vivian Oka" userId="1e3aa691-c211-44ba-84cc-0a61c7d876f7" providerId="ADAL" clId="{F48EE658-0977-4EC1-AEB0-349FCE9A6D43}" dt="2026-10-05T20:31:38.174" v="338" actId="2711"/>
          <ac:spMkLst>
            <pc:docMk/>
            <pc:sldMk cId="120014022" sldId="2147474405"/>
            <ac:spMk id="2" creationId="{20730BB5-5541-1EB3-EB1A-390C674EECF4}"/>
          </ac:spMkLst>
        </pc:spChg>
        <pc:spChg chg="mod">
          <ac:chgData name="Vivian Oka" userId="1e3aa691-c211-44ba-84cc-0a61c7d876f7" providerId="ADAL" clId="{F48EE658-0977-4EC1-AEB0-349FCE9A6D43}" dt="2026-10-05T20:31:38.174" v="338" actId="2711"/>
          <ac:spMkLst>
            <pc:docMk/>
            <pc:sldMk cId="120014022" sldId="2147474405"/>
            <ac:spMk id="3" creationId="{DDBE3924-29CF-E3F7-4658-E57994E46CD7}"/>
          </ac:spMkLst>
        </pc:spChg>
        <pc:spChg chg="mod">
          <ac:chgData name="Vivian Oka" userId="1e3aa691-c211-44ba-84cc-0a61c7d876f7" providerId="ADAL" clId="{F48EE658-0977-4EC1-AEB0-349FCE9A6D43}" dt="2026-10-05T20:31:40.044" v="339" actId="2711"/>
          <ac:spMkLst>
            <pc:docMk/>
            <pc:sldMk cId="120014022" sldId="2147474405"/>
            <ac:spMk id="6" creationId="{538656C1-555F-0A70-BF96-8870F3A2E1F5}"/>
          </ac:spMkLst>
        </pc:spChg>
        <pc:spChg chg="mod">
          <ac:chgData name="Vivian Oka" userId="1e3aa691-c211-44ba-84cc-0a61c7d876f7" providerId="ADAL" clId="{F48EE658-0977-4EC1-AEB0-349FCE9A6D43}" dt="2026-10-05T20:31:38.174" v="338" actId="2711"/>
          <ac:spMkLst>
            <pc:docMk/>
            <pc:sldMk cId="120014022" sldId="2147474405"/>
            <ac:spMk id="34" creationId="{E6CF840B-A160-AE93-1766-DD106F5438B9}"/>
          </ac:spMkLst>
        </pc:spChg>
        <pc:grpChg chg="mod">
          <ac:chgData name="Vivian Oka" userId="1e3aa691-c211-44ba-84cc-0a61c7d876f7" providerId="ADAL" clId="{F48EE658-0977-4EC1-AEB0-349FCE9A6D43}" dt="2026-10-05T20:31:38.174" v="338" actId="2711"/>
          <ac:grpSpMkLst>
            <pc:docMk/>
            <pc:sldMk cId="120014022" sldId="2147474405"/>
            <ac:grpSpMk id="10" creationId="{88702D2A-0204-9878-0B1E-A81AD8CC2600}"/>
          </ac:grpSpMkLst>
        </pc:grpChg>
        <pc:graphicFrameChg chg="mod">
          <ac:chgData name="Vivian Oka" userId="1e3aa691-c211-44ba-84cc-0a61c7d876f7" providerId="ADAL" clId="{F48EE658-0977-4EC1-AEB0-349FCE9A6D43}" dt="2026-10-05T20:31:38.174" v="338" actId="2711"/>
          <ac:graphicFrameMkLst>
            <pc:docMk/>
            <pc:sldMk cId="120014022" sldId="2147474405"/>
            <ac:graphicFrameMk id="8" creationId="{8EE1097C-28FD-2DF7-B020-0803FC6BFE23}"/>
          </ac:graphicFrameMkLst>
        </pc:graphicFrameChg>
      </pc:sldChg>
      <pc:sldChg chg="ord">
        <pc:chgData name="Vivian Oka" userId="1e3aa691-c211-44ba-84cc-0a61c7d876f7" providerId="ADAL" clId="{F48EE658-0977-4EC1-AEB0-349FCE9A6D43}" dt="2026-10-05T14:42:49.744" v="95"/>
        <pc:sldMkLst>
          <pc:docMk/>
          <pc:sldMk cId="1869664596" sldId="2147474433"/>
        </pc:sldMkLst>
      </pc:sldChg>
      <pc:sldChg chg="addSp delSp modSp mod">
        <pc:chgData name="Vivian Oka" userId="1e3aa691-c211-44ba-84cc-0a61c7d876f7" providerId="ADAL" clId="{F48EE658-0977-4EC1-AEB0-349FCE9A6D43}" dt="2026-10-05T20:35:33.022" v="488" actId="1076"/>
        <pc:sldMkLst>
          <pc:docMk/>
          <pc:sldMk cId="1733443936" sldId="2147474462"/>
        </pc:sldMkLst>
        <pc:spChg chg="add mod">
          <ac:chgData name="Vivian Oka" userId="1e3aa691-c211-44ba-84cc-0a61c7d876f7" providerId="ADAL" clId="{F48EE658-0977-4EC1-AEB0-349FCE9A6D43}" dt="2026-10-05T14:36:59.304" v="63" actId="20577"/>
          <ac:spMkLst>
            <pc:docMk/>
            <pc:sldMk cId="1733443936" sldId="2147474462"/>
            <ac:spMk id="2" creationId="{884E8A62-9CAD-2FEB-A0DA-7A76C80A2B86}"/>
          </ac:spMkLst>
        </pc:spChg>
        <pc:spChg chg="mod">
          <ac:chgData name="Vivian Oka" userId="1e3aa691-c211-44ba-84cc-0a61c7d876f7" providerId="ADAL" clId="{F48EE658-0977-4EC1-AEB0-349FCE9A6D43}" dt="2026-10-05T20:32:10.890" v="342"/>
          <ac:spMkLst>
            <pc:docMk/>
            <pc:sldMk cId="1733443936" sldId="2147474462"/>
            <ac:spMk id="28" creationId="{DFB07AC0-1648-CED5-952A-0BFF7B17D52C}"/>
          </ac:spMkLst>
        </pc:spChg>
        <pc:spChg chg="mod">
          <ac:chgData name="Vivian Oka" userId="1e3aa691-c211-44ba-84cc-0a61c7d876f7" providerId="ADAL" clId="{F48EE658-0977-4EC1-AEB0-349FCE9A6D43}" dt="2026-10-05T20:32:10.890" v="342"/>
          <ac:spMkLst>
            <pc:docMk/>
            <pc:sldMk cId="1733443936" sldId="2147474462"/>
            <ac:spMk id="29" creationId="{6EE374BF-C87A-A407-AAD7-B010079A6C95}"/>
          </ac:spMkLst>
        </pc:spChg>
        <pc:spChg chg="mod">
          <ac:chgData name="Vivian Oka" userId="1e3aa691-c211-44ba-84cc-0a61c7d876f7" providerId="ADAL" clId="{F48EE658-0977-4EC1-AEB0-349FCE9A6D43}" dt="2026-10-05T20:32:10.890" v="342"/>
          <ac:spMkLst>
            <pc:docMk/>
            <pc:sldMk cId="1733443936" sldId="2147474462"/>
            <ac:spMk id="30" creationId="{99DDA04E-0F6E-A41B-A93E-BB7612807EF6}"/>
          </ac:spMkLst>
        </pc:spChg>
        <pc:spChg chg="mod">
          <ac:chgData name="Vivian Oka" userId="1e3aa691-c211-44ba-84cc-0a61c7d876f7" providerId="ADAL" clId="{F48EE658-0977-4EC1-AEB0-349FCE9A6D43}" dt="2026-10-05T20:32:10.890" v="342"/>
          <ac:spMkLst>
            <pc:docMk/>
            <pc:sldMk cId="1733443936" sldId="2147474462"/>
            <ac:spMk id="31" creationId="{ED5BCD91-0757-4903-13DE-2992D61254ED}"/>
          </ac:spMkLst>
        </pc:spChg>
        <pc:spChg chg="mod">
          <ac:chgData name="Vivian Oka" userId="1e3aa691-c211-44ba-84cc-0a61c7d876f7" providerId="ADAL" clId="{F48EE658-0977-4EC1-AEB0-349FCE9A6D43}" dt="2026-10-05T20:32:10.890" v="342"/>
          <ac:spMkLst>
            <pc:docMk/>
            <pc:sldMk cId="1733443936" sldId="2147474462"/>
            <ac:spMk id="32" creationId="{A48E294E-5A0B-51DF-B556-7455C9A8261D}"/>
          </ac:spMkLst>
        </pc:spChg>
        <pc:spChg chg="mod">
          <ac:chgData name="Vivian Oka" userId="1e3aa691-c211-44ba-84cc-0a61c7d876f7" providerId="ADAL" clId="{F48EE658-0977-4EC1-AEB0-349FCE9A6D43}" dt="2026-10-05T20:32:10.890" v="342"/>
          <ac:spMkLst>
            <pc:docMk/>
            <pc:sldMk cId="1733443936" sldId="2147474462"/>
            <ac:spMk id="33" creationId="{DF35E248-2E75-7654-37B1-D2629DA880C8}"/>
          </ac:spMkLst>
        </pc:spChg>
        <pc:spChg chg="mod">
          <ac:chgData name="Vivian Oka" userId="1e3aa691-c211-44ba-84cc-0a61c7d876f7" providerId="ADAL" clId="{F48EE658-0977-4EC1-AEB0-349FCE9A6D43}" dt="2026-10-05T20:32:10.890" v="342"/>
          <ac:spMkLst>
            <pc:docMk/>
            <pc:sldMk cId="1733443936" sldId="2147474462"/>
            <ac:spMk id="34" creationId="{FBC7023E-1C65-22B8-6FC0-633CEF774500}"/>
          </ac:spMkLst>
        </pc:spChg>
        <pc:spChg chg="mod">
          <ac:chgData name="Vivian Oka" userId="1e3aa691-c211-44ba-84cc-0a61c7d876f7" providerId="ADAL" clId="{F48EE658-0977-4EC1-AEB0-349FCE9A6D43}" dt="2026-10-05T20:32:10.890" v="342"/>
          <ac:spMkLst>
            <pc:docMk/>
            <pc:sldMk cId="1733443936" sldId="2147474462"/>
            <ac:spMk id="35" creationId="{5E46BB4D-2338-D157-CC2A-3BEB23561ACF}"/>
          </ac:spMkLst>
        </pc:spChg>
        <pc:spChg chg="mod">
          <ac:chgData name="Vivian Oka" userId="1e3aa691-c211-44ba-84cc-0a61c7d876f7" providerId="ADAL" clId="{F48EE658-0977-4EC1-AEB0-349FCE9A6D43}" dt="2026-10-05T20:33:37.044" v="350"/>
          <ac:spMkLst>
            <pc:docMk/>
            <pc:sldMk cId="1733443936" sldId="2147474462"/>
            <ac:spMk id="44" creationId="{3111EA90-8120-3706-DDCD-1D240608F0BD}"/>
          </ac:spMkLst>
        </pc:spChg>
        <pc:spChg chg="mod">
          <ac:chgData name="Vivian Oka" userId="1e3aa691-c211-44ba-84cc-0a61c7d876f7" providerId="ADAL" clId="{F48EE658-0977-4EC1-AEB0-349FCE9A6D43}" dt="2026-10-05T20:33:37.044" v="350"/>
          <ac:spMkLst>
            <pc:docMk/>
            <pc:sldMk cId="1733443936" sldId="2147474462"/>
            <ac:spMk id="45" creationId="{8555F9BC-E298-6151-C24F-58C88759B9C5}"/>
          </ac:spMkLst>
        </pc:spChg>
        <pc:spChg chg="mod">
          <ac:chgData name="Vivian Oka" userId="1e3aa691-c211-44ba-84cc-0a61c7d876f7" providerId="ADAL" clId="{F48EE658-0977-4EC1-AEB0-349FCE9A6D43}" dt="2026-10-05T20:33:37.044" v="350"/>
          <ac:spMkLst>
            <pc:docMk/>
            <pc:sldMk cId="1733443936" sldId="2147474462"/>
            <ac:spMk id="46" creationId="{65AF4812-78D0-27BA-3833-A71F6F2B5BF5}"/>
          </ac:spMkLst>
        </pc:spChg>
        <pc:spChg chg="mod">
          <ac:chgData name="Vivian Oka" userId="1e3aa691-c211-44ba-84cc-0a61c7d876f7" providerId="ADAL" clId="{F48EE658-0977-4EC1-AEB0-349FCE9A6D43}" dt="2026-10-05T20:33:37.044" v="350"/>
          <ac:spMkLst>
            <pc:docMk/>
            <pc:sldMk cId="1733443936" sldId="2147474462"/>
            <ac:spMk id="48" creationId="{938B2D42-9F34-97F1-8A5D-B0542BB33B1B}"/>
          </ac:spMkLst>
        </pc:spChg>
        <pc:spChg chg="mod">
          <ac:chgData name="Vivian Oka" userId="1e3aa691-c211-44ba-84cc-0a61c7d876f7" providerId="ADAL" clId="{F48EE658-0977-4EC1-AEB0-349FCE9A6D43}" dt="2026-10-05T20:33:37.044" v="350"/>
          <ac:spMkLst>
            <pc:docMk/>
            <pc:sldMk cId="1733443936" sldId="2147474462"/>
            <ac:spMk id="51" creationId="{BB3F17B8-E6A9-DE62-16AD-EF24B17A38D6}"/>
          </ac:spMkLst>
        </pc:spChg>
        <pc:spChg chg="mod">
          <ac:chgData name="Vivian Oka" userId="1e3aa691-c211-44ba-84cc-0a61c7d876f7" providerId="ADAL" clId="{F48EE658-0977-4EC1-AEB0-349FCE9A6D43}" dt="2026-10-05T20:33:37.044" v="350"/>
          <ac:spMkLst>
            <pc:docMk/>
            <pc:sldMk cId="1733443936" sldId="2147474462"/>
            <ac:spMk id="52" creationId="{2BFBD0F3-EBF6-F39D-BFA7-5777DC4022E2}"/>
          </ac:spMkLst>
        </pc:spChg>
        <pc:spChg chg="mod">
          <ac:chgData name="Vivian Oka" userId="1e3aa691-c211-44ba-84cc-0a61c7d876f7" providerId="ADAL" clId="{F48EE658-0977-4EC1-AEB0-349FCE9A6D43}" dt="2026-10-05T20:33:37.044" v="350"/>
          <ac:spMkLst>
            <pc:docMk/>
            <pc:sldMk cId="1733443936" sldId="2147474462"/>
            <ac:spMk id="53" creationId="{CAAADF5F-F649-8962-5039-2F0C61502B7B}"/>
          </ac:spMkLst>
        </pc:spChg>
        <pc:spChg chg="mod">
          <ac:chgData name="Vivian Oka" userId="1e3aa691-c211-44ba-84cc-0a61c7d876f7" providerId="ADAL" clId="{F48EE658-0977-4EC1-AEB0-349FCE9A6D43}" dt="2026-10-05T20:33:37.044" v="350"/>
          <ac:spMkLst>
            <pc:docMk/>
            <pc:sldMk cId="1733443936" sldId="2147474462"/>
            <ac:spMk id="54" creationId="{C31AE8F8-583C-E125-9D21-DB61C519B7CD}"/>
          </ac:spMkLst>
        </pc:spChg>
        <pc:spChg chg="mod">
          <ac:chgData name="Vivian Oka" userId="1e3aa691-c211-44ba-84cc-0a61c7d876f7" providerId="ADAL" clId="{F48EE658-0977-4EC1-AEB0-349FCE9A6D43}" dt="2026-10-05T20:33:37.044" v="350"/>
          <ac:spMkLst>
            <pc:docMk/>
            <pc:sldMk cId="1733443936" sldId="2147474462"/>
            <ac:spMk id="55" creationId="{7662FE61-48D1-67BD-9EB9-2AA14F0C114B}"/>
          </ac:spMkLst>
        </pc:spChg>
        <pc:spChg chg="mod">
          <ac:chgData name="Vivian Oka" userId="1e3aa691-c211-44ba-84cc-0a61c7d876f7" providerId="ADAL" clId="{F48EE658-0977-4EC1-AEB0-349FCE9A6D43}" dt="2026-10-05T20:33:37.044" v="350"/>
          <ac:spMkLst>
            <pc:docMk/>
            <pc:sldMk cId="1733443936" sldId="2147474462"/>
            <ac:spMk id="56" creationId="{BDE921F2-BA92-1C3A-ADD7-8F4F7C260E1E}"/>
          </ac:spMkLst>
        </pc:spChg>
        <pc:spChg chg="add mod">
          <ac:chgData name="Vivian Oka" userId="1e3aa691-c211-44ba-84cc-0a61c7d876f7" providerId="ADAL" clId="{F48EE658-0977-4EC1-AEB0-349FCE9A6D43}" dt="2026-10-05T20:35:02.169" v="478" actId="1036"/>
          <ac:spMkLst>
            <pc:docMk/>
            <pc:sldMk cId="1733443936" sldId="2147474462"/>
            <ac:spMk id="60" creationId="{75DEAD81-205E-C107-B3B7-B90F26373F1F}"/>
          </ac:spMkLst>
        </pc:spChg>
        <pc:spChg chg="add mod">
          <ac:chgData name="Vivian Oka" userId="1e3aa691-c211-44ba-84cc-0a61c7d876f7" providerId="ADAL" clId="{F48EE658-0977-4EC1-AEB0-349FCE9A6D43}" dt="2026-10-05T20:35:02.169" v="478" actId="1036"/>
          <ac:spMkLst>
            <pc:docMk/>
            <pc:sldMk cId="1733443936" sldId="2147474462"/>
            <ac:spMk id="62" creationId="{B83065DC-6953-63E7-3458-B638E07B4A6F}"/>
          </ac:spMkLst>
        </pc:spChg>
        <pc:spChg chg="add mod">
          <ac:chgData name="Vivian Oka" userId="1e3aa691-c211-44ba-84cc-0a61c7d876f7" providerId="ADAL" clId="{F48EE658-0977-4EC1-AEB0-349FCE9A6D43}" dt="2026-10-05T20:35:02.169" v="478" actId="1036"/>
          <ac:spMkLst>
            <pc:docMk/>
            <pc:sldMk cId="1733443936" sldId="2147474462"/>
            <ac:spMk id="1088" creationId="{14316865-9716-EC31-1529-FE8D820F26BA}"/>
          </ac:spMkLst>
        </pc:spChg>
        <pc:spChg chg="add mod">
          <ac:chgData name="Vivian Oka" userId="1e3aa691-c211-44ba-84cc-0a61c7d876f7" providerId="ADAL" clId="{F48EE658-0977-4EC1-AEB0-349FCE9A6D43}" dt="2026-10-05T20:35:02.169" v="478" actId="1036"/>
          <ac:spMkLst>
            <pc:docMk/>
            <pc:sldMk cId="1733443936" sldId="2147474462"/>
            <ac:spMk id="1090" creationId="{871C3060-32C2-E376-CA01-B578A847F7E6}"/>
          </ac:spMkLst>
        </pc:spChg>
        <pc:spChg chg="add mod">
          <ac:chgData name="Vivian Oka" userId="1e3aa691-c211-44ba-84cc-0a61c7d876f7" providerId="ADAL" clId="{F48EE658-0977-4EC1-AEB0-349FCE9A6D43}" dt="2026-10-05T20:35:02.169" v="478" actId="1036"/>
          <ac:spMkLst>
            <pc:docMk/>
            <pc:sldMk cId="1733443936" sldId="2147474462"/>
            <ac:spMk id="1092" creationId="{A74BE350-8F85-81AE-8EB0-5CA10C7B786A}"/>
          </ac:spMkLst>
        </pc:spChg>
        <pc:grpChg chg="add del mod">
          <ac:chgData name="Vivian Oka" userId="1e3aa691-c211-44ba-84cc-0a61c7d876f7" providerId="ADAL" clId="{F48EE658-0977-4EC1-AEB0-349FCE9A6D43}" dt="2026-10-05T20:32:17.223" v="344" actId="478"/>
          <ac:grpSpMkLst>
            <pc:docMk/>
            <pc:sldMk cId="1733443936" sldId="2147474462"/>
            <ac:grpSpMk id="4" creationId="{5AF67369-1E2C-161E-8F38-0A3CF3A06C9E}"/>
          </ac:grpSpMkLst>
        </pc:grpChg>
        <pc:grpChg chg="del topLvl">
          <ac:chgData name="Vivian Oka" userId="1e3aa691-c211-44ba-84cc-0a61c7d876f7" providerId="ADAL" clId="{F48EE658-0977-4EC1-AEB0-349FCE9A6D43}" dt="2026-10-05T20:32:30.372" v="345" actId="478"/>
          <ac:grpSpMkLst>
            <pc:docMk/>
            <pc:sldMk cId="1733443936" sldId="2147474462"/>
            <ac:grpSpMk id="9" creationId="{A0064019-BDEC-C803-ABB8-B764C6D749C3}"/>
          </ac:grpSpMkLst>
        </pc:grpChg>
        <pc:grpChg chg="del mod">
          <ac:chgData name="Vivian Oka" userId="1e3aa691-c211-44ba-84cc-0a61c7d876f7" providerId="ADAL" clId="{F48EE658-0977-4EC1-AEB0-349FCE9A6D43}" dt="2026-10-05T20:34:20.501" v="355" actId="478"/>
          <ac:grpSpMkLst>
            <pc:docMk/>
            <pc:sldMk cId="1733443936" sldId="2147474462"/>
            <ac:grpSpMk id="38" creationId="{61787B0E-4674-D340-68A5-69D84A58908F}"/>
          </ac:grpSpMkLst>
        </pc:grpChg>
        <pc:picChg chg="del mod topLvl">
          <ac:chgData name="Vivian Oka" userId="1e3aa691-c211-44ba-84cc-0a61c7d876f7" providerId="ADAL" clId="{F48EE658-0977-4EC1-AEB0-349FCE9A6D43}" dt="2026-10-05T20:32:17.223" v="344" actId="478"/>
          <ac:picMkLst>
            <pc:docMk/>
            <pc:sldMk cId="1733443936" sldId="2147474462"/>
            <ac:picMk id="25" creationId="{0F55BD0F-781F-9493-7B9D-202FFD4B46FB}"/>
          </ac:picMkLst>
        </pc:picChg>
        <pc:picChg chg="add mod modCrop">
          <ac:chgData name="Vivian Oka" userId="1e3aa691-c211-44ba-84cc-0a61c7d876f7" providerId="ADAL" clId="{F48EE658-0977-4EC1-AEB0-349FCE9A6D43}" dt="2026-10-05T20:35:33.022" v="488" actId="1076"/>
          <ac:picMkLst>
            <pc:docMk/>
            <pc:sldMk cId="1733443936" sldId="2147474462"/>
            <ac:picMk id="37" creationId="{A17CACE9-DEF6-AF5E-A8DD-60188F8E4E2C}"/>
          </ac:picMkLst>
        </pc:picChg>
        <pc:picChg chg="mod">
          <ac:chgData name="Vivian Oka" userId="1e3aa691-c211-44ba-84cc-0a61c7d876f7" providerId="ADAL" clId="{F48EE658-0977-4EC1-AEB0-349FCE9A6D43}" dt="2026-10-05T20:35:29.004" v="487" actId="1076"/>
          <ac:picMkLst>
            <pc:docMk/>
            <pc:sldMk cId="1733443936" sldId="2147474462"/>
            <ac:picMk id="1167" creationId="{7AC6059F-9AE6-A1F3-892B-BFB4528F7320}"/>
          </ac:picMkLst>
        </pc:picChg>
      </pc:sldChg>
      <pc:sldChg chg="ord">
        <pc:chgData name="Vivian Oka" userId="1e3aa691-c211-44ba-84cc-0a61c7d876f7" providerId="ADAL" clId="{F48EE658-0977-4EC1-AEB0-349FCE9A6D43}" dt="2026-10-05T14:42:49.744" v="95"/>
        <pc:sldMkLst>
          <pc:docMk/>
          <pc:sldMk cId="1672634423" sldId="2147474483"/>
        </pc:sldMkLst>
      </pc:sldChg>
      <pc:sldChg chg="ord">
        <pc:chgData name="Vivian Oka" userId="1e3aa691-c211-44ba-84cc-0a61c7d876f7" providerId="ADAL" clId="{F48EE658-0977-4EC1-AEB0-349FCE9A6D43}" dt="2026-10-05T14:42:49.744" v="95"/>
        <pc:sldMkLst>
          <pc:docMk/>
          <pc:sldMk cId="2497817089" sldId="2147474488"/>
        </pc:sldMkLst>
      </pc:sldChg>
      <pc:sldChg chg="ord">
        <pc:chgData name="Vivian Oka" userId="1e3aa691-c211-44ba-84cc-0a61c7d876f7" providerId="ADAL" clId="{F48EE658-0977-4EC1-AEB0-349FCE9A6D43}" dt="2026-10-05T14:42:49.744" v="95"/>
        <pc:sldMkLst>
          <pc:docMk/>
          <pc:sldMk cId="2894192702" sldId="2147474497"/>
        </pc:sldMkLst>
      </pc:sldChg>
      <pc:sldChg chg="ord">
        <pc:chgData name="Vivian Oka" userId="1e3aa691-c211-44ba-84cc-0a61c7d876f7" providerId="ADAL" clId="{F48EE658-0977-4EC1-AEB0-349FCE9A6D43}" dt="2026-10-05T14:42:49.744" v="95"/>
        <pc:sldMkLst>
          <pc:docMk/>
          <pc:sldMk cId="3622793587" sldId="2147474510"/>
        </pc:sldMkLst>
      </pc:sldChg>
      <pc:sldChg chg="add del setBg">
        <pc:chgData name="Vivian Oka" userId="1e3aa691-c211-44ba-84cc-0a61c7d876f7" providerId="ADAL" clId="{F48EE658-0977-4EC1-AEB0-349FCE9A6D43}" dt="2026-10-05T14:41:17.421" v="77" actId="47"/>
        <pc:sldMkLst>
          <pc:docMk/>
          <pc:sldMk cId="203426690" sldId="2147474662"/>
        </pc:sldMkLst>
      </pc:sldChg>
      <pc:sldChg chg="modSp add mod">
        <pc:chgData name="Vivian Oka" userId="1e3aa691-c211-44ba-84cc-0a61c7d876f7" providerId="ADAL" clId="{F48EE658-0977-4EC1-AEB0-349FCE9A6D43}" dt="2026-10-05T14:42:42.391" v="93" actId="14100"/>
        <pc:sldMkLst>
          <pc:docMk/>
          <pc:sldMk cId="3711561425" sldId="2147474669"/>
        </pc:sldMkLst>
        <pc:spChg chg="mod">
          <ac:chgData name="Vivian Oka" userId="1e3aa691-c211-44ba-84cc-0a61c7d876f7" providerId="ADAL" clId="{F48EE658-0977-4EC1-AEB0-349FCE9A6D43}" dt="2026-10-05T14:42:42.391" v="93" actId="14100"/>
          <ac:spMkLst>
            <pc:docMk/>
            <pc:sldMk cId="3711561425" sldId="2147474669"/>
            <ac:spMk id="2" creationId="{D64C3C5D-44F8-8E98-FE52-AA7CF2BEC505}"/>
          </ac:spMkLst>
        </pc:spChg>
        <pc:spChg chg="mod">
          <ac:chgData name="Vivian Oka" userId="1e3aa691-c211-44ba-84cc-0a61c7d876f7" providerId="ADAL" clId="{F48EE658-0977-4EC1-AEB0-349FCE9A6D43}" dt="2026-10-05T14:38:34.386" v="74" actId="20577"/>
          <ac:spMkLst>
            <pc:docMk/>
            <pc:sldMk cId="3711561425" sldId="2147474669"/>
            <ac:spMk id="10" creationId="{480F1BD8-EEDC-5191-83FA-8C7D57763193}"/>
          </ac:spMkLst>
        </pc:spChg>
      </pc:sldChg>
      <pc:sldChg chg="add">
        <pc:chgData name="Vivian Oka" userId="1e3aa691-c211-44ba-84cc-0a61c7d876f7" providerId="ADAL" clId="{F48EE658-0977-4EC1-AEB0-349FCE9A6D43}" dt="2026-10-05T14:39:41.152" v="75"/>
        <pc:sldMkLst>
          <pc:docMk/>
          <pc:sldMk cId="2145287626" sldId="2147474685"/>
        </pc:sldMkLst>
      </pc:sldChg>
      <pc:sldMasterChg chg="delSldLayout">
        <pc:chgData name="Vivian Oka" userId="1e3aa691-c211-44ba-84cc-0a61c7d876f7" providerId="ADAL" clId="{F48EE658-0977-4EC1-AEB0-349FCE9A6D43}" dt="2026-10-05T14:41:17.421" v="77" actId="47"/>
        <pc:sldMasterMkLst>
          <pc:docMk/>
          <pc:sldMasterMk cId="726675075" sldId="2147483660"/>
        </pc:sldMasterMkLst>
        <pc:sldLayoutChg chg="del">
          <pc:chgData name="Vivian Oka" userId="1e3aa691-c211-44ba-84cc-0a61c7d876f7" providerId="ADAL" clId="{F48EE658-0977-4EC1-AEB0-349FCE9A6D43}" dt="2026-10-05T14:41:17.421" v="77" actId="47"/>
          <pc:sldLayoutMkLst>
            <pc:docMk/>
            <pc:sldMasterMk cId="726675075" sldId="2147483660"/>
            <pc:sldLayoutMk cId="2471087151" sldId="2147484552"/>
          </pc:sldLayoutMkLst>
        </pc:sldLayoutChg>
      </pc:sldMasterChg>
      <pc:sldMasterChg chg="delSldLayout">
        <pc:chgData name="Vivian Oka" userId="1e3aa691-c211-44ba-84cc-0a61c7d876f7" providerId="ADAL" clId="{F48EE658-0977-4EC1-AEB0-349FCE9A6D43}" dt="2026-10-05T20:25:20.608" v="330" actId="47"/>
        <pc:sldMasterMkLst>
          <pc:docMk/>
          <pc:sldMasterMk cId="840236006" sldId="2147483677"/>
        </pc:sldMasterMkLst>
        <pc:sldLayoutChg chg="del">
          <pc:chgData name="Vivian Oka" userId="1e3aa691-c211-44ba-84cc-0a61c7d876f7" providerId="ADAL" clId="{F48EE658-0977-4EC1-AEB0-349FCE9A6D43}" dt="2026-10-05T20:25:20.608" v="330" actId="47"/>
          <pc:sldLayoutMkLst>
            <pc:docMk/>
            <pc:sldMasterMk cId="840236006" sldId="2147483677"/>
            <pc:sldLayoutMk cId="2672175417" sldId="2147484854"/>
          </pc:sldLayoutMkLst>
        </pc:sldLayoutChg>
      </pc:sldMasterChg>
    </pc:docChg>
  </pc:docChgLst>
  <pc:docChgLst>
    <pc:chgData name="Gabriel Fiorilli" userId="6dec09dd-bf1e-4f54-a7db-53ed072060ed" providerId="ADAL" clId="{7DBF1522-1442-4072-822F-816E1C27FADA}"/>
    <pc:docChg chg="undo custSel addSld delSld modSld sldOrd delMainMaster modMainMaster modSection">
      <pc:chgData name="Gabriel Fiorilli" userId="6dec09dd-bf1e-4f54-a7db-53ed072060ed" providerId="ADAL" clId="{7DBF1522-1442-4072-822F-816E1C27FADA}" dt="2026-09-14T14:48:41.016" v="791" actId="14826"/>
      <pc:docMkLst>
        <pc:docMk/>
      </pc:docMkLst>
      <pc:sldChg chg="addSp delSp modSp mod">
        <pc:chgData name="Gabriel Fiorilli" userId="6dec09dd-bf1e-4f54-a7db-53ed072060ed" providerId="ADAL" clId="{7DBF1522-1442-4072-822F-816E1C27FADA}" dt="2026-09-14T14:41:35.065" v="783" actId="478"/>
        <pc:sldMkLst>
          <pc:docMk/>
          <pc:sldMk cId="306420165" sldId="256"/>
        </pc:sldMkLst>
      </pc:sldChg>
      <pc:sldChg chg="modSp mod modClrScheme chgLayout">
        <pc:chgData name="Gabriel Fiorilli" userId="6dec09dd-bf1e-4f54-a7db-53ed072060ed" providerId="ADAL" clId="{7DBF1522-1442-4072-822F-816E1C27FADA}" dt="2026-09-10T19:00:40.601" v="339"/>
        <pc:sldMkLst>
          <pc:docMk/>
          <pc:sldMk cId="1341558646" sldId="257"/>
        </pc:sldMkLst>
        <pc:spChg chg="mod ord">
          <ac:chgData name="Gabriel Fiorilli" userId="6dec09dd-bf1e-4f54-a7db-53ed072060ed" providerId="ADAL" clId="{7DBF1522-1442-4072-822F-816E1C27FADA}" dt="2026-09-10T19:00:40.601" v="339"/>
          <ac:spMkLst>
            <pc:docMk/>
            <pc:sldMk cId="1341558646" sldId="257"/>
            <ac:spMk id="4" creationId="{9A6A07E6-6E6C-624C-DC41-504C1D2B61F1}"/>
          </ac:spMkLst>
        </pc:spChg>
      </pc:sldChg>
      <pc:sldChg chg="addSp modSp mod">
        <pc:chgData name="Gabriel Fiorilli" userId="6dec09dd-bf1e-4f54-a7db-53ed072060ed" providerId="ADAL" clId="{7DBF1522-1442-4072-822F-816E1C27FADA}" dt="2026-09-08T15:14:43.523" v="317" actId="207"/>
        <pc:sldMkLst>
          <pc:docMk/>
          <pc:sldMk cId="1187778816" sldId="258"/>
        </pc:sldMkLst>
        <pc:spChg chg="add mod">
          <ac:chgData name="Gabriel Fiorilli" userId="6dec09dd-bf1e-4f54-a7db-53ed072060ed" providerId="ADAL" clId="{7DBF1522-1442-4072-822F-816E1C27FADA}" dt="2026-09-08T15:14:43.523" v="317" actId="207"/>
          <ac:spMkLst>
            <pc:docMk/>
            <pc:sldMk cId="1187778816" sldId="258"/>
            <ac:spMk id="8" creationId="{32B99448-D203-64F0-635D-2B9A7C60D25E}"/>
          </ac:spMkLst>
        </pc:spChg>
      </pc:sldChg>
      <pc:sldChg chg="addSp delSp modSp mod">
        <pc:chgData name="Gabriel Fiorilli" userId="6dec09dd-bf1e-4f54-a7db-53ed072060ed" providerId="ADAL" clId="{7DBF1522-1442-4072-822F-816E1C27FADA}" dt="2026-09-08T15:12:49.592" v="285" actId="478"/>
        <pc:sldMkLst>
          <pc:docMk/>
          <pc:sldMk cId="653184737" sldId="259"/>
        </pc:sldMkLst>
        <pc:graphicFrameChg chg="modGraphic">
          <ac:chgData name="Gabriel Fiorilli" userId="6dec09dd-bf1e-4f54-a7db-53ed072060ed" providerId="ADAL" clId="{7DBF1522-1442-4072-822F-816E1C27FADA}" dt="2026-09-08T15:10:37.450" v="268" actId="20577"/>
          <ac:graphicFrameMkLst>
            <pc:docMk/>
            <pc:sldMk cId="653184737" sldId="259"/>
            <ac:graphicFrameMk id="9" creationId="{80181E5E-C04A-A578-1A38-2AA9E2B00970}"/>
          </ac:graphicFrameMkLst>
        </pc:graphicFrameChg>
        <pc:graphicFrameChg chg="add mod">
          <ac:chgData name="Gabriel Fiorilli" userId="6dec09dd-bf1e-4f54-a7db-53ed072060ed" providerId="ADAL" clId="{7DBF1522-1442-4072-822F-816E1C27FADA}" dt="2026-09-08T15:11:56.801" v="284" actId="14100"/>
          <ac:graphicFrameMkLst>
            <pc:docMk/>
            <pc:sldMk cId="653184737" sldId="259"/>
            <ac:graphicFrameMk id="10" creationId="{9BF0729D-4AFF-43E1-1751-DA9B8CEA6CDE}"/>
          </ac:graphicFrameMkLst>
        </pc:graphicFrameChg>
      </pc:sldChg>
      <pc:sldChg chg="modSp mod">
        <pc:chgData name="Gabriel Fiorilli" userId="6dec09dd-bf1e-4f54-a7db-53ed072060ed" providerId="ADAL" clId="{7DBF1522-1442-4072-822F-816E1C27FADA}" dt="2026-09-08T15:13:07.987" v="289" actId="20577"/>
        <pc:sldMkLst>
          <pc:docMk/>
          <pc:sldMk cId="687204430" sldId="260"/>
        </pc:sldMkLst>
        <pc:graphicFrameChg chg="modGraphic">
          <ac:chgData name="Gabriel Fiorilli" userId="6dec09dd-bf1e-4f54-a7db-53ed072060ed" providerId="ADAL" clId="{7DBF1522-1442-4072-822F-816E1C27FADA}" dt="2026-09-08T15:13:07.987" v="289" actId="20577"/>
          <ac:graphicFrameMkLst>
            <pc:docMk/>
            <pc:sldMk cId="687204430" sldId="260"/>
            <ac:graphicFrameMk id="42" creationId="{61F46DB4-9F3F-6753-784B-A2544DB8CA97}"/>
          </ac:graphicFrameMkLst>
        </pc:graphicFrameChg>
      </pc:sldChg>
      <pc:sldChg chg="addSp delSp modSp mod modClrScheme delAnim modAnim modShow chgLayout">
        <pc:chgData name="Gabriel Fiorilli" userId="6dec09dd-bf1e-4f54-a7db-53ed072060ed" providerId="ADAL" clId="{7DBF1522-1442-4072-822F-816E1C27FADA}" dt="2026-09-14T14:25:17.050" v="716" actId="729"/>
        <pc:sldMkLst>
          <pc:docMk/>
          <pc:sldMk cId="783635098" sldId="261"/>
        </pc:sldMkLst>
        <pc:spChg chg="mod ord">
          <ac:chgData name="Gabriel Fiorilli" userId="6dec09dd-bf1e-4f54-a7db-53ed072060ed" providerId="ADAL" clId="{7DBF1522-1442-4072-822F-816E1C27FADA}" dt="2026-09-10T19:00:40.601" v="339"/>
          <ac:spMkLst>
            <pc:docMk/>
            <pc:sldMk cId="783635098" sldId="261"/>
            <ac:spMk id="4" creationId="{3A1C610C-6C19-756C-EF2C-441B19986FBC}"/>
          </ac:spMkLst>
        </pc:spChg>
        <pc:spChg chg="mod">
          <ac:chgData name="Gabriel Fiorilli" userId="6dec09dd-bf1e-4f54-a7db-53ed072060ed" providerId="ADAL" clId="{7DBF1522-1442-4072-822F-816E1C27FADA}" dt="2026-09-08T14:42:23.779" v="136" actId="14826"/>
          <ac:spMkLst>
            <pc:docMk/>
            <pc:sldMk cId="783635098" sldId="261"/>
            <ac:spMk id="6" creationId="{114F6C3A-1973-0AC4-5B66-66E154E09390}"/>
          </ac:spMkLst>
        </pc:spChg>
      </pc:sldChg>
      <pc:sldChg chg="addSp delSp modSp mod">
        <pc:chgData name="Gabriel Fiorilli" userId="6dec09dd-bf1e-4f54-a7db-53ed072060ed" providerId="ADAL" clId="{7DBF1522-1442-4072-822F-816E1C27FADA}" dt="2026-09-08T15:14:02.060" v="313" actId="20577"/>
        <pc:sldMkLst>
          <pc:docMk/>
          <pc:sldMk cId="734993287" sldId="264"/>
        </pc:sldMkLst>
        <pc:spChg chg="mod">
          <ac:chgData name="Gabriel Fiorilli" userId="6dec09dd-bf1e-4f54-a7db-53ed072060ed" providerId="ADAL" clId="{7DBF1522-1442-4072-822F-816E1C27FADA}" dt="2026-09-08T15:13:50.874" v="305" actId="20577"/>
          <ac:spMkLst>
            <pc:docMk/>
            <pc:sldMk cId="734993287" sldId="264"/>
            <ac:spMk id="30" creationId="{01810639-B57B-1A1F-482B-261AC5DEBDC6}"/>
          </ac:spMkLst>
        </pc:spChg>
        <pc:spChg chg="mod">
          <ac:chgData name="Gabriel Fiorilli" userId="6dec09dd-bf1e-4f54-a7db-53ed072060ed" providerId="ADAL" clId="{7DBF1522-1442-4072-822F-816E1C27FADA}" dt="2026-09-08T15:13:55.651" v="309" actId="20577"/>
          <ac:spMkLst>
            <pc:docMk/>
            <pc:sldMk cId="734993287" sldId="264"/>
            <ac:spMk id="40" creationId="{01CFC03B-61D9-3AA1-1DC7-F531504A969D}"/>
          </ac:spMkLst>
        </pc:spChg>
        <pc:spChg chg="mod">
          <ac:chgData name="Gabriel Fiorilli" userId="6dec09dd-bf1e-4f54-a7db-53ed072060ed" providerId="ADAL" clId="{7DBF1522-1442-4072-822F-816E1C27FADA}" dt="2026-09-08T15:14:02.060" v="313" actId="20577"/>
          <ac:spMkLst>
            <pc:docMk/>
            <pc:sldMk cId="734993287" sldId="264"/>
            <ac:spMk id="45" creationId="{A2C766DC-FA75-56E1-1F33-6EC763067355}"/>
          </ac:spMkLst>
        </pc:spChg>
        <pc:picChg chg="add mod">
          <ac:chgData name="Gabriel Fiorilli" userId="6dec09dd-bf1e-4f54-a7db-53ed072060ed" providerId="ADAL" clId="{7DBF1522-1442-4072-822F-816E1C27FADA}" dt="2026-09-08T15:13:41.202" v="301" actId="1076"/>
          <ac:picMkLst>
            <pc:docMk/>
            <pc:sldMk cId="734993287" sldId="264"/>
            <ac:picMk id="8" creationId="{E10D55C5-0B97-FD45-9CBE-E93D90AD52FD}"/>
          </ac:picMkLst>
        </pc:picChg>
      </pc:sldChg>
      <pc:sldChg chg="delSp modSp mod">
        <pc:chgData name="Gabriel Fiorilli" userId="6dec09dd-bf1e-4f54-a7db-53ed072060ed" providerId="ADAL" clId="{7DBF1522-1442-4072-822F-816E1C27FADA}" dt="2026-09-14T14:27:38.293" v="718" actId="14100"/>
        <pc:sldMkLst>
          <pc:docMk/>
          <pc:sldMk cId="3896348871" sldId="2147474294"/>
        </pc:sldMkLst>
        <pc:spChg chg="mod">
          <ac:chgData name="Gabriel Fiorilli" userId="6dec09dd-bf1e-4f54-a7db-53ed072060ed" providerId="ADAL" clId="{7DBF1522-1442-4072-822F-816E1C27FADA}" dt="2026-09-14T14:27:38.293" v="718" actId="14100"/>
          <ac:spMkLst>
            <pc:docMk/>
            <pc:sldMk cId="3896348871" sldId="2147474294"/>
            <ac:spMk id="18" creationId="{EB1E3471-95EE-7459-3E4A-11702EEAB3BE}"/>
          </ac:spMkLst>
        </pc:spChg>
        <pc:grpChg chg="mod">
          <ac:chgData name="Gabriel Fiorilli" userId="6dec09dd-bf1e-4f54-a7db-53ed072060ed" providerId="ADAL" clId="{7DBF1522-1442-4072-822F-816E1C27FADA}" dt="2026-09-08T14:47:44.524" v="152" actId="1076"/>
          <ac:grpSpMkLst>
            <pc:docMk/>
            <pc:sldMk cId="3896348871" sldId="2147474294"/>
            <ac:grpSpMk id="10" creationId="{E7F61AE4-779C-0B1D-A8E9-D5760504192C}"/>
          </ac:grpSpMkLst>
        </pc:grpChg>
      </pc:sldChg>
      <pc:sldChg chg="addSp delSp modSp mod">
        <pc:chgData name="Gabriel Fiorilli" userId="6dec09dd-bf1e-4f54-a7db-53ed072060ed" providerId="ADAL" clId="{7DBF1522-1442-4072-822F-816E1C27FADA}" dt="2026-09-08T15:06:00.006" v="217"/>
        <pc:sldMkLst>
          <pc:docMk/>
          <pc:sldMk cId="1449239918" sldId="2147474404"/>
        </pc:sldMkLst>
        <pc:graphicFrameChg chg="add mod">
          <ac:chgData name="Gabriel Fiorilli" userId="6dec09dd-bf1e-4f54-a7db-53ed072060ed" providerId="ADAL" clId="{7DBF1522-1442-4072-822F-816E1C27FADA}" dt="2026-09-08T15:06:00.006" v="217"/>
          <ac:graphicFrameMkLst>
            <pc:docMk/>
            <pc:sldMk cId="1449239918" sldId="2147474404"/>
            <ac:graphicFrameMk id="19" creationId="{94E308F0-9F8A-4757-8175-DAF4DE86B096}"/>
          </ac:graphicFrameMkLst>
        </pc:graphicFrameChg>
        <pc:graphicFrameChg chg="modGraphic">
          <ac:chgData name="Gabriel Fiorilli" userId="6dec09dd-bf1e-4f54-a7db-53ed072060ed" providerId="ADAL" clId="{7DBF1522-1442-4072-822F-816E1C27FADA}" dt="2026-09-08T14:59:42.762" v="169" actId="20577"/>
          <ac:graphicFrameMkLst>
            <pc:docMk/>
            <pc:sldMk cId="1449239918" sldId="2147474404"/>
            <ac:graphicFrameMk id="42" creationId="{0169C62D-9E4F-D02C-E7E1-57FA68D27CE6}"/>
          </ac:graphicFrameMkLst>
        </pc:graphicFrameChg>
        <pc:graphicFrameChg chg="modGraphic">
          <ac:chgData name="Gabriel Fiorilli" userId="6dec09dd-bf1e-4f54-a7db-53ed072060ed" providerId="ADAL" clId="{7DBF1522-1442-4072-822F-816E1C27FADA}" dt="2026-09-08T14:59:35.835" v="166" actId="20577"/>
          <ac:graphicFrameMkLst>
            <pc:docMk/>
            <pc:sldMk cId="1449239918" sldId="2147474404"/>
            <ac:graphicFrameMk id="43" creationId="{13ADE146-CF3D-7C0D-61CE-31A82D4185A3}"/>
          </ac:graphicFrameMkLst>
        </pc:graphicFrameChg>
      </pc:sldChg>
      <pc:sldChg chg="addSp delSp modSp mod">
        <pc:chgData name="Gabriel Fiorilli" userId="6dec09dd-bf1e-4f54-a7db-53ed072060ed" providerId="ADAL" clId="{7DBF1522-1442-4072-822F-816E1C27FADA}" dt="2026-09-08T15:14:22.643" v="315" actId="27918"/>
        <pc:sldMkLst>
          <pc:docMk/>
          <pc:sldMk cId="2191506856" sldId="2147474474"/>
        </pc:sldMkLst>
      </pc:sldChg>
      <pc:sldChg chg="addSp delSp modSp mod">
        <pc:chgData name="Gabriel Fiorilli" userId="6dec09dd-bf1e-4f54-a7db-53ed072060ed" providerId="ADAL" clId="{7DBF1522-1442-4072-822F-816E1C27FADA}" dt="2026-09-14T14:24:58.130" v="714" actId="20577"/>
        <pc:sldMkLst>
          <pc:docMk/>
          <pc:sldMk cId="2204530374" sldId="2147474481"/>
        </pc:sldMkLst>
        <pc:spChg chg="mod">
          <ac:chgData name="Gabriel Fiorilli" userId="6dec09dd-bf1e-4f54-a7db-53ed072060ed" providerId="ADAL" clId="{7DBF1522-1442-4072-822F-816E1C27FADA}" dt="2026-09-14T14:17:35.659" v="677" actId="14100"/>
          <ac:spMkLst>
            <pc:docMk/>
            <pc:sldMk cId="2204530374" sldId="2147474481"/>
            <ac:spMk id="7" creationId="{1F8D3368-B479-004F-57DA-B66641230010}"/>
          </ac:spMkLst>
        </pc:spChg>
        <pc:spChg chg="mod">
          <ac:chgData name="Gabriel Fiorilli" userId="6dec09dd-bf1e-4f54-a7db-53ed072060ed" providerId="ADAL" clId="{7DBF1522-1442-4072-822F-816E1C27FADA}" dt="2026-09-08T14:57:13.211" v="165" actId="20577"/>
          <ac:spMkLst>
            <pc:docMk/>
            <pc:sldMk cId="2204530374" sldId="2147474481"/>
            <ac:spMk id="15" creationId="{63B41E64-DD4A-0262-F756-1F6B5C6217D6}"/>
          </ac:spMkLst>
        </pc:spChg>
        <pc:spChg chg="mod">
          <ac:chgData name="Gabriel Fiorilli" userId="6dec09dd-bf1e-4f54-a7db-53ed072060ed" providerId="ADAL" clId="{7DBF1522-1442-4072-822F-816E1C27FADA}" dt="2026-09-14T14:24:50.371" v="711" actId="20577"/>
          <ac:spMkLst>
            <pc:docMk/>
            <pc:sldMk cId="2204530374" sldId="2147474481"/>
            <ac:spMk id="34" creationId="{86AC9AF0-DAF7-109D-E7A9-4B3F988312C8}"/>
          </ac:spMkLst>
        </pc:spChg>
        <pc:spChg chg="mod">
          <ac:chgData name="Gabriel Fiorilli" userId="6dec09dd-bf1e-4f54-a7db-53ed072060ed" providerId="ADAL" clId="{7DBF1522-1442-4072-822F-816E1C27FADA}" dt="2026-09-14T14:24:58.130" v="714" actId="20577"/>
          <ac:spMkLst>
            <pc:docMk/>
            <pc:sldMk cId="2204530374" sldId="2147474481"/>
            <ac:spMk id="36" creationId="{D0387D32-680E-E99D-2B30-CE6804F81121}"/>
          </ac:spMkLst>
        </pc:spChg>
        <pc:spChg chg="mod">
          <ac:chgData name="Gabriel Fiorilli" userId="6dec09dd-bf1e-4f54-a7db-53ed072060ed" providerId="ADAL" clId="{7DBF1522-1442-4072-822F-816E1C27FADA}" dt="2026-09-08T14:56:47.616" v="160" actId="20577"/>
          <ac:spMkLst>
            <pc:docMk/>
            <pc:sldMk cId="2204530374" sldId="2147474481"/>
            <ac:spMk id="79" creationId="{F303BCDD-27C3-8911-C786-4D2EEC11DDB0}"/>
          </ac:spMkLst>
        </pc:spChg>
        <pc:spChg chg="mod">
          <ac:chgData name="Gabriel Fiorilli" userId="6dec09dd-bf1e-4f54-a7db-53ed072060ed" providerId="ADAL" clId="{7DBF1522-1442-4072-822F-816E1C27FADA}" dt="2026-09-08T14:56:58.289" v="163" actId="20577"/>
          <ac:spMkLst>
            <pc:docMk/>
            <pc:sldMk cId="2204530374" sldId="2147474481"/>
            <ac:spMk id="81" creationId="{25A1F961-42BB-AA58-2998-31B72FAFA17F}"/>
          </ac:spMkLst>
        </pc:spChg>
        <pc:spChg chg="mod">
          <ac:chgData name="Gabriel Fiorilli" userId="6dec09dd-bf1e-4f54-a7db-53ed072060ed" providerId="ADAL" clId="{7DBF1522-1442-4072-822F-816E1C27FADA}" dt="2026-09-08T14:56:50.655" v="161" actId="20577"/>
          <ac:spMkLst>
            <pc:docMk/>
            <pc:sldMk cId="2204530374" sldId="2147474481"/>
            <ac:spMk id="83" creationId="{86899E84-A9B2-B07F-EB8F-EA53950DEF9B}"/>
          </ac:spMkLst>
        </pc:spChg>
        <pc:graphicFrameChg chg="add mod ord">
          <ac:chgData name="Gabriel Fiorilli" userId="6dec09dd-bf1e-4f54-a7db-53ed072060ed" providerId="ADAL" clId="{7DBF1522-1442-4072-822F-816E1C27FADA}" dt="2026-09-14T14:24:35.210" v="706" actId="14100"/>
          <ac:graphicFrameMkLst>
            <pc:docMk/>
            <pc:sldMk cId="2204530374" sldId="2147474481"/>
            <ac:graphicFrameMk id="3" creationId="{00000000-0008-0000-0100-000005000000}"/>
          </ac:graphicFrameMkLst>
        </pc:graphicFrameChg>
        <pc:graphicFrameChg chg="modGraphic">
          <ac:chgData name="Gabriel Fiorilli" userId="6dec09dd-bf1e-4f54-a7db-53ed072060ed" providerId="ADAL" clId="{7DBF1522-1442-4072-822F-816E1C27FADA}" dt="2026-09-08T14:56:22.969" v="158" actId="20577"/>
          <ac:graphicFrameMkLst>
            <pc:docMk/>
            <pc:sldMk cId="2204530374" sldId="2147474481"/>
            <ac:graphicFrameMk id="4" creationId="{E9E8BE40-0358-C798-6FDD-D5B85D7D0D74}"/>
          </ac:graphicFrameMkLst>
        </pc:graphicFrameChg>
        <pc:graphicFrameChg chg="mod">
          <ac:chgData name="Gabriel Fiorilli" userId="6dec09dd-bf1e-4f54-a7db-53ed072060ed" providerId="ADAL" clId="{7DBF1522-1442-4072-822F-816E1C27FADA}" dt="2026-09-14T14:22:14.598" v="690" actId="14100"/>
          <ac:graphicFrameMkLst>
            <pc:docMk/>
            <pc:sldMk cId="2204530374" sldId="2147474481"/>
            <ac:graphicFrameMk id="17" creationId="{00000000-0008-0000-0100-000004000000}"/>
          </ac:graphicFrameMkLst>
        </pc:graphicFrameChg>
      </pc:sldChg>
      <pc:sldChg chg="addSp delSp modSp mod">
        <pc:chgData name="Gabriel Fiorilli" userId="6dec09dd-bf1e-4f54-a7db-53ed072060ed" providerId="ADAL" clId="{7DBF1522-1442-4072-822F-816E1C27FADA}" dt="2026-09-14T14:45:41.233" v="790" actId="1076"/>
        <pc:sldMkLst>
          <pc:docMk/>
          <pc:sldMk cId="1672634423" sldId="2147474483"/>
        </pc:sldMkLst>
        <pc:spChg chg="add mod">
          <ac:chgData name="Gabriel Fiorilli" userId="6dec09dd-bf1e-4f54-a7db-53ed072060ed" providerId="ADAL" clId="{7DBF1522-1442-4072-822F-816E1C27FADA}" dt="2026-09-14T14:12:37.987" v="638" actId="1076"/>
          <ac:spMkLst>
            <pc:docMk/>
            <pc:sldMk cId="1672634423" sldId="2147474483"/>
            <ac:spMk id="9" creationId="{1EF08406-01EE-363B-0FA3-4303355A09AC}"/>
          </ac:spMkLst>
        </pc:spChg>
      </pc:sldChg>
      <pc:sldChg chg="modSp mod">
        <pc:chgData name="Gabriel Fiorilli" userId="6dec09dd-bf1e-4f54-a7db-53ed072060ed" providerId="ADAL" clId="{7DBF1522-1442-4072-822F-816E1C27FADA}" dt="2026-09-14T14:37:33.332" v="781" actId="404"/>
        <pc:sldMkLst>
          <pc:docMk/>
          <pc:sldMk cId="2959914505" sldId="2147474486"/>
        </pc:sldMkLst>
        <pc:spChg chg="mod">
          <ac:chgData name="Gabriel Fiorilli" userId="6dec09dd-bf1e-4f54-a7db-53ed072060ed" providerId="ADAL" clId="{7DBF1522-1442-4072-822F-816E1C27FADA}" dt="2026-09-14T14:30:42.323" v="720" actId="14826"/>
          <ac:spMkLst>
            <pc:docMk/>
            <pc:sldMk cId="2959914505" sldId="2147474486"/>
            <ac:spMk id="4" creationId="{3B517027-9D4F-55B0-835D-B7CA1EFD4F38}"/>
          </ac:spMkLst>
        </pc:spChg>
        <pc:spChg chg="mod">
          <ac:chgData name="Gabriel Fiorilli" userId="6dec09dd-bf1e-4f54-a7db-53ed072060ed" providerId="ADAL" clId="{7DBF1522-1442-4072-822F-816E1C27FADA}" dt="2026-09-14T14:37:33.332" v="781" actId="404"/>
          <ac:spMkLst>
            <pc:docMk/>
            <pc:sldMk cId="2959914505" sldId="2147474486"/>
            <ac:spMk id="8" creationId="{1252CC3F-0388-C38E-FB95-EEE55B078C5C}"/>
          </ac:spMkLst>
        </pc:spChg>
        <pc:grpChg chg="mod">
          <ac:chgData name="Gabriel Fiorilli" userId="6dec09dd-bf1e-4f54-a7db-53ed072060ed" providerId="ADAL" clId="{7DBF1522-1442-4072-822F-816E1C27FADA}" dt="2026-09-14T14:30:42.323" v="720" actId="14826"/>
          <ac:grpSpMkLst>
            <pc:docMk/>
            <pc:sldMk cId="2959914505" sldId="2147474486"/>
            <ac:grpSpMk id="7" creationId="{5DB5F880-4008-FC98-C88A-77FD306E1D5E}"/>
          </ac:grpSpMkLst>
        </pc:grpChg>
        <pc:picChg chg="mod">
          <ac:chgData name="Gabriel Fiorilli" userId="6dec09dd-bf1e-4f54-a7db-53ed072060ed" providerId="ADAL" clId="{7DBF1522-1442-4072-822F-816E1C27FADA}" dt="2026-09-14T14:30:42.323" v="720" actId="14826"/>
          <ac:picMkLst>
            <pc:docMk/>
            <pc:sldMk cId="2959914505" sldId="2147474486"/>
            <ac:picMk id="10" creationId="{DE060573-1991-DA2E-F206-01B693DC1663}"/>
          </ac:picMkLst>
        </pc:picChg>
      </pc:sldChg>
      <pc:sldChg chg="mod modClrScheme chgLayout">
        <pc:chgData name="Gabriel Fiorilli" userId="6dec09dd-bf1e-4f54-a7db-53ed072060ed" providerId="ADAL" clId="{7DBF1522-1442-4072-822F-816E1C27FADA}" dt="2026-09-10T19:00:40.601" v="339"/>
        <pc:sldMkLst>
          <pc:docMk/>
          <pc:sldMk cId="2894192702" sldId="2147474497"/>
        </pc:sldMkLst>
      </pc:sldChg>
      <pc:sldChg chg="mod modShow">
        <pc:chgData name="Gabriel Fiorilli" userId="6dec09dd-bf1e-4f54-a7db-53ed072060ed" providerId="ADAL" clId="{7DBF1522-1442-4072-822F-816E1C27FADA}" dt="2026-09-14T14:25:32.233" v="717" actId="729"/>
        <pc:sldMkLst>
          <pc:docMk/>
          <pc:sldMk cId="396962770" sldId="2147474504"/>
        </pc:sldMkLst>
      </pc:sldChg>
      <pc:sldChg chg="addSp mod">
        <pc:chgData name="Gabriel Fiorilli" userId="6dec09dd-bf1e-4f54-a7db-53ed072060ed" providerId="ADAL" clId="{7DBF1522-1442-4072-822F-816E1C27FADA}" dt="2026-09-08T15:14:48.828" v="318" actId="22"/>
        <pc:sldMkLst>
          <pc:docMk/>
          <pc:sldMk cId="3653049975" sldId="2147474507"/>
        </pc:sldMkLst>
        <pc:spChg chg="add">
          <ac:chgData name="Gabriel Fiorilli" userId="6dec09dd-bf1e-4f54-a7db-53ed072060ed" providerId="ADAL" clId="{7DBF1522-1442-4072-822F-816E1C27FADA}" dt="2026-09-08T15:14:48.828" v="318" actId="22"/>
          <ac:spMkLst>
            <pc:docMk/>
            <pc:sldMk cId="3653049975" sldId="2147474507"/>
            <ac:spMk id="30" creationId="{C6E3AB15-B56B-1DCA-EA5D-6799A34966BC}"/>
          </ac:spMkLst>
        </pc:spChg>
      </pc:sldChg>
      <pc:sldChg chg="addSp delSp modSp mod">
        <pc:chgData name="Gabriel Fiorilli" userId="6dec09dd-bf1e-4f54-a7db-53ed072060ed" providerId="ADAL" clId="{7DBF1522-1442-4072-822F-816E1C27FADA}" dt="2026-09-14T13:56:06.388" v="634" actId="478"/>
        <pc:sldMkLst>
          <pc:docMk/>
          <pc:sldMk cId="3622793587" sldId="2147474510"/>
        </pc:sldMkLst>
        <pc:spChg chg="add mod">
          <ac:chgData name="Gabriel Fiorilli" userId="6dec09dd-bf1e-4f54-a7db-53ed072060ed" providerId="ADAL" clId="{7DBF1522-1442-4072-822F-816E1C27FADA}" dt="2026-09-14T13:55:55.453" v="632" actId="20577"/>
          <ac:spMkLst>
            <pc:docMk/>
            <pc:sldMk cId="3622793587" sldId="2147474510"/>
            <ac:spMk id="6" creationId="{B0CED3EE-1E18-5F3A-745D-E6EB073B59A6}"/>
          </ac:spMkLst>
        </pc:spChg>
        <pc:spChg chg="add mod">
          <ac:chgData name="Gabriel Fiorilli" userId="6dec09dd-bf1e-4f54-a7db-53ed072060ed" providerId="ADAL" clId="{7DBF1522-1442-4072-822F-816E1C27FADA}" dt="2026-09-11T17:38:48.074" v="484" actId="207"/>
          <ac:spMkLst>
            <pc:docMk/>
            <pc:sldMk cId="3622793587" sldId="2147474510"/>
            <ac:spMk id="8" creationId="{7477EBBF-459E-D5F1-9289-413EBF49D219}"/>
          </ac:spMkLst>
        </pc:spChg>
        <pc:spChg chg="mod">
          <ac:chgData name="Gabriel Fiorilli" userId="6dec09dd-bf1e-4f54-a7db-53ed072060ed" providerId="ADAL" clId="{7DBF1522-1442-4072-822F-816E1C27FADA}" dt="2026-09-14T13:53:52.077" v="621" actId="1076"/>
          <ac:spMkLst>
            <pc:docMk/>
            <pc:sldMk cId="3622793587" sldId="2147474510"/>
            <ac:spMk id="21" creationId="{88846B57-4744-C0AC-9D36-446252ACE03B}"/>
          </ac:spMkLst>
        </pc:spChg>
        <pc:spChg chg="mod">
          <ac:chgData name="Gabriel Fiorilli" userId="6dec09dd-bf1e-4f54-a7db-53ed072060ed" providerId="ADAL" clId="{7DBF1522-1442-4072-822F-816E1C27FADA}" dt="2026-09-14T13:53:54.205" v="622" actId="1076"/>
          <ac:spMkLst>
            <pc:docMk/>
            <pc:sldMk cId="3622793587" sldId="2147474510"/>
            <ac:spMk id="23" creationId="{5BD199F5-F3B4-33F4-A626-16EAAF7F1B4C}"/>
          </ac:spMkLst>
        </pc:spChg>
        <pc:spChg chg="mod">
          <ac:chgData name="Gabriel Fiorilli" userId="6dec09dd-bf1e-4f54-a7db-53ed072060ed" providerId="ADAL" clId="{7DBF1522-1442-4072-822F-816E1C27FADA}" dt="2026-09-14T13:53:55.973" v="623" actId="1076"/>
          <ac:spMkLst>
            <pc:docMk/>
            <pc:sldMk cId="3622793587" sldId="2147474510"/>
            <ac:spMk id="25" creationId="{1E78AA62-D673-CB83-E3F4-769AFE3817CF}"/>
          </ac:spMkLst>
        </pc:spChg>
        <pc:spChg chg="mod">
          <ac:chgData name="Gabriel Fiorilli" userId="6dec09dd-bf1e-4f54-a7db-53ed072060ed" providerId="ADAL" clId="{7DBF1522-1442-4072-822F-816E1C27FADA}" dt="2026-09-14T13:53:58.780" v="624" actId="1076"/>
          <ac:spMkLst>
            <pc:docMk/>
            <pc:sldMk cId="3622793587" sldId="2147474510"/>
            <ac:spMk id="27" creationId="{195192B0-E153-5292-296D-39C64E5FE028}"/>
          </ac:spMkLst>
        </pc:spChg>
        <pc:spChg chg="mod">
          <ac:chgData name="Gabriel Fiorilli" userId="6dec09dd-bf1e-4f54-a7db-53ed072060ed" providerId="ADAL" clId="{7DBF1522-1442-4072-822F-816E1C27FADA}" dt="2026-09-14T13:54:01.565" v="625" actId="1076"/>
          <ac:spMkLst>
            <pc:docMk/>
            <pc:sldMk cId="3622793587" sldId="2147474510"/>
            <ac:spMk id="29" creationId="{D41C489C-7958-E724-F88B-01D187F76E02}"/>
          </ac:spMkLst>
        </pc:spChg>
        <pc:spChg chg="mod">
          <ac:chgData name="Gabriel Fiorilli" userId="6dec09dd-bf1e-4f54-a7db-53ed072060ed" providerId="ADAL" clId="{7DBF1522-1442-4072-822F-816E1C27FADA}" dt="2026-09-14T13:54:03.478" v="626" actId="1076"/>
          <ac:spMkLst>
            <pc:docMk/>
            <pc:sldMk cId="3622793587" sldId="2147474510"/>
            <ac:spMk id="31" creationId="{A8A0B675-1548-9320-DAE8-620BED5CCC6E}"/>
          </ac:spMkLst>
        </pc:spChg>
        <pc:spChg chg="mod">
          <ac:chgData name="Gabriel Fiorilli" userId="6dec09dd-bf1e-4f54-a7db-53ed072060ed" providerId="ADAL" clId="{7DBF1522-1442-4072-822F-816E1C27FADA}" dt="2026-09-14T13:54:06.604" v="627" actId="1076"/>
          <ac:spMkLst>
            <pc:docMk/>
            <pc:sldMk cId="3622793587" sldId="2147474510"/>
            <ac:spMk id="33" creationId="{AD03F0C0-754A-86B2-CB8A-72E67632EF1F}"/>
          </ac:spMkLst>
        </pc:spChg>
        <pc:spChg chg="mod">
          <ac:chgData name="Gabriel Fiorilli" userId="6dec09dd-bf1e-4f54-a7db-53ed072060ed" providerId="ADAL" clId="{7DBF1522-1442-4072-822F-816E1C27FADA}" dt="2026-09-14T13:54:12.678" v="628" actId="1076"/>
          <ac:spMkLst>
            <pc:docMk/>
            <pc:sldMk cId="3622793587" sldId="2147474510"/>
            <ac:spMk id="35" creationId="{F0088A79-9508-1F39-E59C-4BB068865C0F}"/>
          </ac:spMkLst>
        </pc:spChg>
        <pc:spChg chg="mod">
          <ac:chgData name="Gabriel Fiorilli" userId="6dec09dd-bf1e-4f54-a7db-53ed072060ed" providerId="ADAL" clId="{7DBF1522-1442-4072-822F-816E1C27FADA}" dt="2026-09-14T13:54:15.956" v="629" actId="1076"/>
          <ac:spMkLst>
            <pc:docMk/>
            <pc:sldMk cId="3622793587" sldId="2147474510"/>
            <ac:spMk id="36" creationId="{86465756-2929-E026-4B73-EF23399755FE}"/>
          </ac:spMkLst>
        </pc:spChg>
        <pc:spChg chg="mod">
          <ac:chgData name="Gabriel Fiorilli" userId="6dec09dd-bf1e-4f54-a7db-53ed072060ed" providerId="ADAL" clId="{7DBF1522-1442-4072-822F-816E1C27FADA}" dt="2026-09-11T17:31:03.378" v="366" actId="1076"/>
          <ac:spMkLst>
            <pc:docMk/>
            <pc:sldMk cId="3622793587" sldId="2147474510"/>
            <ac:spMk id="560" creationId="{1AE52798-7C0E-E409-EC55-82F788A4EF75}"/>
          </ac:spMkLst>
        </pc:spChg>
        <pc:spChg chg="mod">
          <ac:chgData name="Gabriel Fiorilli" userId="6dec09dd-bf1e-4f54-a7db-53ed072060ed" providerId="ADAL" clId="{7DBF1522-1442-4072-822F-816E1C27FADA}" dt="2026-09-11T17:29:58.442" v="364" actId="20577"/>
          <ac:spMkLst>
            <pc:docMk/>
            <pc:sldMk cId="3622793587" sldId="2147474510"/>
            <ac:spMk id="618" creationId="{131D9EAA-B0F6-B0B8-C9F4-8E69C5F1CB77}"/>
          </ac:spMkLst>
        </pc:spChg>
        <pc:graphicFrameChg chg="add mod modGraphic">
          <ac:chgData name="Gabriel Fiorilli" userId="6dec09dd-bf1e-4f54-a7db-53ed072060ed" providerId="ADAL" clId="{7DBF1522-1442-4072-822F-816E1C27FADA}" dt="2026-09-11T17:33:14.996" v="428" actId="20577"/>
          <ac:graphicFrameMkLst>
            <pc:docMk/>
            <pc:sldMk cId="3622793587" sldId="2147474510"/>
            <ac:graphicFrameMk id="5" creationId="{2E9B5FE6-8FD8-8D90-695B-B0D29FF30D4A}"/>
          </ac:graphicFrameMkLst>
        </pc:graphicFrameChg>
        <pc:graphicFrameChg chg="modGraphic">
          <ac:chgData name="Gabriel Fiorilli" userId="6dec09dd-bf1e-4f54-a7db-53ed072060ed" providerId="ADAL" clId="{7DBF1522-1442-4072-822F-816E1C27FADA}" dt="2026-09-11T17:29:53.763" v="362" actId="20577"/>
          <ac:graphicFrameMkLst>
            <pc:docMk/>
            <pc:sldMk cId="3622793587" sldId="2147474510"/>
            <ac:graphicFrameMk id="636" creationId="{7D1B4A28-3FFA-93AB-F9EF-3ED25EFD188B}"/>
          </ac:graphicFrameMkLst>
        </pc:graphicFrameChg>
      </pc:sldChg>
      <pc:sldChg chg="modSp mod modClrScheme chgLayout">
        <pc:chgData name="Gabriel Fiorilli" userId="6dec09dd-bf1e-4f54-a7db-53ed072060ed" providerId="ADAL" clId="{7DBF1522-1442-4072-822F-816E1C27FADA}" dt="2026-09-14T14:48:41.016" v="791" actId="14826"/>
        <pc:sldMkLst>
          <pc:docMk/>
          <pc:sldMk cId="183070790" sldId="2147474514"/>
        </pc:sldMkLst>
        <pc:spChg chg="mod ord">
          <ac:chgData name="Gabriel Fiorilli" userId="6dec09dd-bf1e-4f54-a7db-53ed072060ed" providerId="ADAL" clId="{7DBF1522-1442-4072-822F-816E1C27FADA}" dt="2026-09-10T19:00:40.601" v="339"/>
          <ac:spMkLst>
            <pc:docMk/>
            <pc:sldMk cId="183070790" sldId="2147474514"/>
            <ac:spMk id="4" creationId="{E574F1A3-DBAB-BEFC-A0D2-6B699FC17B9E}"/>
          </ac:spMkLst>
        </pc:spChg>
        <pc:spChg chg="mod">
          <ac:chgData name="Gabriel Fiorilli" userId="6dec09dd-bf1e-4f54-a7db-53ed072060ed" providerId="ADAL" clId="{7DBF1522-1442-4072-822F-816E1C27FADA}" dt="2026-09-08T14:41:59.180" v="135"/>
          <ac:spMkLst>
            <pc:docMk/>
            <pc:sldMk cId="183070790" sldId="2147474514"/>
            <ac:spMk id="16" creationId="{6E0E1889-3DE3-E828-E377-F57B297EB3DB}"/>
          </ac:spMkLst>
        </pc:spChg>
        <pc:grpChg chg="mod">
          <ac:chgData name="Gabriel Fiorilli" userId="6dec09dd-bf1e-4f54-a7db-53ed072060ed" providerId="ADAL" clId="{7DBF1522-1442-4072-822F-816E1C27FADA}" dt="2026-09-14T14:48:41.016" v="791" actId="14826"/>
          <ac:grpSpMkLst>
            <pc:docMk/>
            <pc:sldMk cId="183070790" sldId="2147474514"/>
            <ac:grpSpMk id="6" creationId="{77C61F44-5859-D977-8380-A02E63A2EEAE}"/>
          </ac:grpSpMkLst>
        </pc:grpChg>
        <pc:grpChg chg="mod">
          <ac:chgData name="Gabriel Fiorilli" userId="6dec09dd-bf1e-4f54-a7db-53ed072060ed" providerId="ADAL" clId="{7DBF1522-1442-4072-822F-816E1C27FADA}" dt="2026-09-14T14:48:41.016" v="791" actId="14826"/>
          <ac:grpSpMkLst>
            <pc:docMk/>
            <pc:sldMk cId="183070790" sldId="2147474514"/>
            <ac:grpSpMk id="8" creationId="{42E1DCB9-6CCC-3211-6AB3-4598858B803B}"/>
          </ac:grpSpMkLst>
        </pc:grpChg>
        <pc:picChg chg="mod">
          <ac:chgData name="Gabriel Fiorilli" userId="6dec09dd-bf1e-4f54-a7db-53ed072060ed" providerId="ADAL" clId="{7DBF1522-1442-4072-822F-816E1C27FADA}" dt="2026-09-14T14:48:41.016" v="791" actId="14826"/>
          <ac:picMkLst>
            <pc:docMk/>
            <pc:sldMk cId="183070790" sldId="2147474514"/>
            <ac:picMk id="3" creationId="{269A24EC-0E50-EAF0-C969-87B55FF19D5D}"/>
          </ac:picMkLst>
        </pc:picChg>
        <pc:picChg chg="mod">
          <ac:chgData name="Gabriel Fiorilli" userId="6dec09dd-bf1e-4f54-a7db-53ed072060ed" providerId="ADAL" clId="{7DBF1522-1442-4072-822F-816E1C27FADA}" dt="2026-09-14T14:48:41.016" v="791" actId="14826"/>
          <ac:picMkLst>
            <pc:docMk/>
            <pc:sldMk cId="183070790" sldId="2147474514"/>
            <ac:picMk id="5" creationId="{1DBCC1C4-FB6C-B377-4CE8-03DDDD8054E0}"/>
          </ac:picMkLst>
        </pc:picChg>
        <pc:picChg chg="mod">
          <ac:chgData name="Gabriel Fiorilli" userId="6dec09dd-bf1e-4f54-a7db-53ed072060ed" providerId="ADAL" clId="{7DBF1522-1442-4072-822F-816E1C27FADA}" dt="2026-09-14T14:48:41.016" v="791" actId="14826"/>
          <ac:picMkLst>
            <pc:docMk/>
            <pc:sldMk cId="183070790" sldId="2147474514"/>
            <ac:picMk id="30" creationId="{43BE91ED-CFBB-BA61-BAB3-B8604736C8C1}"/>
          </ac:picMkLst>
        </pc:picChg>
        <pc:picChg chg="mod">
          <ac:chgData name="Gabriel Fiorilli" userId="6dec09dd-bf1e-4f54-a7db-53ed072060ed" providerId="ADAL" clId="{7DBF1522-1442-4072-822F-816E1C27FADA}" dt="2026-09-14T14:48:41.016" v="791" actId="14826"/>
          <ac:picMkLst>
            <pc:docMk/>
            <pc:sldMk cId="183070790" sldId="2147474514"/>
            <ac:picMk id="34" creationId="{4470EF6C-F117-E24A-13B1-42D0AB3EF5FB}"/>
          </ac:picMkLst>
        </pc:picChg>
      </pc:sldChg>
      <pc:sldChg chg="addSp delSp modSp add mod">
        <pc:chgData name="Gabriel Fiorilli" userId="6dec09dd-bf1e-4f54-a7db-53ed072060ed" providerId="ADAL" clId="{7DBF1522-1442-4072-822F-816E1C27FADA}" dt="2026-09-11T16:50:23.012" v="353" actId="1076"/>
        <pc:sldMkLst>
          <pc:docMk/>
          <pc:sldMk cId="961990813" sldId="2147474534"/>
        </pc:sldMkLst>
        <pc:spChg chg="add mod ord">
          <ac:chgData name="Gabriel Fiorilli" userId="6dec09dd-bf1e-4f54-a7db-53ed072060ed" providerId="ADAL" clId="{7DBF1522-1442-4072-822F-816E1C27FADA}" dt="2026-09-11T16:50:23.012" v="353" actId="1076"/>
          <ac:spMkLst>
            <pc:docMk/>
            <pc:sldMk cId="961990813" sldId="2147474534"/>
            <ac:spMk id="3" creationId="{91A98F6F-6CA9-411C-0B1E-DB7AA7403E95}"/>
          </ac:spMkLst>
        </pc:spChg>
      </pc:sldChg>
      <pc:sldChg chg="addSp delSp modSp mod">
        <pc:chgData name="Gabriel Fiorilli" userId="6dec09dd-bf1e-4f54-a7db-53ed072060ed" providerId="ADAL" clId="{7DBF1522-1442-4072-822F-816E1C27FADA}" dt="2026-09-14T14:14:32.811" v="672" actId="1037"/>
        <pc:sldMkLst>
          <pc:docMk/>
          <pc:sldMk cId="1744644407" sldId="2147483646"/>
        </pc:sldMkLst>
        <pc:spChg chg="mod">
          <ac:chgData name="Gabriel Fiorilli" userId="6dec09dd-bf1e-4f54-a7db-53ed072060ed" providerId="ADAL" clId="{7DBF1522-1442-4072-822F-816E1C27FADA}" dt="2026-09-14T13:38:13.812" v="540" actId="1076"/>
          <ac:spMkLst>
            <pc:docMk/>
            <pc:sldMk cId="1744644407" sldId="2147483646"/>
            <ac:spMk id="3" creationId="{17191E0F-C910-1329-B880-FDCDF469323E}"/>
          </ac:spMkLst>
        </pc:spChg>
        <pc:spChg chg="add mod">
          <ac:chgData name="Gabriel Fiorilli" userId="6dec09dd-bf1e-4f54-a7db-53ed072060ed" providerId="ADAL" clId="{7DBF1522-1442-4072-822F-816E1C27FADA}" dt="2026-09-14T14:14:19.867" v="662" actId="1036"/>
          <ac:spMkLst>
            <pc:docMk/>
            <pc:sldMk cId="1744644407" sldId="2147483646"/>
            <ac:spMk id="5" creationId="{2201D16B-F6A0-1EC9-8199-C592FABF8860}"/>
          </ac:spMkLst>
        </pc:spChg>
        <pc:spChg chg="mod">
          <ac:chgData name="Gabriel Fiorilli" userId="6dec09dd-bf1e-4f54-a7db-53ed072060ed" providerId="ADAL" clId="{7DBF1522-1442-4072-822F-816E1C27FADA}" dt="2026-09-14T13:43:49.555" v="592" actId="20577"/>
          <ac:spMkLst>
            <pc:docMk/>
            <pc:sldMk cId="1744644407" sldId="2147483646"/>
            <ac:spMk id="7" creationId="{44B9AF1E-AB4F-96F6-64C3-A8C271F9A451}"/>
          </ac:spMkLst>
        </pc:spChg>
        <pc:spChg chg="mod">
          <ac:chgData name="Gabriel Fiorilli" userId="6dec09dd-bf1e-4f54-a7db-53ed072060ed" providerId="ADAL" clId="{7DBF1522-1442-4072-822F-816E1C27FADA}" dt="2026-09-08T15:17:03.913" v="332" actId="20577"/>
          <ac:spMkLst>
            <pc:docMk/>
            <pc:sldMk cId="1744644407" sldId="2147483646"/>
            <ac:spMk id="8" creationId="{EC32B5FB-73E6-6AB7-539C-66D27DFEA32C}"/>
          </ac:spMkLst>
        </pc:spChg>
        <pc:spChg chg="mod">
          <ac:chgData name="Gabriel Fiorilli" userId="6dec09dd-bf1e-4f54-a7db-53ed072060ed" providerId="ADAL" clId="{7DBF1522-1442-4072-822F-816E1C27FADA}" dt="2026-09-08T15:17:51.939" v="334" actId="20577"/>
          <ac:spMkLst>
            <pc:docMk/>
            <pc:sldMk cId="1744644407" sldId="2147483646"/>
            <ac:spMk id="15" creationId="{D2BF7F3C-EB69-818F-0918-284B7DB6E870}"/>
          </ac:spMkLst>
        </pc:spChg>
        <pc:spChg chg="add mod">
          <ac:chgData name="Gabriel Fiorilli" userId="6dec09dd-bf1e-4f54-a7db-53ed072060ed" providerId="ADAL" clId="{7DBF1522-1442-4072-822F-816E1C27FADA}" dt="2026-09-14T14:14:25.440" v="666" actId="1076"/>
          <ac:spMkLst>
            <pc:docMk/>
            <pc:sldMk cId="1744644407" sldId="2147483646"/>
            <ac:spMk id="36" creationId="{5BA021BF-712B-6618-835B-5A642AFDEFFF}"/>
          </ac:spMkLst>
        </pc:spChg>
        <pc:spChg chg="mod">
          <ac:chgData name="Gabriel Fiorilli" userId="6dec09dd-bf1e-4f54-a7db-53ed072060ed" providerId="ADAL" clId="{7DBF1522-1442-4072-822F-816E1C27FADA}" dt="2026-09-08T15:16:58.303" v="330" actId="20577"/>
          <ac:spMkLst>
            <pc:docMk/>
            <pc:sldMk cId="1744644407" sldId="2147483646"/>
            <ac:spMk id="101" creationId="{6BE53901-7333-DAC4-7F05-447385524F43}"/>
          </ac:spMkLst>
        </pc:spChg>
        <pc:spChg chg="mod">
          <ac:chgData name="Gabriel Fiorilli" userId="6dec09dd-bf1e-4f54-a7db-53ed072060ed" providerId="ADAL" clId="{7DBF1522-1442-4072-822F-816E1C27FADA}" dt="2026-09-08T15:16:40.064" v="325" actId="20577"/>
          <ac:spMkLst>
            <pc:docMk/>
            <pc:sldMk cId="1744644407" sldId="2147483646"/>
            <ac:spMk id="107" creationId="{4E3333AD-CBD1-69F4-073F-5AD488B9BF18}"/>
          </ac:spMkLst>
        </pc:spChg>
        <pc:spChg chg="mod">
          <ac:chgData name="Gabriel Fiorilli" userId="6dec09dd-bf1e-4f54-a7db-53ed072060ed" providerId="ADAL" clId="{7DBF1522-1442-4072-822F-816E1C27FADA}" dt="2026-09-08T15:16:46.832" v="327" actId="20577"/>
          <ac:spMkLst>
            <pc:docMk/>
            <pc:sldMk cId="1744644407" sldId="2147483646"/>
            <ac:spMk id="111" creationId="{9A9F1D76-5326-908F-9BEF-6BBDD7025EE9}"/>
          </ac:spMkLst>
        </pc:spChg>
        <pc:spChg chg="mod">
          <ac:chgData name="Gabriel Fiorilli" userId="6dec09dd-bf1e-4f54-a7db-53ed072060ed" providerId="ADAL" clId="{7DBF1522-1442-4072-822F-816E1C27FADA}" dt="2026-09-08T15:16:30.082" v="322" actId="20577"/>
          <ac:spMkLst>
            <pc:docMk/>
            <pc:sldMk cId="1744644407" sldId="2147483646"/>
            <ac:spMk id="114" creationId="{6301CBBA-24D0-FAD0-2135-DF0AEA506D85}"/>
          </ac:spMkLst>
        </pc:spChg>
        <pc:spChg chg="mod">
          <ac:chgData name="Gabriel Fiorilli" userId="6dec09dd-bf1e-4f54-a7db-53ed072060ed" providerId="ADAL" clId="{7DBF1522-1442-4072-822F-816E1C27FADA}" dt="2026-09-14T14:14:04.686" v="652" actId="1076"/>
          <ac:spMkLst>
            <pc:docMk/>
            <pc:sldMk cId="1744644407" sldId="2147483646"/>
            <ac:spMk id="118" creationId="{93EAE065-39EA-4CC9-E1BD-11031E42824E}"/>
          </ac:spMkLst>
        </pc:spChg>
        <pc:spChg chg="mod">
          <ac:chgData name="Gabriel Fiorilli" userId="6dec09dd-bf1e-4f54-a7db-53ed072060ed" providerId="ADAL" clId="{7DBF1522-1442-4072-822F-816E1C27FADA}" dt="2026-09-14T14:14:08.428" v="653" actId="1076"/>
          <ac:spMkLst>
            <pc:docMk/>
            <pc:sldMk cId="1744644407" sldId="2147483646"/>
            <ac:spMk id="119" creationId="{C76A9579-26E1-97E4-4B19-7B1D605472BA}"/>
          </ac:spMkLst>
        </pc:spChg>
        <pc:spChg chg="mod">
          <ac:chgData name="Gabriel Fiorilli" userId="6dec09dd-bf1e-4f54-a7db-53ed072060ed" providerId="ADAL" clId="{7DBF1522-1442-4072-822F-816E1C27FADA}" dt="2026-09-14T13:38:13.812" v="540" actId="1076"/>
          <ac:spMkLst>
            <pc:docMk/>
            <pc:sldMk cId="1744644407" sldId="2147483646"/>
            <ac:spMk id="120" creationId="{6F5E1896-7843-AAC6-A163-B8650455D3FC}"/>
          </ac:spMkLst>
        </pc:spChg>
        <pc:spChg chg="mod">
          <ac:chgData name="Gabriel Fiorilli" userId="6dec09dd-bf1e-4f54-a7db-53ed072060ed" providerId="ADAL" clId="{7DBF1522-1442-4072-822F-816E1C27FADA}" dt="2026-09-14T14:14:10.881" v="654" actId="1076"/>
          <ac:spMkLst>
            <pc:docMk/>
            <pc:sldMk cId="1744644407" sldId="2147483646"/>
            <ac:spMk id="121" creationId="{A4017C0B-790A-AA61-FA11-C39296F29DD6}"/>
          </ac:spMkLst>
        </pc:spChg>
        <pc:spChg chg="mod">
          <ac:chgData name="Gabriel Fiorilli" userId="6dec09dd-bf1e-4f54-a7db-53ed072060ed" providerId="ADAL" clId="{7DBF1522-1442-4072-822F-816E1C27FADA}" dt="2026-09-14T14:14:29.716" v="667" actId="1076"/>
          <ac:spMkLst>
            <pc:docMk/>
            <pc:sldMk cId="1744644407" sldId="2147483646"/>
            <ac:spMk id="122" creationId="{1B4A648E-B899-E50E-94C9-CBD788F4579A}"/>
          </ac:spMkLst>
        </pc:spChg>
        <pc:spChg chg="mod">
          <ac:chgData name="Gabriel Fiorilli" userId="6dec09dd-bf1e-4f54-a7db-53ed072060ed" providerId="ADAL" clId="{7DBF1522-1442-4072-822F-816E1C27FADA}" dt="2026-09-14T14:14:32.811" v="672" actId="1037"/>
          <ac:spMkLst>
            <pc:docMk/>
            <pc:sldMk cId="1744644407" sldId="2147483646"/>
            <ac:spMk id="123" creationId="{A1BB5AD9-D0B8-E89E-FD79-A51246796A52}"/>
          </ac:spMkLst>
        </pc:spChg>
        <pc:spChg chg="mod">
          <ac:chgData name="Gabriel Fiorilli" userId="6dec09dd-bf1e-4f54-a7db-53ed072060ed" providerId="ADAL" clId="{7DBF1522-1442-4072-822F-816E1C27FADA}" dt="2026-09-08T15:16:52.392" v="328" actId="20577"/>
          <ac:spMkLst>
            <pc:docMk/>
            <pc:sldMk cId="1744644407" sldId="2147483646"/>
            <ac:spMk id="139" creationId="{49EC6AE0-D956-BE2D-98D7-0AE5D7D8689C}"/>
          </ac:spMkLst>
        </pc:spChg>
        <pc:spChg chg="mod">
          <ac:chgData name="Gabriel Fiorilli" userId="6dec09dd-bf1e-4f54-a7db-53ed072060ed" providerId="ADAL" clId="{7DBF1522-1442-4072-822F-816E1C27FADA}" dt="2026-09-14T14:14:16.002" v="657" actId="1076"/>
          <ac:spMkLst>
            <pc:docMk/>
            <pc:sldMk cId="1744644407" sldId="2147483646"/>
            <ac:spMk id="140" creationId="{15CBABD9-344E-5BA5-C986-20E74B60D9AC}"/>
          </ac:spMkLst>
        </pc:spChg>
        <pc:graphicFrameChg chg="modGraphic">
          <ac:chgData name="Gabriel Fiorilli" userId="6dec09dd-bf1e-4f54-a7db-53ed072060ed" providerId="ADAL" clId="{7DBF1522-1442-4072-822F-816E1C27FADA}" dt="2026-09-08T15:16:14.246" v="320" actId="20577"/>
          <ac:graphicFrameMkLst>
            <pc:docMk/>
            <pc:sldMk cId="1744644407" sldId="2147483646"/>
            <ac:graphicFrameMk id="4" creationId="{0FD8C0CF-5EEF-ACB0-82EA-0E82C6862E21}"/>
          </ac:graphicFrameMkLst>
        </pc:graphicFrameChg>
        <pc:graphicFrameChg chg="mod">
          <ac:chgData name="Gabriel Fiorilli" userId="6dec09dd-bf1e-4f54-a7db-53ed072060ed" providerId="ADAL" clId="{7DBF1522-1442-4072-822F-816E1C27FADA}" dt="2026-09-14T13:31:44.821" v="516" actId="14100"/>
          <ac:graphicFrameMkLst>
            <pc:docMk/>
            <pc:sldMk cId="1744644407" sldId="2147483646"/>
            <ac:graphicFrameMk id="116" creationId="{1BC76C89-C36D-43FE-A30B-6A41CE4988DA}"/>
          </ac:graphicFrameMkLst>
        </pc:graphicFrameChg>
        <pc:graphicFrameChg chg="mod">
          <ac:chgData name="Gabriel Fiorilli" userId="6dec09dd-bf1e-4f54-a7db-53ed072060ed" providerId="ADAL" clId="{7DBF1522-1442-4072-822F-816E1C27FADA}" dt="2026-09-14T13:40:42.974" v="560" actId="20577"/>
          <ac:graphicFrameMkLst>
            <pc:docMk/>
            <pc:sldMk cId="1744644407" sldId="2147483646"/>
            <ac:graphicFrameMk id="117" creationId="{B4CC4B79-1BC7-4FAD-BD5C-EF696F9EB7C2}"/>
          </ac:graphicFrameMkLst>
        </pc:graphicFrameChg>
      </pc:sldChg>
      <pc:sldChg chg="addSp modSp mod">
        <pc:chgData name="Gabriel Fiorilli" userId="6dec09dd-bf1e-4f54-a7db-53ed072060ed" providerId="ADAL" clId="{7DBF1522-1442-4072-822F-816E1C27FADA}" dt="2026-09-08T14:56:06.074" v="157" actId="1076"/>
        <pc:sldMkLst>
          <pc:docMk/>
          <pc:sldMk cId="3693132918" sldId="2147483647"/>
        </pc:sldMkLst>
        <pc:spChg chg="add mod">
          <ac:chgData name="Gabriel Fiorilli" userId="6dec09dd-bf1e-4f54-a7db-53ed072060ed" providerId="ADAL" clId="{7DBF1522-1442-4072-822F-816E1C27FADA}" dt="2026-09-08T14:56:06.074" v="157" actId="1076"/>
          <ac:spMkLst>
            <pc:docMk/>
            <pc:sldMk cId="3693132918" sldId="2147483647"/>
            <ac:spMk id="5" creationId="{DC72FD1E-AC03-6A9B-8229-0B3400AD2F29}"/>
          </ac:spMkLst>
        </pc:spChg>
        <pc:spChg chg="mod">
          <ac:chgData name="Gabriel Fiorilli" userId="6dec09dd-bf1e-4f54-a7db-53ed072060ed" providerId="ADAL" clId="{7DBF1522-1442-4072-822F-816E1C27FADA}" dt="2026-09-08T14:55:52.071" v="155" actId="121"/>
          <ac:spMkLst>
            <pc:docMk/>
            <pc:sldMk cId="3693132918" sldId="2147483647"/>
            <ac:spMk id="23" creationId="{769E4618-C3C2-D69D-D3FF-7A6AB53CD4B5}"/>
          </ac:spMkLst>
        </pc:spChg>
      </pc:sldChg>
      <pc:sldMasterChg chg="delSldLayout modSldLayout sldLayoutOrd">
        <pc:chgData name="Gabriel Fiorilli" userId="6dec09dd-bf1e-4f54-a7db-53ed072060ed" providerId="ADAL" clId="{7DBF1522-1442-4072-822F-816E1C27FADA}" dt="2026-09-10T19:00:40.537" v="338"/>
        <pc:sldMasterMkLst>
          <pc:docMk/>
          <pc:sldMasterMk cId="726675075" sldId="2147483660"/>
        </pc:sldMasterMkLst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249396747" sldId="2147483967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249396747" sldId="214748396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249396747" sldId="214748396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249396747" sldId="2147483967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249396747" sldId="2147483967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249396747" sldId="2147483967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877836328" sldId="2147483968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77836328" sldId="2147483968"/>
              <ac:spMk id="2" creationId="{A0F307EA-4C29-0128-C5F3-1EC020414CC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77836328" sldId="214748396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77836328" sldId="2147483968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77836328" sldId="2147483968"/>
              <ac:spMk id="7" creationId="{FC74B37E-4911-072A-7204-9C9ACA9A1C8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77836328" sldId="2147483968"/>
              <ac:spMk id="8" creationId="{75ABF0D0-FF53-6AFF-585A-B5197E38DF0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77836328" sldId="2147483968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77836328" sldId="2147483968"/>
              <ac:spMk id="11" creationId="{F401465E-A8CD-A3BA-BE2A-9597492FDC6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86583604" sldId="2147483969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6583604" sldId="2147483969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6583604" sldId="2147483969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6583604" sldId="2147483969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6583604" sldId="2147483969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6583604" sldId="2147483969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6583604" sldId="2147483969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6583604" sldId="2147483969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385045036" sldId="2147483970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85045036" sldId="214748397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85045036" sldId="214748397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85045036" sldId="2147483970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85045036" sldId="2147483970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85045036" sldId="2147483970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85045036" sldId="2147483970"/>
              <ac:spMk id="18" creationId="{89936DB2-1144-3AFC-1BBA-E1BDEB5020CC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655492716" sldId="2147483971"/>
          </pc:sldLayoutMkLst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999339499" sldId="2147483972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99339499" sldId="214748397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99339499" sldId="214748397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99339499" sldId="2147483972"/>
              <ac:spMk id="13" creationId="{7F86D482-580C-D22A-58CC-10B9C4F7EDD2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532177289" sldId="2147483973"/>
          </pc:sldLayoutMkLst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523084295" sldId="2147483974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23084295" sldId="2147483974"/>
              <ac:spMk id="6" creationId="{2132BCE3-A04F-8602-64F7-7623C7EAF165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970267758" sldId="2147483975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70267758" sldId="214748397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70267758" sldId="214748397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70267758" sldId="2147483975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70267758" sldId="2147483975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70267758" sldId="2147483975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678520525" sldId="2147483976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78520525" sldId="2147483976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78520525" sldId="2147483976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78520525" sldId="2147483976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78520525" sldId="2147483976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78520525" sldId="2147483976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945672915" sldId="2147483977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45672915" sldId="2147483977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45672915" sldId="214748397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45672915" sldId="2147483977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45672915" sldId="214748397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45672915" sldId="2147483977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45672915" sldId="2147483977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45672915" sldId="2147483977"/>
              <ac:spMk id="10" creationId="{E9120CB5-4884-D14A-8682-CC106CAFBBEA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45672915" sldId="2147483977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45672915" sldId="2147483977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727161347" sldId="2147483978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27161347" sldId="2147483978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27161347" sldId="214748397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27161347" sldId="2147483978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27161347" sldId="2147483978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27161347" sldId="2147483978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27161347" sldId="2147483978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27161347" sldId="2147483978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27161347" sldId="2147483978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533878443" sldId="2147483979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33878443" sldId="2147483979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33878443" sldId="2147483979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33878443" sldId="2147483979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33878443" sldId="2147483979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33878443" sldId="2147483979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33878443" sldId="2147483979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33878443" sldId="2147483979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4074935589" sldId="2147483980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74935589" sldId="2147483980"/>
              <ac:spMk id="2" creationId="{21758EB3-F057-8CDF-FF61-35E724EF59ED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74935589" sldId="214748398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74935589" sldId="2147483980"/>
              <ac:spMk id="7" creationId="{5629EC08-34A0-4F4F-BF0C-DAE3D73CA1C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74935589" sldId="2147483980"/>
              <ac:spMk id="8" creationId="{F37A98A2-2A9D-056F-7CA4-B986B817076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74935589" sldId="2147483980"/>
              <ac:spMk id="9" creationId="{AECBC137-580C-65EB-C713-E63CDBDB515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74935589" sldId="2147483980"/>
              <ac:spMk id="10" creationId="{D1CF13AF-F1F7-29D7-F0C3-C23BE528C9A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74935589" sldId="2147483980"/>
              <ac:spMk id="14" creationId="{47497781-FD6B-9B5D-3237-9AD784B8880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394302359" sldId="2147483981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94302359" sldId="214748398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94302359" sldId="2147483981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94302359" sldId="2147483981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94302359" sldId="2147483981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94302359" sldId="2147483981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94302359" sldId="2147483981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94302359" sldId="2147483981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513447532" sldId="2147483982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513447532" sldId="214748398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513447532" sldId="214748398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513447532" sldId="2147483982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513447532" sldId="2147483982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513447532" sldId="2147483982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513447532" sldId="2147483982"/>
              <ac:spMk id="18" creationId="{89936DB2-1144-3AFC-1BBA-E1BDEB5020CC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528031841" sldId="2147483983"/>
          </pc:sldLayoutMkLst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985974513" sldId="2147483984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85974513" sldId="2147483984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85974513" sldId="2147483984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85974513" sldId="2147483984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85974513" sldId="2147483984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85974513" sldId="2147483984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767427221" sldId="2147483985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767427221" sldId="2147483985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767427221" sldId="214748398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767427221" sldId="2147483985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767427221" sldId="214748398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767427221" sldId="2147483985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767427221" sldId="2147483985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767427221" sldId="2147483985"/>
              <ac:spMk id="10" creationId="{E9120CB5-4884-D14A-8682-CC106CAFBBEA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767427221" sldId="2147483985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767427221" sldId="2147483985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917204303" sldId="2147483986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17204303" sldId="2147483986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17204303" sldId="2147483986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17204303" sldId="2147483986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17204303" sldId="2147483986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17204303" sldId="2147483986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17204303" sldId="2147483986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17204303" sldId="2147483986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17204303" sldId="2147483986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937613141" sldId="2147483987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37613141" sldId="2147483987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37613141" sldId="214748398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37613141" sldId="2147483987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37613141" sldId="214748398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37613141" sldId="2147483987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37613141" sldId="2147483987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37613141" sldId="2147483987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4045904174" sldId="2147483988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45904174" sldId="2147483988"/>
              <ac:spMk id="2" creationId="{21758EB3-F057-8CDF-FF61-35E724EF59ED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45904174" sldId="214748398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45904174" sldId="2147483988"/>
              <ac:spMk id="7" creationId="{5629EC08-34A0-4F4F-BF0C-DAE3D73CA1C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45904174" sldId="2147483988"/>
              <ac:spMk id="8" creationId="{F37A98A2-2A9D-056F-7CA4-B986B817076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45904174" sldId="2147483988"/>
              <ac:spMk id="9" creationId="{AECBC137-580C-65EB-C713-E63CDBDB515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45904174" sldId="2147483988"/>
              <ac:spMk id="10" creationId="{D1CF13AF-F1F7-29D7-F0C3-C23BE528C9A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45904174" sldId="2147483988"/>
              <ac:spMk id="14" creationId="{47497781-FD6B-9B5D-3237-9AD784B8880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665593526" sldId="2147483989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665593526" sldId="2147483989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665593526" sldId="2147483989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665593526" sldId="2147483989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665593526" sldId="2147483989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665593526" sldId="2147483989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665593526" sldId="2147483989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665593526" sldId="2147483989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570847327" sldId="2147483990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570847327" sldId="214748399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570847327" sldId="214748399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570847327" sldId="2147483990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570847327" sldId="2147483990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570847327" sldId="2147483990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570847327" sldId="2147483990"/>
              <ac:spMk id="18" creationId="{89936DB2-1144-3AFC-1BBA-E1BDEB5020CC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906544549" sldId="2147483991"/>
          </pc:sldLayoutMkLst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806844060" sldId="2147483992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06844060" sldId="2147483992"/>
              <ac:spMk id="2" creationId="{00000000-0000-0000-0000-00000000000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06844060" sldId="2147483992"/>
              <ac:spMk id="3" creationId="{00000000-0000-0000-0000-00000000000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06844060" sldId="2147483992"/>
              <ac:spMk id="4" creationId="{00000000-0000-0000-0000-00000000000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06844060" sldId="2147483992"/>
              <ac:spMk id="5" creationId="{00000000-0000-0000-0000-00000000000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06844060" sldId="2147483992"/>
              <ac:spMk id="6" creationId="{00000000-0000-0000-0000-000000000000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4095383113" sldId="2147483993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95383113" sldId="214748399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95383113" sldId="214748399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95383113" sldId="2147483993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95383113" sldId="2147483993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95383113" sldId="2147483993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320909033" sldId="2147484088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20909033" sldId="214748408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20909033" sldId="2147484088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20909033" sldId="2147484088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213449218" sldId="2147484255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213449218" sldId="214748425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213449218" sldId="214748425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213449218" sldId="2147484255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933893790" sldId="2147484346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933893790" sldId="2147484346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933893790" sldId="2147484346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933893790" sldId="2147484346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933893790" sldId="2147484346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933893790" sldId="2147484346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984451747" sldId="2147484347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84451747" sldId="2147484347"/>
              <ac:spMk id="2" creationId="{A0F307EA-4C29-0128-C5F3-1EC020414CC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84451747" sldId="214748434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84451747" sldId="214748434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84451747" sldId="2147484347"/>
              <ac:spMk id="7" creationId="{FC74B37E-4911-072A-7204-9C9ACA9A1C8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84451747" sldId="2147484347"/>
              <ac:spMk id="8" creationId="{75ABF0D0-FF53-6AFF-585A-B5197E38DF0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84451747" sldId="2147484347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84451747" sldId="2147484347"/>
              <ac:spMk id="11" creationId="{F401465E-A8CD-A3BA-BE2A-9597492FDC6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541644974" sldId="2147484348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541644974" sldId="214748434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541644974" sldId="2147484348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541644974" sldId="2147484348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541644974" sldId="2147484348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541644974" sldId="2147484348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541644974" sldId="2147484348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541644974" sldId="2147484348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87256838" sldId="2147484349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7256838" sldId="2147484349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7256838" sldId="2147484349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7256838" sldId="2147484349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7256838" sldId="2147484349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7256838" sldId="2147484349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87256838" sldId="2147484349"/>
              <ac:spMk id="18" creationId="{89936DB2-1144-3AFC-1BBA-E1BDEB5020CC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962551549" sldId="2147484350"/>
          </pc:sldLayoutMkLst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748074678" sldId="2147484351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748074678" sldId="214748435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748074678" sldId="2147484351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748074678" sldId="2147484351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748074678" sldId="2147484351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748074678" sldId="2147484351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238197753" sldId="2147484352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238197753" sldId="2147484352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238197753" sldId="214748435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238197753" sldId="2147484352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238197753" sldId="214748435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238197753" sldId="2147484352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238197753" sldId="2147484352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238197753" sldId="2147484352"/>
              <ac:spMk id="10" creationId="{E9120CB5-4884-D14A-8682-CC106CAFBBEA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238197753" sldId="2147484352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238197753" sldId="2147484352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844257072" sldId="2147484353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44257072" sldId="2147484353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44257072" sldId="214748435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44257072" sldId="2147484353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44257072" sldId="214748435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44257072" sldId="2147484353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44257072" sldId="2147484353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44257072" sldId="2147484353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44257072" sldId="2147484353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509609139" sldId="2147484354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09609139" sldId="2147484354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09609139" sldId="2147484354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09609139" sldId="2147484354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09609139" sldId="2147484354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09609139" sldId="2147484354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09609139" sldId="2147484354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09609139" sldId="2147484354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231523964" sldId="2147484355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231523964" sldId="2147484355"/>
              <ac:spMk id="2" creationId="{21758EB3-F057-8CDF-FF61-35E724EF59ED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231523964" sldId="214748435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231523964" sldId="2147484355"/>
              <ac:spMk id="7" creationId="{5629EC08-34A0-4F4F-BF0C-DAE3D73CA1C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231523964" sldId="2147484355"/>
              <ac:spMk id="8" creationId="{F37A98A2-2A9D-056F-7CA4-B986B817076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231523964" sldId="2147484355"/>
              <ac:spMk id="9" creationId="{AECBC137-580C-65EB-C713-E63CDBDB515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231523964" sldId="2147484355"/>
              <ac:spMk id="10" creationId="{D1CF13AF-F1F7-29D7-F0C3-C23BE528C9A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231523964" sldId="2147484355"/>
              <ac:spMk id="14" creationId="{47497781-FD6B-9B5D-3237-9AD784B8880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485272026" sldId="2147484356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85272026" sldId="2147484356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85272026" sldId="2147484356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85272026" sldId="2147484356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85272026" sldId="2147484356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85272026" sldId="2147484356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85272026" sldId="2147484356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85272026" sldId="2147484356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394403593" sldId="2147484357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94403593" sldId="214748435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94403593" sldId="214748435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94403593" sldId="2147484357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94403593" sldId="2147484357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94403593" sldId="2147484357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94403593" sldId="2147484357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271915874" sldId="2147484358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271915874" sldId="2147484358"/>
              <ac:spMk id="2" creationId="{1FBE7481-8199-6DCD-D8ED-A8D7F50FCD0D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660611181" sldId="2147484359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660611181" sldId="2147484359"/>
              <ac:spMk id="3" creationId="{0937F25F-A4B2-9324-9F6C-F74AD70CD4D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660611181" sldId="2147484359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660611181" sldId="2147484359"/>
              <ac:spMk id="11" creationId="{F401465E-A8CD-A3BA-BE2A-9597492FDC6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111898844" sldId="2147484360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11898844" sldId="2147484360"/>
              <ac:spMk id="3" creationId="{6F5DF867-9F8A-5956-6EDE-795AB085CBE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11898844" sldId="214748436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11898844" sldId="2147484360"/>
              <ac:spMk id="11" creationId="{F401465E-A8CD-A3BA-BE2A-9597492FDC6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4089973370" sldId="2147484361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89973370" sldId="2147484361"/>
              <ac:spMk id="4" creationId="{C9B13D7C-5A47-B0DF-B518-26E79F5D2DB1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903711538" sldId="2147484362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03711538" sldId="214748436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03711538" sldId="2147484362"/>
              <ac:spMk id="5" creationId="{ABB1B802-9430-F699-7451-22A48512C7D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03711538" sldId="2147484362"/>
              <ac:spMk id="11" creationId="{F401465E-A8CD-A3BA-BE2A-9597492FDC6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373951838" sldId="2147484363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73951838" sldId="2147484363"/>
              <ac:spMk id="3" creationId="{8BCCB1ED-A663-152E-2EF4-4EE8A0ED82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73951838" sldId="214748436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73951838" sldId="2147484363"/>
              <ac:spMk id="11" creationId="{F401465E-A8CD-A3BA-BE2A-9597492FDC6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4215313066" sldId="2147484365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215313066" sldId="2147484365"/>
              <ac:spMk id="3" creationId="{02029342-B91F-5273-70CF-BFCB818601E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215313066" sldId="214748436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215313066" sldId="2147484365"/>
              <ac:spMk id="11" creationId="{F401465E-A8CD-A3BA-BE2A-9597492FDC6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4247446352" sldId="2147484366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247446352" sldId="2147484366"/>
              <ac:spMk id="3" creationId="{A66FF8A0-F3B1-80E4-6200-D723F2647C17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247446352" sldId="2147484366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247446352" sldId="2147484366"/>
              <ac:spMk id="11" creationId="{F401465E-A8CD-A3BA-BE2A-9597492FDC6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959032577" sldId="2147484367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59032577" sldId="2147484367"/>
              <ac:spMk id="3" creationId="{919CBE17-50CA-2830-4A72-0DB745F23C6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59032577" sldId="214748436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959032577" sldId="2147484367"/>
              <ac:spMk id="11" creationId="{F401465E-A8CD-A3BA-BE2A-9597492FDC6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4227293362" sldId="2147484370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227293362" sldId="214748437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227293362" sldId="214748437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227293362" sldId="2147484370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227293362" sldId="2147484370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227293362" sldId="2147484370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147045653" sldId="2147484371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47045653" sldId="2147484371"/>
              <ac:spMk id="2" creationId="{A0F307EA-4C29-0128-C5F3-1EC020414CC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47045653" sldId="214748437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47045653" sldId="2147484371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47045653" sldId="2147484371"/>
              <ac:spMk id="7" creationId="{FC74B37E-4911-072A-7204-9C9ACA9A1C8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47045653" sldId="2147484371"/>
              <ac:spMk id="8" creationId="{75ABF0D0-FF53-6AFF-585A-B5197E38DF0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47045653" sldId="2147484371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47045653" sldId="2147484371"/>
              <ac:spMk id="11" creationId="{F401465E-A8CD-A3BA-BE2A-9597492FDC6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158206397" sldId="2147484372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158206397" sldId="214748437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158206397" sldId="214748437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158206397" sldId="2147484372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158206397" sldId="2147484372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158206397" sldId="2147484372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158206397" sldId="2147484372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158206397" sldId="2147484372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040569563" sldId="2147484373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040569563" sldId="214748437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040569563" sldId="214748437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040569563" sldId="2147484373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040569563" sldId="2147484373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040569563" sldId="2147484373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040569563" sldId="2147484373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122973877" sldId="2147484375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22973877" sldId="214748437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22973877" sldId="214748437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22973877" sldId="2147484375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129890448" sldId="2147484378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29890448" sldId="214748437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29890448" sldId="2147484378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29890448" sldId="2147484378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29890448" sldId="2147484378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29890448" sldId="2147484378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938396068" sldId="2147484379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938396068" sldId="2147484379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938396068" sldId="2147484379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938396068" sldId="2147484379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938396068" sldId="2147484379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938396068" sldId="2147484379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455341064" sldId="2147484380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55341064" sldId="2147484380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55341064" sldId="214748438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55341064" sldId="2147484380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55341064" sldId="214748438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55341064" sldId="2147484380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55341064" sldId="2147484380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55341064" sldId="2147484380"/>
              <ac:spMk id="10" creationId="{E9120CB5-4884-D14A-8682-CC106CAFBBEA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55341064" sldId="2147484380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55341064" sldId="2147484380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505256432" sldId="2147484381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505256432" sldId="2147484381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505256432" sldId="214748438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505256432" sldId="2147484381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505256432" sldId="2147484381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505256432" sldId="2147484381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505256432" sldId="2147484381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505256432" sldId="2147484381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505256432" sldId="2147484381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892807399" sldId="2147484382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92807399" sldId="2147484382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92807399" sldId="214748438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92807399" sldId="2147484382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92807399" sldId="214748438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92807399" sldId="2147484382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92807399" sldId="2147484382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92807399" sldId="2147484382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4127952859" sldId="2147484383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127952859" sldId="2147484383"/>
              <ac:spMk id="2" creationId="{21758EB3-F057-8CDF-FF61-35E724EF59ED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127952859" sldId="214748438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127952859" sldId="2147484383"/>
              <ac:spMk id="7" creationId="{5629EC08-34A0-4F4F-BF0C-DAE3D73CA1C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127952859" sldId="2147484383"/>
              <ac:spMk id="8" creationId="{F37A98A2-2A9D-056F-7CA4-B986B817076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127952859" sldId="2147484383"/>
              <ac:spMk id="9" creationId="{AECBC137-580C-65EB-C713-E63CDBDB515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127952859" sldId="2147484383"/>
              <ac:spMk id="10" creationId="{D1CF13AF-F1F7-29D7-F0C3-C23BE528C9A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127952859" sldId="2147484383"/>
              <ac:spMk id="14" creationId="{47497781-FD6B-9B5D-3237-9AD784B8880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253096953" sldId="2147484384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253096953" sldId="2147484384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253096953" sldId="2147484384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253096953" sldId="2147484384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253096953" sldId="2147484384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253096953" sldId="2147484384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253096953" sldId="2147484384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253096953" sldId="2147484384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18938248" sldId="2147484385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8938248" sldId="214748438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8938248" sldId="214748438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8938248" sldId="2147484385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8938248" sldId="2147484385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8938248" sldId="2147484385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18938248" sldId="2147484385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785152627" sldId="2147484387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785152627" sldId="214748438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785152627" sldId="214748438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785152627" sldId="2147484387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785152627" sldId="2147484387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785152627" sldId="2147484387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589630452" sldId="2147484388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89630452" sldId="2147484388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89630452" sldId="214748438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89630452" sldId="2147484388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89630452" sldId="2147484388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89630452" sldId="2147484388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89630452" sldId="2147484388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89630452" sldId="2147484388"/>
              <ac:spMk id="10" creationId="{E9120CB5-4884-D14A-8682-CC106CAFBBEA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89630452" sldId="2147484388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589630452" sldId="2147484388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668251911" sldId="2147484389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68251911" sldId="2147484389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68251911" sldId="2147484389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68251911" sldId="2147484389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68251911" sldId="2147484389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68251911" sldId="2147484389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68251911" sldId="2147484389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68251911" sldId="2147484389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68251911" sldId="2147484389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45213995" sldId="2147484390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45213995" sldId="2147484390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45213995" sldId="214748439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45213995" sldId="2147484390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45213995" sldId="214748439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45213995" sldId="2147484390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45213995" sldId="2147484390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45213995" sldId="2147484390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803821531" sldId="2147484391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03821531" sldId="2147484391"/>
              <ac:spMk id="2" creationId="{21758EB3-F057-8CDF-FF61-35E724EF59ED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03821531" sldId="214748439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03821531" sldId="2147484391"/>
              <ac:spMk id="7" creationId="{5629EC08-34A0-4F4F-BF0C-DAE3D73CA1C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03821531" sldId="2147484391"/>
              <ac:spMk id="8" creationId="{F37A98A2-2A9D-056F-7CA4-B986B817076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03821531" sldId="2147484391"/>
              <ac:spMk id="9" creationId="{AECBC137-580C-65EB-C713-E63CDBDB515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03821531" sldId="2147484391"/>
              <ac:spMk id="10" creationId="{D1CF13AF-F1F7-29D7-F0C3-C23BE528C9A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03821531" sldId="2147484391"/>
              <ac:spMk id="14" creationId="{47497781-FD6B-9B5D-3237-9AD784B8880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799562531" sldId="2147484392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99562531" sldId="214748439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99562531" sldId="214748439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99562531" sldId="2147484392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99562531" sldId="2147484392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99562531" sldId="2147484392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99562531" sldId="2147484392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99562531" sldId="2147484392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794074767" sldId="2147484393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94074767" sldId="214748439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94074767" sldId="214748439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94074767" sldId="2147484393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94074767" sldId="2147484393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94074767" sldId="2147484393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794074767" sldId="2147484393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408430026" sldId="2147484396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408430026" sldId="2147484396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408430026" sldId="2147484396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408430026" sldId="2147484396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408430026" sldId="2147484396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408430026" sldId="2147484396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562464135" sldId="2147484397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62464135" sldId="214748439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62464135" sldId="214748439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62464135" sldId="2147484397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4294278034" sldId="2147484398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294278034" sldId="214748439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294278034" sldId="2147484398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294278034" sldId="2147484398"/>
              <ac:spMk id="13" creationId="{7F86D482-580C-D22A-58CC-10B9C4F7EDD2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673358872" sldId="2147484400"/>
          </pc:sldLayoutMkLst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509922357" sldId="2147484401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09922357" sldId="214748440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09922357" sldId="2147484401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09922357" sldId="2147484401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09922357" sldId="2147484401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09922357" sldId="2147484401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60226274" sldId="2147484402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60226274" sldId="2147484402"/>
              <ac:spMk id="2" creationId="{A0F307EA-4C29-0128-C5F3-1EC020414CC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60226274" sldId="214748440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60226274" sldId="214748440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60226274" sldId="2147484402"/>
              <ac:spMk id="7" creationId="{FC74B37E-4911-072A-7204-9C9ACA9A1C8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60226274" sldId="2147484402"/>
              <ac:spMk id="8" creationId="{75ABF0D0-FF53-6AFF-585A-B5197E38DF0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60226274" sldId="2147484402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60226274" sldId="2147484402"/>
              <ac:spMk id="11" creationId="{F401465E-A8CD-A3BA-BE2A-9597492FDC6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135191291" sldId="2147484403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35191291" sldId="214748440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35191291" sldId="214748440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35191291" sldId="2147484403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35191291" sldId="2147484403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35191291" sldId="2147484403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35191291" sldId="2147484403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35191291" sldId="2147484403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842505660" sldId="2147484404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42505660" sldId="2147484404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42505660" sldId="2147484404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42505660" sldId="2147484404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42505660" sldId="2147484404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42505660" sldId="2147484404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842505660" sldId="2147484404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525551182" sldId="2147484405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25551182" sldId="214748440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25551182" sldId="214748440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525551182" sldId="2147484405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443189882" sldId="2147484406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443189882" sldId="2147484406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443189882" sldId="2147484406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443189882" sldId="2147484406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443189882" sldId="2147484406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443189882" sldId="2147484406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466755860" sldId="2147484407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466755860" sldId="214748440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466755860" sldId="214748440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466755860" sldId="2147484407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466755860" sldId="2147484407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466755860" sldId="2147484407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671269039" sldId="2147484408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71269039" sldId="2147484408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71269039" sldId="214748440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71269039" sldId="2147484408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71269039" sldId="2147484408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71269039" sldId="2147484408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71269039" sldId="2147484408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71269039" sldId="2147484408"/>
              <ac:spMk id="10" creationId="{E9120CB5-4884-D14A-8682-CC106CAFBBEA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71269039" sldId="2147484408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71269039" sldId="2147484408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4061894400" sldId="2147484409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61894400" sldId="2147484409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61894400" sldId="2147484409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61894400" sldId="2147484409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61894400" sldId="2147484409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61894400" sldId="2147484409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61894400" sldId="2147484409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61894400" sldId="2147484409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061894400" sldId="2147484409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611529563" sldId="2147484410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611529563" sldId="2147484410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611529563" sldId="214748441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611529563" sldId="2147484410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611529563" sldId="214748441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611529563" sldId="2147484410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611529563" sldId="2147484410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611529563" sldId="2147484410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196951111" sldId="2147484411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96951111" sldId="2147484411"/>
              <ac:spMk id="2" creationId="{21758EB3-F057-8CDF-FF61-35E724EF59ED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96951111" sldId="214748441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96951111" sldId="2147484411"/>
              <ac:spMk id="7" creationId="{5629EC08-34A0-4F4F-BF0C-DAE3D73CA1C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96951111" sldId="2147484411"/>
              <ac:spMk id="8" creationId="{F37A98A2-2A9D-056F-7CA4-B986B817076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96951111" sldId="2147484411"/>
              <ac:spMk id="9" creationId="{AECBC137-580C-65EB-C713-E63CDBDB515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96951111" sldId="2147484411"/>
              <ac:spMk id="10" creationId="{D1CF13AF-F1F7-29D7-F0C3-C23BE528C9A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96951111" sldId="2147484411"/>
              <ac:spMk id="14" creationId="{47497781-FD6B-9B5D-3237-9AD784B8880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920306267" sldId="2147484412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20306267" sldId="214748441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20306267" sldId="214748441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20306267" sldId="2147484412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20306267" sldId="2147484412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20306267" sldId="2147484412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20306267" sldId="2147484412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920306267" sldId="2147484412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896122779" sldId="2147484413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96122779" sldId="214748441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96122779" sldId="214748441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96122779" sldId="2147484413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96122779" sldId="2147484413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96122779" sldId="2147484413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896122779" sldId="2147484413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806595203" sldId="2147484414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806595203" sldId="2147484414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806595203" sldId="2147484414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806595203" sldId="2147484414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806595203" sldId="2147484414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806595203" sldId="2147484414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103376619" sldId="2147484415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03376619" sldId="2147484415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03376619" sldId="214748441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03376619" sldId="2147484415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03376619" sldId="214748441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03376619" sldId="2147484415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03376619" sldId="2147484415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03376619" sldId="2147484415"/>
              <ac:spMk id="10" creationId="{E9120CB5-4884-D14A-8682-CC106CAFBBEA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03376619" sldId="2147484415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03376619" sldId="2147484415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173400178" sldId="2147484416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73400178" sldId="2147484416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73400178" sldId="2147484416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73400178" sldId="2147484416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73400178" sldId="2147484416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73400178" sldId="2147484416"/>
              <ac:spMk id="7" creationId="{10601806-BC35-9EEE-9C59-2DC0E49D5BA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73400178" sldId="2147484416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73400178" sldId="2147484416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73400178" sldId="2147484416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129899815" sldId="2147484417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29899815" sldId="2147484417"/>
              <ac:spMk id="3" creationId="{7858F1CA-0E09-F094-AD45-52092585CA1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29899815" sldId="214748441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29899815" sldId="2147484417"/>
              <ac:spMk id="5" creationId="{4E170CD4-5C01-DD85-2A0A-98954D99CA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29899815" sldId="214748441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29899815" sldId="2147484417"/>
              <ac:spMk id="9" creationId="{C805EFAA-C04F-7113-90E8-A7D66AF3528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29899815" sldId="2147484417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129899815" sldId="2147484417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304308626" sldId="2147484418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04308626" sldId="2147484418"/>
              <ac:spMk id="2" creationId="{21758EB3-F057-8CDF-FF61-35E724EF59ED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04308626" sldId="2147484418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04308626" sldId="2147484418"/>
              <ac:spMk id="7" creationId="{5629EC08-34A0-4F4F-BF0C-DAE3D73CA1C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04308626" sldId="2147484418"/>
              <ac:spMk id="8" creationId="{F37A98A2-2A9D-056F-7CA4-B986B817076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04308626" sldId="2147484418"/>
              <ac:spMk id="9" creationId="{AECBC137-580C-65EB-C713-E63CDBDB515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04308626" sldId="2147484418"/>
              <ac:spMk id="10" creationId="{D1CF13AF-F1F7-29D7-F0C3-C23BE528C9A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04308626" sldId="2147484418"/>
              <ac:spMk id="14" creationId="{47497781-FD6B-9B5D-3237-9AD784B8880E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165365800" sldId="2147484419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165365800" sldId="2147484419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165365800" sldId="2147484419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165365800" sldId="2147484419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165365800" sldId="2147484419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165365800" sldId="2147484419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165365800" sldId="2147484419"/>
              <ac:spMk id="17" creationId="{D0831873-076C-11EE-AA1E-02508B9C565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165365800" sldId="2147484419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443497808" sldId="2147484420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43497808" sldId="214748442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43497808" sldId="214748442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43497808" sldId="2147484420"/>
              <ac:spMk id="9" creationId="{C2BF5896-7E11-14FB-06A4-95B1CAD37BF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43497808" sldId="2147484420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43497808" sldId="2147484420"/>
              <ac:spMk id="14" creationId="{3D29ABC6-2275-8D02-5D8F-6C312831087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43497808" sldId="2147484420"/>
              <ac:spMk id="18" creationId="{89936DB2-1144-3AFC-1BBA-E1BDEB5020CC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489217293" sldId="2147484421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489217293" sldId="214748442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489217293" sldId="2147484421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489217293" sldId="2147484421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489217293" sldId="2147484421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489217293" sldId="2147484421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4134867954" sldId="2147484422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134867954" sldId="214748442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134867954" sldId="214748442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134867954" sldId="2147484422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667482013" sldId="2147484423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667482013" sldId="214748442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667482013" sldId="214748442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667482013" sldId="2147484423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644961197" sldId="2147484460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644961197" sldId="214748446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644961197" sldId="214748446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644961197" sldId="2147484460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620490226" sldId="2147484550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620490226" sldId="2147484550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620490226" sldId="2147484550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620490226" sldId="2147484550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043132391" sldId="2147484551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043132391" sldId="214748455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043132391" sldId="2147484551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043132391" sldId="2147484551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043132391" sldId="2147484551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043132391" sldId="2147484551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3346222" sldId="2147484553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3346222" sldId="2147484553"/>
              <ac:spMk id="13" creationId="{54057D4E-F9E9-554F-9C08-DE8578ACDCC9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717877031" sldId="2147484661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717877031" sldId="2147484661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717877031" sldId="2147484661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717877031" sldId="2147484661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717877031" sldId="2147484661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717877031" sldId="2147484661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697066833" sldId="2147484663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97066833" sldId="2147484663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97066833" sldId="2147484663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697066833" sldId="2147484663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861860411" sldId="2147484665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861860411" sldId="2147484665"/>
              <ac:spMk id="6" creationId="{2132BCE3-A04F-8602-64F7-7623C7EAF165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465278611" sldId="2147484667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65278611" sldId="214748466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65278611" sldId="214748466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465278611" sldId="2147484667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2025209425" sldId="2147484695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025209425" sldId="2147484695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025209425" sldId="2147484695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2025209425" sldId="2147484695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3082230982" sldId="2147484696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082230982" sldId="2147484696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082230982" sldId="2147484696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3082230982" sldId="2147484696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726675075" sldId="2147483660"/>
            <pc:sldLayoutMk cId="1708119468" sldId="2147484697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708119468" sldId="2147484697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708119468" sldId="2147484697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726675075" sldId="2147483660"/>
              <pc:sldLayoutMk cId="1708119468" sldId="2147484697"/>
              <ac:spMk id="13" creationId="{7F86D482-580C-D22A-58CC-10B9C4F7EDD2}"/>
            </ac:spMkLst>
          </pc:spChg>
        </pc:sldLayoutChg>
      </pc:sldMasterChg>
      <pc:sldMasterChg chg="delSldLayout modSldLayout sldLayoutOrd">
        <pc:chgData name="Gabriel Fiorilli" userId="6dec09dd-bf1e-4f54-a7db-53ed072060ed" providerId="ADAL" clId="{7DBF1522-1442-4072-822F-816E1C27FADA}" dt="2026-09-14T13:29:10.440" v="505"/>
        <pc:sldMasterMkLst>
          <pc:docMk/>
          <pc:sldMasterMk cId="1878967221" sldId="2147483683"/>
        </pc:sldMasterMkLst>
        <pc:sldLayoutChg chg="modSp mod ord">
          <pc:chgData name="Gabriel Fiorilli" userId="6dec09dd-bf1e-4f54-a7db-53ed072060ed" providerId="ADAL" clId="{7DBF1522-1442-4072-822F-816E1C27FADA}" dt="2026-09-14T13:29:10.383" v="504"/>
          <pc:sldLayoutMkLst>
            <pc:docMk/>
            <pc:sldMasterMk cId="1878967221" sldId="2147483683"/>
            <pc:sldLayoutMk cId="2244530043" sldId="2147484845"/>
          </pc:sldLayoutMkLst>
          <pc:spChg chg="mod">
            <ac:chgData name="Gabriel Fiorilli" userId="6dec09dd-bf1e-4f54-a7db-53ed072060ed" providerId="ADAL" clId="{7DBF1522-1442-4072-822F-816E1C27FADA}" dt="2026-09-14T13:29:10.383" v="504"/>
            <ac:spMkLst>
              <pc:docMk/>
              <pc:sldMasterMk cId="1878967221" sldId="2147483683"/>
              <pc:sldLayoutMk cId="2244530043" sldId="2147484845"/>
              <ac:spMk id="2" creationId="{70C187A2-EAD2-4E2D-A493-69712696A9C2}"/>
            </ac:spMkLst>
          </pc:spChg>
          <pc:spChg chg="mod">
            <ac:chgData name="Gabriel Fiorilli" userId="6dec09dd-bf1e-4f54-a7db-53ed072060ed" providerId="ADAL" clId="{7DBF1522-1442-4072-822F-816E1C27FADA}" dt="2026-09-14T13:29:10.383" v="504"/>
            <ac:spMkLst>
              <pc:docMk/>
              <pc:sldMasterMk cId="1878967221" sldId="2147483683"/>
              <pc:sldLayoutMk cId="2244530043" sldId="2147484845"/>
              <ac:spMk id="3" creationId="{E575CE6A-0044-F997-9D57-DAC08F6DDD33}"/>
            </ac:spMkLst>
          </pc:spChg>
          <pc:spChg chg="mod">
            <ac:chgData name="Gabriel Fiorilli" userId="6dec09dd-bf1e-4f54-a7db-53ed072060ed" providerId="ADAL" clId="{7DBF1522-1442-4072-822F-816E1C27FADA}" dt="2026-09-14T13:29:10.383" v="504"/>
            <ac:spMkLst>
              <pc:docMk/>
              <pc:sldMasterMk cId="1878967221" sldId="2147483683"/>
              <pc:sldLayoutMk cId="2244530043" sldId="2147484845"/>
              <ac:spMk id="4" creationId="{C9B40EB6-DFAD-7B7E-2FC2-A19A7B25E6AE}"/>
            </ac:spMkLst>
          </pc:spChg>
          <pc:spChg chg="mod">
            <ac:chgData name="Gabriel Fiorilli" userId="6dec09dd-bf1e-4f54-a7db-53ed072060ed" providerId="ADAL" clId="{7DBF1522-1442-4072-822F-816E1C27FADA}" dt="2026-09-14T13:29:10.383" v="504"/>
            <ac:spMkLst>
              <pc:docMk/>
              <pc:sldMasterMk cId="1878967221" sldId="2147483683"/>
              <pc:sldLayoutMk cId="2244530043" sldId="2147484845"/>
              <ac:spMk id="5" creationId="{DFF62333-405B-43A2-9163-E214B760A6CE}"/>
            </ac:spMkLst>
          </pc:spChg>
          <pc:spChg chg="mod">
            <ac:chgData name="Gabriel Fiorilli" userId="6dec09dd-bf1e-4f54-a7db-53ed072060ed" providerId="ADAL" clId="{7DBF1522-1442-4072-822F-816E1C27FADA}" dt="2026-09-14T13:29:10.383" v="504"/>
            <ac:spMkLst>
              <pc:docMk/>
              <pc:sldMasterMk cId="1878967221" sldId="2147483683"/>
              <pc:sldLayoutMk cId="2244530043" sldId="2147484845"/>
              <ac:spMk id="6" creationId="{A020D9CA-1DD9-71AF-583F-1C633F1048BB}"/>
            </ac:spMkLst>
          </pc:spChg>
        </pc:sldLayoutChg>
      </pc:sldMasterChg>
      <pc:sldMasterChg chg="modSldLayout sldLayoutOrd">
        <pc:chgData name="Gabriel Fiorilli" userId="6dec09dd-bf1e-4f54-a7db-53ed072060ed" providerId="ADAL" clId="{7DBF1522-1442-4072-822F-816E1C27FADA}" dt="2026-09-10T19:00:40.490" v="337"/>
        <pc:sldMasterMkLst>
          <pc:docMk/>
          <pc:sldMasterMk cId="1116678853" sldId="2147484123"/>
        </pc:sldMasterMkLst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1116678853" sldId="2147484123"/>
            <pc:sldLayoutMk cId="3561027860" sldId="2147484181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561027860" sldId="2147484181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561027860" sldId="2147484181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561027860" sldId="2147484181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561027860" sldId="2147484181"/>
              <ac:spMk id="10" creationId="{A68C5C04-9F9C-AD5B-8544-86BD159ED55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561027860" sldId="2147484181"/>
              <ac:spMk id="13" creationId="{AAA4D9F5-240A-9CC5-1EF0-9AAA83CC690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561027860" sldId="2147484181"/>
              <ac:spMk id="16" creationId="{73AE31B1-0E8A-430C-61E0-A4A65D4D936A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1116678853" sldId="2147484123"/>
            <pc:sldLayoutMk cId="976038611" sldId="2147484182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976038611" sldId="2147484182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976038611" sldId="2147484182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976038611" sldId="2147484182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976038611" sldId="2147484182"/>
              <ac:spMk id="9" creationId="{0BEB6966-A6DD-A413-E366-E85415CA7CC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976038611" sldId="2147484182"/>
              <ac:spMk id="10" creationId="{016B9899-7AA6-E693-2E4C-ADF3DFB28367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1116678853" sldId="2147484123"/>
            <pc:sldLayoutMk cId="3025735903" sldId="2147484183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025735903" sldId="2147484183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025735903" sldId="2147484183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025735903" sldId="2147484183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025735903" sldId="2147484183"/>
              <ac:spMk id="9" creationId="{2990FA51-3BC5-8B5F-4922-A3EFDBE7D39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025735903" sldId="2147484183"/>
              <ac:spMk id="10" creationId="{7C6416CC-D42A-F9D0-470E-9656CD4825B1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1116678853" sldId="2147484123"/>
            <pc:sldLayoutMk cId="30550524" sldId="2147484184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0550524" sldId="2147484184"/>
              <ac:spMk id="2" creationId="{9D8C61F7-2206-D64F-31E1-979FA329DE03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0550524" sldId="2147484184"/>
              <ac:spMk id="10" creationId="{1C9AF77E-9895-4AC7-A1DF-EE12ACB0EE6B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0550524" sldId="2147484184"/>
              <ac:spMk id="12" creationId="{050BAD04-1FFE-3E42-A1B1-BDD8FE7DA82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0550524" sldId="2147484184"/>
              <ac:spMk id="14" creationId="{27D03C84-7D32-1C70-A8E9-63EA0F348C1F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1116678853" sldId="2147484123"/>
            <pc:sldLayoutMk cId="1485594402" sldId="2147484185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1485594402" sldId="2147484185"/>
              <ac:spMk id="93" creationId="{8B43B5D6-9411-2916-3463-C0BBC4CE3A6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1485594402" sldId="2147484185"/>
              <ac:spMk id="100" creationId="{66627ED0-3A46-8737-6897-D3BDDB091302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1485594402" sldId="2147484185"/>
              <ac:spMk id="104" creationId="{31C27C31-0117-4C41-7DD9-9A95AE01F9D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1485594402" sldId="2147484185"/>
              <ac:spMk id="106" creationId="{646BD931-2CC9-4B26-938C-C6A9327B317A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1485594402" sldId="2147484185"/>
              <ac:spMk id="107" creationId="{7EF60F9A-51DE-3649-80E7-711C186485AA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1485594402" sldId="2147484185"/>
              <ac:spMk id="109" creationId="{48AFB4A3-A713-3B36-5C4C-116B17982407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1485594402" sldId="2147484185"/>
              <ac:spMk id="110" creationId="{455A5A6A-C346-A345-7676-47650852DE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1485594402" sldId="2147484185"/>
              <ac:spMk id="112" creationId="{59FC8DE1-DA8C-E6FC-0074-C1233AE33862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1485594402" sldId="2147484185"/>
              <ac:spMk id="113" creationId="{CD7EC131-607A-502B-D5DB-EACD3848C447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1485594402" sldId="2147484185"/>
              <ac:spMk id="115" creationId="{A36BD412-4DD9-0776-5A73-B5939ACF9185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1116678853" sldId="2147484123"/>
            <pc:sldLayoutMk cId="3606564856" sldId="2147484186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606564856" sldId="2147484186"/>
              <ac:spMk id="26" creationId="{C5B1F338-8D07-6165-2984-C97D76B836F9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606564856" sldId="2147484186"/>
              <ac:spMk id="93" creationId="{8B43B5D6-9411-2916-3463-C0BBC4CE3A6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606564856" sldId="2147484186"/>
              <ac:spMk id="96" creationId="{86EE135B-8461-A8E5-B808-1CCC5F3ABF32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606564856" sldId="2147484186"/>
              <ac:spMk id="97" creationId="{C68EECD8-4868-C403-065A-798C94914B2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606564856" sldId="2147484186"/>
              <ac:spMk id="100" creationId="{66627ED0-3A46-8737-6897-D3BDDB091302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606564856" sldId="2147484186"/>
              <ac:spMk id="104" creationId="{31C27C31-0117-4C41-7DD9-9A95AE01F9D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606564856" sldId="2147484186"/>
              <ac:spMk id="108" creationId="{454FB385-5582-984D-3BEC-2409DCFBBEA7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606564856" sldId="2147484186"/>
              <ac:spMk id="110" creationId="{455A5A6A-C346-A345-7676-47650852DEC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606564856" sldId="2147484186"/>
              <ac:spMk id="111" creationId="{C9036724-53EE-61EA-4F36-0647670CC647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3606564856" sldId="2147484186"/>
              <ac:spMk id="114" creationId="{39366CD8-736E-E9F0-1631-408CE9342B73}"/>
            </ac:spMkLst>
          </pc:spChg>
        </pc:sldLayoutChg>
        <pc:sldLayoutChg chg="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1116678853" sldId="2147484123"/>
            <pc:sldLayoutMk cId="1013266095" sldId="2147484187"/>
          </pc:sldLayoutMkLst>
        </pc:sldLayoutChg>
        <pc:sldLayoutChg chg="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1116678853" sldId="2147484123"/>
            <pc:sldLayoutMk cId="2225665505" sldId="2147484188"/>
          </pc:sldLayoutMkLst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1116678853" sldId="2147484123"/>
            <pc:sldLayoutMk cId="757043336" sldId="2147484189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757043336" sldId="2147484189"/>
              <ac:spMk id="6" creationId="{2132BCE3-A04F-8602-64F7-7623C7EAF165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1116678853" sldId="2147484123"/>
            <pc:sldLayoutMk cId="2613741518" sldId="2147484190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2613741518" sldId="2147484190"/>
              <ac:spMk id="2" creationId="{595D97E3-B378-E7B0-4A76-391C0989E8B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2613741518" sldId="2147484190"/>
              <ac:spMk id="4" creationId="{7E424369-4F91-BA78-D59E-F025384664D4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2613741518" sldId="2147484190"/>
              <ac:spMk id="8" creationId="{D0E34669-E9A0-3031-84E9-7C3208F4EB6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2613741518" sldId="2147484190"/>
              <ac:spMk id="10" creationId="{A68C5C04-9F9C-AD5B-8544-86BD159ED55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2613741518" sldId="2147484190"/>
              <ac:spMk id="13" creationId="{AAA4D9F5-240A-9CC5-1EF0-9AAA83CC6908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2613741518" sldId="2147484190"/>
              <ac:spMk id="16" creationId="{73AE31B1-0E8A-430C-61E0-A4A65D4D936A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1116678853" sldId="2147484123"/>
            <pc:sldLayoutMk cId="4142482583" sldId="2147484191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4142482583" sldId="2147484191"/>
              <ac:spMk id="13" creationId="{F53E2E6E-222A-F591-1663-CA402B732DC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4142482583" sldId="2147484191"/>
              <ac:spMk id="14" creationId="{96110406-75EA-FDCF-8EC5-7273399369D0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4142482583" sldId="2147484191"/>
              <ac:spMk id="22" creationId="{D681B05B-2386-9C81-6A6D-BFFEF6DED57D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4142482583" sldId="2147484191"/>
              <ac:spMk id="23" creationId="{ACB2D47A-729B-16A4-3FD8-0779C01BA71B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4142482583" sldId="2147484191"/>
              <ac:spMk id="24" creationId="{6392F700-2642-3814-0747-D0EBAE5EE8DA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4142482583" sldId="2147484191"/>
              <ac:spMk id="25" creationId="{157C41B9-AF41-31A7-3A0A-19B45968B487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4142482583" sldId="2147484191"/>
              <ac:spMk id="26" creationId="{3517E57F-3F51-7633-EEE2-B42F36DCEDB6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4142482583" sldId="2147484191"/>
              <ac:spMk id="27" creationId="{87E0728A-5639-44E4-17A8-459EA60420AA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4142482583" sldId="2147484191"/>
              <ac:spMk id="28" creationId="{46268A65-19CA-59CF-EB3E-096ECD0A6AD9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1116678853" sldId="2147484123"/>
            <pc:sldLayoutMk cId="2712589842" sldId="2147484192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2712589842" sldId="2147484192"/>
              <ac:spMk id="4" creationId="{C9B13D7C-5A47-B0DF-B518-26E79F5D2DB1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2712589842" sldId="2147484192"/>
              <ac:spMk id="6" creationId="{2132BCE3-A04F-8602-64F7-7623C7EAF16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2712589842" sldId="2147484192"/>
              <ac:spMk id="11" creationId="{F401465E-A8CD-A3BA-BE2A-9597492FDC6E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2712589842" sldId="2147484192"/>
              <ac:spMk id="12" creationId="{7A7A9582-3614-801A-785B-273FCD3E092F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2712589842" sldId="2147484192"/>
              <ac:spMk id="13" creationId="{7F86D482-580C-D22A-58CC-10B9C4F7EDD2}"/>
            </ac:spMkLst>
          </pc:spChg>
        </pc:sldLayoutChg>
        <pc:sldLayoutChg chg="modSp mod ord">
          <pc:chgData name="Gabriel Fiorilli" userId="6dec09dd-bf1e-4f54-a7db-53ed072060ed" providerId="ADAL" clId="{7DBF1522-1442-4072-822F-816E1C27FADA}" dt="2026-09-10T19:00:40.490" v="337"/>
          <pc:sldLayoutMkLst>
            <pc:docMk/>
            <pc:sldMasterMk cId="1116678853" sldId="2147484123"/>
            <pc:sldLayoutMk cId="2929679703" sldId="2147484193"/>
          </pc:sldLayoutMkLst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2929679703" sldId="2147484193"/>
              <ac:spMk id="4" creationId="{B6F1873E-A461-1060-F030-72F82DE78FD5}"/>
            </ac:spMkLst>
          </pc:spChg>
          <pc:spChg chg="mod">
            <ac:chgData name="Gabriel Fiorilli" userId="6dec09dd-bf1e-4f54-a7db-53ed072060ed" providerId="ADAL" clId="{7DBF1522-1442-4072-822F-816E1C27FADA}" dt="2026-09-10T19:00:40.490" v="337"/>
            <ac:spMkLst>
              <pc:docMk/>
              <pc:sldMasterMk cId="1116678853" sldId="2147484123"/>
              <pc:sldLayoutMk cId="2929679703" sldId="2147484193"/>
              <ac:spMk id="9" creationId="{03F3B14A-4381-EE52-0164-94E04FE17DBE}"/>
            </ac:spMkLst>
          </pc:spChg>
        </pc:sldLayoutChg>
      </pc:sldMasterChg>
    </pc:docChg>
  </pc:docChgLst>
  <pc:docChgLst>
    <pc:chgData name="Renan Chaves" userId="87d612b1-8fbc-4dfb-aeee-fef7412ff91a" providerId="ADAL" clId="{1B3D67D0-E9A3-4733-BE13-E4624521CA12}"/>
    <pc:docChg chg="undo custSel addSld delSld modSld sldOrd delMainMaster modMainMaster addSection delSection modSection">
      <pc:chgData name="Renan Chaves" userId="87d612b1-8fbc-4dfb-aeee-fef7412ff91a" providerId="ADAL" clId="{1B3D67D0-E9A3-4733-BE13-E4624521CA12}" dt="2026-10-05T21:39:53.446" v="7658"/>
      <pc:docMkLst>
        <pc:docMk/>
      </pc:docMkLst>
      <pc:sldChg chg="modSp mod">
        <pc:chgData name="Renan Chaves" userId="87d612b1-8fbc-4dfb-aeee-fef7412ff91a" providerId="ADAL" clId="{1B3D67D0-E9A3-4733-BE13-E4624521CA12}" dt="2026-10-05T19:23:20.102" v="7102" actId="196"/>
        <pc:sldMkLst>
          <pc:docMk/>
          <pc:sldMk cId="783635098" sldId="261"/>
        </pc:sldMkLst>
        <pc:spChg chg="mod modCrop">
          <ac:chgData name="Renan Chaves" userId="87d612b1-8fbc-4dfb-aeee-fef7412ff91a" providerId="ADAL" clId="{1B3D67D0-E9A3-4733-BE13-E4624521CA12}" dt="2026-10-05T19:23:20.102" v="7102" actId="196"/>
          <ac:spMkLst>
            <pc:docMk/>
            <pc:sldMk cId="783635098" sldId="261"/>
            <ac:spMk id="6" creationId="{114F6C3A-1973-0AC4-5B66-66E154E09390}"/>
          </ac:spMkLst>
        </pc:spChg>
      </pc:sldChg>
      <pc:sldChg chg="modSp mod">
        <pc:chgData name="Renan Chaves" userId="87d612b1-8fbc-4dfb-aeee-fef7412ff91a" providerId="ADAL" clId="{1B3D67D0-E9A3-4733-BE13-E4624521CA12}" dt="2026-10-05T21:39:53.446" v="7658"/>
        <pc:sldMkLst>
          <pc:docMk/>
          <pc:sldMk cId="231093659" sldId="263"/>
        </pc:sldMkLst>
        <pc:spChg chg="mod">
          <ac:chgData name="Renan Chaves" userId="87d612b1-8fbc-4dfb-aeee-fef7412ff91a" providerId="ADAL" clId="{1B3D67D0-E9A3-4733-BE13-E4624521CA12}" dt="2026-10-05T21:09:34.078" v="7428"/>
          <ac:spMkLst>
            <pc:docMk/>
            <pc:sldMk cId="231093659" sldId="263"/>
            <ac:spMk id="531" creationId="{EEBEAFCA-F2E6-7255-29E3-E3A7252ED17D}"/>
          </ac:spMkLst>
        </pc:spChg>
        <pc:spChg chg="mod">
          <ac:chgData name="Renan Chaves" userId="87d612b1-8fbc-4dfb-aeee-fef7412ff91a" providerId="ADAL" clId="{1B3D67D0-E9A3-4733-BE13-E4624521CA12}" dt="2026-10-05T21:39:53.446" v="7658"/>
          <ac:spMkLst>
            <pc:docMk/>
            <pc:sldMk cId="231093659" sldId="263"/>
            <ac:spMk id="722" creationId="{A096498A-2A29-CA0D-E8F6-C7661611430E}"/>
          </ac:spMkLst>
        </pc:spChg>
      </pc:sldChg>
      <pc:sldChg chg="modSp mod">
        <pc:chgData name="Renan Chaves" userId="87d612b1-8fbc-4dfb-aeee-fef7412ff91a" providerId="ADAL" clId="{1B3D67D0-E9A3-4733-BE13-E4624521CA12}" dt="2026-10-05T21:39:53.446" v="7658"/>
        <pc:sldMkLst>
          <pc:docMk/>
          <pc:sldMk cId="1443147267" sldId="265"/>
        </pc:sldMkLst>
        <pc:spChg chg="mod">
          <ac:chgData name="Renan Chaves" userId="87d612b1-8fbc-4dfb-aeee-fef7412ff91a" providerId="ADAL" clId="{1B3D67D0-E9A3-4733-BE13-E4624521CA12}" dt="2026-10-05T20:19:07.861" v="7168" actId="20577"/>
          <ac:spMkLst>
            <pc:docMk/>
            <pc:sldMk cId="1443147267" sldId="265"/>
            <ac:spMk id="28" creationId="{5130E2B5-AA05-1F11-BF82-C5E85B4ED0E5}"/>
          </ac:spMkLst>
        </pc:spChg>
        <pc:spChg chg="mod">
          <ac:chgData name="Renan Chaves" userId="87d612b1-8fbc-4dfb-aeee-fef7412ff91a" providerId="ADAL" clId="{1B3D67D0-E9A3-4733-BE13-E4624521CA12}" dt="2026-10-05T21:39:53.446" v="7658"/>
          <ac:spMkLst>
            <pc:docMk/>
            <pc:sldMk cId="1443147267" sldId="265"/>
            <ac:spMk id="37" creationId="{B2DFCB4A-FD53-3792-7965-440CC1C4A7D4}"/>
          </ac:spMkLst>
        </pc:spChg>
        <pc:spChg chg="mod">
          <ac:chgData name="Renan Chaves" userId="87d612b1-8fbc-4dfb-aeee-fef7412ff91a" providerId="ADAL" clId="{1B3D67D0-E9A3-4733-BE13-E4624521CA12}" dt="2026-10-05T20:19:47.323" v="7185" actId="20577"/>
          <ac:spMkLst>
            <pc:docMk/>
            <pc:sldMk cId="1443147267" sldId="265"/>
            <ac:spMk id="39" creationId="{1661534B-BC4E-09B7-AB5A-B601C7183B78}"/>
          </ac:spMkLst>
        </pc:spChg>
        <pc:spChg chg="mod">
          <ac:chgData name="Renan Chaves" userId="87d612b1-8fbc-4dfb-aeee-fef7412ff91a" providerId="ADAL" clId="{1B3D67D0-E9A3-4733-BE13-E4624521CA12}" dt="2026-10-05T20:19:52.911" v="7188" actId="20577"/>
          <ac:spMkLst>
            <pc:docMk/>
            <pc:sldMk cId="1443147267" sldId="265"/>
            <ac:spMk id="40" creationId="{E81162D7-048F-1C2F-BDD1-F40F0419891E}"/>
          </ac:spMkLst>
        </pc:spChg>
        <pc:spChg chg="mod">
          <ac:chgData name="Renan Chaves" userId="87d612b1-8fbc-4dfb-aeee-fef7412ff91a" providerId="ADAL" clId="{1B3D67D0-E9A3-4733-BE13-E4624521CA12}" dt="2026-10-05T20:19:23.144" v="7176" actId="20577"/>
          <ac:spMkLst>
            <pc:docMk/>
            <pc:sldMk cId="1443147267" sldId="265"/>
            <ac:spMk id="46" creationId="{103C7488-EDD1-E06F-8AFA-4A095F4130C1}"/>
          </ac:spMkLst>
        </pc:spChg>
        <pc:spChg chg="mod">
          <ac:chgData name="Renan Chaves" userId="87d612b1-8fbc-4dfb-aeee-fef7412ff91a" providerId="ADAL" clId="{1B3D67D0-E9A3-4733-BE13-E4624521CA12}" dt="2026-10-05T20:19:28.968" v="7178" actId="20577"/>
          <ac:spMkLst>
            <pc:docMk/>
            <pc:sldMk cId="1443147267" sldId="265"/>
            <ac:spMk id="47" creationId="{B76CD790-5FB6-7431-2EB9-08CAB73BECE8}"/>
          </ac:spMkLst>
        </pc:spChg>
        <pc:spChg chg="mod">
          <ac:chgData name="Renan Chaves" userId="87d612b1-8fbc-4dfb-aeee-fef7412ff91a" providerId="ADAL" clId="{1B3D67D0-E9A3-4733-BE13-E4624521CA12}" dt="2026-10-05T20:19:14.213" v="7170" actId="20577"/>
          <ac:spMkLst>
            <pc:docMk/>
            <pc:sldMk cId="1443147267" sldId="265"/>
            <ac:spMk id="48" creationId="{BF59DAAF-8DF2-316F-6B1F-274CEBF676E7}"/>
          </ac:spMkLst>
        </pc:spChg>
        <pc:spChg chg="mod">
          <ac:chgData name="Renan Chaves" userId="87d612b1-8fbc-4dfb-aeee-fef7412ff91a" providerId="ADAL" clId="{1B3D67D0-E9A3-4733-BE13-E4624521CA12}" dt="2026-10-05T20:19:41.641" v="7182" actId="20577"/>
          <ac:spMkLst>
            <pc:docMk/>
            <pc:sldMk cId="1443147267" sldId="265"/>
            <ac:spMk id="50" creationId="{4B4FA138-07B7-0BE6-24C5-BA0A04DAB300}"/>
          </ac:spMkLst>
        </pc:spChg>
        <pc:spChg chg="mod">
          <ac:chgData name="Renan Chaves" userId="87d612b1-8fbc-4dfb-aeee-fef7412ff91a" providerId="ADAL" clId="{1B3D67D0-E9A3-4733-BE13-E4624521CA12}" dt="2026-10-05T20:19:20.976" v="7175" actId="20577"/>
          <ac:spMkLst>
            <pc:docMk/>
            <pc:sldMk cId="1443147267" sldId="265"/>
            <ac:spMk id="51" creationId="{3E63CA84-0711-E9A4-FFF0-2AD43B5FBECC}"/>
          </ac:spMkLst>
        </pc:spChg>
        <pc:spChg chg="mod">
          <ac:chgData name="Renan Chaves" userId="87d612b1-8fbc-4dfb-aeee-fef7412ff91a" providerId="ADAL" clId="{1B3D67D0-E9A3-4733-BE13-E4624521CA12}" dt="2026-10-05T20:19:19.176" v="7174" actId="20577"/>
          <ac:spMkLst>
            <pc:docMk/>
            <pc:sldMk cId="1443147267" sldId="265"/>
            <ac:spMk id="52" creationId="{6DD654DA-EA66-B6F6-6872-AD4CDAC22F20}"/>
          </ac:spMkLst>
        </pc:spChg>
        <pc:spChg chg="mod">
          <ac:chgData name="Renan Chaves" userId="87d612b1-8fbc-4dfb-aeee-fef7412ff91a" providerId="ADAL" clId="{1B3D67D0-E9A3-4733-BE13-E4624521CA12}" dt="2026-10-05T20:19:17.202" v="7172" actId="20577"/>
          <ac:spMkLst>
            <pc:docMk/>
            <pc:sldMk cId="1443147267" sldId="265"/>
            <ac:spMk id="53" creationId="{3F83973F-507A-4BBC-E5F1-1D31510DD81A}"/>
          </ac:spMkLst>
        </pc:spChg>
      </pc:sldChg>
      <pc:sldChg chg="modSp">
        <pc:chgData name="Renan Chaves" userId="87d612b1-8fbc-4dfb-aeee-fef7412ff91a" providerId="ADAL" clId="{1B3D67D0-E9A3-4733-BE13-E4624521CA12}" dt="2026-10-05T21:39:53.446" v="7658"/>
        <pc:sldMkLst>
          <pc:docMk/>
          <pc:sldMk cId="1410067225" sldId="268"/>
        </pc:sldMkLst>
        <pc:spChg chg="mod">
          <ac:chgData name="Renan Chaves" userId="87d612b1-8fbc-4dfb-aeee-fef7412ff91a" providerId="ADAL" clId="{1B3D67D0-E9A3-4733-BE13-E4624521CA12}" dt="2026-10-05T21:39:53.446" v="7658"/>
          <ac:spMkLst>
            <pc:docMk/>
            <pc:sldMk cId="1410067225" sldId="268"/>
            <ac:spMk id="50" creationId="{FDD99B10-F2F7-544F-EFF0-E5BAA57BC1EF}"/>
          </ac:spMkLst>
        </pc:spChg>
        <pc:spChg chg="mod">
          <ac:chgData name="Renan Chaves" userId="87d612b1-8fbc-4dfb-aeee-fef7412ff91a" providerId="ADAL" clId="{1B3D67D0-E9A3-4733-BE13-E4624521CA12}" dt="2026-10-05T21:39:53.446" v="7658"/>
          <ac:spMkLst>
            <pc:docMk/>
            <pc:sldMk cId="1410067225" sldId="268"/>
            <ac:spMk id="117" creationId="{864139E6-70A6-0334-BAC2-A6C2616FF3BA}"/>
          </ac:spMkLst>
        </pc:spChg>
      </pc:sldChg>
      <pc:sldChg chg="modSp mod">
        <pc:chgData name="Renan Chaves" userId="87d612b1-8fbc-4dfb-aeee-fef7412ff91a" providerId="ADAL" clId="{1B3D67D0-E9A3-4733-BE13-E4624521CA12}" dt="2026-10-05T20:14:37.930" v="7125" actId="20577"/>
        <pc:sldMkLst>
          <pc:docMk/>
          <pc:sldMk cId="3632409882" sldId="269"/>
        </pc:sldMkLst>
        <pc:spChg chg="mod">
          <ac:chgData name="Renan Chaves" userId="87d612b1-8fbc-4dfb-aeee-fef7412ff91a" providerId="ADAL" clId="{1B3D67D0-E9A3-4733-BE13-E4624521CA12}" dt="2026-10-05T20:12:57.688" v="7115" actId="20577"/>
          <ac:spMkLst>
            <pc:docMk/>
            <pc:sldMk cId="3632409882" sldId="269"/>
            <ac:spMk id="2" creationId="{45FF3643-B4F6-9237-F3CD-73074B080B33}"/>
          </ac:spMkLst>
        </pc:spChg>
        <pc:spChg chg="mod">
          <ac:chgData name="Renan Chaves" userId="87d612b1-8fbc-4dfb-aeee-fef7412ff91a" providerId="ADAL" clId="{1B3D67D0-E9A3-4733-BE13-E4624521CA12}" dt="2026-10-05T20:12:51.814" v="7111" actId="20577"/>
          <ac:spMkLst>
            <pc:docMk/>
            <pc:sldMk cId="3632409882" sldId="269"/>
            <ac:spMk id="39" creationId="{C7CEFD70-1C8B-BD3F-690D-0B6722A40A3E}"/>
          </ac:spMkLst>
        </pc:spChg>
        <pc:spChg chg="mod">
          <ac:chgData name="Renan Chaves" userId="87d612b1-8fbc-4dfb-aeee-fef7412ff91a" providerId="ADAL" clId="{1B3D67D0-E9A3-4733-BE13-E4624521CA12}" dt="2026-10-05T20:13:14.434" v="7121" actId="20577"/>
          <ac:spMkLst>
            <pc:docMk/>
            <pc:sldMk cId="3632409882" sldId="269"/>
            <ac:spMk id="48" creationId="{83E6E940-B5CE-42C7-7015-863FE6DAF5BB}"/>
          </ac:spMkLst>
        </pc:spChg>
        <pc:spChg chg="mod">
          <ac:chgData name="Renan Chaves" userId="87d612b1-8fbc-4dfb-aeee-fef7412ff91a" providerId="ADAL" clId="{1B3D67D0-E9A3-4733-BE13-E4624521CA12}" dt="2026-10-05T20:13:23.910" v="7123" actId="20577"/>
          <ac:spMkLst>
            <pc:docMk/>
            <pc:sldMk cId="3632409882" sldId="269"/>
            <ac:spMk id="50" creationId="{C0B673F8-71DA-2BEF-FAB6-0259765F77D4}"/>
          </ac:spMkLst>
        </pc:spChg>
        <pc:spChg chg="mod">
          <ac:chgData name="Renan Chaves" userId="87d612b1-8fbc-4dfb-aeee-fef7412ff91a" providerId="ADAL" clId="{1B3D67D0-E9A3-4733-BE13-E4624521CA12}" dt="2026-10-05T20:14:37.930" v="7125" actId="20577"/>
          <ac:spMkLst>
            <pc:docMk/>
            <pc:sldMk cId="3632409882" sldId="269"/>
            <ac:spMk id="51" creationId="{FDDFFAF7-096E-BC26-08BF-6DD89D8DDFAC}"/>
          </ac:spMkLst>
        </pc:spChg>
      </pc:sldChg>
      <pc:sldChg chg="modSp mod">
        <pc:chgData name="Renan Chaves" userId="87d612b1-8fbc-4dfb-aeee-fef7412ff91a" providerId="ADAL" clId="{1B3D67D0-E9A3-4733-BE13-E4624521CA12}" dt="2026-10-05T21:39:53.446" v="7658"/>
        <pc:sldMkLst>
          <pc:docMk/>
          <pc:sldMk cId="2492642215" sldId="270"/>
        </pc:sldMkLst>
        <pc:spChg chg="mod">
          <ac:chgData name="Renan Chaves" userId="87d612b1-8fbc-4dfb-aeee-fef7412ff91a" providerId="ADAL" clId="{1B3D67D0-E9A3-4733-BE13-E4624521CA12}" dt="2026-10-05T20:17:49.922" v="7146" actId="20577"/>
          <ac:spMkLst>
            <pc:docMk/>
            <pc:sldMk cId="2492642215" sldId="270"/>
            <ac:spMk id="3" creationId="{7BA809A5-0BA4-0947-1087-6F7FC0B179BA}"/>
          </ac:spMkLst>
        </pc:spChg>
        <pc:spChg chg="mod">
          <ac:chgData name="Renan Chaves" userId="87d612b1-8fbc-4dfb-aeee-fef7412ff91a" providerId="ADAL" clId="{1B3D67D0-E9A3-4733-BE13-E4624521CA12}" dt="2026-10-05T20:16:44.093" v="7133" actId="20577"/>
          <ac:spMkLst>
            <pc:docMk/>
            <pc:sldMk cId="2492642215" sldId="270"/>
            <ac:spMk id="25" creationId="{4281B638-D644-8656-2389-26779A81EF1D}"/>
          </ac:spMkLst>
        </pc:spChg>
        <pc:spChg chg="mod">
          <ac:chgData name="Renan Chaves" userId="87d612b1-8fbc-4dfb-aeee-fef7412ff91a" providerId="ADAL" clId="{1B3D67D0-E9A3-4733-BE13-E4624521CA12}" dt="2026-10-05T20:17:42.689" v="7141" actId="20577"/>
          <ac:spMkLst>
            <pc:docMk/>
            <pc:sldMk cId="2492642215" sldId="270"/>
            <ac:spMk id="40" creationId="{3038436B-A9BA-B3EB-DD51-3AD41606D831}"/>
          </ac:spMkLst>
        </pc:spChg>
        <pc:spChg chg="mod">
          <ac:chgData name="Renan Chaves" userId="87d612b1-8fbc-4dfb-aeee-fef7412ff91a" providerId="ADAL" clId="{1B3D67D0-E9A3-4733-BE13-E4624521CA12}" dt="2026-10-05T20:17:41.036" v="7140" actId="20577"/>
          <ac:spMkLst>
            <pc:docMk/>
            <pc:sldMk cId="2492642215" sldId="270"/>
            <ac:spMk id="41" creationId="{EB57F8D6-B964-9BCA-A6F4-88B26B4A8238}"/>
          </ac:spMkLst>
        </pc:spChg>
        <pc:spChg chg="mod">
          <ac:chgData name="Renan Chaves" userId="87d612b1-8fbc-4dfb-aeee-fef7412ff91a" providerId="ADAL" clId="{1B3D67D0-E9A3-4733-BE13-E4624521CA12}" dt="2026-10-05T20:17:38.358" v="7139" actId="20577"/>
          <ac:spMkLst>
            <pc:docMk/>
            <pc:sldMk cId="2492642215" sldId="270"/>
            <ac:spMk id="42" creationId="{831C41D9-8D8C-9A86-0D14-1CF2A034518C}"/>
          </ac:spMkLst>
        </pc:spChg>
        <pc:spChg chg="mod">
          <ac:chgData name="Renan Chaves" userId="87d612b1-8fbc-4dfb-aeee-fef7412ff91a" providerId="ADAL" clId="{1B3D67D0-E9A3-4733-BE13-E4624521CA12}" dt="2026-10-05T20:15:25.539" v="7129" actId="20577"/>
          <ac:spMkLst>
            <pc:docMk/>
            <pc:sldMk cId="2492642215" sldId="270"/>
            <ac:spMk id="53" creationId="{1EA518C2-FC7D-507A-8DA4-C0332A60BE87}"/>
          </ac:spMkLst>
        </pc:spChg>
        <pc:spChg chg="mod">
          <ac:chgData name="Renan Chaves" userId="87d612b1-8fbc-4dfb-aeee-fef7412ff91a" providerId="ADAL" clId="{1B3D67D0-E9A3-4733-BE13-E4624521CA12}" dt="2026-10-05T20:17:27.015" v="7134" actId="20577"/>
          <ac:spMkLst>
            <pc:docMk/>
            <pc:sldMk cId="2492642215" sldId="270"/>
            <ac:spMk id="54" creationId="{7ADF39A2-3D03-6F3D-94F8-BA201DFCD32A}"/>
          </ac:spMkLst>
        </pc:spChg>
        <pc:spChg chg="mod">
          <ac:chgData name="Renan Chaves" userId="87d612b1-8fbc-4dfb-aeee-fef7412ff91a" providerId="ADAL" clId="{1B3D67D0-E9A3-4733-BE13-E4624521CA12}" dt="2026-10-05T20:17:33.577" v="7137" actId="20577"/>
          <ac:spMkLst>
            <pc:docMk/>
            <pc:sldMk cId="2492642215" sldId="270"/>
            <ac:spMk id="58" creationId="{A4942221-60A1-0918-AEC4-29567735D3FB}"/>
          </ac:spMkLst>
        </pc:spChg>
        <pc:spChg chg="mod">
          <ac:chgData name="Renan Chaves" userId="87d612b1-8fbc-4dfb-aeee-fef7412ff91a" providerId="ADAL" clId="{1B3D67D0-E9A3-4733-BE13-E4624521CA12}" dt="2026-10-05T20:17:31.523" v="7136" actId="20577"/>
          <ac:spMkLst>
            <pc:docMk/>
            <pc:sldMk cId="2492642215" sldId="270"/>
            <ac:spMk id="59" creationId="{82C538A4-E989-F09E-F652-C3197DFF65F1}"/>
          </ac:spMkLst>
        </pc:spChg>
        <pc:spChg chg="mod">
          <ac:chgData name="Renan Chaves" userId="87d612b1-8fbc-4dfb-aeee-fef7412ff91a" providerId="ADAL" clId="{1B3D67D0-E9A3-4733-BE13-E4624521CA12}" dt="2026-10-05T20:17:45.158" v="7142" actId="20577"/>
          <ac:spMkLst>
            <pc:docMk/>
            <pc:sldMk cId="2492642215" sldId="270"/>
            <ac:spMk id="60" creationId="{E3443F91-05CA-430C-19A6-4970CA7A91A7}"/>
          </ac:spMkLst>
        </pc:spChg>
        <pc:spChg chg="mod">
          <ac:chgData name="Renan Chaves" userId="87d612b1-8fbc-4dfb-aeee-fef7412ff91a" providerId="ADAL" clId="{1B3D67D0-E9A3-4733-BE13-E4624521CA12}" dt="2026-10-05T21:39:53.446" v="7658"/>
          <ac:spMkLst>
            <pc:docMk/>
            <pc:sldMk cId="2492642215" sldId="270"/>
            <ac:spMk id="134" creationId="{70F97801-FC0F-5902-AE14-447CB5AE196A}"/>
          </ac:spMkLst>
        </pc:spChg>
        <pc:spChg chg="mod">
          <ac:chgData name="Renan Chaves" userId="87d612b1-8fbc-4dfb-aeee-fef7412ff91a" providerId="ADAL" clId="{1B3D67D0-E9A3-4733-BE13-E4624521CA12}" dt="2026-10-05T20:18:04.729" v="7148" actId="20577"/>
          <ac:spMkLst>
            <pc:docMk/>
            <pc:sldMk cId="2492642215" sldId="270"/>
            <ac:spMk id="136" creationId="{733D0E86-A6B1-41C1-DCEB-C31DDE5524C7}"/>
          </ac:spMkLst>
        </pc:spChg>
      </pc:sldChg>
      <pc:sldChg chg="modSp mod">
        <pc:chgData name="Renan Chaves" userId="87d612b1-8fbc-4dfb-aeee-fef7412ff91a" providerId="ADAL" clId="{1B3D67D0-E9A3-4733-BE13-E4624521CA12}" dt="2026-10-05T21:39:53.446" v="7658"/>
        <pc:sldMkLst>
          <pc:docMk/>
          <pc:sldMk cId="664728664" sldId="271"/>
        </pc:sldMkLst>
        <pc:spChg chg="mod">
          <ac:chgData name="Renan Chaves" userId="87d612b1-8fbc-4dfb-aeee-fef7412ff91a" providerId="ADAL" clId="{1B3D67D0-E9A3-4733-BE13-E4624521CA12}" dt="2026-10-05T20:18:15.763" v="7149" actId="20577"/>
          <ac:spMkLst>
            <pc:docMk/>
            <pc:sldMk cId="664728664" sldId="271"/>
            <ac:spMk id="28" creationId="{2AF06BC0-5DCE-4812-41A7-95F61EC89251}"/>
          </ac:spMkLst>
        </pc:spChg>
        <pc:spChg chg="mod">
          <ac:chgData name="Renan Chaves" userId="87d612b1-8fbc-4dfb-aeee-fef7412ff91a" providerId="ADAL" clId="{1B3D67D0-E9A3-4733-BE13-E4624521CA12}" dt="2026-10-05T21:39:53.446" v="7658"/>
          <ac:spMkLst>
            <pc:docMk/>
            <pc:sldMk cId="664728664" sldId="271"/>
            <ac:spMk id="37" creationId="{5DA05C01-8B79-3428-781A-5627857809D3}"/>
          </ac:spMkLst>
        </pc:spChg>
        <pc:spChg chg="mod">
          <ac:chgData name="Renan Chaves" userId="87d612b1-8fbc-4dfb-aeee-fef7412ff91a" providerId="ADAL" clId="{1B3D67D0-E9A3-4733-BE13-E4624521CA12}" dt="2026-10-05T20:18:49.521" v="7165" actId="20577"/>
          <ac:spMkLst>
            <pc:docMk/>
            <pc:sldMk cId="664728664" sldId="271"/>
            <ac:spMk id="40" creationId="{0004F1AE-DB58-3B6F-C493-9DF0EC6C6776}"/>
          </ac:spMkLst>
        </pc:spChg>
        <pc:spChg chg="mod">
          <ac:chgData name="Renan Chaves" userId="87d612b1-8fbc-4dfb-aeee-fef7412ff91a" providerId="ADAL" clId="{1B3D67D0-E9A3-4733-BE13-E4624521CA12}" dt="2026-10-05T20:18:18.451" v="7150" actId="20577"/>
          <ac:spMkLst>
            <pc:docMk/>
            <pc:sldMk cId="664728664" sldId="271"/>
            <ac:spMk id="43" creationId="{D1D19EF4-94AC-96F5-5574-78652D8431F0}"/>
          </ac:spMkLst>
        </pc:spChg>
        <pc:spChg chg="mod">
          <ac:chgData name="Renan Chaves" userId="87d612b1-8fbc-4dfb-aeee-fef7412ff91a" providerId="ADAL" clId="{1B3D67D0-E9A3-4733-BE13-E4624521CA12}" dt="2026-10-05T20:18:26.051" v="7156" actId="20577"/>
          <ac:spMkLst>
            <pc:docMk/>
            <pc:sldMk cId="664728664" sldId="271"/>
            <ac:spMk id="46" creationId="{B0EF3836-8F7A-AD28-563C-F6F3087F4994}"/>
          </ac:spMkLst>
        </pc:spChg>
        <pc:spChg chg="mod">
          <ac:chgData name="Renan Chaves" userId="87d612b1-8fbc-4dfb-aeee-fef7412ff91a" providerId="ADAL" clId="{1B3D67D0-E9A3-4733-BE13-E4624521CA12}" dt="2026-10-05T20:18:22.127" v="7154" actId="20577"/>
          <ac:spMkLst>
            <pc:docMk/>
            <pc:sldMk cId="664728664" sldId="271"/>
            <ac:spMk id="47" creationId="{7A558413-C511-469D-E72F-675A4F79A465}"/>
          </ac:spMkLst>
        </pc:spChg>
        <pc:spChg chg="mod">
          <ac:chgData name="Renan Chaves" userId="87d612b1-8fbc-4dfb-aeee-fef7412ff91a" providerId="ADAL" clId="{1B3D67D0-E9A3-4733-BE13-E4624521CA12}" dt="2026-10-05T20:18:29.419" v="7158" actId="20577"/>
          <ac:spMkLst>
            <pc:docMk/>
            <pc:sldMk cId="664728664" sldId="271"/>
            <ac:spMk id="48" creationId="{EB959031-A533-AA0B-669C-32C43FE75EE7}"/>
          </ac:spMkLst>
        </pc:spChg>
        <pc:spChg chg="mod">
          <ac:chgData name="Renan Chaves" userId="87d612b1-8fbc-4dfb-aeee-fef7412ff91a" providerId="ADAL" clId="{1B3D67D0-E9A3-4733-BE13-E4624521CA12}" dt="2026-10-05T20:18:35.663" v="7163" actId="20577"/>
          <ac:spMkLst>
            <pc:docMk/>
            <pc:sldMk cId="664728664" sldId="271"/>
            <ac:spMk id="51" creationId="{5A91F56D-F8BA-B29A-6E62-864BC1D6B156}"/>
          </ac:spMkLst>
        </pc:spChg>
        <pc:spChg chg="mod">
          <ac:chgData name="Renan Chaves" userId="87d612b1-8fbc-4dfb-aeee-fef7412ff91a" providerId="ADAL" clId="{1B3D67D0-E9A3-4733-BE13-E4624521CA12}" dt="2026-10-05T20:18:33.685" v="7162" actId="20577"/>
          <ac:spMkLst>
            <pc:docMk/>
            <pc:sldMk cId="664728664" sldId="271"/>
            <ac:spMk id="52" creationId="{8A109E4D-4104-3D58-DAF7-F955920DBA0C}"/>
          </ac:spMkLst>
        </pc:spChg>
        <pc:spChg chg="mod">
          <ac:chgData name="Renan Chaves" userId="87d612b1-8fbc-4dfb-aeee-fef7412ff91a" providerId="ADAL" clId="{1B3D67D0-E9A3-4733-BE13-E4624521CA12}" dt="2026-10-05T20:18:31.300" v="7160" actId="20577"/>
          <ac:spMkLst>
            <pc:docMk/>
            <pc:sldMk cId="664728664" sldId="271"/>
            <ac:spMk id="53" creationId="{92A279AA-1B49-A4E1-6BED-DC4D3FC8DA77}"/>
          </ac:spMkLst>
        </pc:spChg>
      </pc:sldChg>
      <pc:sldChg chg="modSp mod">
        <pc:chgData name="Renan Chaves" userId="87d612b1-8fbc-4dfb-aeee-fef7412ff91a" providerId="ADAL" clId="{1B3D67D0-E9A3-4733-BE13-E4624521CA12}" dt="2026-10-05T21:39:53.446" v="7658"/>
        <pc:sldMkLst>
          <pc:docMk/>
          <pc:sldMk cId="2090996256" sldId="272"/>
        </pc:sldMkLst>
        <pc:spChg chg="mod">
          <ac:chgData name="Renan Chaves" userId="87d612b1-8fbc-4dfb-aeee-fef7412ff91a" providerId="ADAL" clId="{1B3D67D0-E9A3-4733-BE13-E4624521CA12}" dt="2026-10-05T20:20:43.113" v="7218" actId="20577"/>
          <ac:spMkLst>
            <pc:docMk/>
            <pc:sldMk cId="2090996256" sldId="272"/>
            <ac:spMk id="3" creationId="{1F0BCBED-1531-E49C-1078-E19233309211}"/>
          </ac:spMkLst>
        </pc:spChg>
        <pc:spChg chg="mod">
          <ac:chgData name="Renan Chaves" userId="87d612b1-8fbc-4dfb-aeee-fef7412ff91a" providerId="ADAL" clId="{1B3D67D0-E9A3-4733-BE13-E4624521CA12}" dt="2026-10-05T20:20:26.072" v="7207" actId="20577"/>
          <ac:spMkLst>
            <pc:docMk/>
            <pc:sldMk cId="2090996256" sldId="272"/>
            <ac:spMk id="7" creationId="{FB961272-268E-F3F6-6D32-F2C92129212E}"/>
          </ac:spMkLst>
        </pc:spChg>
        <pc:spChg chg="mod">
          <ac:chgData name="Renan Chaves" userId="87d612b1-8fbc-4dfb-aeee-fef7412ff91a" providerId="ADAL" clId="{1B3D67D0-E9A3-4733-BE13-E4624521CA12}" dt="2026-10-05T20:20:32.670" v="7211" actId="20577"/>
          <ac:spMkLst>
            <pc:docMk/>
            <pc:sldMk cId="2090996256" sldId="272"/>
            <ac:spMk id="9" creationId="{F7649185-46A3-10D1-EADD-AD12DB7BBFBE}"/>
          </ac:spMkLst>
        </pc:spChg>
        <pc:spChg chg="mod">
          <ac:chgData name="Renan Chaves" userId="87d612b1-8fbc-4dfb-aeee-fef7412ff91a" providerId="ADAL" clId="{1B3D67D0-E9A3-4733-BE13-E4624521CA12}" dt="2026-10-05T20:20:29.970" v="7210" actId="20577"/>
          <ac:spMkLst>
            <pc:docMk/>
            <pc:sldMk cId="2090996256" sldId="272"/>
            <ac:spMk id="10" creationId="{E78973C0-4FA4-7B21-B813-120B048C9F45}"/>
          </ac:spMkLst>
        </pc:spChg>
        <pc:spChg chg="mod">
          <ac:chgData name="Renan Chaves" userId="87d612b1-8fbc-4dfb-aeee-fef7412ff91a" providerId="ADAL" clId="{1B3D67D0-E9A3-4733-BE13-E4624521CA12}" dt="2026-10-05T20:20:28.196" v="7208" actId="20577"/>
          <ac:spMkLst>
            <pc:docMk/>
            <pc:sldMk cId="2090996256" sldId="272"/>
            <ac:spMk id="11" creationId="{FCD52ADC-09F4-6B88-233F-4A01A5FEA0D5}"/>
          </ac:spMkLst>
        </pc:spChg>
        <pc:spChg chg="mod">
          <ac:chgData name="Renan Chaves" userId="87d612b1-8fbc-4dfb-aeee-fef7412ff91a" providerId="ADAL" clId="{1B3D67D0-E9A3-4733-BE13-E4624521CA12}" dt="2026-10-05T21:39:53.446" v="7658"/>
          <ac:spMkLst>
            <pc:docMk/>
            <pc:sldMk cId="2090996256" sldId="272"/>
            <ac:spMk id="23" creationId="{D854E8C9-0082-166C-A43A-DF10631FC054}"/>
          </ac:spMkLst>
        </pc:spChg>
        <pc:spChg chg="mod">
          <ac:chgData name="Renan Chaves" userId="87d612b1-8fbc-4dfb-aeee-fef7412ff91a" providerId="ADAL" clId="{1B3D67D0-E9A3-4733-BE13-E4624521CA12}" dt="2026-10-05T20:20:51.901" v="7224" actId="20577"/>
          <ac:spMkLst>
            <pc:docMk/>
            <pc:sldMk cId="2090996256" sldId="272"/>
            <ac:spMk id="28" creationId="{0EA3CEC2-40F9-EC91-63A1-567AAD0B9697}"/>
          </ac:spMkLst>
        </pc:spChg>
        <pc:spChg chg="mod">
          <ac:chgData name="Renan Chaves" userId="87d612b1-8fbc-4dfb-aeee-fef7412ff91a" providerId="ADAL" clId="{1B3D67D0-E9A3-4733-BE13-E4624521CA12}" dt="2026-10-05T20:20:54.840" v="7225" actId="20577"/>
          <ac:spMkLst>
            <pc:docMk/>
            <pc:sldMk cId="2090996256" sldId="272"/>
            <ac:spMk id="41" creationId="{74AA53B9-330B-7CC6-CF66-4D3AADB08EFA}"/>
          </ac:spMkLst>
        </pc:spChg>
        <pc:spChg chg="mod">
          <ac:chgData name="Renan Chaves" userId="87d612b1-8fbc-4dfb-aeee-fef7412ff91a" providerId="ADAL" clId="{1B3D67D0-E9A3-4733-BE13-E4624521CA12}" dt="2026-10-05T20:20:08.891" v="7193" actId="20577"/>
          <ac:spMkLst>
            <pc:docMk/>
            <pc:sldMk cId="2090996256" sldId="272"/>
            <ac:spMk id="43" creationId="{81142E70-FB43-9CAA-E8FD-663295FF18E3}"/>
          </ac:spMkLst>
        </pc:spChg>
        <pc:spChg chg="mod">
          <ac:chgData name="Renan Chaves" userId="87d612b1-8fbc-4dfb-aeee-fef7412ff91a" providerId="ADAL" clId="{1B3D67D0-E9A3-4733-BE13-E4624521CA12}" dt="2026-10-05T20:20:15.079" v="7196" actId="20577"/>
          <ac:spMkLst>
            <pc:docMk/>
            <pc:sldMk cId="2090996256" sldId="272"/>
            <ac:spMk id="45" creationId="{C82C59CF-C08C-BEC5-C455-D1FCCCAEB18A}"/>
          </ac:spMkLst>
        </pc:spChg>
        <pc:spChg chg="mod">
          <ac:chgData name="Renan Chaves" userId="87d612b1-8fbc-4dfb-aeee-fef7412ff91a" providerId="ADAL" clId="{1B3D67D0-E9A3-4733-BE13-E4624521CA12}" dt="2026-10-05T20:20:23.079" v="7206" actId="20577"/>
          <ac:spMkLst>
            <pc:docMk/>
            <pc:sldMk cId="2090996256" sldId="272"/>
            <ac:spMk id="46" creationId="{F5C129A2-CCAF-5352-8ECC-52CAB0D5314F}"/>
          </ac:spMkLst>
        </pc:spChg>
        <pc:spChg chg="mod">
          <ac:chgData name="Renan Chaves" userId="87d612b1-8fbc-4dfb-aeee-fef7412ff91a" providerId="ADAL" clId="{1B3D67D0-E9A3-4733-BE13-E4624521CA12}" dt="2026-10-05T20:20:35.407" v="7213" actId="20577"/>
          <ac:spMkLst>
            <pc:docMk/>
            <pc:sldMk cId="2090996256" sldId="272"/>
            <ac:spMk id="50" creationId="{E12320B3-8BC3-6DAE-5DF1-F04BFEA97EE0}"/>
          </ac:spMkLst>
        </pc:spChg>
        <pc:spChg chg="mod">
          <ac:chgData name="Renan Chaves" userId="87d612b1-8fbc-4dfb-aeee-fef7412ff91a" providerId="ADAL" clId="{1B3D67D0-E9A3-4733-BE13-E4624521CA12}" dt="2026-10-05T20:20:39.817" v="7214" actId="20577"/>
          <ac:spMkLst>
            <pc:docMk/>
            <pc:sldMk cId="2090996256" sldId="272"/>
            <ac:spMk id="51" creationId="{737A6200-0D95-B246-B216-8538241F45D5}"/>
          </ac:spMkLst>
        </pc:spChg>
      </pc:sldChg>
      <pc:sldChg chg="modSp mod">
        <pc:chgData name="Renan Chaves" userId="87d612b1-8fbc-4dfb-aeee-fef7412ff91a" providerId="ADAL" clId="{1B3D67D0-E9A3-4733-BE13-E4624521CA12}" dt="2026-10-05T21:09:23.398" v="7425" actId="20577"/>
        <pc:sldMkLst>
          <pc:docMk/>
          <pc:sldMk cId="1949950129" sldId="273"/>
        </pc:sldMkLst>
        <pc:spChg chg="mod">
          <ac:chgData name="Renan Chaves" userId="87d612b1-8fbc-4dfb-aeee-fef7412ff91a" providerId="ADAL" clId="{1B3D67D0-E9A3-4733-BE13-E4624521CA12}" dt="2026-10-05T21:09:23.398" v="7425" actId="20577"/>
          <ac:spMkLst>
            <pc:docMk/>
            <pc:sldMk cId="1949950129" sldId="273"/>
            <ac:spMk id="5" creationId="{4D34BFEE-FEA6-AB57-0D96-AEAAE3BB034F}"/>
          </ac:spMkLst>
        </pc:spChg>
      </pc:sldChg>
      <pc:sldChg chg="addSp delSp modSp mod">
        <pc:chgData name="Renan Chaves" userId="87d612b1-8fbc-4dfb-aeee-fef7412ff91a" providerId="ADAL" clId="{1B3D67D0-E9A3-4733-BE13-E4624521CA12}" dt="2026-10-05T21:39:53.446" v="7658"/>
        <pc:sldMkLst>
          <pc:docMk/>
          <pc:sldMk cId="3129428608" sldId="274"/>
        </pc:sldMkLst>
        <pc:spChg chg="del mod">
          <ac:chgData name="Renan Chaves" userId="87d612b1-8fbc-4dfb-aeee-fef7412ff91a" providerId="ADAL" clId="{1B3D67D0-E9A3-4733-BE13-E4624521CA12}" dt="2026-10-05T20:35:39.098" v="7235" actId="478"/>
          <ac:spMkLst>
            <pc:docMk/>
            <pc:sldMk cId="3129428608" sldId="274"/>
            <ac:spMk id="2" creationId="{6078465D-703D-5526-B0FD-A5EDDDACA35C}"/>
          </ac:spMkLst>
        </pc:spChg>
        <pc:spChg chg="mod">
          <ac:chgData name="Renan Chaves" userId="87d612b1-8fbc-4dfb-aeee-fef7412ff91a" providerId="ADAL" clId="{1B3D67D0-E9A3-4733-BE13-E4624521CA12}" dt="2026-10-05T20:21:40.329" v="7234" actId="20577"/>
          <ac:spMkLst>
            <pc:docMk/>
            <pc:sldMk cId="3129428608" sldId="274"/>
            <ac:spMk id="3" creationId="{7A827E1D-29E6-8F54-09ED-39B93B609E9A}"/>
          </ac:spMkLst>
        </pc:spChg>
        <pc:spChg chg="mod">
          <ac:chgData name="Renan Chaves" userId="87d612b1-8fbc-4dfb-aeee-fef7412ff91a" providerId="ADAL" clId="{1B3D67D0-E9A3-4733-BE13-E4624521CA12}" dt="2026-10-05T21:39:53.446" v="7658"/>
          <ac:spMkLst>
            <pc:docMk/>
            <pc:sldMk cId="3129428608" sldId="274"/>
            <ac:spMk id="23" creationId="{C190DCD3-4FD1-6C19-A25A-2E7B63EFFE26}"/>
          </ac:spMkLst>
        </pc:spChg>
        <pc:spChg chg="mod">
          <ac:chgData name="Renan Chaves" userId="87d612b1-8fbc-4dfb-aeee-fef7412ff91a" providerId="ADAL" clId="{1B3D67D0-E9A3-4733-BE13-E4624521CA12}" dt="2026-10-05T20:21:30.157" v="7228" actId="20577"/>
          <ac:spMkLst>
            <pc:docMk/>
            <pc:sldMk cId="3129428608" sldId="274"/>
            <ac:spMk id="28" creationId="{939CF00D-0BCC-BDF4-8063-749BED03A0E1}"/>
          </ac:spMkLst>
        </pc:spChg>
        <pc:spChg chg="mod">
          <ac:chgData name="Renan Chaves" userId="87d612b1-8fbc-4dfb-aeee-fef7412ff91a" providerId="ADAL" clId="{1B3D67D0-E9A3-4733-BE13-E4624521CA12}" dt="2026-10-05T20:21:34.713" v="7230" actId="20577"/>
          <ac:spMkLst>
            <pc:docMk/>
            <pc:sldMk cId="3129428608" sldId="274"/>
            <ac:spMk id="41" creationId="{ECD2E753-9633-1A5C-BEAD-A304D99CF5CE}"/>
          </ac:spMkLst>
        </pc:spChg>
        <pc:spChg chg="mod">
          <ac:chgData name="Renan Chaves" userId="87d612b1-8fbc-4dfb-aeee-fef7412ff91a" providerId="ADAL" clId="{1B3D67D0-E9A3-4733-BE13-E4624521CA12}" dt="2026-10-05T20:38:23.356" v="7257" actId="20577"/>
          <ac:spMkLst>
            <pc:docMk/>
            <pc:sldMk cId="3129428608" sldId="274"/>
            <ac:spMk id="43" creationId="{47F18FDC-572E-E045-ED1A-6411FCB0926B}"/>
          </ac:spMkLst>
        </pc:spChg>
        <pc:spChg chg="mod">
          <ac:chgData name="Renan Chaves" userId="87d612b1-8fbc-4dfb-aeee-fef7412ff91a" providerId="ADAL" clId="{1B3D67D0-E9A3-4733-BE13-E4624521CA12}" dt="2026-10-05T20:38:42.862" v="7265" actId="20577"/>
          <ac:spMkLst>
            <pc:docMk/>
            <pc:sldMk cId="3129428608" sldId="274"/>
            <ac:spMk id="45" creationId="{791AE10C-83BF-DBA1-2A3A-C20AC716E8CF}"/>
          </ac:spMkLst>
        </pc:spChg>
        <pc:spChg chg="mod">
          <ac:chgData name="Renan Chaves" userId="87d612b1-8fbc-4dfb-aeee-fef7412ff91a" providerId="ADAL" clId="{1B3D67D0-E9A3-4733-BE13-E4624521CA12}" dt="2026-10-05T20:38:51.207" v="7270" actId="20577"/>
          <ac:spMkLst>
            <pc:docMk/>
            <pc:sldMk cId="3129428608" sldId="274"/>
            <ac:spMk id="46" creationId="{17F0D3FA-9650-ED68-D663-58AF5C6C41B7}"/>
          </ac:spMkLst>
        </pc:spChg>
        <pc:picChg chg="add del mod">
          <ac:chgData name="Renan Chaves" userId="87d612b1-8fbc-4dfb-aeee-fef7412ff91a" providerId="ADAL" clId="{1B3D67D0-E9A3-4733-BE13-E4624521CA12}" dt="2026-10-05T19:25:04.466" v="7107" actId="21"/>
          <ac:picMkLst>
            <pc:docMk/>
            <pc:sldMk cId="3129428608" sldId="274"/>
            <ac:picMk id="5" creationId="{A0CBFC14-9F8F-8C99-5849-7819BE1DD573}"/>
          </ac:picMkLst>
        </pc:picChg>
        <pc:picChg chg="del">
          <ac:chgData name="Renan Chaves" userId="87d612b1-8fbc-4dfb-aeee-fef7412ff91a" providerId="ADAL" clId="{1B3D67D0-E9A3-4733-BE13-E4624521CA12}" dt="2026-10-05T19:25:05.850" v="7108" actId="478"/>
          <ac:picMkLst>
            <pc:docMk/>
            <pc:sldMk cId="3129428608" sldId="274"/>
            <ac:picMk id="6" creationId="{AA486043-5CF9-2A59-82CA-BC5CF6BDBC4C}"/>
          </ac:picMkLst>
        </pc:picChg>
        <pc:picChg chg="add">
          <ac:chgData name="Renan Chaves" userId="87d612b1-8fbc-4dfb-aeee-fef7412ff91a" providerId="ADAL" clId="{1B3D67D0-E9A3-4733-BE13-E4624521CA12}" dt="2026-10-05T19:25:05.993" v="7109" actId="22"/>
          <ac:picMkLst>
            <pc:docMk/>
            <pc:sldMk cId="3129428608" sldId="274"/>
            <ac:picMk id="16" creationId="{85A313E7-779A-0228-D180-5C27E02DD7B1}"/>
          </ac:picMkLst>
        </pc:picChg>
      </pc:sldChg>
      <pc:sldChg chg="addSp delSp modSp add mod">
        <pc:chgData name="Renan Chaves" userId="87d612b1-8fbc-4dfb-aeee-fef7412ff91a" providerId="ADAL" clId="{1B3D67D0-E9A3-4733-BE13-E4624521CA12}" dt="2026-10-05T21:09:04.217" v="7420" actId="208"/>
        <pc:sldMkLst>
          <pc:docMk/>
          <pc:sldMk cId="431600729" sldId="275"/>
        </pc:sldMkLst>
        <pc:spChg chg="del">
          <ac:chgData name="Renan Chaves" userId="87d612b1-8fbc-4dfb-aeee-fef7412ff91a" providerId="ADAL" clId="{1B3D67D0-E9A3-4733-BE13-E4624521CA12}" dt="2026-10-05T21:07:04.733" v="7396" actId="478"/>
          <ac:spMkLst>
            <pc:docMk/>
            <pc:sldMk cId="431600729" sldId="275"/>
            <ac:spMk id="3" creationId="{E0A9582D-593B-BEC7-CB9D-AF71F094B117}"/>
          </ac:spMkLst>
        </pc:spChg>
        <pc:spChg chg="add del mod">
          <ac:chgData name="Renan Chaves" userId="87d612b1-8fbc-4dfb-aeee-fef7412ff91a" providerId="ADAL" clId="{1B3D67D0-E9A3-4733-BE13-E4624521CA12}" dt="2026-10-05T21:08:35.516" v="7409"/>
          <ac:spMkLst>
            <pc:docMk/>
            <pc:sldMk cId="431600729" sldId="275"/>
            <ac:spMk id="47" creationId="{B427F5F4-5017-A361-5E51-E4D403B47990}"/>
          </ac:spMkLst>
        </pc:spChg>
        <pc:grpChg chg="del">
          <ac:chgData name="Renan Chaves" userId="87d612b1-8fbc-4dfb-aeee-fef7412ff91a" providerId="ADAL" clId="{1B3D67D0-E9A3-4733-BE13-E4624521CA12}" dt="2026-10-05T21:07:06.155" v="7397" actId="478"/>
          <ac:grpSpMkLst>
            <pc:docMk/>
            <pc:sldMk cId="431600729" sldId="275"/>
            <ac:grpSpMk id="38" creationId="{7A31C848-91A2-1405-63CD-40974A46F615}"/>
          </ac:grpSpMkLst>
        </pc:grpChg>
        <pc:picChg chg="add mod">
          <ac:chgData name="Renan Chaves" userId="87d612b1-8fbc-4dfb-aeee-fef7412ff91a" providerId="ADAL" clId="{1B3D67D0-E9A3-4733-BE13-E4624521CA12}" dt="2026-10-05T21:07:13.461" v="7401" actId="1076"/>
          <ac:picMkLst>
            <pc:docMk/>
            <pc:sldMk cId="431600729" sldId="275"/>
            <ac:picMk id="4" creationId="{EC72506F-3002-C321-32A2-AA8585D66FCE}"/>
          </ac:picMkLst>
        </pc:picChg>
        <pc:picChg chg="del">
          <ac:chgData name="Renan Chaves" userId="87d612b1-8fbc-4dfb-aeee-fef7412ff91a" providerId="ADAL" clId="{1B3D67D0-E9A3-4733-BE13-E4624521CA12}" dt="2026-10-05T21:07:11.268" v="7400" actId="478"/>
          <ac:picMkLst>
            <pc:docMk/>
            <pc:sldMk cId="431600729" sldId="275"/>
            <ac:picMk id="6" creationId="{87936E57-7DA9-2F61-C410-D24796047FB8}"/>
          </ac:picMkLst>
        </pc:picChg>
        <pc:cxnChg chg="add mod">
          <ac:chgData name="Renan Chaves" userId="87d612b1-8fbc-4dfb-aeee-fef7412ff91a" providerId="ADAL" clId="{1B3D67D0-E9A3-4733-BE13-E4624521CA12}" dt="2026-10-05T21:09:04.217" v="7420" actId="208"/>
          <ac:cxnSpMkLst>
            <pc:docMk/>
            <pc:sldMk cId="431600729" sldId="275"/>
            <ac:cxnSpMk id="7" creationId="{0857B9FC-EA50-53CC-91C2-3716E0CCD80C}"/>
          </ac:cxnSpMkLst>
        </pc:cxnChg>
        <pc:cxnChg chg="add mod">
          <ac:chgData name="Renan Chaves" userId="87d612b1-8fbc-4dfb-aeee-fef7412ff91a" providerId="ADAL" clId="{1B3D67D0-E9A3-4733-BE13-E4624521CA12}" dt="2026-10-05T21:09:04.217" v="7420" actId="208"/>
          <ac:cxnSpMkLst>
            <pc:docMk/>
            <pc:sldMk cId="431600729" sldId="275"/>
            <ac:cxnSpMk id="8" creationId="{00FBB5D5-91DD-73C5-C46A-AAC4FA61AD01}"/>
          </ac:cxnSpMkLst>
        </pc:cxnChg>
        <pc:cxnChg chg="add mod">
          <ac:chgData name="Renan Chaves" userId="87d612b1-8fbc-4dfb-aeee-fef7412ff91a" providerId="ADAL" clId="{1B3D67D0-E9A3-4733-BE13-E4624521CA12}" dt="2026-10-05T21:09:04.217" v="7420" actId="208"/>
          <ac:cxnSpMkLst>
            <pc:docMk/>
            <pc:sldMk cId="431600729" sldId="275"/>
            <ac:cxnSpMk id="11" creationId="{CE9D41C4-A6BB-52A5-A945-53C844F1270F}"/>
          </ac:cxnSpMkLst>
        </pc:cxnChg>
        <pc:cxnChg chg="add mod">
          <ac:chgData name="Renan Chaves" userId="87d612b1-8fbc-4dfb-aeee-fef7412ff91a" providerId="ADAL" clId="{1B3D67D0-E9A3-4733-BE13-E4624521CA12}" dt="2026-10-05T21:09:04.217" v="7420" actId="208"/>
          <ac:cxnSpMkLst>
            <pc:docMk/>
            <pc:sldMk cId="431600729" sldId="275"/>
            <ac:cxnSpMk id="13" creationId="{1B47A3BE-9977-E344-C307-23307401EB57}"/>
          </ac:cxnSpMkLst>
        </pc:cxnChg>
      </pc:sldChg>
      <pc:sldChg chg="addSp delSp modSp add mod">
        <pc:chgData name="Renan Chaves" userId="87d612b1-8fbc-4dfb-aeee-fef7412ff91a" providerId="ADAL" clId="{1B3D67D0-E9A3-4733-BE13-E4624521CA12}" dt="2026-10-05T20:49:54.106" v="7337" actId="27918"/>
        <pc:sldMkLst>
          <pc:docMk/>
          <pc:sldMk cId="783210786" sldId="276"/>
        </pc:sldMkLst>
        <pc:spChg chg="add mod">
          <ac:chgData name="Renan Chaves" userId="87d612b1-8fbc-4dfb-aeee-fef7412ff91a" providerId="ADAL" clId="{1B3D67D0-E9A3-4733-BE13-E4624521CA12}" dt="2026-10-05T20:46:33.375" v="7297" actId="20577"/>
          <ac:spMkLst>
            <pc:docMk/>
            <pc:sldMk cId="783210786" sldId="276"/>
            <ac:spMk id="40" creationId="{5852BA03-C05B-9CE9-762D-792292079CA7}"/>
          </ac:spMkLst>
        </pc:spChg>
        <pc:spChg chg="mod">
          <ac:chgData name="Renan Chaves" userId="87d612b1-8fbc-4dfb-aeee-fef7412ff91a" providerId="ADAL" clId="{1B3D67D0-E9A3-4733-BE13-E4624521CA12}" dt="2026-10-05T20:48:58.719" v="7335" actId="1076"/>
          <ac:spMkLst>
            <pc:docMk/>
            <pc:sldMk cId="783210786" sldId="276"/>
            <ac:spMk id="45" creationId="{DDF17C6E-455A-BF8E-70C9-6711457B4FAB}"/>
          </ac:spMkLst>
        </pc:spChg>
        <pc:spChg chg="mod">
          <ac:chgData name="Renan Chaves" userId="87d612b1-8fbc-4dfb-aeee-fef7412ff91a" providerId="ADAL" clId="{1B3D67D0-E9A3-4733-BE13-E4624521CA12}" dt="2026-10-05T20:48:15.706" v="7329" actId="208"/>
          <ac:spMkLst>
            <pc:docMk/>
            <pc:sldMk cId="783210786" sldId="276"/>
            <ac:spMk id="47" creationId="{CE710A3B-8C6E-6BF9-F541-4D4A94AFE5B4}"/>
          </ac:spMkLst>
        </pc:spChg>
        <pc:spChg chg="mod">
          <ac:chgData name="Renan Chaves" userId="87d612b1-8fbc-4dfb-aeee-fef7412ff91a" providerId="ADAL" clId="{1B3D67D0-E9A3-4733-BE13-E4624521CA12}" dt="2026-10-05T20:46:52.993" v="7301" actId="207"/>
          <ac:spMkLst>
            <pc:docMk/>
            <pc:sldMk cId="783210786" sldId="276"/>
            <ac:spMk id="49" creationId="{5AA0C7A5-C36E-2D2E-A5A5-0E60ED97AB65}"/>
          </ac:spMkLst>
        </pc:spChg>
        <pc:spChg chg="mod">
          <ac:chgData name="Renan Chaves" userId="87d612b1-8fbc-4dfb-aeee-fef7412ff91a" providerId="ADAL" clId="{1B3D67D0-E9A3-4733-BE13-E4624521CA12}" dt="2026-10-05T20:46:54.942" v="7302" actId="1076"/>
          <ac:spMkLst>
            <pc:docMk/>
            <pc:sldMk cId="783210786" sldId="276"/>
            <ac:spMk id="51" creationId="{2415A4AD-274D-DB39-8D79-14B2207058C1}"/>
          </ac:spMkLst>
        </pc:spChg>
        <pc:spChg chg="mod">
          <ac:chgData name="Renan Chaves" userId="87d612b1-8fbc-4dfb-aeee-fef7412ff91a" providerId="ADAL" clId="{1B3D67D0-E9A3-4733-BE13-E4624521CA12}" dt="2026-10-05T20:46:49.304" v="7300" actId="207"/>
          <ac:spMkLst>
            <pc:docMk/>
            <pc:sldMk cId="783210786" sldId="276"/>
            <ac:spMk id="53" creationId="{E43786CB-9A83-0D65-F8E6-0B7AE5D0DC0A}"/>
          </ac:spMkLst>
        </pc:spChg>
        <pc:spChg chg="mod">
          <ac:chgData name="Renan Chaves" userId="87d612b1-8fbc-4dfb-aeee-fef7412ff91a" providerId="ADAL" clId="{1B3D67D0-E9A3-4733-BE13-E4624521CA12}" dt="2026-10-05T20:47:00.267" v="7304" actId="113"/>
          <ac:spMkLst>
            <pc:docMk/>
            <pc:sldMk cId="783210786" sldId="276"/>
            <ac:spMk id="58" creationId="{4A7B38A5-A960-6E51-C926-A0672D7011E2}"/>
          </ac:spMkLst>
        </pc:spChg>
        <pc:spChg chg="mod">
          <ac:chgData name="Renan Chaves" userId="87d612b1-8fbc-4dfb-aeee-fef7412ff91a" providerId="ADAL" clId="{1B3D67D0-E9A3-4733-BE13-E4624521CA12}" dt="2026-10-05T20:47:02.804" v="7305" actId="108"/>
          <ac:spMkLst>
            <pc:docMk/>
            <pc:sldMk cId="783210786" sldId="276"/>
            <ac:spMk id="60" creationId="{E64B2794-570D-E26C-44B2-EE830356873D}"/>
          </ac:spMkLst>
        </pc:spChg>
        <pc:spChg chg="mod">
          <ac:chgData name="Renan Chaves" userId="87d612b1-8fbc-4dfb-aeee-fef7412ff91a" providerId="ADAL" clId="{1B3D67D0-E9A3-4733-BE13-E4624521CA12}" dt="2026-10-05T20:47:10.612" v="7308" actId="2711"/>
          <ac:spMkLst>
            <pc:docMk/>
            <pc:sldMk cId="783210786" sldId="276"/>
            <ac:spMk id="62" creationId="{803B9B90-AB2C-3A61-7BF4-5C3B77C84D03}"/>
          </ac:spMkLst>
        </pc:spChg>
        <pc:spChg chg="mod">
          <ac:chgData name="Renan Chaves" userId="87d612b1-8fbc-4dfb-aeee-fef7412ff91a" providerId="ADAL" clId="{1B3D67D0-E9A3-4733-BE13-E4624521CA12}" dt="2026-10-05T20:47:23.112" v="7311" actId="12789"/>
          <ac:spMkLst>
            <pc:docMk/>
            <pc:sldMk cId="783210786" sldId="276"/>
            <ac:spMk id="64" creationId="{FA6AE1AB-BDB8-A231-886D-3831F0686C7E}"/>
          </ac:spMkLst>
        </pc:spChg>
        <pc:spChg chg="mod">
          <ac:chgData name="Renan Chaves" userId="87d612b1-8fbc-4dfb-aeee-fef7412ff91a" providerId="ADAL" clId="{1B3D67D0-E9A3-4733-BE13-E4624521CA12}" dt="2026-10-05T20:47:23.112" v="7311" actId="12789"/>
          <ac:spMkLst>
            <pc:docMk/>
            <pc:sldMk cId="783210786" sldId="276"/>
            <ac:spMk id="66" creationId="{A058EFF7-C855-0B4E-32E8-6444B37A1F94}"/>
          </ac:spMkLst>
        </pc:spChg>
        <pc:spChg chg="mod">
          <ac:chgData name="Renan Chaves" userId="87d612b1-8fbc-4dfb-aeee-fef7412ff91a" providerId="ADAL" clId="{1B3D67D0-E9A3-4733-BE13-E4624521CA12}" dt="2026-10-05T20:47:04.697" v="7306" actId="108"/>
          <ac:spMkLst>
            <pc:docMk/>
            <pc:sldMk cId="783210786" sldId="276"/>
            <ac:spMk id="68" creationId="{1D25A8A9-D63F-7D54-6580-BDD2FC59851C}"/>
          </ac:spMkLst>
        </pc:spChg>
        <pc:spChg chg="del mod">
          <ac:chgData name="Renan Chaves" userId="87d612b1-8fbc-4dfb-aeee-fef7412ff91a" providerId="ADAL" clId="{1B3D67D0-E9A3-4733-BE13-E4624521CA12}" dt="2026-10-05T20:47:45.680" v="7319" actId="478"/>
          <ac:spMkLst>
            <pc:docMk/>
            <pc:sldMk cId="783210786" sldId="276"/>
            <ac:spMk id="70" creationId="{3DC2B99A-4F4F-5BA7-01C2-3327B9E45FD6}"/>
          </ac:spMkLst>
        </pc:spChg>
        <pc:spChg chg="mod">
          <ac:chgData name="Renan Chaves" userId="87d612b1-8fbc-4dfb-aeee-fef7412ff91a" providerId="ADAL" clId="{1B3D67D0-E9A3-4733-BE13-E4624521CA12}" dt="2026-10-05T20:48:08.011" v="7327" actId="1035"/>
          <ac:spMkLst>
            <pc:docMk/>
            <pc:sldMk cId="783210786" sldId="276"/>
            <ac:spMk id="72" creationId="{4FDD7E62-F795-0883-7203-980D89A43A34}"/>
          </ac:spMkLst>
        </pc:spChg>
        <pc:grpChg chg="del">
          <ac:chgData name="Renan Chaves" userId="87d612b1-8fbc-4dfb-aeee-fef7412ff91a" providerId="ADAL" clId="{1B3D67D0-E9A3-4733-BE13-E4624521CA12}" dt="2026-10-05T20:47:34.542" v="7313" actId="478"/>
          <ac:grpSpMkLst>
            <pc:docMk/>
            <pc:sldMk cId="783210786" sldId="276"/>
            <ac:grpSpMk id="16" creationId="{AFC61D3A-95AF-210A-BA3F-CD99AAECF688}"/>
          </ac:grpSpMkLst>
        </pc:grpChg>
        <pc:graphicFrameChg chg="mod">
          <ac:chgData name="Renan Chaves" userId="87d612b1-8fbc-4dfb-aeee-fef7412ff91a" providerId="ADAL" clId="{1B3D67D0-E9A3-4733-BE13-E4624521CA12}" dt="2026-10-05T20:45:58.877" v="7282"/>
          <ac:graphicFrameMkLst>
            <pc:docMk/>
            <pc:sldMk cId="783210786" sldId="276"/>
            <ac:graphicFrameMk id="41" creationId="{68DA90EE-E641-55F4-447E-67B6877CC6C9}"/>
          </ac:graphicFrameMkLst>
        </pc:graphicFrameChg>
        <pc:cxnChg chg="add mod">
          <ac:chgData name="Renan Chaves" userId="87d612b1-8fbc-4dfb-aeee-fef7412ff91a" providerId="ADAL" clId="{1B3D67D0-E9A3-4733-BE13-E4624521CA12}" dt="2026-10-05T20:46:13.894" v="7288" actId="1076"/>
          <ac:cxnSpMkLst>
            <pc:docMk/>
            <pc:sldMk cId="783210786" sldId="276"/>
            <ac:cxnSpMk id="44" creationId="{2C530D40-64F9-8BC0-1A19-BB3A15546464}"/>
          </ac:cxnSpMkLst>
        </pc:cxnChg>
      </pc:sldChg>
      <pc:sldChg chg="modSp">
        <pc:chgData name="Renan Chaves" userId="87d612b1-8fbc-4dfb-aeee-fef7412ff91a" providerId="ADAL" clId="{1B3D67D0-E9A3-4733-BE13-E4624521CA12}" dt="2026-10-05T21:33:16.499" v="7620" actId="255"/>
        <pc:sldMkLst>
          <pc:docMk/>
          <pc:sldMk cId="1449239918" sldId="2147474404"/>
        </pc:sldMkLst>
        <pc:graphicFrameChg chg="mod">
          <ac:chgData name="Renan Chaves" userId="87d612b1-8fbc-4dfb-aeee-fef7412ff91a" providerId="ADAL" clId="{1B3D67D0-E9A3-4733-BE13-E4624521CA12}" dt="2026-10-05T21:33:16.499" v="7620" actId="255"/>
          <ac:graphicFrameMkLst>
            <pc:docMk/>
            <pc:sldMk cId="1449239918" sldId="2147474404"/>
            <ac:graphicFrameMk id="19" creationId="{94E308F0-9F8A-4757-8175-DAF4DE86B096}"/>
          </ac:graphicFrameMkLst>
        </pc:graphicFrameChg>
      </pc:sldChg>
      <pc:sldChg chg="modSp mod">
        <pc:chgData name="Renan Chaves" userId="87d612b1-8fbc-4dfb-aeee-fef7412ff91a" providerId="ADAL" clId="{1B3D67D0-E9A3-4733-BE13-E4624521CA12}" dt="2026-10-05T14:34:58.754" v="7081" actId="20577"/>
        <pc:sldMkLst>
          <pc:docMk/>
          <pc:sldMk cId="784638705" sldId="2147474421"/>
        </pc:sldMkLst>
        <pc:spChg chg="mod">
          <ac:chgData name="Renan Chaves" userId="87d612b1-8fbc-4dfb-aeee-fef7412ff91a" providerId="ADAL" clId="{1B3D67D0-E9A3-4733-BE13-E4624521CA12}" dt="2026-10-05T14:34:58.754" v="7081" actId="20577"/>
          <ac:spMkLst>
            <pc:docMk/>
            <pc:sldMk cId="784638705" sldId="2147474421"/>
            <ac:spMk id="2" creationId="{4369DC1F-E657-9F1F-2A38-CB7A583059A3}"/>
          </ac:spMkLst>
        </pc:spChg>
      </pc:sldChg>
      <pc:sldChg chg="addSp delSp modSp mod">
        <pc:chgData name="Renan Chaves" userId="87d612b1-8fbc-4dfb-aeee-fef7412ff91a" providerId="ADAL" clId="{1B3D67D0-E9A3-4733-BE13-E4624521CA12}" dt="2026-10-05T21:00:39.253" v="7386" actId="1035"/>
        <pc:sldMkLst>
          <pc:docMk/>
          <pc:sldMk cId="1733443936" sldId="2147474462"/>
        </pc:sldMkLst>
        <pc:spChg chg="del">
          <ac:chgData name="Renan Chaves" userId="87d612b1-8fbc-4dfb-aeee-fef7412ff91a" providerId="ADAL" clId="{1B3D67D0-E9A3-4733-BE13-E4624521CA12}" dt="2026-10-05T20:59:52.011" v="7377" actId="478"/>
          <ac:spMkLst>
            <pc:docMk/>
            <pc:sldMk cId="1733443936" sldId="2147474462"/>
            <ac:spMk id="2" creationId="{884E8A62-9CAD-2FEB-A0DA-7A76C80A2B86}"/>
          </ac:spMkLst>
        </pc:spChg>
        <pc:spChg chg="add mod">
          <ac:chgData name="Renan Chaves" userId="87d612b1-8fbc-4dfb-aeee-fef7412ff91a" providerId="ADAL" clId="{1B3D67D0-E9A3-4733-BE13-E4624521CA12}" dt="2026-10-05T21:00:39.253" v="7386" actId="1035"/>
          <ac:spMkLst>
            <pc:docMk/>
            <pc:sldMk cId="1733443936" sldId="2147474462"/>
            <ac:spMk id="4" creationId="{8EBF74D5-43A0-D35D-8C9E-563852E1F773}"/>
          </ac:spMkLst>
        </pc:spChg>
        <pc:grpChg chg="mod">
          <ac:chgData name="Renan Chaves" userId="87d612b1-8fbc-4dfb-aeee-fef7412ff91a" providerId="ADAL" clId="{1B3D67D0-E9A3-4733-BE13-E4624521CA12}" dt="2026-10-05T14:43:41.297" v="7089" actId="1076"/>
          <ac:grpSpMkLst>
            <pc:docMk/>
            <pc:sldMk cId="1733443936" sldId="2147474462"/>
            <ac:grpSpMk id="7" creationId="{6DEAFA90-770D-EFEB-B17D-7871DEC9197E}"/>
          </ac:grpSpMkLst>
        </pc:grpChg>
        <pc:grpChg chg="mod">
          <ac:chgData name="Renan Chaves" userId="87d612b1-8fbc-4dfb-aeee-fef7412ff91a" providerId="ADAL" clId="{1B3D67D0-E9A3-4733-BE13-E4624521CA12}" dt="2026-10-05T14:43:41.297" v="7089" actId="1076"/>
          <ac:grpSpMkLst>
            <pc:docMk/>
            <pc:sldMk cId="1733443936" sldId="2147474462"/>
            <ac:grpSpMk id="1159" creationId="{223A90E5-791D-BBE5-1AAD-EA8D45B59588}"/>
          </ac:grpSpMkLst>
        </pc:grpChg>
        <pc:picChg chg="mod">
          <ac:chgData name="Renan Chaves" userId="87d612b1-8fbc-4dfb-aeee-fef7412ff91a" providerId="ADAL" clId="{1B3D67D0-E9A3-4733-BE13-E4624521CA12}" dt="2026-10-05T14:43:41.297" v="7089" actId="1076"/>
          <ac:picMkLst>
            <pc:docMk/>
            <pc:sldMk cId="1733443936" sldId="2147474462"/>
            <ac:picMk id="8" creationId="{8BDDD17F-AD31-DC6B-A206-884DD5F3FCE1}"/>
          </ac:picMkLst>
        </pc:picChg>
        <pc:picChg chg="add del mod">
          <ac:chgData name="Renan Chaves" userId="87d612b1-8fbc-4dfb-aeee-fef7412ff91a" providerId="ADAL" clId="{1B3D67D0-E9A3-4733-BE13-E4624521CA12}" dt="2026-10-05T20:59:01.147" v="7351" actId="478"/>
          <ac:picMkLst>
            <pc:docMk/>
            <pc:sldMk cId="1733443936" sldId="2147474462"/>
            <ac:picMk id="25" creationId="{A4B41AC9-C9A9-E8C4-BC08-4F2F0991349A}"/>
          </ac:picMkLst>
        </pc:picChg>
        <pc:picChg chg="mod">
          <ac:chgData name="Renan Chaves" userId="87d612b1-8fbc-4dfb-aeee-fef7412ff91a" providerId="ADAL" clId="{1B3D67D0-E9A3-4733-BE13-E4624521CA12}" dt="2026-10-05T20:58:59.545" v="7350" actId="207"/>
          <ac:picMkLst>
            <pc:docMk/>
            <pc:sldMk cId="1733443936" sldId="2147474462"/>
            <ac:picMk id="37" creationId="{A17CACE9-DEF6-AF5E-A8DD-60188F8E4E2C}"/>
          </ac:picMkLst>
        </pc:picChg>
      </pc:sldChg>
      <pc:sldChg chg="addSp delSp modSp mod">
        <pc:chgData name="Renan Chaves" userId="87d612b1-8fbc-4dfb-aeee-fef7412ff91a" providerId="ADAL" clId="{1B3D67D0-E9A3-4733-BE13-E4624521CA12}" dt="2026-10-05T21:33:08.318" v="7619" actId="113"/>
        <pc:sldMkLst>
          <pc:docMk/>
          <pc:sldMk cId="2191506856" sldId="2147474474"/>
        </pc:sldMkLst>
        <pc:graphicFrameChg chg="del">
          <ac:chgData name="Renan Chaves" userId="87d612b1-8fbc-4dfb-aeee-fef7412ff91a" providerId="ADAL" clId="{1B3D67D0-E9A3-4733-BE13-E4624521CA12}" dt="2026-10-05T21:29:42.690" v="7568" actId="478"/>
          <ac:graphicFrameMkLst>
            <pc:docMk/>
            <pc:sldMk cId="2191506856" sldId="2147474474"/>
            <ac:graphicFrameMk id="9" creationId="{D8B2663B-F01D-A3A6-2D48-1ECE16204CAE}"/>
          </ac:graphicFrameMkLst>
        </pc:graphicFrameChg>
        <pc:graphicFrameChg chg="del">
          <ac:chgData name="Renan Chaves" userId="87d612b1-8fbc-4dfb-aeee-fef7412ff91a" providerId="ADAL" clId="{1B3D67D0-E9A3-4733-BE13-E4624521CA12}" dt="2026-10-05T21:29:49.956" v="7572" actId="478"/>
          <ac:graphicFrameMkLst>
            <pc:docMk/>
            <pc:sldMk cId="2191506856" sldId="2147474474"/>
            <ac:graphicFrameMk id="10" creationId="{D4B4B3A8-F6BC-44FA-CE0B-B1A9B6CB9E6A}"/>
          </ac:graphicFrameMkLst>
        </pc:graphicFrameChg>
        <pc:graphicFrameChg chg="add mod">
          <ac:chgData name="Renan Chaves" userId="87d612b1-8fbc-4dfb-aeee-fef7412ff91a" providerId="ADAL" clId="{1B3D67D0-E9A3-4733-BE13-E4624521CA12}" dt="2026-10-05T21:31:02.638" v="7601" actId="207"/>
          <ac:graphicFrameMkLst>
            <pc:docMk/>
            <pc:sldMk cId="2191506856" sldId="2147474474"/>
            <ac:graphicFrameMk id="11" creationId="{976A028E-5647-6879-E949-0E4B5C47194A}"/>
          </ac:graphicFrameMkLst>
        </pc:graphicFrameChg>
        <pc:graphicFrameChg chg="del">
          <ac:chgData name="Renan Chaves" userId="87d612b1-8fbc-4dfb-aeee-fef7412ff91a" providerId="ADAL" clId="{1B3D67D0-E9A3-4733-BE13-E4624521CA12}" dt="2026-10-05T21:32:02.691" v="7602" actId="478"/>
          <ac:graphicFrameMkLst>
            <pc:docMk/>
            <pc:sldMk cId="2191506856" sldId="2147474474"/>
            <ac:graphicFrameMk id="12" creationId="{9BDB515A-1F86-4604-93F1-EE287629D1FF}"/>
          </ac:graphicFrameMkLst>
        </pc:graphicFrameChg>
        <pc:graphicFrameChg chg="add mod">
          <ac:chgData name="Renan Chaves" userId="87d612b1-8fbc-4dfb-aeee-fef7412ff91a" providerId="ADAL" clId="{1B3D67D0-E9A3-4733-BE13-E4624521CA12}" dt="2026-10-05T21:30:35.287" v="7590" actId="255"/>
          <ac:graphicFrameMkLst>
            <pc:docMk/>
            <pc:sldMk cId="2191506856" sldId="2147474474"/>
            <ac:graphicFrameMk id="14" creationId="{EE9B0306-52FA-DC87-74D9-3F7DC4D28A38}"/>
          </ac:graphicFrameMkLst>
        </pc:graphicFrameChg>
        <pc:graphicFrameChg chg="add mod">
          <ac:chgData name="Renan Chaves" userId="87d612b1-8fbc-4dfb-aeee-fef7412ff91a" providerId="ADAL" clId="{1B3D67D0-E9A3-4733-BE13-E4624521CA12}" dt="2026-10-05T21:33:08.318" v="7619" actId="113"/>
          <ac:graphicFrameMkLst>
            <pc:docMk/>
            <pc:sldMk cId="2191506856" sldId="2147474474"/>
            <ac:graphicFrameMk id="16" creationId="{91898C21-D004-A7DB-9329-EE391F558D92}"/>
          </ac:graphicFrameMkLst>
        </pc:graphicFrameChg>
      </pc:sldChg>
      <pc:sldChg chg="modSp">
        <pc:chgData name="Renan Chaves" userId="87d612b1-8fbc-4dfb-aeee-fef7412ff91a" providerId="ADAL" clId="{1B3D67D0-E9A3-4733-BE13-E4624521CA12}" dt="2026-10-05T21:39:53.446" v="7658"/>
        <pc:sldMkLst>
          <pc:docMk/>
          <pc:sldMk cId="3291763904" sldId="2147474477"/>
        </pc:sldMkLst>
        <pc:spChg chg="mod">
          <ac:chgData name="Renan Chaves" userId="87d612b1-8fbc-4dfb-aeee-fef7412ff91a" providerId="ADAL" clId="{1B3D67D0-E9A3-4733-BE13-E4624521CA12}" dt="2026-10-05T21:39:53.446" v="7658"/>
          <ac:spMkLst>
            <pc:docMk/>
            <pc:sldMk cId="3291763904" sldId="2147474477"/>
            <ac:spMk id="5" creationId="{0EFCE758-0C3D-80FC-71D5-00070BC5DD70}"/>
          </ac:spMkLst>
        </pc:spChg>
        <pc:spChg chg="mod">
          <ac:chgData name="Renan Chaves" userId="87d612b1-8fbc-4dfb-aeee-fef7412ff91a" providerId="ADAL" clId="{1B3D67D0-E9A3-4733-BE13-E4624521CA12}" dt="2026-10-05T21:39:53.446" v="7658"/>
          <ac:spMkLst>
            <pc:docMk/>
            <pc:sldMk cId="3291763904" sldId="2147474477"/>
            <ac:spMk id="10" creationId="{DA04E7D7-E9F6-3710-A103-0A7F369545D6}"/>
          </ac:spMkLst>
        </pc:spChg>
        <pc:spChg chg="mod">
          <ac:chgData name="Renan Chaves" userId="87d612b1-8fbc-4dfb-aeee-fef7412ff91a" providerId="ADAL" clId="{1B3D67D0-E9A3-4733-BE13-E4624521CA12}" dt="2026-10-05T21:39:53.446" v="7658"/>
          <ac:spMkLst>
            <pc:docMk/>
            <pc:sldMk cId="3291763904" sldId="2147474477"/>
            <ac:spMk id="514" creationId="{77512C23-B24A-AB36-B90B-8B34D31D18B3}"/>
          </ac:spMkLst>
        </pc:spChg>
        <pc:spChg chg="mod">
          <ac:chgData name="Renan Chaves" userId="87d612b1-8fbc-4dfb-aeee-fef7412ff91a" providerId="ADAL" clId="{1B3D67D0-E9A3-4733-BE13-E4624521CA12}" dt="2026-10-05T21:39:53.446" v="7658"/>
          <ac:spMkLst>
            <pc:docMk/>
            <pc:sldMk cId="3291763904" sldId="2147474477"/>
            <ac:spMk id="572" creationId="{F28855F4-8282-DAA2-74A1-DF7E78063BE1}"/>
          </ac:spMkLst>
        </pc:spChg>
      </pc:sldChg>
      <pc:sldChg chg="addSp modSp mod">
        <pc:chgData name="Renan Chaves" userId="87d612b1-8fbc-4dfb-aeee-fef7412ff91a" providerId="ADAL" clId="{1B3D67D0-E9A3-4733-BE13-E4624521CA12}" dt="2026-10-05T21:38:40.827" v="7656" actId="20577"/>
        <pc:sldMkLst>
          <pc:docMk/>
          <pc:sldMk cId="2204530374" sldId="2147474481"/>
        </pc:sldMkLst>
        <pc:spChg chg="add mod">
          <ac:chgData name="Renan Chaves" userId="87d612b1-8fbc-4dfb-aeee-fef7412ff91a" providerId="ADAL" clId="{1B3D67D0-E9A3-4733-BE13-E4624521CA12}" dt="2026-10-05T21:37:43.153" v="7632" actId="1076"/>
          <ac:spMkLst>
            <pc:docMk/>
            <pc:sldMk cId="2204530374" sldId="2147474481"/>
            <ac:spMk id="5" creationId="{7A33A6FC-9D33-82D2-DA8F-EBA19C630A98}"/>
          </ac:spMkLst>
        </pc:spChg>
        <pc:spChg chg="mod">
          <ac:chgData name="Renan Chaves" userId="87d612b1-8fbc-4dfb-aeee-fef7412ff91a" providerId="ADAL" clId="{1B3D67D0-E9A3-4733-BE13-E4624521CA12}" dt="2026-10-05T21:28:43.721" v="7561" actId="14100"/>
          <ac:spMkLst>
            <pc:docMk/>
            <pc:sldMk cId="2204530374" sldId="2147474481"/>
            <ac:spMk id="7" creationId="{1F8D3368-B479-004F-57DA-B66641230010}"/>
          </ac:spMkLst>
        </pc:spChg>
        <pc:spChg chg="mod">
          <ac:chgData name="Renan Chaves" userId="87d612b1-8fbc-4dfb-aeee-fef7412ff91a" providerId="ADAL" clId="{1B3D67D0-E9A3-4733-BE13-E4624521CA12}" dt="2026-10-05T21:24:27.555" v="7519" actId="20577"/>
          <ac:spMkLst>
            <pc:docMk/>
            <pc:sldMk cId="2204530374" sldId="2147474481"/>
            <ac:spMk id="15" creationId="{63B41E64-DD4A-0262-F756-1F6B5C6217D6}"/>
          </ac:spMkLst>
        </pc:spChg>
        <pc:spChg chg="mod">
          <ac:chgData name="Renan Chaves" userId="87d612b1-8fbc-4dfb-aeee-fef7412ff91a" providerId="ADAL" clId="{1B3D67D0-E9A3-4733-BE13-E4624521CA12}" dt="2026-10-05T21:28:09.749" v="7551" actId="1076"/>
          <ac:spMkLst>
            <pc:docMk/>
            <pc:sldMk cId="2204530374" sldId="2147474481"/>
            <ac:spMk id="22" creationId="{80E8DEA2-1755-444C-F935-A395F896D424}"/>
          </ac:spMkLst>
        </pc:spChg>
        <pc:spChg chg="mod">
          <ac:chgData name="Renan Chaves" userId="87d612b1-8fbc-4dfb-aeee-fef7412ff91a" providerId="ADAL" clId="{1B3D67D0-E9A3-4733-BE13-E4624521CA12}" dt="2026-10-05T21:28:10.875" v="7552" actId="1076"/>
          <ac:spMkLst>
            <pc:docMk/>
            <pc:sldMk cId="2204530374" sldId="2147474481"/>
            <ac:spMk id="23" creationId="{843616AC-2181-F914-FC31-7962EE3967CC}"/>
          </ac:spMkLst>
        </pc:spChg>
        <pc:spChg chg="mod">
          <ac:chgData name="Renan Chaves" userId="87d612b1-8fbc-4dfb-aeee-fef7412ff91a" providerId="ADAL" clId="{1B3D67D0-E9A3-4733-BE13-E4624521CA12}" dt="2026-10-05T21:29:03.106" v="7567" actId="1076"/>
          <ac:spMkLst>
            <pc:docMk/>
            <pc:sldMk cId="2204530374" sldId="2147474481"/>
            <ac:spMk id="24" creationId="{B781ECC9-4FC2-4F21-B56C-4E70E4579EDA}"/>
          </ac:spMkLst>
        </pc:spChg>
        <pc:spChg chg="mod">
          <ac:chgData name="Renan Chaves" userId="87d612b1-8fbc-4dfb-aeee-fef7412ff91a" providerId="ADAL" clId="{1B3D67D0-E9A3-4733-BE13-E4624521CA12}" dt="2026-10-05T21:28:13.224" v="7554" actId="1076"/>
          <ac:spMkLst>
            <pc:docMk/>
            <pc:sldMk cId="2204530374" sldId="2147474481"/>
            <ac:spMk id="25" creationId="{D5D6264A-B955-8125-F7D8-E111566D7C70}"/>
          </ac:spMkLst>
        </pc:spChg>
        <pc:spChg chg="mod">
          <ac:chgData name="Renan Chaves" userId="87d612b1-8fbc-4dfb-aeee-fef7412ff91a" providerId="ADAL" clId="{1B3D67D0-E9A3-4733-BE13-E4624521CA12}" dt="2026-10-05T21:29:01.185" v="7566" actId="1076"/>
          <ac:spMkLst>
            <pc:docMk/>
            <pc:sldMk cId="2204530374" sldId="2147474481"/>
            <ac:spMk id="28" creationId="{A5ECEB0C-3BA1-48AF-5006-6053A98DE1AB}"/>
          </ac:spMkLst>
        </pc:spChg>
        <pc:spChg chg="mod">
          <ac:chgData name="Renan Chaves" userId="87d612b1-8fbc-4dfb-aeee-fef7412ff91a" providerId="ADAL" clId="{1B3D67D0-E9A3-4733-BE13-E4624521CA12}" dt="2026-10-05T21:38:34.559" v="7651" actId="20577"/>
          <ac:spMkLst>
            <pc:docMk/>
            <pc:sldMk cId="2204530374" sldId="2147474481"/>
            <ac:spMk id="34" creationId="{86AC9AF0-DAF7-109D-E7A9-4B3F988312C8}"/>
          </ac:spMkLst>
        </pc:spChg>
        <pc:spChg chg="mod">
          <ac:chgData name="Renan Chaves" userId="87d612b1-8fbc-4dfb-aeee-fef7412ff91a" providerId="ADAL" clId="{1B3D67D0-E9A3-4733-BE13-E4624521CA12}" dt="2026-10-05T21:38:40.827" v="7656" actId="20577"/>
          <ac:spMkLst>
            <pc:docMk/>
            <pc:sldMk cId="2204530374" sldId="2147474481"/>
            <ac:spMk id="36" creationId="{D0387D32-680E-E99D-2B30-CE6804F81121}"/>
          </ac:spMkLst>
        </pc:spChg>
        <pc:spChg chg="mod">
          <ac:chgData name="Renan Chaves" userId="87d612b1-8fbc-4dfb-aeee-fef7412ff91a" providerId="ADAL" clId="{1B3D67D0-E9A3-4733-BE13-E4624521CA12}" dt="2026-10-05T21:26:14.140" v="7524" actId="20577"/>
          <ac:spMkLst>
            <pc:docMk/>
            <pc:sldMk cId="2204530374" sldId="2147474481"/>
            <ac:spMk id="79" creationId="{F303BCDD-27C3-8911-C786-4D2EEC11DDB0}"/>
          </ac:spMkLst>
        </pc:spChg>
        <pc:spChg chg="mod">
          <ac:chgData name="Renan Chaves" userId="87d612b1-8fbc-4dfb-aeee-fef7412ff91a" providerId="ADAL" clId="{1B3D67D0-E9A3-4733-BE13-E4624521CA12}" dt="2026-10-05T21:26:18.081" v="7526" actId="20577"/>
          <ac:spMkLst>
            <pc:docMk/>
            <pc:sldMk cId="2204530374" sldId="2147474481"/>
            <ac:spMk id="81" creationId="{25A1F961-42BB-AA58-2998-31B72FAFA17F}"/>
          </ac:spMkLst>
        </pc:spChg>
        <pc:spChg chg="mod">
          <ac:chgData name="Renan Chaves" userId="87d612b1-8fbc-4dfb-aeee-fef7412ff91a" providerId="ADAL" clId="{1B3D67D0-E9A3-4733-BE13-E4624521CA12}" dt="2026-10-05T21:26:16.100" v="7525" actId="20577"/>
          <ac:spMkLst>
            <pc:docMk/>
            <pc:sldMk cId="2204530374" sldId="2147474481"/>
            <ac:spMk id="83" creationId="{86899E84-A9B2-B07F-EB8F-EA53950DEF9B}"/>
          </ac:spMkLst>
        </pc:spChg>
        <pc:graphicFrameChg chg="mod">
          <ac:chgData name="Renan Chaves" userId="87d612b1-8fbc-4dfb-aeee-fef7412ff91a" providerId="ADAL" clId="{1B3D67D0-E9A3-4733-BE13-E4624521CA12}" dt="2026-10-05T21:38:20.554" v="7646"/>
          <ac:graphicFrameMkLst>
            <pc:docMk/>
            <pc:sldMk cId="2204530374" sldId="2147474481"/>
            <ac:graphicFrameMk id="3" creationId="{00000000-0008-0000-0100-000005000000}"/>
          </ac:graphicFrameMkLst>
        </pc:graphicFrameChg>
      </pc:sldChg>
      <pc:sldChg chg="addSp delSp modSp mod">
        <pc:chgData name="Renan Chaves" userId="87d612b1-8fbc-4dfb-aeee-fef7412ff91a" providerId="ADAL" clId="{1B3D67D0-E9A3-4733-BE13-E4624521CA12}" dt="2026-10-05T21:23:55.332" v="7517"/>
        <pc:sldMkLst>
          <pc:docMk/>
          <pc:sldMk cId="1672634423" sldId="2147474483"/>
        </pc:sldMkLst>
        <pc:graphicFrameChg chg="add mod">
          <ac:chgData name="Renan Chaves" userId="87d612b1-8fbc-4dfb-aeee-fef7412ff91a" providerId="ADAL" clId="{1B3D67D0-E9A3-4733-BE13-E4624521CA12}" dt="2026-10-05T21:23:55.332" v="7517"/>
          <ac:graphicFrameMkLst>
            <pc:docMk/>
            <pc:sldMk cId="1672634423" sldId="2147474483"/>
            <ac:graphicFrameMk id="7" creationId="{9BDB515A-1F86-4604-93F1-EE287629D1FF}"/>
          </ac:graphicFrameMkLst>
        </pc:graphicFrameChg>
        <pc:picChg chg="del">
          <ac:chgData name="Renan Chaves" userId="87d612b1-8fbc-4dfb-aeee-fef7412ff91a" providerId="ADAL" clId="{1B3D67D0-E9A3-4733-BE13-E4624521CA12}" dt="2026-10-05T21:21:20.130" v="7493" actId="478"/>
          <ac:picMkLst>
            <pc:docMk/>
            <pc:sldMk cId="1672634423" sldId="2147474483"/>
            <ac:picMk id="17" creationId="{366124FD-F534-C066-9DCD-EC0947C57398}"/>
          </ac:picMkLst>
        </pc:picChg>
      </pc:sldChg>
      <pc:sldChg chg="modSp mod modShow">
        <pc:chgData name="Renan Chaves" userId="87d612b1-8fbc-4dfb-aeee-fef7412ff91a" providerId="ADAL" clId="{1B3D67D0-E9A3-4733-BE13-E4624521CA12}" dt="2026-10-05T21:39:32.869" v="7657" actId="729"/>
        <pc:sldMkLst>
          <pc:docMk/>
          <pc:sldMk cId="2959914505" sldId="2147474486"/>
        </pc:sldMkLst>
        <pc:spChg chg="mod">
          <ac:chgData name="Renan Chaves" userId="87d612b1-8fbc-4dfb-aeee-fef7412ff91a" providerId="ADAL" clId="{1B3D67D0-E9A3-4733-BE13-E4624521CA12}" dt="2026-10-05T20:36:33.936" v="7248" actId="14100"/>
          <ac:spMkLst>
            <pc:docMk/>
            <pc:sldMk cId="2959914505" sldId="2147474486"/>
            <ac:spMk id="4" creationId="{3B517027-9D4F-55B0-835D-B7CA1EFD4F38}"/>
          </ac:spMkLst>
        </pc:spChg>
      </pc:sldChg>
      <pc:sldChg chg="modSp mod">
        <pc:chgData name="Renan Chaves" userId="87d612b1-8fbc-4dfb-aeee-fef7412ff91a" providerId="ADAL" clId="{1B3D67D0-E9A3-4733-BE13-E4624521CA12}" dt="2026-10-05T21:21:03.278" v="7492" actId="20577"/>
        <pc:sldMkLst>
          <pc:docMk/>
          <pc:sldMk cId="2894192702" sldId="2147474497"/>
        </pc:sldMkLst>
        <pc:spChg chg="mod">
          <ac:chgData name="Renan Chaves" userId="87d612b1-8fbc-4dfb-aeee-fef7412ff91a" providerId="ADAL" clId="{1B3D67D0-E9A3-4733-BE13-E4624521CA12}" dt="2026-10-05T21:20:28.319" v="7482" actId="20577"/>
          <ac:spMkLst>
            <pc:docMk/>
            <pc:sldMk cId="2894192702" sldId="2147474497"/>
            <ac:spMk id="7" creationId="{19EA903C-3E46-72AA-634C-716CA06BF1E6}"/>
          </ac:spMkLst>
        </pc:spChg>
        <pc:spChg chg="mod">
          <ac:chgData name="Renan Chaves" userId="87d612b1-8fbc-4dfb-aeee-fef7412ff91a" providerId="ADAL" clId="{1B3D67D0-E9A3-4733-BE13-E4624521CA12}" dt="2026-10-05T21:20:31.277" v="7484" actId="20577"/>
          <ac:spMkLst>
            <pc:docMk/>
            <pc:sldMk cId="2894192702" sldId="2147474497"/>
            <ac:spMk id="8" creationId="{E053DB6C-B55F-C682-92F9-2BB41B8A6396}"/>
          </ac:spMkLst>
        </pc:spChg>
        <pc:spChg chg="mod">
          <ac:chgData name="Renan Chaves" userId="87d612b1-8fbc-4dfb-aeee-fef7412ff91a" providerId="ADAL" clId="{1B3D67D0-E9A3-4733-BE13-E4624521CA12}" dt="2026-10-05T21:20:34.497" v="7485" actId="20577"/>
          <ac:spMkLst>
            <pc:docMk/>
            <pc:sldMk cId="2894192702" sldId="2147474497"/>
            <ac:spMk id="9" creationId="{27C72CF8-532C-85C1-FCBD-655C38AA1EBB}"/>
          </ac:spMkLst>
        </pc:spChg>
        <pc:spChg chg="mod">
          <ac:chgData name="Renan Chaves" userId="87d612b1-8fbc-4dfb-aeee-fef7412ff91a" providerId="ADAL" clId="{1B3D67D0-E9A3-4733-BE13-E4624521CA12}" dt="2026-10-05T21:21:03.278" v="7492" actId="20577"/>
          <ac:spMkLst>
            <pc:docMk/>
            <pc:sldMk cId="2894192702" sldId="2147474497"/>
            <ac:spMk id="12" creationId="{89E4BCD9-8E6E-DBD2-083A-DE910AAE0F2C}"/>
          </ac:spMkLst>
        </pc:spChg>
        <pc:spChg chg="mod">
          <ac:chgData name="Renan Chaves" userId="87d612b1-8fbc-4dfb-aeee-fef7412ff91a" providerId="ADAL" clId="{1B3D67D0-E9A3-4733-BE13-E4624521CA12}" dt="2026-10-05T21:20:53.224" v="7486" actId="20577"/>
          <ac:spMkLst>
            <pc:docMk/>
            <pc:sldMk cId="2894192702" sldId="2147474497"/>
            <ac:spMk id="13" creationId="{504C3BAF-7757-43C8-69F2-AC54A4F644F0}"/>
          </ac:spMkLst>
        </pc:spChg>
      </pc:sldChg>
      <pc:sldChg chg="addSp delSp modSp mod">
        <pc:chgData name="Renan Chaves" userId="87d612b1-8fbc-4dfb-aeee-fef7412ff91a" providerId="ADAL" clId="{1B3D67D0-E9A3-4733-BE13-E4624521CA12}" dt="2026-10-05T21:19:32.492" v="7480" actId="207"/>
        <pc:sldMkLst>
          <pc:docMk/>
          <pc:sldMk cId="3622793587" sldId="2147474510"/>
        </pc:sldMkLst>
        <pc:spChg chg="mod">
          <ac:chgData name="Renan Chaves" userId="87d612b1-8fbc-4dfb-aeee-fef7412ff91a" providerId="ADAL" clId="{1B3D67D0-E9A3-4733-BE13-E4624521CA12}" dt="2026-10-05T21:16:39.163" v="7456" actId="555"/>
          <ac:spMkLst>
            <pc:docMk/>
            <pc:sldMk cId="3622793587" sldId="2147474510"/>
            <ac:spMk id="6" creationId="{B0CED3EE-1E18-5F3A-745D-E6EB073B59A6}"/>
          </ac:spMkLst>
        </pc:spChg>
        <pc:spChg chg="add mod">
          <ac:chgData name="Renan Chaves" userId="87d612b1-8fbc-4dfb-aeee-fef7412ff91a" providerId="ADAL" clId="{1B3D67D0-E9A3-4733-BE13-E4624521CA12}" dt="2026-10-05T21:16:39.163" v="7456" actId="555"/>
          <ac:spMkLst>
            <pc:docMk/>
            <pc:sldMk cId="3622793587" sldId="2147474510"/>
            <ac:spMk id="7" creationId="{009D09F8-EE7D-6405-3792-2C595DF2A40A}"/>
          </ac:spMkLst>
        </pc:spChg>
        <pc:spChg chg="mod">
          <ac:chgData name="Renan Chaves" userId="87d612b1-8fbc-4dfb-aeee-fef7412ff91a" providerId="ADAL" clId="{1B3D67D0-E9A3-4733-BE13-E4624521CA12}" dt="2026-10-05T21:16:30.747" v="7454" actId="1076"/>
          <ac:spMkLst>
            <pc:docMk/>
            <pc:sldMk cId="3622793587" sldId="2147474510"/>
            <ac:spMk id="17" creationId="{F022E3FF-83B8-4062-2972-589BC576C15F}"/>
          </ac:spMkLst>
        </pc:spChg>
        <pc:spChg chg="mod">
          <ac:chgData name="Renan Chaves" userId="87d612b1-8fbc-4dfb-aeee-fef7412ff91a" providerId="ADAL" clId="{1B3D67D0-E9A3-4733-BE13-E4624521CA12}" dt="2026-10-05T21:16:39.163" v="7456" actId="555"/>
          <ac:spMkLst>
            <pc:docMk/>
            <pc:sldMk cId="3622793587" sldId="2147474510"/>
            <ac:spMk id="19" creationId="{12084810-DFE2-4E07-8031-B18B48A37205}"/>
          </ac:spMkLst>
        </pc:spChg>
        <pc:spChg chg="mod">
          <ac:chgData name="Renan Chaves" userId="87d612b1-8fbc-4dfb-aeee-fef7412ff91a" providerId="ADAL" clId="{1B3D67D0-E9A3-4733-BE13-E4624521CA12}" dt="2026-10-05T21:16:39.163" v="7456" actId="555"/>
          <ac:spMkLst>
            <pc:docMk/>
            <pc:sldMk cId="3622793587" sldId="2147474510"/>
            <ac:spMk id="21" creationId="{88846B57-4744-C0AC-9D36-446252ACE03B}"/>
          </ac:spMkLst>
        </pc:spChg>
        <pc:spChg chg="mod">
          <ac:chgData name="Renan Chaves" userId="87d612b1-8fbc-4dfb-aeee-fef7412ff91a" providerId="ADAL" clId="{1B3D67D0-E9A3-4733-BE13-E4624521CA12}" dt="2026-10-05T21:16:39.163" v="7456" actId="555"/>
          <ac:spMkLst>
            <pc:docMk/>
            <pc:sldMk cId="3622793587" sldId="2147474510"/>
            <ac:spMk id="23" creationId="{5BD199F5-F3B4-33F4-A626-16EAAF7F1B4C}"/>
          </ac:spMkLst>
        </pc:spChg>
        <pc:spChg chg="mod">
          <ac:chgData name="Renan Chaves" userId="87d612b1-8fbc-4dfb-aeee-fef7412ff91a" providerId="ADAL" clId="{1B3D67D0-E9A3-4733-BE13-E4624521CA12}" dt="2026-10-05T21:16:39.163" v="7456" actId="555"/>
          <ac:spMkLst>
            <pc:docMk/>
            <pc:sldMk cId="3622793587" sldId="2147474510"/>
            <ac:spMk id="25" creationId="{1E78AA62-D673-CB83-E3F4-769AFE3817CF}"/>
          </ac:spMkLst>
        </pc:spChg>
        <pc:spChg chg="mod">
          <ac:chgData name="Renan Chaves" userId="87d612b1-8fbc-4dfb-aeee-fef7412ff91a" providerId="ADAL" clId="{1B3D67D0-E9A3-4733-BE13-E4624521CA12}" dt="2026-10-05T21:16:39.163" v="7456" actId="555"/>
          <ac:spMkLst>
            <pc:docMk/>
            <pc:sldMk cId="3622793587" sldId="2147474510"/>
            <ac:spMk id="27" creationId="{195192B0-E153-5292-296D-39C64E5FE028}"/>
          </ac:spMkLst>
        </pc:spChg>
        <pc:spChg chg="mod">
          <ac:chgData name="Renan Chaves" userId="87d612b1-8fbc-4dfb-aeee-fef7412ff91a" providerId="ADAL" clId="{1B3D67D0-E9A3-4733-BE13-E4624521CA12}" dt="2026-10-05T21:16:35.868" v="7455" actId="408"/>
          <ac:spMkLst>
            <pc:docMk/>
            <pc:sldMk cId="3622793587" sldId="2147474510"/>
            <ac:spMk id="29" creationId="{D41C489C-7958-E724-F88B-01D187F76E02}"/>
          </ac:spMkLst>
        </pc:spChg>
        <pc:spChg chg="mod">
          <ac:chgData name="Renan Chaves" userId="87d612b1-8fbc-4dfb-aeee-fef7412ff91a" providerId="ADAL" clId="{1B3D67D0-E9A3-4733-BE13-E4624521CA12}" dt="2026-10-05T21:16:39.163" v="7456" actId="555"/>
          <ac:spMkLst>
            <pc:docMk/>
            <pc:sldMk cId="3622793587" sldId="2147474510"/>
            <ac:spMk id="31" creationId="{A8A0B675-1548-9320-DAE8-620BED5CCC6E}"/>
          </ac:spMkLst>
        </pc:spChg>
        <pc:spChg chg="mod">
          <ac:chgData name="Renan Chaves" userId="87d612b1-8fbc-4dfb-aeee-fef7412ff91a" providerId="ADAL" clId="{1B3D67D0-E9A3-4733-BE13-E4624521CA12}" dt="2026-10-05T21:16:39.163" v="7456" actId="555"/>
          <ac:spMkLst>
            <pc:docMk/>
            <pc:sldMk cId="3622793587" sldId="2147474510"/>
            <ac:spMk id="33" creationId="{AD03F0C0-754A-86B2-CB8A-72E67632EF1F}"/>
          </ac:spMkLst>
        </pc:spChg>
        <pc:spChg chg="mod">
          <ac:chgData name="Renan Chaves" userId="87d612b1-8fbc-4dfb-aeee-fef7412ff91a" providerId="ADAL" clId="{1B3D67D0-E9A3-4733-BE13-E4624521CA12}" dt="2026-10-05T21:16:39.163" v="7456" actId="555"/>
          <ac:spMkLst>
            <pc:docMk/>
            <pc:sldMk cId="3622793587" sldId="2147474510"/>
            <ac:spMk id="35" creationId="{F0088A79-9508-1F39-E59C-4BB068865C0F}"/>
          </ac:spMkLst>
        </pc:spChg>
        <pc:spChg chg="mod">
          <ac:chgData name="Renan Chaves" userId="87d612b1-8fbc-4dfb-aeee-fef7412ff91a" providerId="ADAL" clId="{1B3D67D0-E9A3-4733-BE13-E4624521CA12}" dt="2026-10-05T21:16:35.868" v="7455" actId="408"/>
          <ac:spMkLst>
            <pc:docMk/>
            <pc:sldMk cId="3622793587" sldId="2147474510"/>
            <ac:spMk id="36" creationId="{86465756-2929-E026-4B73-EF23399755FE}"/>
          </ac:spMkLst>
        </pc:spChg>
        <pc:spChg chg="mod">
          <ac:chgData name="Renan Chaves" userId="87d612b1-8fbc-4dfb-aeee-fef7412ff91a" providerId="ADAL" clId="{1B3D67D0-E9A3-4733-BE13-E4624521CA12}" dt="2026-10-05T21:17:43.953" v="7461" actId="20577"/>
          <ac:spMkLst>
            <pc:docMk/>
            <pc:sldMk cId="3622793587" sldId="2147474510"/>
            <ac:spMk id="618" creationId="{131D9EAA-B0F6-B0B8-C9F4-8E69C5F1CB77}"/>
          </ac:spMkLst>
        </pc:spChg>
        <pc:graphicFrameChg chg="add mod ord">
          <ac:chgData name="Renan Chaves" userId="87d612b1-8fbc-4dfb-aeee-fef7412ff91a" providerId="ADAL" clId="{1B3D67D0-E9A3-4733-BE13-E4624521CA12}" dt="2026-10-05T21:17:16.879" v="7457" actId="208"/>
          <ac:graphicFrameMkLst>
            <pc:docMk/>
            <pc:sldMk cId="3622793587" sldId="2147474510"/>
            <ac:graphicFrameMk id="3" creationId="{00000000-0008-0000-0000-000002000000}"/>
          </ac:graphicFrameMkLst>
        </pc:graphicFrameChg>
        <pc:graphicFrameChg chg="del">
          <ac:chgData name="Renan Chaves" userId="87d612b1-8fbc-4dfb-aeee-fef7412ff91a" providerId="ADAL" clId="{1B3D67D0-E9A3-4733-BE13-E4624521CA12}" dt="2026-10-05T21:15:53.716" v="7438" actId="478"/>
          <ac:graphicFrameMkLst>
            <pc:docMk/>
            <pc:sldMk cId="3622793587" sldId="2147474510"/>
            <ac:graphicFrameMk id="4" creationId="{00000000-0008-0000-0000-000002000000}"/>
          </ac:graphicFrameMkLst>
        </pc:graphicFrameChg>
        <pc:graphicFrameChg chg="mod modGraphic">
          <ac:chgData name="Renan Chaves" userId="87d612b1-8fbc-4dfb-aeee-fef7412ff91a" providerId="ADAL" clId="{1B3D67D0-E9A3-4733-BE13-E4624521CA12}" dt="2026-10-05T21:19:32.492" v="7480" actId="207"/>
          <ac:graphicFrameMkLst>
            <pc:docMk/>
            <pc:sldMk cId="3622793587" sldId="2147474510"/>
            <ac:graphicFrameMk id="5" creationId="{2E9B5FE6-8FD8-8D90-695B-B0D29FF30D4A}"/>
          </ac:graphicFrameMkLst>
        </pc:graphicFrameChg>
        <pc:graphicFrameChg chg="modGraphic">
          <ac:chgData name="Renan Chaves" userId="87d612b1-8fbc-4dfb-aeee-fef7412ff91a" providerId="ADAL" clId="{1B3D67D0-E9A3-4733-BE13-E4624521CA12}" dt="2026-10-05T21:18:54.502" v="7473" actId="20577"/>
          <ac:graphicFrameMkLst>
            <pc:docMk/>
            <pc:sldMk cId="3622793587" sldId="2147474510"/>
            <ac:graphicFrameMk id="636" creationId="{7D1B4A28-3FFA-93AB-F9EF-3ED25EFD188B}"/>
          </ac:graphicFrameMkLst>
        </pc:graphicFrameChg>
      </pc:sldChg>
      <pc:sldChg chg="modSp mod">
        <pc:chgData name="Renan Chaves" userId="87d612b1-8fbc-4dfb-aeee-fef7412ff91a" providerId="ADAL" clId="{1B3D67D0-E9A3-4733-BE13-E4624521CA12}" dt="2026-10-05T19:23:24.800" v="7103" actId="18131"/>
        <pc:sldMkLst>
          <pc:docMk/>
          <pc:sldMk cId="183070790" sldId="2147474514"/>
        </pc:sldMkLst>
        <pc:spChg chg="mod modCrop">
          <ac:chgData name="Renan Chaves" userId="87d612b1-8fbc-4dfb-aeee-fef7412ff91a" providerId="ADAL" clId="{1B3D67D0-E9A3-4733-BE13-E4624521CA12}" dt="2026-10-05T19:23:24.800" v="7103" actId="18131"/>
          <ac:spMkLst>
            <pc:docMk/>
            <pc:sldMk cId="183070790" sldId="2147474514"/>
            <ac:spMk id="16" creationId="{6E0E1889-3DE3-E828-E377-F57B297EB3DB}"/>
          </ac:spMkLst>
        </pc:spChg>
      </pc:sldChg>
      <pc:sldChg chg="modSp mod">
        <pc:chgData name="Renan Chaves" userId="87d612b1-8fbc-4dfb-aeee-fef7412ff91a" providerId="ADAL" clId="{1B3D67D0-E9A3-4733-BE13-E4624521CA12}" dt="2026-10-05T14:35:12.064" v="7087" actId="20577"/>
        <pc:sldMkLst>
          <pc:docMk/>
          <pc:sldMk cId="1605975913" sldId="2147474533"/>
        </pc:sldMkLst>
        <pc:spChg chg="mod">
          <ac:chgData name="Renan Chaves" userId="87d612b1-8fbc-4dfb-aeee-fef7412ff91a" providerId="ADAL" clId="{1B3D67D0-E9A3-4733-BE13-E4624521CA12}" dt="2026-10-05T14:35:12.064" v="7087" actId="20577"/>
          <ac:spMkLst>
            <pc:docMk/>
            <pc:sldMk cId="1605975913" sldId="2147474533"/>
            <ac:spMk id="33" creationId="{D7CCF729-3F3F-304E-4496-0ED828696854}"/>
          </ac:spMkLst>
        </pc:spChg>
        <pc:spChg chg="mod">
          <ac:chgData name="Renan Chaves" userId="87d612b1-8fbc-4dfb-aeee-fef7412ff91a" providerId="ADAL" clId="{1B3D67D0-E9A3-4733-BE13-E4624521CA12}" dt="2026-10-05T14:35:07.245" v="7086" actId="5793"/>
          <ac:spMkLst>
            <pc:docMk/>
            <pc:sldMk cId="1605975913" sldId="2147474533"/>
            <ac:spMk id="34" creationId="{8B4E48BF-2B0E-BB3F-7D7C-74CED1B99786}"/>
          </ac:spMkLst>
        </pc:spChg>
      </pc:sldChg>
      <pc:sldChg chg="addSp delSp modSp del mod">
        <pc:chgData name="Renan Chaves" userId="87d612b1-8fbc-4dfb-aeee-fef7412ff91a" providerId="ADAL" clId="{1B3D67D0-E9A3-4733-BE13-E4624521CA12}" dt="2026-10-05T21:09:50.399" v="7429" actId="47"/>
        <pc:sldMkLst>
          <pc:docMk/>
          <pc:sldMk cId="3711561425" sldId="2147474669"/>
        </pc:sldMkLst>
        <pc:spChg chg="mod">
          <ac:chgData name="Renan Chaves" userId="87d612b1-8fbc-4dfb-aeee-fef7412ff91a" providerId="ADAL" clId="{1B3D67D0-E9A3-4733-BE13-E4624521CA12}" dt="2026-10-05T14:44:42.774" v="7091" actId="1076"/>
          <ac:spMkLst>
            <pc:docMk/>
            <pc:sldMk cId="3711561425" sldId="2147474669"/>
            <ac:spMk id="15" creationId="{7E9F3235-7449-1B06-D663-86A82DFE2E8F}"/>
          </ac:spMkLst>
        </pc:spChg>
        <pc:picChg chg="add del">
          <ac:chgData name="Renan Chaves" userId="87d612b1-8fbc-4dfb-aeee-fef7412ff91a" providerId="ADAL" clId="{1B3D67D0-E9A3-4733-BE13-E4624521CA12}" dt="2026-10-05T21:06:06.024" v="7389" actId="21"/>
          <ac:picMkLst>
            <pc:docMk/>
            <pc:sldMk cId="3711561425" sldId="2147474669"/>
            <ac:picMk id="4" creationId="{1414A6AB-B201-54D8-47AF-492A12E73000}"/>
          </ac:picMkLst>
        </pc:picChg>
        <pc:picChg chg="add del">
          <ac:chgData name="Renan Chaves" userId="87d612b1-8fbc-4dfb-aeee-fef7412ff91a" providerId="ADAL" clId="{1B3D67D0-E9A3-4733-BE13-E4624521CA12}" dt="2026-10-05T21:06:51.904" v="7391" actId="22"/>
          <ac:picMkLst>
            <pc:docMk/>
            <pc:sldMk cId="3711561425" sldId="2147474669"/>
            <ac:picMk id="6" creationId="{579579D4-393D-3D22-C31A-4978549D23A4}"/>
          </ac:picMkLst>
        </pc:picChg>
        <pc:picChg chg="add del">
          <ac:chgData name="Renan Chaves" userId="87d612b1-8fbc-4dfb-aeee-fef7412ff91a" providerId="ADAL" clId="{1B3D67D0-E9A3-4733-BE13-E4624521CA12}" dt="2026-10-05T21:06:59.459" v="7393" actId="22"/>
          <ac:picMkLst>
            <pc:docMk/>
            <pc:sldMk cId="3711561425" sldId="2147474669"/>
            <ac:picMk id="8" creationId="{06DC999E-E9CE-28EA-5E9B-FE9766CF5657}"/>
          </ac:picMkLst>
        </pc:picChg>
      </pc:sldChg>
      <pc:sldChg chg="modSp">
        <pc:chgData name="Renan Chaves" userId="87d612b1-8fbc-4dfb-aeee-fef7412ff91a" providerId="ADAL" clId="{1B3D67D0-E9A3-4733-BE13-E4624521CA12}" dt="2026-10-05T21:09:29.043" v="7426"/>
        <pc:sldMkLst>
          <pc:docMk/>
          <pc:sldMk cId="2145287626" sldId="2147474685"/>
        </pc:sldMkLst>
        <pc:spChg chg="mod">
          <ac:chgData name="Renan Chaves" userId="87d612b1-8fbc-4dfb-aeee-fef7412ff91a" providerId="ADAL" clId="{1B3D67D0-E9A3-4733-BE13-E4624521CA12}" dt="2026-10-05T21:09:29.043" v="7426"/>
          <ac:spMkLst>
            <pc:docMk/>
            <pc:sldMk cId="2145287626" sldId="2147474685"/>
            <ac:spMk id="20" creationId="{F38BCAD8-E16E-1772-DB7A-D8BB9BFC4A24}"/>
          </ac:spMkLst>
        </pc:spChg>
      </pc:sldChg>
      <pc:sldMasterChg chg="delSldLayout">
        <pc:chgData name="Renan Chaves" userId="87d612b1-8fbc-4dfb-aeee-fef7412ff91a" providerId="ADAL" clId="{1B3D67D0-E9A3-4733-BE13-E4624521CA12}" dt="2026-10-05T21:09:50.399" v="7429" actId="47"/>
        <pc:sldMasterMkLst>
          <pc:docMk/>
          <pc:sldMasterMk cId="726675075" sldId="2147483660"/>
        </pc:sldMasterMkLst>
        <pc:sldLayoutChg chg="del">
          <pc:chgData name="Renan Chaves" userId="87d612b1-8fbc-4dfb-aeee-fef7412ff91a" providerId="ADAL" clId="{1B3D67D0-E9A3-4733-BE13-E4624521CA12}" dt="2026-10-05T21:09:50.399" v="7429" actId="47"/>
          <pc:sldLayoutMkLst>
            <pc:docMk/>
            <pc:sldMasterMk cId="726675075" sldId="2147483660"/>
            <pc:sldLayoutMk cId="3567180658" sldId="2147484846"/>
          </pc:sldLayoutMkLst>
        </pc:sldLayout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https://tiviocapital.sharepoint.com/sites/comercial-inteligencia/Documentos%20Compartilhados/Comunica&#231;&#227;o%20&amp;%20Marketing/Editing/Distribui&#231;&#227;o/Conex&#227;o%20Bradesco/ref/Bradesco%20Tivio%20HG30%20-%20Conexao%20Tivio%20ALT%20180.xlsx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https://tiviocapital-my.sharepoint.com/personal/renan_chaves_tivio_com/Documents/Documentos/_editing/projetos/_Templates%20-%20Relat&#243;rios/C&amp;M%20Hub/atualizar/dados_mensais.xlsx" TargetMode="Externa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oleObject" Target="https://tiviocapital.sharepoint.com/sites/comercial-inteligencia/Documentos%20Compartilhados/Comunica&#231;&#227;o%20&amp;%20Marketing/Editing/Distribui&#231;&#227;o/Conex&#227;o%20Bradesco/ref/Bradesco%20Tivio%20HG30%20-%20Conexao%20Tivio%20ALT%20180.xlsx" TargetMode="External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themeOverride" Target="../theme/themeOverride1.xml"/><Relationship Id="rId4" Type="http://schemas.openxmlformats.org/officeDocument/2006/relationships/oleObject" Target="https://tiviocapital.sharepoint.com/sites/comercial-inteligencia/Documentos%20Compartilhados/Comunica&#231;&#227;o%20&amp;%20Marketing/Editing/Distribui&#231;&#227;o/Conex&#227;o%20Bradesco/ref/Bradesco%20Tivio%20HG30%20-%20Conexao%20Tivio%20ALT%20180.xlsx" TargetMode="External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themeOverride" Target="../theme/themeOverride2.xml"/><Relationship Id="rId4" Type="http://schemas.openxmlformats.org/officeDocument/2006/relationships/package" Target="../embeddings/Microsoft_Excel_Worksheet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oleObject" Target="file:///C:\Users\GabrielFiorilli\Downloads\Fechamento%20Set%202026\carteiras_mkt_v2.xlsx" TargetMode="External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oleObject" Target="file:///C:\Users\GabrielFiorilli\Downloads\Fechamento%20Set%202026\carteiras_mkt_v2.xlsx" TargetMode="External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oleObject" Target="https://tiviocapital.sharepoint.com/sites/comercial-inteligencia/Documentos%20Compartilhados/Comunica&#231;&#227;o%20&amp;%20Marketing/Editing/Cr&#233;dito/Cr&#233;dito%20-%20High%20Grade/Relat&#243;rio%20de%20gest&#227;o/00_Atual/ref/HGD30.xlsx" TargetMode="External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themeOverride" Target="../theme/themeOverride3.xml"/><Relationship Id="rId4" Type="http://schemas.openxmlformats.org/officeDocument/2006/relationships/package" Target="../embeddings/Microsoft_Excel_Worksheet1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themeOverride" Target="../theme/themeOverride4.xml"/><Relationship Id="rId4" Type="http://schemas.openxmlformats.org/officeDocument/2006/relationships/package" Target="../embeddings/Microsoft_Excel_Worksheet2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themeOverride" Target="../theme/themeOverride5.xml"/><Relationship Id="rId4" Type="http://schemas.openxmlformats.org/officeDocument/2006/relationships/oleObject" Target="https://tiviocapital.sharepoint.com/sites/comercial-inteligencia/Documentos%20Compartilhados/Comunica&#231;&#227;o%20&amp;%20Marketing/Editing/Distribui&#231;&#227;o/Conex&#227;o%20Bradesco/ref/Bradesco%20Tivio%20HG30%20-%20Conexao%20Tivio%20ALT%20180.xlsx" TargetMode="External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themeOverride" Target="../theme/themeOverride6.xml"/><Relationship Id="rId4" Type="http://schemas.openxmlformats.org/officeDocument/2006/relationships/oleObject" Target="https://tiviocapital.sharepoint.com/sites/comercial-inteligencia/Documentos%20Compartilhados/Comunica&#231;&#227;o%20&amp;%20Marketing/Editing/Distribui&#231;&#227;o/Conex&#227;o%20Bradesco/ref/Bradesco%20Tivio%20HG30%20-%20Conexao%20Tivio%20ALT%20180.xlsx" TargetMode="External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Relationship Id="rId2" Type="http://schemas.openxmlformats.org/officeDocument/2006/relationships/chartUserShapes" Target="../drawings/drawing1.xml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oleObject" Target="file:///C:\Users\VictorCiobanDosSanto\Downloads\Series_16_12_2024_16_02_37.xlsx" TargetMode="External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oleObject" Target="file:///C:\Users\RenanChaves\Downloads\graficos%20ppt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9.3567251461988299E-2"/>
          <c:w val="1"/>
          <c:h val="0.821668922963576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'[Bradesco Tivio HG30 - Conexao Tivio ALT 180.xlsx]Conexão ALT 180'!$B$3</c:f>
              <c:strCache>
                <c:ptCount val="1"/>
                <c:pt idx="0">
                  <c:v>Fundo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Versos Light" panose="020B04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'[Bradesco Tivio HG30 - Conexao Tivio ALT 180.xlsx]Conexão ALT 180'!$C$2:$O$2</c:f>
              <c:numCache>
                <c:formatCode>mmm\-yy</c:formatCode>
                <c:ptCount val="13"/>
                <c:pt idx="0">
                  <c:v>46266</c:v>
                </c:pt>
                <c:pt idx="1">
                  <c:v>46235</c:v>
                </c:pt>
                <c:pt idx="2">
                  <c:v>46204</c:v>
                </c:pt>
                <c:pt idx="3">
                  <c:v>46174</c:v>
                </c:pt>
                <c:pt idx="4">
                  <c:v>46143</c:v>
                </c:pt>
                <c:pt idx="5">
                  <c:v>46113</c:v>
                </c:pt>
                <c:pt idx="6">
                  <c:v>46082</c:v>
                </c:pt>
                <c:pt idx="7">
                  <c:v>46054</c:v>
                </c:pt>
                <c:pt idx="8">
                  <c:v>46023</c:v>
                </c:pt>
                <c:pt idx="9">
                  <c:v>45992</c:v>
                </c:pt>
                <c:pt idx="10">
                  <c:v>45962</c:v>
                </c:pt>
                <c:pt idx="11">
                  <c:v>45931</c:v>
                </c:pt>
                <c:pt idx="12">
                  <c:v>45901</c:v>
                </c:pt>
              </c:numCache>
            </c:numRef>
          </c:cat>
          <c:val>
            <c:numRef>
              <c:f>'[Bradesco Tivio HG30 - Conexao Tivio ALT 180.xlsx]Conexão ALT 180'!$C$3:$O$3</c:f>
              <c:numCache>
                <c:formatCode>General</c:formatCode>
                <c:ptCount val="13"/>
                <c:pt idx="0">
                  <c:v>1.26</c:v>
                </c:pt>
                <c:pt idx="1">
                  <c:v>1.28</c:v>
                </c:pt>
                <c:pt idx="2">
                  <c:v>1.47</c:v>
                </c:pt>
                <c:pt idx="3">
                  <c:v>1.31</c:v>
                </c:pt>
                <c:pt idx="4">
                  <c:v>1.21</c:v>
                </c:pt>
                <c:pt idx="5">
                  <c:v>1.19</c:v>
                </c:pt>
                <c:pt idx="6">
                  <c:v>1.25</c:v>
                </c:pt>
                <c:pt idx="7">
                  <c:v>1.07</c:v>
                </c:pt>
                <c:pt idx="8">
                  <c:v>1.51</c:v>
                </c:pt>
                <c:pt idx="9">
                  <c:v>1.64</c:v>
                </c:pt>
                <c:pt idx="10">
                  <c:v>1.21</c:v>
                </c:pt>
                <c:pt idx="11">
                  <c:v>1.59</c:v>
                </c:pt>
                <c:pt idx="12">
                  <c:v>1.54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7D-4586-82B4-C31B1FFB271F}"/>
            </c:ext>
          </c:extLst>
        </c:ser>
        <c:ser>
          <c:idx val="1"/>
          <c:order val="1"/>
          <c:tx>
            <c:strRef>
              <c:f>'[Bradesco Tivio HG30 - Conexao Tivio ALT 180.xlsx]Conexão ALT 180'!$B$4</c:f>
              <c:strCache>
                <c:ptCount val="1"/>
                <c:pt idx="0">
                  <c:v>CDI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Versos Light" panose="020B04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'[Bradesco Tivio HG30 - Conexao Tivio ALT 180.xlsx]Conexão ALT 180'!$C$2:$O$2</c:f>
              <c:numCache>
                <c:formatCode>mmm\-yy</c:formatCode>
                <c:ptCount val="13"/>
                <c:pt idx="0">
                  <c:v>46266</c:v>
                </c:pt>
                <c:pt idx="1">
                  <c:v>46235</c:v>
                </c:pt>
                <c:pt idx="2">
                  <c:v>46204</c:v>
                </c:pt>
                <c:pt idx="3">
                  <c:v>46174</c:v>
                </c:pt>
                <c:pt idx="4">
                  <c:v>46143</c:v>
                </c:pt>
                <c:pt idx="5">
                  <c:v>46113</c:v>
                </c:pt>
                <c:pt idx="6">
                  <c:v>46082</c:v>
                </c:pt>
                <c:pt idx="7">
                  <c:v>46054</c:v>
                </c:pt>
                <c:pt idx="8">
                  <c:v>46023</c:v>
                </c:pt>
                <c:pt idx="9">
                  <c:v>45992</c:v>
                </c:pt>
                <c:pt idx="10">
                  <c:v>45962</c:v>
                </c:pt>
                <c:pt idx="11">
                  <c:v>45931</c:v>
                </c:pt>
                <c:pt idx="12">
                  <c:v>45901</c:v>
                </c:pt>
              </c:numCache>
            </c:numRef>
          </c:cat>
          <c:val>
            <c:numRef>
              <c:f>'[Bradesco Tivio HG30 - Conexao Tivio ALT 180.xlsx]Conexão ALT 180'!$C$4:$O$4</c:f>
              <c:numCache>
                <c:formatCode>General</c:formatCode>
                <c:ptCount val="13"/>
                <c:pt idx="0">
                  <c:v>1.08</c:v>
                </c:pt>
                <c:pt idx="1">
                  <c:v>1.0900000000000001</c:v>
                </c:pt>
                <c:pt idx="2">
                  <c:v>1.22</c:v>
                </c:pt>
                <c:pt idx="3">
                  <c:v>1.1000000000000001</c:v>
                </c:pt>
                <c:pt idx="4">
                  <c:v>1.07</c:v>
                </c:pt>
                <c:pt idx="5">
                  <c:v>1.0900000000000001</c:v>
                </c:pt>
                <c:pt idx="6">
                  <c:v>1.21</c:v>
                </c:pt>
                <c:pt idx="7">
                  <c:v>1</c:v>
                </c:pt>
                <c:pt idx="8">
                  <c:v>1.1599999999999999</c:v>
                </c:pt>
                <c:pt idx="9">
                  <c:v>1.22</c:v>
                </c:pt>
                <c:pt idx="10">
                  <c:v>1.05</c:v>
                </c:pt>
                <c:pt idx="11">
                  <c:v>1.28</c:v>
                </c:pt>
                <c:pt idx="12">
                  <c:v>1.22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7D-4586-82B4-C31B1FFB271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47683583"/>
        <c:axId val="1747691743"/>
      </c:barChart>
      <c:dateAx>
        <c:axId val="1747683583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 Light" panose="020B0403020204030204" pitchFamily="34" charset="0"/>
                <a:ea typeface="+mn-ea"/>
                <a:cs typeface="+mn-cs"/>
              </a:defRPr>
            </a:pPr>
            <a:endParaRPr lang="pt-BR"/>
          </a:p>
        </c:txPr>
        <c:crossAx val="1747691743"/>
        <c:crosses val="autoZero"/>
        <c:auto val="1"/>
        <c:lblOffset val="100"/>
        <c:baseTimeUnit val="months"/>
      </c:dateAx>
      <c:valAx>
        <c:axId val="174769174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47683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205818022747154E-3"/>
          <c:y val="4.0930146889533127E-3"/>
          <c:w val="0.99879418197725289"/>
          <c:h val="7.89479209835612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Versos Light" panose="020B0403020204030204" pitchFamily="34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>
          <a:solidFill>
            <a:schemeClr val="bg1"/>
          </a:solidFill>
          <a:latin typeface="Versos Light" panose="020B0403020204030204" pitchFamily="34" charset="0"/>
        </a:defRPr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236354612666765"/>
          <c:y val="2.7183328549238515E-2"/>
          <c:w val="0.60054714109574148"/>
          <c:h val="0.94572178194963752"/>
        </c:manualLayout>
      </c:layout>
      <c:barChart>
        <c:barDir val="bar"/>
        <c:grouping val="clustered"/>
        <c:varyColors val="0"/>
        <c:ser>
          <c:idx val="1"/>
          <c:order val="0"/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accent2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Dados!$K$2:$K$18</c:f>
              <c:strCache>
                <c:ptCount val="17"/>
                <c:pt idx="0">
                  <c:v>Indústria e Comércio</c:v>
                </c:pt>
                <c:pt idx="1">
                  <c:v>Consignados</c:v>
                </c:pt>
                <c:pt idx="2">
                  <c:v>Crédito PF</c:v>
                </c:pt>
                <c:pt idx="3">
                  <c:v>Financeiro</c:v>
                </c:pt>
                <c:pt idx="4">
                  <c:v>Varejo Eletrodoméstico</c:v>
                </c:pt>
                <c:pt idx="5">
                  <c:v>Açúcar, Álcool e Cana</c:v>
                </c:pt>
                <c:pt idx="6">
                  <c:v>Caixa</c:v>
                </c:pt>
                <c:pt idx="7">
                  <c:v>Comércio atacadista e varejista</c:v>
                </c:pt>
                <c:pt idx="8">
                  <c:v>Serviços Imobiliários</c:v>
                </c:pt>
                <c:pt idx="9">
                  <c:v>TI e Telecomunicações</c:v>
                </c:pt>
                <c:pt idx="10">
                  <c:v>Agrícola</c:v>
                </c:pt>
                <c:pt idx="11">
                  <c:v>Educação</c:v>
                </c:pt>
                <c:pt idx="12">
                  <c:v>Outros</c:v>
                </c:pt>
                <c:pt idx="13">
                  <c:v>Transporte e Logística</c:v>
                </c:pt>
                <c:pt idx="14">
                  <c:v>Precatórios</c:v>
                </c:pt>
                <c:pt idx="15">
                  <c:v>Fundo Interno</c:v>
                </c:pt>
                <c:pt idx="16">
                  <c:v>Agropecuária</c:v>
                </c:pt>
              </c:strCache>
            </c:strRef>
          </c:cat>
          <c:val>
            <c:numRef>
              <c:f>Dados!$L$2:$L$18</c:f>
              <c:numCache>
                <c:formatCode>0.00%</c:formatCode>
                <c:ptCount val="17"/>
                <c:pt idx="0">
                  <c:v>0.30612618450479007</c:v>
                </c:pt>
                <c:pt idx="1">
                  <c:v>0.15739900220415881</c:v>
                </c:pt>
                <c:pt idx="2">
                  <c:v>6.3129720234724365E-2</c:v>
                </c:pt>
                <c:pt idx="3">
                  <c:v>6.1181883350908725E-2</c:v>
                </c:pt>
                <c:pt idx="4">
                  <c:v>5.6241470178950377E-2</c:v>
                </c:pt>
                <c:pt idx="5">
                  <c:v>5.4834230316897908E-2</c:v>
                </c:pt>
                <c:pt idx="6">
                  <c:v>5.193976194874686E-2</c:v>
                </c:pt>
                <c:pt idx="7">
                  <c:v>4.7124644041865602E-2</c:v>
                </c:pt>
                <c:pt idx="8">
                  <c:v>3.5052136665419162E-2</c:v>
                </c:pt>
                <c:pt idx="9">
                  <c:v>3.4396809508513426E-2</c:v>
                </c:pt>
                <c:pt idx="10">
                  <c:v>3.1712557186750097E-2</c:v>
                </c:pt>
                <c:pt idx="11">
                  <c:v>2.7679577103184937E-2</c:v>
                </c:pt>
                <c:pt idx="12">
                  <c:v>2.6192172222764501E-2</c:v>
                </c:pt>
                <c:pt idx="13">
                  <c:v>2.4564294794765632E-2</c:v>
                </c:pt>
                <c:pt idx="14">
                  <c:v>2.0129316210969805E-2</c:v>
                </c:pt>
                <c:pt idx="15">
                  <c:v>3.6176946493193269E-3</c:v>
                </c:pt>
                <c:pt idx="16">
                  <c:v>1.8611305633784148E-3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E7-4B08-A8F8-809F29680A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2"/>
        <c:axId val="1847786048"/>
        <c:axId val="1847786528"/>
      </c:barChart>
      <c:catAx>
        <c:axId val="18477860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bg1"/>
                </a:solidFill>
                <a:latin typeface="Versos Light" panose="020B0403020204030204" pitchFamily="34" charset="0"/>
                <a:ea typeface="+mn-ea"/>
                <a:cs typeface="+mn-cs"/>
              </a:defRPr>
            </a:pPr>
            <a:endParaRPr lang="pt-BR"/>
          </a:p>
        </c:txPr>
        <c:crossAx val="1847786528"/>
        <c:crosses val="autoZero"/>
        <c:auto val="1"/>
        <c:lblAlgn val="ctr"/>
        <c:lblOffset val="100"/>
        <c:noMultiLvlLbl val="0"/>
      </c:catAx>
      <c:valAx>
        <c:axId val="1847786528"/>
        <c:scaling>
          <c:orientation val="minMax"/>
        </c:scaling>
        <c:delete val="1"/>
        <c:axPos val="t"/>
        <c:numFmt formatCode="0.00%" sourceLinked="1"/>
        <c:majorTickMark val="none"/>
        <c:minorTickMark val="none"/>
        <c:tickLblPos val="nextTo"/>
        <c:crossAx val="184778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3734048181600414"/>
          <c:w val="1"/>
          <c:h val="0.730519092204741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'Bradesco HGD30'!$B$3</c:f>
              <c:strCache>
                <c:ptCount val="1"/>
                <c:pt idx="0">
                  <c:v>Fundo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19050" rIns="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'Bradesco HGD30'!$T$2:$U$2</c:f>
              <c:strCache>
                <c:ptCount val="2"/>
                <c:pt idx="0">
                  <c:v>Acumulado do Início </c:v>
                </c:pt>
                <c:pt idx="1">
                  <c:v>Ano</c:v>
                </c:pt>
              </c:strCache>
            </c:strRef>
          </c:cat>
          <c:val>
            <c:numRef>
              <c:f>'Bradesco HGD30'!$T$3:$U$3</c:f>
              <c:numCache>
                <c:formatCode>0.00%</c:formatCode>
                <c:ptCount val="2"/>
                <c:pt idx="0">
                  <c:v>0.2084</c:v>
                </c:pt>
                <c:pt idx="1">
                  <c:v>0.10249999999999999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06-4701-AD17-D6CEBEE78979}"/>
            </c:ext>
          </c:extLst>
        </c:ser>
        <c:ser>
          <c:idx val="1"/>
          <c:order val="1"/>
          <c:tx>
            <c:strRef>
              <c:f>'Bradesco HGD30'!$B$4</c:f>
              <c:strCache>
                <c:ptCount val="1"/>
                <c:pt idx="0">
                  <c:v>CDI</c:v>
                </c:pt>
              </c:strCache>
            </c:strRef>
          </c:tx>
          <c:spPr>
            <a:solidFill>
              <a:schemeClr val="accent5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5.5357067615534279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ED8-4207-9683-66033430533B}"/>
                </c:ext>
              </c:extLst>
            </c:dLbl>
            <c:dLbl>
              <c:idx val="1"/>
              <c:layout>
                <c:manualLayout>
                  <c:x val="-1.0030170281685313E-16"/>
                  <c:y val="-5.535706761553432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ED8-4207-9683-66033430533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0" tIns="19050" rIns="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'Bradesco HGD30'!$T$2:$U$2</c:f>
              <c:strCache>
                <c:ptCount val="2"/>
                <c:pt idx="0">
                  <c:v>Acumulado do Início </c:v>
                </c:pt>
                <c:pt idx="1">
                  <c:v>Ano</c:v>
                </c:pt>
              </c:strCache>
            </c:strRef>
          </c:cat>
          <c:val>
            <c:numRef>
              <c:f>'Bradesco HGD30'!$T$4:$U$4</c:f>
              <c:numCache>
                <c:formatCode>0.00%</c:formatCode>
                <c:ptCount val="2"/>
                <c:pt idx="0">
                  <c:v>0.21</c:v>
                </c:pt>
                <c:pt idx="1">
                  <c:v>0.1051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06-4701-AD17-D6CEBEE7897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47683583"/>
        <c:axId val="1747691743"/>
      </c:barChart>
      <c:catAx>
        <c:axId val="1747683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747691743"/>
        <c:crosses val="autoZero"/>
        <c:auto val="1"/>
        <c:lblAlgn val="ctr"/>
        <c:lblOffset val="100"/>
        <c:noMultiLvlLbl val="1"/>
      </c:catAx>
      <c:valAx>
        <c:axId val="1747691743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747683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205818022747154E-3"/>
          <c:y val="4.0930146889533127E-3"/>
          <c:w val="0.99879418197725289"/>
          <c:h val="7.89479209835612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Versos" panose="020B0503020204030204" pitchFamily="34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  <a:latin typeface="Versos" panose="020B0503020204030204" pitchFamily="34" charset="0"/>
        </a:defRPr>
      </a:pPr>
      <a:endParaRPr lang="pt-BR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9.3567078697031986E-2"/>
          <c:w val="1"/>
          <c:h val="0.79196706027033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'Bradesco HGD30'!$B$3</c:f>
              <c:strCache>
                <c:ptCount val="1"/>
                <c:pt idx="0">
                  <c:v>Fundo</c:v>
                </c:pt>
              </c:strCache>
            </c:strRef>
          </c:tx>
          <c:spPr>
            <a:solidFill>
              <a:srgbClr val="E6EDF1">
                <a:lumMod val="5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557F97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'Bradesco HGD30'!$C$2:$J$2</c:f>
              <c:numCache>
                <c:formatCode>mmm\-yy</c:formatCode>
                <c:ptCount val="8"/>
                <c:pt idx="0">
                  <c:v>46266</c:v>
                </c:pt>
                <c:pt idx="1">
                  <c:v>46235</c:v>
                </c:pt>
                <c:pt idx="2">
                  <c:v>46204</c:v>
                </c:pt>
                <c:pt idx="3">
                  <c:v>46174</c:v>
                </c:pt>
                <c:pt idx="4">
                  <c:v>46143</c:v>
                </c:pt>
                <c:pt idx="5">
                  <c:v>46113</c:v>
                </c:pt>
                <c:pt idx="6">
                  <c:v>46082</c:v>
                </c:pt>
                <c:pt idx="7">
                  <c:v>46054</c:v>
                </c:pt>
              </c:numCache>
            </c:numRef>
          </c:cat>
          <c:val>
            <c:numRef>
              <c:f>'Bradesco HGD30'!$C$3:$J$3</c:f>
              <c:numCache>
                <c:formatCode>0.00%</c:formatCode>
                <c:ptCount val="8"/>
                <c:pt idx="0">
                  <c:v>1.04E-2</c:v>
                </c:pt>
                <c:pt idx="1">
                  <c:v>1.0699999999999999E-2</c:v>
                </c:pt>
                <c:pt idx="2">
                  <c:v>1.2800000000000001E-2</c:v>
                </c:pt>
                <c:pt idx="3">
                  <c:v>1.11E-2</c:v>
                </c:pt>
                <c:pt idx="4">
                  <c:v>1.32E-2</c:v>
                </c:pt>
                <c:pt idx="5">
                  <c:v>1.0800000000000001E-2</c:v>
                </c:pt>
                <c:pt idx="6">
                  <c:v>8.0000000000000002E-3</c:v>
                </c:pt>
                <c:pt idx="7">
                  <c:v>9.1000000000000004E-3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1F-4D8C-A09A-3A4326BBF787}"/>
            </c:ext>
          </c:extLst>
        </c:ser>
        <c:ser>
          <c:idx val="1"/>
          <c:order val="1"/>
          <c:tx>
            <c:strRef>
              <c:f>'Bradesco HGD30'!$B$4</c:f>
              <c:strCache>
                <c:ptCount val="1"/>
                <c:pt idx="0">
                  <c:v>CDI</c:v>
                </c:pt>
              </c:strCache>
            </c:strRef>
          </c:tx>
          <c:spPr>
            <a:solidFill>
              <a:srgbClr val="E6EDF1">
                <a:lumMod val="9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rgbClr val="C8D7E0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'Bradesco HGD30'!$C$2:$J$2</c:f>
              <c:numCache>
                <c:formatCode>mmm\-yy</c:formatCode>
                <c:ptCount val="8"/>
                <c:pt idx="0">
                  <c:v>46266</c:v>
                </c:pt>
                <c:pt idx="1">
                  <c:v>46235</c:v>
                </c:pt>
                <c:pt idx="2">
                  <c:v>46204</c:v>
                </c:pt>
                <c:pt idx="3">
                  <c:v>46174</c:v>
                </c:pt>
                <c:pt idx="4">
                  <c:v>46143</c:v>
                </c:pt>
                <c:pt idx="5">
                  <c:v>46113</c:v>
                </c:pt>
                <c:pt idx="6">
                  <c:v>46082</c:v>
                </c:pt>
                <c:pt idx="7">
                  <c:v>46054</c:v>
                </c:pt>
              </c:numCache>
            </c:numRef>
          </c:cat>
          <c:val>
            <c:numRef>
              <c:f>'Bradesco HGD30'!$C$4:$J$4</c:f>
              <c:numCache>
                <c:formatCode>0.00%</c:formatCode>
                <c:ptCount val="8"/>
                <c:pt idx="0">
                  <c:v>1.0800000000000001E-2</c:v>
                </c:pt>
                <c:pt idx="1">
                  <c:v>1.09E-2</c:v>
                </c:pt>
                <c:pt idx="2">
                  <c:v>1.2200000000000001E-2</c:v>
                </c:pt>
                <c:pt idx="3">
                  <c:v>1.12E-2</c:v>
                </c:pt>
                <c:pt idx="4">
                  <c:v>1.0699999999999999E-2</c:v>
                </c:pt>
                <c:pt idx="5">
                  <c:v>1.09E-2</c:v>
                </c:pt>
                <c:pt idx="6">
                  <c:v>1.21E-2</c:v>
                </c:pt>
                <c:pt idx="7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1F-4D8C-A09A-3A4326BBF78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747683583"/>
        <c:axId val="1747691743"/>
      </c:barChart>
      <c:dateAx>
        <c:axId val="1747683583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747691743"/>
        <c:crosses val="autoZero"/>
        <c:auto val="1"/>
        <c:lblOffset val="100"/>
        <c:baseTimeUnit val="months"/>
      </c:dateAx>
      <c:valAx>
        <c:axId val="1747691743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747683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205818022747154E-3"/>
          <c:y val="4.0930146889533127E-3"/>
          <c:w val="0.18996631081487891"/>
          <c:h val="7.89479209835612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Versos" panose="020B0503020204030204" pitchFamily="34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865016817530123E-2"/>
          <c:y val="3.9146981627296591E-3"/>
          <c:w val="0.98134983182469882"/>
          <c:h val="0.9921706193315360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ABC6C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AAA</c:v>
                </c:pt>
                <c:pt idx="1">
                  <c:v>AA+</c:v>
                </c:pt>
                <c:pt idx="2">
                  <c:v>A</c:v>
                </c:pt>
                <c:pt idx="3">
                  <c:v>AA-</c:v>
                </c:pt>
                <c:pt idx="4">
                  <c:v>AA</c:v>
                </c:pt>
                <c:pt idx="5">
                  <c:v>A+</c:v>
                </c:pt>
                <c:pt idx="6">
                  <c:v>BB</c:v>
                </c:pt>
              </c:strCache>
            </c:strRef>
          </c:cat>
          <c:val>
            <c:numRef>
              <c:f>Sheet1!$B$2:$B$8</c:f>
              <c:numCache>
                <c:formatCode>0.00%</c:formatCode>
                <c:ptCount val="7"/>
                <c:pt idx="0">
                  <c:v>0.36601153548493603</c:v>
                </c:pt>
                <c:pt idx="1">
                  <c:v>0.10359488000907098</c:v>
                </c:pt>
                <c:pt idx="2">
                  <c:v>0.05286651422599378</c:v>
                </c:pt>
                <c:pt idx="3">
                  <c:v>0.05246196935861578</c:v>
                </c:pt>
                <c:pt idx="4">
                  <c:v>0.04382663790848541</c:v>
                </c:pt>
                <c:pt idx="5">
                  <c:v>0.03187265227561309</c:v>
                </c:pt>
                <c:pt idx="6">
                  <c:v>0.008153298172954848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5B-4410-BC2B-7BF97FA34E5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2"/>
        <c:axId val="1847786048"/>
        <c:axId val="1847786528"/>
      </c:barChart>
      <c:catAx>
        <c:axId val="1847786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847786528"/>
        <c:crosses val="autoZero"/>
        <c:auto val="1"/>
        <c:lblAlgn val="ctr"/>
        <c:lblOffset val="100"/>
        <c:noMultiLvlLbl val="0"/>
      </c:catAx>
      <c:valAx>
        <c:axId val="1847786528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84778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Versos" panose="020B0503020204030204" pitchFamily="34" charset="0"/>
        </a:defRPr>
      </a:pPr>
      <a:endParaRPr lang="pt-B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1.995336709551862E-3"/>
          <c:y val="0.10286292156152625"/>
          <c:w val="0.96040107956440313"/>
          <c:h val="0.76488475071651141"/>
        </c:manualLayout>
      </c:layout>
      <c:barChart>
        <c:barDir val="col"/>
        <c:grouping val="clustered"/>
        <c:varyColors val="0"/>
        <c:ser>
          <c:idx val="1"/>
          <c:order val="0"/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bg2">
                        <a:lumMod val="75000"/>
                      </a:schemeClr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Dados!$Q$2:$Q$8</c:f>
              <c:strCache>
                <c:ptCount val="7"/>
                <c:pt idx="0">
                  <c:v>AAA</c:v>
                </c:pt>
                <c:pt idx="1">
                  <c:v>AA+</c:v>
                </c:pt>
                <c:pt idx="2">
                  <c:v>A</c:v>
                </c:pt>
                <c:pt idx="3">
                  <c:v>AA-</c:v>
                </c:pt>
                <c:pt idx="4">
                  <c:v>AA</c:v>
                </c:pt>
                <c:pt idx="5">
                  <c:v>A+</c:v>
                </c:pt>
                <c:pt idx="6">
                  <c:v>BB</c:v>
                </c:pt>
              </c:strCache>
            </c:strRef>
          </c:cat>
          <c:val>
            <c:numRef>
              <c:f>Dados!$R$2:$R$8</c:f>
              <c:numCache>
                <c:formatCode>0.00%</c:formatCode>
                <c:ptCount val="7"/>
                <c:pt idx="0">
                  <c:v>0.36545171121259001</c:v>
                </c:pt>
                <c:pt idx="1">
                  <c:v>0.10169115887230068</c:v>
                </c:pt>
                <c:pt idx="2">
                  <c:v>5.6292855612448532E-2</c:v>
                </c:pt>
                <c:pt idx="3">
                  <c:v>4.7176271438406206E-2</c:v>
                </c:pt>
                <c:pt idx="4">
                  <c:v>4.0135701822160606E-2</c:v>
                </c:pt>
                <c:pt idx="5">
                  <c:v>3.4392604842147262E-2</c:v>
                </c:pt>
                <c:pt idx="6">
                  <c:v>8.0454295857958005E-3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3B-474D-9DDC-FACCA9A1EAC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2"/>
        <c:axId val="1847786048"/>
        <c:axId val="1847786528"/>
      </c:barChart>
      <c:catAx>
        <c:axId val="1847786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847786528"/>
        <c:crosses val="autoZero"/>
        <c:auto val="1"/>
        <c:lblAlgn val="ctr"/>
        <c:lblOffset val="100"/>
        <c:noMultiLvlLbl val="0"/>
      </c:catAx>
      <c:valAx>
        <c:axId val="1847786528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84778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>
          <a:solidFill>
            <a:schemeClr val="bg1"/>
          </a:solidFill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649797988839093"/>
          <c:y val="0"/>
          <c:w val="0.50965975808288344"/>
          <c:h val="1"/>
        </c:manualLayout>
      </c:layout>
      <c:pieChart>
        <c:varyColors val="1"/>
        <c:ser>
          <c:idx val="0"/>
          <c:order val="0"/>
          <c:spPr>
            <a:solidFill>
              <a:schemeClr val="bg2">
                <a:lumMod val="90000"/>
              </a:schemeClr>
            </a:solidFill>
          </c:spPr>
          <c:dPt>
            <c:idx val="0"/>
            <c:bubble3D val="0"/>
            <c:spPr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93E-4889-8CA6-B0B7621328D1}"/>
              </c:ext>
            </c:extLst>
          </c:dPt>
          <c:dPt>
            <c:idx val="1"/>
            <c:bubble3D val="0"/>
            <c:spPr>
              <a:solidFill>
                <a:schemeClr val="bg2">
                  <a:lumMod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93E-4889-8CA6-B0B7621328D1}"/>
              </c:ext>
            </c:extLst>
          </c:dPt>
          <c:dPt>
            <c:idx val="2"/>
            <c:bubble3D val="0"/>
            <c:spPr>
              <a:solidFill>
                <a:schemeClr val="accent1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93E-4889-8CA6-B0B7621328D1}"/>
              </c:ext>
            </c:extLst>
          </c:dPt>
          <c:dPt>
            <c:idx val="3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C93E-4889-8CA6-B0B7621328D1}"/>
              </c:ext>
            </c:extLst>
          </c:dPt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1" i="0" u="none" strike="noStrike" kern="1200" baseline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Versos" panose="020B0503020204030204" pitchFamily="3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C93E-4889-8CA6-B0B7621328D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'Tabela e Gráficos Carteira'!$Q$3:$Q$6</c:f>
              <c:strCache>
                <c:ptCount val="4"/>
                <c:pt idx="0">
                  <c:v>Caixa</c:v>
                </c:pt>
                <c:pt idx="1">
                  <c:v>FIDC</c:v>
                </c:pt>
                <c:pt idx="2">
                  <c:v>Bancário</c:v>
                </c:pt>
                <c:pt idx="3">
                  <c:v>Corporativo</c:v>
                </c:pt>
              </c:strCache>
            </c:strRef>
          </c:cat>
          <c:val>
            <c:numRef>
              <c:f>'Tabela e Gráficos Carteira'!$R$3:$R$6</c:f>
              <c:numCache>
                <c:formatCode>0.0%</c:formatCode>
                <c:ptCount val="4"/>
                <c:pt idx="0">
                  <c:v>0.28398525415492615</c:v>
                </c:pt>
                <c:pt idx="1">
                  <c:v>7.234055624328356E-2</c:v>
                </c:pt>
                <c:pt idx="2">
                  <c:v>0.36068517273180084</c:v>
                </c:pt>
                <c:pt idx="3">
                  <c:v>0.28298901686998951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B7C-46FF-862E-361994C834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29512328485479"/>
          <c:y val="0.24587574483554347"/>
          <c:w val="0.35698185843178365"/>
          <c:h val="0.508248510328913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bg1"/>
              </a:solidFill>
              <a:latin typeface="Versos" panose="020B0503020204030204" pitchFamily="34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 b="1"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577885265512041"/>
          <c:y val="1.7360328113177528E-2"/>
          <c:w val="0.37434284717816202"/>
          <c:h val="0.96653664770562575"/>
        </c:manualLayout>
      </c:layout>
      <c:barChart>
        <c:barDir val="bar"/>
        <c:grouping val="clustered"/>
        <c:varyColors val="0"/>
        <c:ser>
          <c:idx val="1"/>
          <c:order val="0"/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Dados!$K$2:$K$22</c:f>
              <c:strCache>
                <c:ptCount val="21"/>
                <c:pt idx="0">
                  <c:v>Financeiro</c:v>
                </c:pt>
                <c:pt idx="1">
                  <c:v>Caixa</c:v>
                </c:pt>
                <c:pt idx="2">
                  <c:v>Energia Elétrica</c:v>
                </c:pt>
                <c:pt idx="3">
                  <c:v>FIDC</c:v>
                </c:pt>
                <c:pt idx="4">
                  <c:v>Locação de veículos</c:v>
                </c:pt>
                <c:pt idx="5">
                  <c:v>Transporte e Logística</c:v>
                </c:pt>
                <c:pt idx="6">
                  <c:v>Saneamento</c:v>
                </c:pt>
                <c:pt idx="7">
                  <c:v>Comércio atacadista e varejista</c:v>
                </c:pt>
                <c:pt idx="8">
                  <c:v>Assistência médica</c:v>
                </c:pt>
                <c:pt idx="9">
                  <c:v>TI e Telecomunicações</c:v>
                </c:pt>
                <c:pt idx="10">
                  <c:v>Indústria e Comércio</c:v>
                </c:pt>
                <c:pt idx="11">
                  <c:v>Petróleo e Gás</c:v>
                </c:pt>
                <c:pt idx="12">
                  <c:v>Alimentos e bebidas</c:v>
                </c:pt>
                <c:pt idx="13">
                  <c:v>Financeiro Corp</c:v>
                </c:pt>
                <c:pt idx="14">
                  <c:v>Educação</c:v>
                </c:pt>
                <c:pt idx="15">
                  <c:v>Têxtil e Calçados</c:v>
                </c:pt>
                <c:pt idx="16">
                  <c:v>Empreendimentos e participações</c:v>
                </c:pt>
                <c:pt idx="17">
                  <c:v>Metalurgia e Siderurgia</c:v>
                </c:pt>
                <c:pt idx="18">
                  <c:v>Outros</c:v>
                </c:pt>
                <c:pt idx="19">
                  <c:v>Serviços Imobiliários</c:v>
                </c:pt>
                <c:pt idx="20">
                  <c:v>Papel e Celulose</c:v>
                </c:pt>
              </c:strCache>
            </c:strRef>
          </c:cat>
          <c:val>
            <c:numRef>
              <c:f>Dados!$L$2:$L$22</c:f>
              <c:numCache>
                <c:formatCode>0.00%</c:formatCode>
                <c:ptCount val="21"/>
                <c:pt idx="0">
                  <c:v>0.3562128891964248</c:v>
                </c:pt>
                <c:pt idx="1">
                  <c:v>0.22345215740485555</c:v>
                </c:pt>
                <c:pt idx="2">
                  <c:v>8.3056921191372993E-2</c:v>
                </c:pt>
                <c:pt idx="3">
                  <c:v>6.0955031226193904E-2</c:v>
                </c:pt>
                <c:pt idx="4">
                  <c:v>4.5823741667873903E-2</c:v>
                </c:pt>
                <c:pt idx="5">
                  <c:v>3.6020968353046447E-2</c:v>
                </c:pt>
                <c:pt idx="6">
                  <c:v>3.4634432289517805E-2</c:v>
                </c:pt>
                <c:pt idx="7">
                  <c:v>2.8812656504258603E-2</c:v>
                </c:pt>
                <c:pt idx="8">
                  <c:v>2.6227856580476543E-2</c:v>
                </c:pt>
                <c:pt idx="9">
                  <c:v>2.5686606578324389E-2</c:v>
                </c:pt>
                <c:pt idx="10">
                  <c:v>2.0997958630942629E-2</c:v>
                </c:pt>
                <c:pt idx="11">
                  <c:v>1.7161344371268147E-2</c:v>
                </c:pt>
                <c:pt idx="12">
                  <c:v>7.3665467769496026E-3</c:v>
                </c:pt>
                <c:pt idx="13">
                  <c:v>6.2796167799666442E-3</c:v>
                </c:pt>
                <c:pt idx="14">
                  <c:v>6.156286429088954E-3</c:v>
                </c:pt>
                <c:pt idx="15">
                  <c:v>5.4195656951020283E-3</c:v>
                </c:pt>
                <c:pt idx="16">
                  <c:v>4.580808080567756E-3</c:v>
                </c:pt>
                <c:pt idx="17">
                  <c:v>4.3905211010856439E-3</c:v>
                </c:pt>
                <c:pt idx="18">
                  <c:v>4.0544826685040012E-3</c:v>
                </c:pt>
                <c:pt idx="19">
                  <c:v>2.0715035863416863E-3</c:v>
                </c:pt>
                <c:pt idx="20">
                  <c:v>6.3810488783605805E-4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7C-4768-B34C-C859A55B9C1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2"/>
        <c:axId val="1847786048"/>
        <c:axId val="1847786528"/>
      </c:barChart>
      <c:catAx>
        <c:axId val="18477860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5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847786528"/>
        <c:crosses val="autoZero"/>
        <c:auto val="1"/>
        <c:lblAlgn val="ctr"/>
        <c:lblOffset val="100"/>
        <c:noMultiLvlLbl val="0"/>
      </c:catAx>
      <c:valAx>
        <c:axId val="1847786528"/>
        <c:scaling>
          <c:orientation val="minMax"/>
        </c:scaling>
        <c:delete val="1"/>
        <c:axPos val="t"/>
        <c:numFmt formatCode="0.00%" sourceLinked="1"/>
        <c:majorTickMark val="none"/>
        <c:minorTickMark val="none"/>
        <c:tickLblPos val="nextTo"/>
        <c:crossAx val="184778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Versos" panose="020B0503020204030204" pitchFamily="34" charset="0"/>
        </a:defRPr>
      </a:pPr>
      <a:endParaRPr lang="pt-B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1.4212558032757361E-2"/>
          <c:y val="8.3766235479419887E-2"/>
          <c:w val="0.97856700238006022"/>
          <c:h val="0.77313267252546625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92D3A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rgbClr val="4B9D74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AAA</c:v>
                </c:pt>
                <c:pt idx="1">
                  <c:v>AA+</c:v>
                </c:pt>
                <c:pt idx="2">
                  <c:v>AA-</c:v>
                </c:pt>
                <c:pt idx="3">
                  <c:v>AA</c:v>
                </c:pt>
                <c:pt idx="4">
                  <c:v>A+</c:v>
                </c:pt>
                <c:pt idx="5">
                  <c:v>A</c:v>
                </c:pt>
                <c:pt idx="6">
                  <c:v>BB</c:v>
                </c:pt>
              </c:strCache>
            </c:strRef>
          </c:cat>
          <c:val>
            <c:numRef>
              <c:f>Sheet1!$B$2:$B$8</c:f>
              <c:numCache>
                <c:formatCode>0.00%</c:formatCode>
                <c:ptCount val="7"/>
                <c:pt idx="0">
                  <c:v>0.32155211585372356</c:v>
                </c:pt>
                <c:pt idx="1">
                  <c:v>0.11923774271226173</c:v>
                </c:pt>
                <c:pt idx="2">
                  <c:v>0.09227141152993573</c:v>
                </c:pt>
                <c:pt idx="3">
                  <c:v>0.06399191658660304</c:v>
                </c:pt>
                <c:pt idx="4">
                  <c:v>0.061076043898249006</c:v>
                </c:pt>
                <c:pt idx="5">
                  <c:v>0.04325568230943349</c:v>
                </c:pt>
                <c:pt idx="6">
                  <c:v>0.004860963146547514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E8-4D7E-BB96-CD27F9E6914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2"/>
        <c:axId val="1847786048"/>
        <c:axId val="1847786528"/>
      </c:barChart>
      <c:catAx>
        <c:axId val="1847786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847786528"/>
        <c:crosses val="autoZero"/>
        <c:auto val="1"/>
        <c:lblAlgn val="ctr"/>
        <c:lblOffset val="100"/>
        <c:noMultiLvlLbl val="0"/>
      </c:catAx>
      <c:valAx>
        <c:axId val="1847786528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847786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>
          <a:latin typeface="Versos" panose="020B0503020204030204" pitchFamily="34" charset="0"/>
        </a:defRPr>
      </a:pPr>
      <a:endParaRPr lang="pt-BR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1905160071680604"/>
          <c:y val="4.8619571434641219E-2"/>
          <c:w val="0.88007001226310111"/>
          <c:h val="0.83533541429928493"/>
        </c:manualLayout>
      </c:layout>
      <c:scatterChart>
        <c:scatterStyle val="lineMarker"/>
        <c:varyColors val="0"/>
        <c:ser>
          <c:idx val="0"/>
          <c:order val="0"/>
          <c:tx>
            <c:strRef>
              <c:f>'Multi-Multi'!$M$3</c:f>
              <c:strCache>
                <c:ptCount val="1"/>
                <c:pt idx="0">
                  <c:v>Spread (CDI+)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rgbClr val="FFFFFF"/>
              </a:solidFill>
              <a:ln w="9525">
                <a:noFill/>
              </a:ln>
              <a:effectLst/>
            </c:spPr>
          </c:marker>
          <c:trendline>
            <c:spPr>
              <a:ln w="44450" cap="rnd">
                <a:solidFill>
                  <a:schemeClr val="accent3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'Multi-Multi'!$G$4:$G$21</c:f>
              <c:numCache>
                <c:formatCode>0.00</c:formatCode>
                <c:ptCount val="18"/>
                <c:pt idx="0">
                  <c:v>4.4383333333333335</c:v>
                </c:pt>
                <c:pt idx="1">
                  <c:v>4.4808333333333339</c:v>
                </c:pt>
                <c:pt idx="2">
                  <c:v>4.3872916666666653</c:v>
                </c:pt>
                <c:pt idx="3">
                  <c:v>4.3579166666666662</c:v>
                </c:pt>
                <c:pt idx="4">
                  <c:v>4.2699999999999996</c:v>
                </c:pt>
                <c:pt idx="5">
                  <c:v>4.2383333333333333</c:v>
                </c:pt>
                <c:pt idx="6">
                  <c:v>4.2808333333333337</c:v>
                </c:pt>
                <c:pt idx="7">
                  <c:v>4.0462499999999997</c:v>
                </c:pt>
                <c:pt idx="8">
                  <c:v>4.0274999999999999</c:v>
                </c:pt>
                <c:pt idx="9">
                  <c:v>3.8699999999999997</c:v>
                </c:pt>
                <c:pt idx="10">
                  <c:v>3.85</c:v>
                </c:pt>
                <c:pt idx="11">
                  <c:v>3.74</c:v>
                </c:pt>
                <c:pt idx="12">
                  <c:v>3.8277083333333337</c:v>
                </c:pt>
                <c:pt idx="13">
                  <c:v>3.7362500000000005</c:v>
                </c:pt>
                <c:pt idx="14">
                  <c:v>3.7156250000000002</c:v>
                </c:pt>
                <c:pt idx="15">
                  <c:v>3.67</c:v>
                </c:pt>
                <c:pt idx="16">
                  <c:v>3.5362500000000003</c:v>
                </c:pt>
                <c:pt idx="17">
                  <c:v>3.3156249999999998</c:v>
                </c:pt>
              </c:numCache>
            </c:numRef>
          </c:xVal>
          <c:yVal>
            <c:numRef>
              <c:f>'Multi-Multi'!$M$4:$M$21</c:f>
              <c:numCache>
                <c:formatCode>0.00%</c:formatCode>
                <c:ptCount val="18"/>
                <c:pt idx="0">
                  <c:v>2.75E-2</c:v>
                </c:pt>
                <c:pt idx="1">
                  <c:v>2.4E-2</c:v>
                </c:pt>
                <c:pt idx="2">
                  <c:v>2.5000000000000001E-2</c:v>
                </c:pt>
                <c:pt idx="3">
                  <c:v>2.2499999999999999E-2</c:v>
                </c:pt>
                <c:pt idx="4">
                  <c:v>0.03</c:v>
                </c:pt>
                <c:pt idx="5">
                  <c:v>0.04</c:v>
                </c:pt>
                <c:pt idx="6">
                  <c:v>4.2000000000000003E-2</c:v>
                </c:pt>
                <c:pt idx="7">
                  <c:v>2.8000000000000001E-2</c:v>
                </c:pt>
                <c:pt idx="8">
                  <c:v>0.02</c:v>
                </c:pt>
                <c:pt idx="9">
                  <c:v>2.5000000000000001E-2</c:v>
                </c:pt>
                <c:pt idx="10">
                  <c:v>3.5000000000000003E-2</c:v>
                </c:pt>
                <c:pt idx="11">
                  <c:v>0.05</c:v>
                </c:pt>
                <c:pt idx="12">
                  <c:v>4.4999999999999998E-2</c:v>
                </c:pt>
                <c:pt idx="13">
                  <c:v>3.1E-2</c:v>
                </c:pt>
                <c:pt idx="14">
                  <c:v>4.2500000000000003E-2</c:v>
                </c:pt>
                <c:pt idx="15">
                  <c:v>2.5000000000000001E-2</c:v>
                </c:pt>
                <c:pt idx="16">
                  <c:v>3.1E-2</c:v>
                </c:pt>
                <c:pt idx="17">
                  <c:v>0.08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CEE-47F5-9C53-7C89E62D65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97310015"/>
        <c:axId val="597295615"/>
      </c:scatterChart>
      <c:valAx>
        <c:axId val="597310015"/>
        <c:scaling>
          <c:orientation val="minMax"/>
          <c:max val="5"/>
          <c:min val="2.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Versos Light" panose="020B0403020204030204" pitchFamily="34" charset="0"/>
                    <a:ea typeface="+mn-ea"/>
                    <a:cs typeface="+mn-cs"/>
                  </a:defRPr>
                </a:pPr>
                <a:r>
                  <a:rPr lang="pt-BR"/>
                  <a:t>Nota de Rating</a:t>
                </a:r>
              </a:p>
            </c:rich>
          </c:tx>
          <c:layout>
            <c:manualLayout>
              <c:xMode val="edge"/>
              <c:yMode val="edge"/>
              <c:x val="0.46971623809607405"/>
              <c:y val="0.9154565976140119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Versos Light" panose="020B0403020204030204" pitchFamily="34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@" sourceLinked="0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Versos Light" panose="020B0403020204030204" pitchFamily="34" charset="0"/>
                <a:ea typeface="+mn-ea"/>
                <a:cs typeface="+mn-cs"/>
              </a:defRPr>
            </a:pPr>
            <a:endParaRPr lang="pt-BR"/>
          </a:p>
        </c:txPr>
        <c:crossAx val="597295615"/>
        <c:crosses val="autoZero"/>
        <c:crossBetween val="midCat"/>
        <c:majorUnit val="0.25"/>
      </c:valAx>
      <c:valAx>
        <c:axId val="59729561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Versos Light" panose="020B0403020204030204" pitchFamily="34" charset="0"/>
                    <a:ea typeface="+mn-ea"/>
                    <a:cs typeface="+mn-cs"/>
                  </a:defRPr>
                </a:pPr>
                <a:r>
                  <a:rPr lang="pt-BR"/>
                  <a:t>Spread Sobre o CDI</a:t>
                </a:r>
              </a:p>
            </c:rich>
          </c:tx>
          <c:layout>
            <c:manualLayout>
              <c:xMode val="edge"/>
              <c:yMode val="edge"/>
              <c:x val="7.4060859580052495E-3"/>
              <c:y val="0.3688171786364974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Versos Light" panose="020B0403020204030204" pitchFamily="34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0.0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Versos Light" panose="020B0403020204030204" pitchFamily="34" charset="0"/>
                <a:ea typeface="+mn-ea"/>
                <a:cs typeface="+mn-cs"/>
              </a:defRPr>
            </a:pPr>
            <a:endParaRPr lang="pt-BR"/>
          </a:p>
        </c:txPr>
        <c:crossAx val="59731001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1000">
          <a:solidFill>
            <a:schemeClr val="bg1"/>
          </a:solidFill>
          <a:latin typeface="Versos Light" panose="020B0403020204030204" pitchFamily="34" charset="0"/>
        </a:defRPr>
      </a:pPr>
      <a:endParaRPr lang="pt-BR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9.3567251461988299E-2"/>
          <c:w val="1"/>
          <c:h val="0.7503522679628299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'PREV IMOB'!$B$3</c:f>
              <c:strCache>
                <c:ptCount val="1"/>
                <c:pt idx="0">
                  <c:v>Fundo</c:v>
                </c:pt>
              </c:strCache>
            </c:strRef>
          </c:tx>
          <c:spPr>
            <a:solidFill>
              <a:srgbClr val="E6EDF1">
                <a:lumMod val="5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'PREV IMOB'!$C$2:$J$2</c:f>
              <c:numCache>
                <c:formatCode>mmm\-yy</c:formatCode>
                <c:ptCount val="8"/>
                <c:pt idx="0">
                  <c:v>46235</c:v>
                </c:pt>
                <c:pt idx="1">
                  <c:v>46204</c:v>
                </c:pt>
                <c:pt idx="2">
                  <c:v>46174</c:v>
                </c:pt>
                <c:pt idx="3">
                  <c:v>46143</c:v>
                </c:pt>
                <c:pt idx="4">
                  <c:v>46113</c:v>
                </c:pt>
                <c:pt idx="5">
                  <c:v>46082</c:v>
                </c:pt>
                <c:pt idx="6">
                  <c:v>46054</c:v>
                </c:pt>
                <c:pt idx="7">
                  <c:v>46023</c:v>
                </c:pt>
              </c:numCache>
            </c:numRef>
          </c:cat>
          <c:val>
            <c:numRef>
              <c:f>'PREV IMOB'!$C$3:$J$3</c:f>
              <c:numCache>
                <c:formatCode>General</c:formatCode>
                <c:ptCount val="8"/>
                <c:pt idx="0">
                  <c:v>0.95</c:v>
                </c:pt>
                <c:pt idx="1">
                  <c:v>0.56999999999999995</c:v>
                </c:pt>
                <c:pt idx="2">
                  <c:v>0.72</c:v>
                </c:pt>
                <c:pt idx="3">
                  <c:v>0.28999999999999998</c:v>
                </c:pt>
                <c:pt idx="4" formatCode="0.00">
                  <c:v>0.91</c:v>
                </c:pt>
                <c:pt idx="5" formatCode="0.00">
                  <c:v>0.37</c:v>
                </c:pt>
                <c:pt idx="6">
                  <c:v>0.78</c:v>
                </c:pt>
                <c:pt idx="7">
                  <c:v>1.27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D1-4210-821D-3856A6C3B425}"/>
            </c:ext>
          </c:extLst>
        </c:ser>
        <c:ser>
          <c:idx val="1"/>
          <c:order val="1"/>
          <c:tx>
            <c:strRef>
              <c:f>'PREV IMOB'!$B$4</c:f>
              <c:strCache>
                <c:ptCount val="1"/>
                <c:pt idx="0">
                  <c:v>CDI</c:v>
                </c:pt>
              </c:strCache>
            </c:strRef>
          </c:tx>
          <c:spPr>
            <a:solidFill>
              <a:srgbClr val="E6EDF1">
                <a:lumMod val="9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'PREV IMOB'!$C$2:$J$2</c:f>
              <c:numCache>
                <c:formatCode>mmm\-yy</c:formatCode>
                <c:ptCount val="8"/>
                <c:pt idx="0">
                  <c:v>46235</c:v>
                </c:pt>
                <c:pt idx="1">
                  <c:v>46204</c:v>
                </c:pt>
                <c:pt idx="2">
                  <c:v>46174</c:v>
                </c:pt>
                <c:pt idx="3">
                  <c:v>46143</c:v>
                </c:pt>
                <c:pt idx="4">
                  <c:v>46113</c:v>
                </c:pt>
                <c:pt idx="5">
                  <c:v>46082</c:v>
                </c:pt>
                <c:pt idx="6">
                  <c:v>46054</c:v>
                </c:pt>
                <c:pt idx="7">
                  <c:v>46023</c:v>
                </c:pt>
              </c:numCache>
            </c:numRef>
          </c:cat>
          <c:val>
            <c:numRef>
              <c:f>'PREV IMOB'!$C$4:$J$4</c:f>
              <c:numCache>
                <c:formatCode>General</c:formatCode>
                <c:ptCount val="8"/>
                <c:pt idx="0">
                  <c:v>1.0900000000000001</c:v>
                </c:pt>
                <c:pt idx="1">
                  <c:v>1.22</c:v>
                </c:pt>
                <c:pt idx="2">
                  <c:v>1.1200000000000001</c:v>
                </c:pt>
                <c:pt idx="3">
                  <c:v>1.07</c:v>
                </c:pt>
                <c:pt idx="4">
                  <c:v>1.0900000000000001</c:v>
                </c:pt>
                <c:pt idx="5">
                  <c:v>1.21</c:v>
                </c:pt>
                <c:pt idx="6" formatCode="0.00">
                  <c:v>1</c:v>
                </c:pt>
                <c:pt idx="7">
                  <c:v>1.1599999999999999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ED1-4210-821D-3856A6C3B42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2"/>
        <c:overlap val="-20"/>
        <c:axId val="1747683583"/>
        <c:axId val="1747691743"/>
      </c:barChart>
      <c:dateAx>
        <c:axId val="1747683583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747691743"/>
        <c:crosses val="autoZero"/>
        <c:auto val="1"/>
        <c:lblOffset val="100"/>
        <c:baseTimeUnit val="months"/>
      </c:dateAx>
      <c:valAx>
        <c:axId val="174769174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47683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205818022747154E-3"/>
          <c:y val="4.0930146889533127E-3"/>
          <c:w val="0.99879418197725289"/>
          <c:h val="7.89479209835612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Versos" panose="020B0503020204030204" pitchFamily="34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"/>
          <c:y val="0.22138394330060152"/>
          <c:w val="1"/>
          <c:h val="0.605727134617584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'PREV IMOB'!$B$3</c:f>
              <c:strCache>
                <c:ptCount val="1"/>
                <c:pt idx="0">
                  <c:v>Fundo</c:v>
                </c:pt>
              </c:strCache>
            </c:strRef>
          </c:tx>
          <c:spPr>
            <a:solidFill>
              <a:srgbClr val="E6EDF1">
                <a:lumMod val="5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'PREV IMOB'!$N$2:$O$2</c:f>
              <c:strCache>
                <c:ptCount val="2"/>
                <c:pt idx="0">
                  <c:v>Acumulado do Início </c:v>
                </c:pt>
                <c:pt idx="1">
                  <c:v>Ano</c:v>
                </c:pt>
              </c:strCache>
            </c:strRef>
          </c:cat>
          <c:val>
            <c:numRef>
              <c:f>'PREV IMOB'!$N$3:$O$3</c:f>
              <c:numCache>
                <c:formatCode>General</c:formatCode>
                <c:ptCount val="2"/>
                <c:pt idx="0">
                  <c:v>10.39</c:v>
                </c:pt>
                <c:pt idx="1">
                  <c:v>6.01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90-4002-AD61-BFDFA33B7CB5}"/>
            </c:ext>
          </c:extLst>
        </c:ser>
        <c:ser>
          <c:idx val="1"/>
          <c:order val="1"/>
          <c:tx>
            <c:strRef>
              <c:f>'PREV IMOB'!$B$4</c:f>
              <c:strCache>
                <c:ptCount val="1"/>
                <c:pt idx="0">
                  <c:v>CDI</c:v>
                </c:pt>
              </c:strCache>
            </c:strRef>
          </c:tx>
          <c:spPr>
            <a:solidFill>
              <a:srgbClr val="C8D7E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'PREV IMOB'!$N$2:$O$2</c:f>
              <c:strCache>
                <c:ptCount val="2"/>
                <c:pt idx="0">
                  <c:v>Acumulado do Início </c:v>
                </c:pt>
                <c:pt idx="1">
                  <c:v>Ano</c:v>
                </c:pt>
              </c:strCache>
            </c:strRef>
          </c:cat>
          <c:val>
            <c:numRef>
              <c:f>'PREV IMOB'!$N$4:$O$4</c:f>
              <c:numCache>
                <c:formatCode>General</c:formatCode>
                <c:ptCount val="2"/>
                <c:pt idx="0">
                  <c:v>13.56</c:v>
                </c:pt>
                <c:pt idx="1">
                  <c:v>9.32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90-4002-AD61-BFDFA33B7C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2"/>
        <c:overlap val="-27"/>
        <c:axId val="1747683583"/>
        <c:axId val="1747691743"/>
      </c:barChart>
      <c:catAx>
        <c:axId val="17476835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rgbClr val="FFFFFF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747691743"/>
        <c:crosses val="autoZero"/>
        <c:auto val="1"/>
        <c:lblAlgn val="ctr"/>
        <c:lblOffset val="100"/>
        <c:noMultiLvlLbl val="1"/>
      </c:catAx>
      <c:valAx>
        <c:axId val="174769174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7476835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205818022747154E-3"/>
          <c:y val="4.0930146889533127E-3"/>
          <c:w val="0.99879418197725289"/>
          <c:h val="7.89479209835612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/>
              </a:solidFill>
              <a:latin typeface="Versos" panose="020B0503020204030204" pitchFamily="34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08328546087701E-2"/>
          <c:y val="1.7151255920597037E-2"/>
          <c:w val="0.96895555555555557"/>
          <c:h val="0.94029914529914527"/>
        </c:manualLayout>
      </c:layout>
      <c:scatterChart>
        <c:scatterStyle val="lineMarker"/>
        <c:varyColors val="1"/>
        <c:ser>
          <c:idx val="0"/>
          <c:order val="0"/>
          <c:tx>
            <c:v>Selic meta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13"/>
              <c:layout>
                <c:manualLayout>
                  <c:x val="-3.9728405508944412E-3"/>
                  <c:y val="9.5284755114427994E-3"/>
                </c:manualLayout>
              </c:layout>
              <c:tx>
                <c:rich>
                  <a:bodyPr/>
                  <a:lstStyle/>
                  <a:p>
                    <a:fld id="{8ECF354B-8A08-4DEC-A2F4-49CB1CBF14BA}" type="YVALUE">
                      <a:rPr lang="en-US">
                        <a:solidFill>
                          <a:schemeClr val="bg1"/>
                        </a:solidFill>
                      </a:rPr>
                      <a:pPr/>
                      <a:t>[Y VALUE]</a:t>
                    </a:fld>
                    <a:endParaRPr lang="pt-BR"/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C779-4C02-869C-A864DD24FE87}"/>
                </c:ext>
              </c:extLst>
            </c:dLbl>
            <c:spPr>
              <a:solidFill>
                <a:srgbClr val="759DB3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bg1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'Serie Selic em degraus'!$A$2:$A$116</c:f>
              <c:numCache>
                <c:formatCode>mmm\-yy</c:formatCode>
                <c:ptCount val="115"/>
                <c:pt idx="0">
                  <c:v>44562</c:v>
                </c:pt>
                <c:pt idx="1">
                  <c:v>44593</c:v>
                </c:pt>
                <c:pt idx="2">
                  <c:v>44593</c:v>
                </c:pt>
                <c:pt idx="3">
                  <c:v>44621</c:v>
                </c:pt>
                <c:pt idx="4">
                  <c:v>44621</c:v>
                </c:pt>
                <c:pt idx="5">
                  <c:v>44652</c:v>
                </c:pt>
                <c:pt idx="6">
                  <c:v>44652</c:v>
                </c:pt>
                <c:pt idx="7">
                  <c:v>44682</c:v>
                </c:pt>
                <c:pt idx="8">
                  <c:v>44682</c:v>
                </c:pt>
                <c:pt idx="9">
                  <c:v>44713</c:v>
                </c:pt>
                <c:pt idx="10">
                  <c:v>44713</c:v>
                </c:pt>
                <c:pt idx="11">
                  <c:v>44743</c:v>
                </c:pt>
                <c:pt idx="12">
                  <c:v>44743</c:v>
                </c:pt>
                <c:pt idx="13">
                  <c:v>44774</c:v>
                </c:pt>
                <c:pt idx="14">
                  <c:v>44774</c:v>
                </c:pt>
                <c:pt idx="15">
                  <c:v>44805</c:v>
                </c:pt>
                <c:pt idx="16">
                  <c:v>44805</c:v>
                </c:pt>
                <c:pt idx="17">
                  <c:v>44835</c:v>
                </c:pt>
                <c:pt idx="18">
                  <c:v>44835</c:v>
                </c:pt>
                <c:pt idx="19">
                  <c:v>44866</c:v>
                </c:pt>
                <c:pt idx="20">
                  <c:v>44866</c:v>
                </c:pt>
                <c:pt idx="21">
                  <c:v>44896</c:v>
                </c:pt>
                <c:pt idx="22">
                  <c:v>44896</c:v>
                </c:pt>
                <c:pt idx="23">
                  <c:v>44927</c:v>
                </c:pt>
                <c:pt idx="24">
                  <c:v>44927</c:v>
                </c:pt>
                <c:pt idx="25">
                  <c:v>44958</c:v>
                </c:pt>
                <c:pt idx="26">
                  <c:v>44958</c:v>
                </c:pt>
                <c:pt idx="27">
                  <c:v>44986</c:v>
                </c:pt>
                <c:pt idx="28">
                  <c:v>44986</c:v>
                </c:pt>
                <c:pt idx="29">
                  <c:v>45017</c:v>
                </c:pt>
                <c:pt idx="30">
                  <c:v>45017</c:v>
                </c:pt>
                <c:pt idx="31">
                  <c:v>45047</c:v>
                </c:pt>
                <c:pt idx="32">
                  <c:v>45047</c:v>
                </c:pt>
                <c:pt idx="33">
                  <c:v>45078</c:v>
                </c:pt>
                <c:pt idx="34">
                  <c:v>45078</c:v>
                </c:pt>
                <c:pt idx="35">
                  <c:v>45108</c:v>
                </c:pt>
                <c:pt idx="36">
                  <c:v>45108</c:v>
                </c:pt>
                <c:pt idx="37">
                  <c:v>45139</c:v>
                </c:pt>
                <c:pt idx="38">
                  <c:v>45139</c:v>
                </c:pt>
                <c:pt idx="39">
                  <c:v>45170</c:v>
                </c:pt>
                <c:pt idx="40">
                  <c:v>45170</c:v>
                </c:pt>
                <c:pt idx="41">
                  <c:v>45200</c:v>
                </c:pt>
                <c:pt idx="42">
                  <c:v>45200</c:v>
                </c:pt>
                <c:pt idx="43">
                  <c:v>45231</c:v>
                </c:pt>
                <c:pt idx="44">
                  <c:v>45231</c:v>
                </c:pt>
                <c:pt idx="45">
                  <c:v>45261</c:v>
                </c:pt>
                <c:pt idx="46">
                  <c:v>45261</c:v>
                </c:pt>
                <c:pt idx="47">
                  <c:v>45292</c:v>
                </c:pt>
                <c:pt idx="48">
                  <c:v>45292</c:v>
                </c:pt>
                <c:pt idx="49">
                  <c:v>45323</c:v>
                </c:pt>
                <c:pt idx="50">
                  <c:v>45323</c:v>
                </c:pt>
                <c:pt idx="51">
                  <c:v>45352</c:v>
                </c:pt>
                <c:pt idx="52">
                  <c:v>45352</c:v>
                </c:pt>
                <c:pt idx="53">
                  <c:v>45383</c:v>
                </c:pt>
                <c:pt idx="54">
                  <c:v>45383</c:v>
                </c:pt>
                <c:pt idx="55">
                  <c:v>45413</c:v>
                </c:pt>
                <c:pt idx="56">
                  <c:v>45413</c:v>
                </c:pt>
                <c:pt idx="57">
                  <c:v>45444</c:v>
                </c:pt>
                <c:pt idx="58">
                  <c:v>45444</c:v>
                </c:pt>
                <c:pt idx="59">
                  <c:v>45474</c:v>
                </c:pt>
                <c:pt idx="60">
                  <c:v>45474</c:v>
                </c:pt>
                <c:pt idx="61">
                  <c:v>45505</c:v>
                </c:pt>
                <c:pt idx="62">
                  <c:v>45505</c:v>
                </c:pt>
                <c:pt idx="63">
                  <c:v>45536</c:v>
                </c:pt>
                <c:pt idx="64">
                  <c:v>45536</c:v>
                </c:pt>
                <c:pt idx="65">
                  <c:v>45566</c:v>
                </c:pt>
                <c:pt idx="66">
                  <c:v>45566</c:v>
                </c:pt>
                <c:pt idx="67">
                  <c:v>45597</c:v>
                </c:pt>
                <c:pt idx="68">
                  <c:v>45597</c:v>
                </c:pt>
                <c:pt idx="69">
                  <c:v>45627</c:v>
                </c:pt>
                <c:pt idx="70">
                  <c:v>45627</c:v>
                </c:pt>
                <c:pt idx="71">
                  <c:v>45658</c:v>
                </c:pt>
                <c:pt idx="72">
                  <c:v>45658</c:v>
                </c:pt>
                <c:pt idx="73">
                  <c:v>45689</c:v>
                </c:pt>
                <c:pt idx="74">
                  <c:v>45689</c:v>
                </c:pt>
                <c:pt idx="75">
                  <c:v>45717</c:v>
                </c:pt>
                <c:pt idx="76">
                  <c:v>45717</c:v>
                </c:pt>
                <c:pt idx="77">
                  <c:v>45748</c:v>
                </c:pt>
                <c:pt idx="78">
                  <c:v>45748</c:v>
                </c:pt>
                <c:pt idx="79">
                  <c:v>45778</c:v>
                </c:pt>
                <c:pt idx="80">
                  <c:v>45778</c:v>
                </c:pt>
                <c:pt idx="81">
                  <c:v>45809</c:v>
                </c:pt>
                <c:pt idx="82">
                  <c:v>45809</c:v>
                </c:pt>
                <c:pt idx="83">
                  <c:v>45839</c:v>
                </c:pt>
                <c:pt idx="84">
                  <c:v>45839</c:v>
                </c:pt>
                <c:pt idx="85">
                  <c:v>45870</c:v>
                </c:pt>
                <c:pt idx="86">
                  <c:v>45870</c:v>
                </c:pt>
                <c:pt idx="87">
                  <c:v>45901</c:v>
                </c:pt>
                <c:pt idx="88">
                  <c:v>45901</c:v>
                </c:pt>
                <c:pt idx="89">
                  <c:v>45931</c:v>
                </c:pt>
                <c:pt idx="90">
                  <c:v>45931</c:v>
                </c:pt>
                <c:pt idx="91">
                  <c:v>45962</c:v>
                </c:pt>
                <c:pt idx="92">
                  <c:v>45962</c:v>
                </c:pt>
                <c:pt idx="93">
                  <c:v>45992</c:v>
                </c:pt>
                <c:pt idx="94">
                  <c:v>45992</c:v>
                </c:pt>
                <c:pt idx="95">
                  <c:v>46023</c:v>
                </c:pt>
                <c:pt idx="96">
                  <c:v>46023</c:v>
                </c:pt>
                <c:pt idx="97">
                  <c:v>46054</c:v>
                </c:pt>
                <c:pt idx="98">
                  <c:v>46054</c:v>
                </c:pt>
                <c:pt idx="99">
                  <c:v>46082</c:v>
                </c:pt>
                <c:pt idx="100">
                  <c:v>46082</c:v>
                </c:pt>
                <c:pt idx="101">
                  <c:v>46113</c:v>
                </c:pt>
                <c:pt idx="102">
                  <c:v>46113</c:v>
                </c:pt>
                <c:pt idx="103">
                  <c:v>46143</c:v>
                </c:pt>
                <c:pt idx="104">
                  <c:v>46143</c:v>
                </c:pt>
                <c:pt idx="105">
                  <c:v>46174</c:v>
                </c:pt>
                <c:pt idx="106">
                  <c:v>46174</c:v>
                </c:pt>
                <c:pt idx="107">
                  <c:v>46204</c:v>
                </c:pt>
                <c:pt idx="108">
                  <c:v>46204</c:v>
                </c:pt>
                <c:pt idx="109">
                  <c:v>46235</c:v>
                </c:pt>
                <c:pt idx="110">
                  <c:v>46235</c:v>
                </c:pt>
                <c:pt idx="111">
                  <c:v>46266</c:v>
                </c:pt>
                <c:pt idx="112">
                  <c:v>46266</c:v>
                </c:pt>
                <c:pt idx="113">
                  <c:v>46297</c:v>
                </c:pt>
                <c:pt idx="114">
                  <c:v>46297</c:v>
                </c:pt>
              </c:numCache>
            </c:numRef>
          </c:xVal>
          <c:yVal>
            <c:numRef>
              <c:f>'Serie Selic em degraus'!$B$2:$B$116</c:f>
              <c:numCache>
                <c:formatCode>0.00"%"</c:formatCode>
                <c:ptCount val="115"/>
                <c:pt idx="0">
                  <c:v>9.25</c:v>
                </c:pt>
                <c:pt idx="1">
                  <c:v>9.25</c:v>
                </c:pt>
                <c:pt idx="2">
                  <c:v>10.75</c:v>
                </c:pt>
                <c:pt idx="3">
                  <c:v>10.75</c:v>
                </c:pt>
                <c:pt idx="4">
                  <c:v>11.75</c:v>
                </c:pt>
                <c:pt idx="5">
                  <c:v>11.75</c:v>
                </c:pt>
                <c:pt idx="6">
                  <c:v>11.75</c:v>
                </c:pt>
                <c:pt idx="7">
                  <c:v>11.75</c:v>
                </c:pt>
                <c:pt idx="8">
                  <c:v>12.75</c:v>
                </c:pt>
                <c:pt idx="9">
                  <c:v>12.75</c:v>
                </c:pt>
                <c:pt idx="10">
                  <c:v>13.25</c:v>
                </c:pt>
                <c:pt idx="11">
                  <c:v>13.25</c:v>
                </c:pt>
                <c:pt idx="12">
                  <c:v>13.25</c:v>
                </c:pt>
                <c:pt idx="13">
                  <c:v>13.25</c:v>
                </c:pt>
                <c:pt idx="14">
                  <c:v>13.75</c:v>
                </c:pt>
                <c:pt idx="15">
                  <c:v>13.75</c:v>
                </c:pt>
                <c:pt idx="16">
                  <c:v>13.75</c:v>
                </c:pt>
                <c:pt idx="17">
                  <c:v>13.75</c:v>
                </c:pt>
                <c:pt idx="18">
                  <c:v>13.75</c:v>
                </c:pt>
                <c:pt idx="19">
                  <c:v>13.75</c:v>
                </c:pt>
                <c:pt idx="20">
                  <c:v>13.75</c:v>
                </c:pt>
                <c:pt idx="21">
                  <c:v>13.75</c:v>
                </c:pt>
                <c:pt idx="22">
                  <c:v>13.75</c:v>
                </c:pt>
                <c:pt idx="23">
                  <c:v>13.75</c:v>
                </c:pt>
                <c:pt idx="24">
                  <c:v>13.75</c:v>
                </c:pt>
                <c:pt idx="25">
                  <c:v>13.75</c:v>
                </c:pt>
                <c:pt idx="26">
                  <c:v>13.75</c:v>
                </c:pt>
                <c:pt idx="27">
                  <c:v>13.75</c:v>
                </c:pt>
                <c:pt idx="28">
                  <c:v>13.75</c:v>
                </c:pt>
                <c:pt idx="29">
                  <c:v>13.75</c:v>
                </c:pt>
                <c:pt idx="30">
                  <c:v>13.75</c:v>
                </c:pt>
                <c:pt idx="31">
                  <c:v>13.75</c:v>
                </c:pt>
                <c:pt idx="32">
                  <c:v>13.75</c:v>
                </c:pt>
                <c:pt idx="33">
                  <c:v>13.75</c:v>
                </c:pt>
                <c:pt idx="34">
                  <c:v>13.75</c:v>
                </c:pt>
                <c:pt idx="35">
                  <c:v>13.75</c:v>
                </c:pt>
                <c:pt idx="36">
                  <c:v>13.75</c:v>
                </c:pt>
                <c:pt idx="37">
                  <c:v>13.75</c:v>
                </c:pt>
                <c:pt idx="38">
                  <c:v>13.25</c:v>
                </c:pt>
                <c:pt idx="39">
                  <c:v>13.25</c:v>
                </c:pt>
                <c:pt idx="40">
                  <c:v>12.75</c:v>
                </c:pt>
                <c:pt idx="41">
                  <c:v>12.75</c:v>
                </c:pt>
                <c:pt idx="42">
                  <c:v>12.75</c:v>
                </c:pt>
                <c:pt idx="43">
                  <c:v>12.75</c:v>
                </c:pt>
                <c:pt idx="44">
                  <c:v>12.25</c:v>
                </c:pt>
                <c:pt idx="45">
                  <c:v>12.25</c:v>
                </c:pt>
                <c:pt idx="46">
                  <c:v>11.75</c:v>
                </c:pt>
                <c:pt idx="47">
                  <c:v>11.75</c:v>
                </c:pt>
                <c:pt idx="48">
                  <c:v>11.75</c:v>
                </c:pt>
                <c:pt idx="49">
                  <c:v>11.75</c:v>
                </c:pt>
                <c:pt idx="50">
                  <c:v>11.25</c:v>
                </c:pt>
                <c:pt idx="51">
                  <c:v>11.25</c:v>
                </c:pt>
                <c:pt idx="52">
                  <c:v>10.75</c:v>
                </c:pt>
                <c:pt idx="53">
                  <c:v>10.75</c:v>
                </c:pt>
                <c:pt idx="54">
                  <c:v>10.75</c:v>
                </c:pt>
                <c:pt idx="55">
                  <c:v>10.75</c:v>
                </c:pt>
                <c:pt idx="56">
                  <c:v>10.5</c:v>
                </c:pt>
                <c:pt idx="57">
                  <c:v>10.5</c:v>
                </c:pt>
                <c:pt idx="58">
                  <c:v>10.5</c:v>
                </c:pt>
                <c:pt idx="59">
                  <c:v>10.5</c:v>
                </c:pt>
                <c:pt idx="60">
                  <c:v>10.5</c:v>
                </c:pt>
                <c:pt idx="61">
                  <c:v>10.5</c:v>
                </c:pt>
                <c:pt idx="62">
                  <c:v>10.5</c:v>
                </c:pt>
                <c:pt idx="63">
                  <c:v>10.5</c:v>
                </c:pt>
                <c:pt idx="64">
                  <c:v>10.75</c:v>
                </c:pt>
                <c:pt idx="65">
                  <c:v>10.75</c:v>
                </c:pt>
                <c:pt idx="66">
                  <c:v>10.75</c:v>
                </c:pt>
                <c:pt idx="67">
                  <c:v>10.75</c:v>
                </c:pt>
                <c:pt idx="68">
                  <c:v>11.25</c:v>
                </c:pt>
                <c:pt idx="69">
                  <c:v>11.25</c:v>
                </c:pt>
                <c:pt idx="70">
                  <c:v>12.25</c:v>
                </c:pt>
                <c:pt idx="71">
                  <c:v>12.25</c:v>
                </c:pt>
                <c:pt idx="72">
                  <c:v>12.25</c:v>
                </c:pt>
                <c:pt idx="73">
                  <c:v>12.25</c:v>
                </c:pt>
                <c:pt idx="74">
                  <c:v>13.25</c:v>
                </c:pt>
                <c:pt idx="75">
                  <c:v>13.25</c:v>
                </c:pt>
                <c:pt idx="76">
                  <c:v>14.25</c:v>
                </c:pt>
                <c:pt idx="77">
                  <c:v>14.25</c:v>
                </c:pt>
                <c:pt idx="78">
                  <c:v>14.25</c:v>
                </c:pt>
                <c:pt idx="79">
                  <c:v>14.25</c:v>
                </c:pt>
                <c:pt idx="80">
                  <c:v>14.75</c:v>
                </c:pt>
                <c:pt idx="81">
                  <c:v>14.75</c:v>
                </c:pt>
                <c:pt idx="82">
                  <c:v>15</c:v>
                </c:pt>
                <c:pt idx="83">
                  <c:v>15</c:v>
                </c:pt>
                <c:pt idx="84">
                  <c:v>15</c:v>
                </c:pt>
                <c:pt idx="85">
                  <c:v>15</c:v>
                </c:pt>
                <c:pt idx="86">
                  <c:v>15</c:v>
                </c:pt>
                <c:pt idx="87">
                  <c:v>15</c:v>
                </c:pt>
                <c:pt idx="88">
                  <c:v>15</c:v>
                </c:pt>
                <c:pt idx="89">
                  <c:v>15</c:v>
                </c:pt>
                <c:pt idx="90">
                  <c:v>15</c:v>
                </c:pt>
                <c:pt idx="91">
                  <c:v>15</c:v>
                </c:pt>
                <c:pt idx="92">
                  <c:v>15</c:v>
                </c:pt>
                <c:pt idx="93">
                  <c:v>15</c:v>
                </c:pt>
                <c:pt idx="94">
                  <c:v>15</c:v>
                </c:pt>
                <c:pt idx="95">
                  <c:v>15</c:v>
                </c:pt>
                <c:pt idx="96">
                  <c:v>15</c:v>
                </c:pt>
                <c:pt idx="97">
                  <c:v>15</c:v>
                </c:pt>
                <c:pt idx="98">
                  <c:v>15</c:v>
                </c:pt>
                <c:pt idx="99">
                  <c:v>15</c:v>
                </c:pt>
                <c:pt idx="100">
                  <c:v>14.75</c:v>
                </c:pt>
                <c:pt idx="101">
                  <c:v>14.75</c:v>
                </c:pt>
                <c:pt idx="102">
                  <c:v>14.75</c:v>
                </c:pt>
                <c:pt idx="103">
                  <c:v>14.75</c:v>
                </c:pt>
                <c:pt idx="104">
                  <c:v>14.5</c:v>
                </c:pt>
                <c:pt idx="105">
                  <c:v>14.5</c:v>
                </c:pt>
                <c:pt idx="106">
                  <c:v>14.25</c:v>
                </c:pt>
                <c:pt idx="107">
                  <c:v>14.25</c:v>
                </c:pt>
                <c:pt idx="108">
                  <c:v>14.25</c:v>
                </c:pt>
                <c:pt idx="109">
                  <c:v>14.25</c:v>
                </c:pt>
                <c:pt idx="110">
                  <c:v>14</c:v>
                </c:pt>
                <c:pt idx="111">
                  <c:v>14</c:v>
                </c:pt>
                <c:pt idx="112">
                  <c:v>13.75</c:v>
                </c:pt>
                <c:pt idx="113">
                  <c:v>13.75</c:v>
                </c:pt>
                <c:pt idx="114">
                  <c:v>13.75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779-4C02-869C-A864DD24F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"/>
        <c:axId val="20"/>
      </c:scatterChart>
      <c:scatterChart>
        <c:scatterStyle val="lineMarker"/>
        <c:varyColors val="1"/>
        <c:ser>
          <c:idx val="1"/>
          <c:order val="1"/>
          <c:tx>
            <c:v>IFIX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57"/>
              <c:layout>
                <c:manualLayout>
                  <c:x val="-2.7232834427806615E-5"/>
                  <c:y val="-9.5284755114427994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779-4C02-869C-A864DD24FE87}"/>
                </c:ext>
              </c:extLst>
            </c:dLbl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'Grafico e dados'!$A$5:$A$62</c:f>
              <c:numCache>
                <c:formatCode>mmm\-yy</c:formatCode>
                <c:ptCount val="58"/>
                <c:pt idx="0">
                  <c:v>44562</c:v>
                </c:pt>
                <c:pt idx="1">
                  <c:v>44593</c:v>
                </c:pt>
                <c:pt idx="2">
                  <c:v>44621</c:v>
                </c:pt>
                <c:pt idx="3">
                  <c:v>44652</c:v>
                </c:pt>
                <c:pt idx="4">
                  <c:v>44682</c:v>
                </c:pt>
                <c:pt idx="5">
                  <c:v>44713</c:v>
                </c:pt>
                <c:pt idx="6">
                  <c:v>44743</c:v>
                </c:pt>
                <c:pt idx="7">
                  <c:v>44774</c:v>
                </c:pt>
                <c:pt idx="8">
                  <c:v>44805</c:v>
                </c:pt>
                <c:pt idx="9">
                  <c:v>44835</c:v>
                </c:pt>
                <c:pt idx="10">
                  <c:v>44866</c:v>
                </c:pt>
                <c:pt idx="11">
                  <c:v>44896</c:v>
                </c:pt>
                <c:pt idx="12">
                  <c:v>44927</c:v>
                </c:pt>
                <c:pt idx="13">
                  <c:v>44958</c:v>
                </c:pt>
                <c:pt idx="14">
                  <c:v>44986</c:v>
                </c:pt>
                <c:pt idx="15">
                  <c:v>45017</c:v>
                </c:pt>
                <c:pt idx="16">
                  <c:v>45047</c:v>
                </c:pt>
                <c:pt idx="17">
                  <c:v>45078</c:v>
                </c:pt>
                <c:pt idx="18">
                  <c:v>45108</c:v>
                </c:pt>
                <c:pt idx="19">
                  <c:v>45139</c:v>
                </c:pt>
                <c:pt idx="20">
                  <c:v>45170</c:v>
                </c:pt>
                <c:pt idx="21">
                  <c:v>45200</c:v>
                </c:pt>
                <c:pt idx="22">
                  <c:v>45231</c:v>
                </c:pt>
                <c:pt idx="23">
                  <c:v>45261</c:v>
                </c:pt>
                <c:pt idx="24">
                  <c:v>45292</c:v>
                </c:pt>
                <c:pt idx="25">
                  <c:v>45323</c:v>
                </c:pt>
                <c:pt idx="26">
                  <c:v>45352</c:v>
                </c:pt>
                <c:pt idx="27">
                  <c:v>45383</c:v>
                </c:pt>
                <c:pt idx="28">
                  <c:v>45413</c:v>
                </c:pt>
                <c:pt idx="29">
                  <c:v>45444</c:v>
                </c:pt>
                <c:pt idx="30">
                  <c:v>45474</c:v>
                </c:pt>
                <c:pt idx="31">
                  <c:v>45505</c:v>
                </c:pt>
                <c:pt idx="32">
                  <c:v>45536</c:v>
                </c:pt>
                <c:pt idx="33">
                  <c:v>45566</c:v>
                </c:pt>
                <c:pt idx="34">
                  <c:v>45597</c:v>
                </c:pt>
                <c:pt idx="35">
                  <c:v>45627</c:v>
                </c:pt>
                <c:pt idx="36">
                  <c:v>45658</c:v>
                </c:pt>
                <c:pt idx="37">
                  <c:v>45689</c:v>
                </c:pt>
                <c:pt idx="38">
                  <c:v>45717</c:v>
                </c:pt>
                <c:pt idx="39">
                  <c:v>45748</c:v>
                </c:pt>
                <c:pt idx="40">
                  <c:v>45778</c:v>
                </c:pt>
                <c:pt idx="41">
                  <c:v>45809</c:v>
                </c:pt>
                <c:pt idx="42">
                  <c:v>45839</c:v>
                </c:pt>
                <c:pt idx="43">
                  <c:v>45870</c:v>
                </c:pt>
                <c:pt idx="44">
                  <c:v>45901</c:v>
                </c:pt>
                <c:pt idx="45">
                  <c:v>45931</c:v>
                </c:pt>
                <c:pt idx="46">
                  <c:v>45962</c:v>
                </c:pt>
                <c:pt idx="47">
                  <c:v>45992</c:v>
                </c:pt>
                <c:pt idx="48">
                  <c:v>46023</c:v>
                </c:pt>
                <c:pt idx="49">
                  <c:v>46054</c:v>
                </c:pt>
                <c:pt idx="50">
                  <c:v>46082</c:v>
                </c:pt>
                <c:pt idx="51">
                  <c:v>46113</c:v>
                </c:pt>
                <c:pt idx="52">
                  <c:v>46143</c:v>
                </c:pt>
                <c:pt idx="53">
                  <c:v>46174</c:v>
                </c:pt>
                <c:pt idx="54">
                  <c:v>46204</c:v>
                </c:pt>
                <c:pt idx="55">
                  <c:v>46235</c:v>
                </c:pt>
                <c:pt idx="56">
                  <c:v>46266</c:v>
                </c:pt>
                <c:pt idx="57" formatCode="m/d/yyyy">
                  <c:v>46297</c:v>
                </c:pt>
              </c:numCache>
            </c:numRef>
          </c:xVal>
          <c:yVal>
            <c:numRef>
              <c:f>'Grafico e dados'!$C$5:$C$62</c:f>
              <c:numCache>
                <c:formatCode>#,##0.00</c:formatCode>
                <c:ptCount val="58"/>
                <c:pt idx="0">
                  <c:v>2789.14</c:v>
                </c:pt>
                <c:pt idx="1">
                  <c:v>2776.61</c:v>
                </c:pt>
                <c:pt idx="2">
                  <c:v>2736.58</c:v>
                </c:pt>
                <c:pt idx="3">
                  <c:v>2798.71</c:v>
                </c:pt>
                <c:pt idx="4">
                  <c:v>2798.16</c:v>
                </c:pt>
                <c:pt idx="5">
                  <c:v>2823.08</c:v>
                </c:pt>
                <c:pt idx="6">
                  <c:v>2792.12</c:v>
                </c:pt>
                <c:pt idx="7">
                  <c:v>2803.32</c:v>
                </c:pt>
                <c:pt idx="8">
                  <c:v>2968.97</c:v>
                </c:pt>
                <c:pt idx="9">
                  <c:v>2982.9</c:v>
                </c:pt>
                <c:pt idx="10">
                  <c:v>2989.15</c:v>
                </c:pt>
                <c:pt idx="11">
                  <c:v>2877.88</c:v>
                </c:pt>
                <c:pt idx="12">
                  <c:v>2861.1</c:v>
                </c:pt>
                <c:pt idx="13">
                  <c:v>2807.02</c:v>
                </c:pt>
                <c:pt idx="14">
                  <c:v>2808.7</c:v>
                </c:pt>
                <c:pt idx="15">
                  <c:v>2753.11</c:v>
                </c:pt>
                <c:pt idx="16">
                  <c:v>2859.63</c:v>
                </c:pt>
                <c:pt idx="17">
                  <c:v>3011.49</c:v>
                </c:pt>
                <c:pt idx="18">
                  <c:v>3152.07</c:v>
                </c:pt>
                <c:pt idx="19">
                  <c:v>3189.33</c:v>
                </c:pt>
                <c:pt idx="20">
                  <c:v>3217.23</c:v>
                </c:pt>
                <c:pt idx="21">
                  <c:v>3197.13</c:v>
                </c:pt>
                <c:pt idx="22">
                  <c:v>3146.95</c:v>
                </c:pt>
                <c:pt idx="23">
                  <c:v>3175.08</c:v>
                </c:pt>
                <c:pt idx="24">
                  <c:v>3314.09</c:v>
                </c:pt>
                <c:pt idx="25">
                  <c:v>3320.47</c:v>
                </c:pt>
                <c:pt idx="26">
                  <c:v>3366.5</c:v>
                </c:pt>
                <c:pt idx="27">
                  <c:v>3403.41</c:v>
                </c:pt>
                <c:pt idx="28">
                  <c:v>3376.4</c:v>
                </c:pt>
                <c:pt idx="29">
                  <c:v>3371.58</c:v>
                </c:pt>
                <c:pt idx="30">
                  <c:v>3318.84</c:v>
                </c:pt>
                <c:pt idx="31">
                  <c:v>3365.6</c:v>
                </c:pt>
                <c:pt idx="32">
                  <c:v>3389.32</c:v>
                </c:pt>
                <c:pt idx="33">
                  <c:v>3278.3</c:v>
                </c:pt>
                <c:pt idx="34">
                  <c:v>3198.38</c:v>
                </c:pt>
                <c:pt idx="35">
                  <c:v>3103.42</c:v>
                </c:pt>
                <c:pt idx="36">
                  <c:v>3117.34</c:v>
                </c:pt>
                <c:pt idx="37">
                  <c:v>3001.5</c:v>
                </c:pt>
                <c:pt idx="38">
                  <c:v>3122.11</c:v>
                </c:pt>
                <c:pt idx="39">
                  <c:v>3311.48</c:v>
                </c:pt>
                <c:pt idx="40">
                  <c:v>3419.46</c:v>
                </c:pt>
                <c:pt idx="41">
                  <c:v>3444.94</c:v>
                </c:pt>
                <c:pt idx="42">
                  <c:v>3474.88</c:v>
                </c:pt>
                <c:pt idx="43">
                  <c:v>3430.04</c:v>
                </c:pt>
                <c:pt idx="44">
                  <c:v>3479.45</c:v>
                </c:pt>
                <c:pt idx="45">
                  <c:v>3572.96</c:v>
                </c:pt>
                <c:pt idx="46">
                  <c:v>3591.47</c:v>
                </c:pt>
                <c:pt idx="47">
                  <c:v>3660.23</c:v>
                </c:pt>
                <c:pt idx="48">
                  <c:v>3778.89</c:v>
                </c:pt>
                <c:pt idx="49">
                  <c:v>3853.1</c:v>
                </c:pt>
                <c:pt idx="50">
                  <c:v>3906.06</c:v>
                </c:pt>
                <c:pt idx="51">
                  <c:v>3876.65</c:v>
                </c:pt>
                <c:pt idx="52">
                  <c:v>3903.53</c:v>
                </c:pt>
                <c:pt idx="53">
                  <c:v>3860.37</c:v>
                </c:pt>
                <c:pt idx="54">
                  <c:v>3826.67</c:v>
                </c:pt>
                <c:pt idx="55">
                  <c:v>3785.52</c:v>
                </c:pt>
                <c:pt idx="56">
                  <c:v>3741.8</c:v>
                </c:pt>
                <c:pt idx="57">
                  <c:v>3771.85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C779-4C02-869C-A864DD24F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0"/>
        <c:axId val="40"/>
      </c:scatterChart>
      <c:valAx>
        <c:axId val="10"/>
        <c:scaling>
          <c:orientation val="minMax"/>
          <c:max val="46327"/>
          <c:min val="44562"/>
        </c:scaling>
        <c:delete val="0"/>
        <c:axPos val="b"/>
        <c:numFmt formatCode="yyyy" sourceLinked="0"/>
        <c:majorTickMark val="none"/>
        <c:minorTickMark val="none"/>
        <c:tickLblPos val="nextTo"/>
        <c:spPr>
          <a:noFill/>
          <a:ln>
            <a:solidFill>
              <a:schemeClr val="bg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20"/>
        <c:crosses val="min"/>
        <c:crossBetween val="midCat"/>
        <c:majorUnit val="365"/>
      </c:valAx>
      <c:valAx>
        <c:axId val="20"/>
        <c:scaling>
          <c:orientation val="minMax"/>
          <c:max val="16"/>
          <c:min val="9"/>
        </c:scaling>
        <c:delete val="0"/>
        <c:axPos val="l"/>
        <c:numFmt formatCode="0.00&quot;%&quot;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0"/>
        <c:crosses val="autoZero"/>
        <c:crossBetween val="midCat"/>
      </c:valAx>
      <c:valAx>
        <c:axId val="30"/>
        <c:scaling>
          <c:orientation val="minMax"/>
          <c:max val="46327"/>
          <c:min val="44562"/>
        </c:scaling>
        <c:delete val="1"/>
        <c:axPos val="b"/>
        <c:numFmt formatCode="yyyy" sourceLinked="0"/>
        <c:majorTickMark val="none"/>
        <c:minorTickMark val="none"/>
        <c:tickLblPos val="nextTo"/>
        <c:crossAx val="20"/>
        <c:crosses val="min"/>
        <c:crossBetween val="midCat"/>
        <c:majorUnit val="365"/>
      </c:valAx>
      <c:valAx>
        <c:axId val="40"/>
        <c:scaling>
          <c:orientation val="minMax"/>
          <c:max val="4200"/>
          <c:min val="2400"/>
        </c:scaling>
        <c:delete val="0"/>
        <c:axPos val="r"/>
        <c:numFmt formatCode="#,##0.00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pt-BR"/>
          </a:p>
        </c:txPr>
        <c:crossAx val="10"/>
        <c:crosses val="max"/>
        <c:crossBetween val="midCat"/>
        <c:majorUnit val="300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11296420369329715"/>
          <c:w val="0.60280380663426236"/>
          <c:h val="5.791152734310189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bg1"/>
              </a:solidFill>
              <a:latin typeface="Versos" panose="020B0503020204030204" pitchFamily="34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>
          <a:latin typeface="Versos" panose="020B0503020204030204" pitchFamily="34" charset="0"/>
        </a:defRPr>
      </a:pPr>
      <a:endParaRPr lang="pt-BR"/>
    </a:p>
  </c:txPr>
  <c:externalData r:id="rId1">
    <c:autoUpdate val="0"/>
  </c:externalData>
  <c:userShapes r:id="rId2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7366957767974869E-2"/>
          <c:y val="0.20982164409279874"/>
          <c:w val="0.86854654646730955"/>
          <c:h val="0.527200068270203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'Quantum Axis'!$H$2</c:f>
              <c:strCache>
                <c:ptCount val="1"/>
                <c:pt idx="0">
                  <c:v>IBC-Br Dessazonalizado</c:v>
                </c:pt>
              </c:strCache>
            </c:strRef>
          </c:tx>
          <c:spPr>
            <a:solidFill>
              <a:srgbClr val="637881"/>
            </a:solidFill>
            <a:ln>
              <a:noFill/>
            </a:ln>
            <a:effectLst/>
          </c:spPr>
          <c:invertIfNegative val="0"/>
          <c:cat>
            <c:numRef>
              <c:f>'Quantum Axis'!$G$3:$G$252</c:f>
              <c:numCache>
                <c:formatCode>m/d/yyyy</c:formatCode>
                <c:ptCount val="250"/>
                <c:pt idx="0">
                  <c:v>38017</c:v>
                </c:pt>
                <c:pt idx="1">
                  <c:v>38046</c:v>
                </c:pt>
                <c:pt idx="2">
                  <c:v>38077</c:v>
                </c:pt>
                <c:pt idx="3">
                  <c:v>38107</c:v>
                </c:pt>
                <c:pt idx="4">
                  <c:v>38138</c:v>
                </c:pt>
                <c:pt idx="5">
                  <c:v>38168</c:v>
                </c:pt>
                <c:pt idx="6">
                  <c:v>38199</c:v>
                </c:pt>
                <c:pt idx="7">
                  <c:v>38230</c:v>
                </c:pt>
                <c:pt idx="8">
                  <c:v>38260</c:v>
                </c:pt>
                <c:pt idx="9">
                  <c:v>38291</c:v>
                </c:pt>
                <c:pt idx="10">
                  <c:v>38321</c:v>
                </c:pt>
                <c:pt idx="11">
                  <c:v>38352</c:v>
                </c:pt>
                <c:pt idx="12">
                  <c:v>38383</c:v>
                </c:pt>
                <c:pt idx="13">
                  <c:v>38411</c:v>
                </c:pt>
                <c:pt idx="14">
                  <c:v>38442</c:v>
                </c:pt>
                <c:pt idx="15">
                  <c:v>38472</c:v>
                </c:pt>
                <c:pt idx="16">
                  <c:v>38503</c:v>
                </c:pt>
                <c:pt idx="17">
                  <c:v>38533</c:v>
                </c:pt>
                <c:pt idx="18">
                  <c:v>38564</c:v>
                </c:pt>
                <c:pt idx="19">
                  <c:v>38595</c:v>
                </c:pt>
                <c:pt idx="20">
                  <c:v>38625</c:v>
                </c:pt>
                <c:pt idx="21">
                  <c:v>38656</c:v>
                </c:pt>
                <c:pt idx="22">
                  <c:v>38686</c:v>
                </c:pt>
                <c:pt idx="23">
                  <c:v>38717</c:v>
                </c:pt>
                <c:pt idx="24">
                  <c:v>38748</c:v>
                </c:pt>
                <c:pt idx="25">
                  <c:v>38776</c:v>
                </c:pt>
                <c:pt idx="26">
                  <c:v>38807</c:v>
                </c:pt>
                <c:pt idx="27">
                  <c:v>38837</c:v>
                </c:pt>
                <c:pt idx="28">
                  <c:v>38868</c:v>
                </c:pt>
                <c:pt idx="29">
                  <c:v>38898</c:v>
                </c:pt>
                <c:pt idx="30">
                  <c:v>38929</c:v>
                </c:pt>
                <c:pt idx="31">
                  <c:v>38960</c:v>
                </c:pt>
                <c:pt idx="32">
                  <c:v>38990</c:v>
                </c:pt>
                <c:pt idx="33">
                  <c:v>39021</c:v>
                </c:pt>
                <c:pt idx="34">
                  <c:v>39051</c:v>
                </c:pt>
                <c:pt idx="35">
                  <c:v>39082</c:v>
                </c:pt>
                <c:pt idx="36">
                  <c:v>39113</c:v>
                </c:pt>
                <c:pt idx="37">
                  <c:v>39141</c:v>
                </c:pt>
                <c:pt idx="38">
                  <c:v>39172</c:v>
                </c:pt>
                <c:pt idx="39">
                  <c:v>39202</c:v>
                </c:pt>
                <c:pt idx="40">
                  <c:v>39233</c:v>
                </c:pt>
                <c:pt idx="41">
                  <c:v>39263</c:v>
                </c:pt>
                <c:pt idx="42">
                  <c:v>39294</c:v>
                </c:pt>
                <c:pt idx="43">
                  <c:v>39325</c:v>
                </c:pt>
                <c:pt idx="44">
                  <c:v>39355</c:v>
                </c:pt>
                <c:pt idx="45">
                  <c:v>39386</c:v>
                </c:pt>
                <c:pt idx="46">
                  <c:v>39416</c:v>
                </c:pt>
                <c:pt idx="47">
                  <c:v>39447</c:v>
                </c:pt>
                <c:pt idx="48">
                  <c:v>39478</c:v>
                </c:pt>
                <c:pt idx="49">
                  <c:v>39507</c:v>
                </c:pt>
                <c:pt idx="50">
                  <c:v>39538</c:v>
                </c:pt>
                <c:pt idx="51">
                  <c:v>39568</c:v>
                </c:pt>
                <c:pt idx="52">
                  <c:v>39599</c:v>
                </c:pt>
                <c:pt idx="53">
                  <c:v>39629</c:v>
                </c:pt>
                <c:pt idx="54">
                  <c:v>39660</c:v>
                </c:pt>
                <c:pt idx="55">
                  <c:v>39691</c:v>
                </c:pt>
                <c:pt idx="56">
                  <c:v>39721</c:v>
                </c:pt>
                <c:pt idx="57">
                  <c:v>39752</c:v>
                </c:pt>
                <c:pt idx="58">
                  <c:v>39782</c:v>
                </c:pt>
                <c:pt idx="59">
                  <c:v>39813</c:v>
                </c:pt>
                <c:pt idx="60">
                  <c:v>39844</c:v>
                </c:pt>
                <c:pt idx="61">
                  <c:v>39872</c:v>
                </c:pt>
                <c:pt idx="62">
                  <c:v>39903</c:v>
                </c:pt>
                <c:pt idx="63">
                  <c:v>39933</c:v>
                </c:pt>
                <c:pt idx="64">
                  <c:v>39964</c:v>
                </c:pt>
                <c:pt idx="65">
                  <c:v>39994</c:v>
                </c:pt>
                <c:pt idx="66">
                  <c:v>40025</c:v>
                </c:pt>
                <c:pt idx="67">
                  <c:v>40056</c:v>
                </c:pt>
                <c:pt idx="68">
                  <c:v>40086</c:v>
                </c:pt>
                <c:pt idx="69">
                  <c:v>40117</c:v>
                </c:pt>
                <c:pt idx="70">
                  <c:v>40147</c:v>
                </c:pt>
                <c:pt idx="71">
                  <c:v>40178</c:v>
                </c:pt>
                <c:pt idx="72">
                  <c:v>40209</c:v>
                </c:pt>
                <c:pt idx="73">
                  <c:v>40237</c:v>
                </c:pt>
                <c:pt idx="74">
                  <c:v>40268</c:v>
                </c:pt>
                <c:pt idx="75">
                  <c:v>40298</c:v>
                </c:pt>
                <c:pt idx="76">
                  <c:v>40329</c:v>
                </c:pt>
                <c:pt idx="77">
                  <c:v>40359</c:v>
                </c:pt>
                <c:pt idx="78">
                  <c:v>40390</c:v>
                </c:pt>
                <c:pt idx="79">
                  <c:v>40421</c:v>
                </c:pt>
                <c:pt idx="80">
                  <c:v>40451</c:v>
                </c:pt>
                <c:pt idx="81">
                  <c:v>40482</c:v>
                </c:pt>
                <c:pt idx="82">
                  <c:v>40512</c:v>
                </c:pt>
                <c:pt idx="83">
                  <c:v>40543</c:v>
                </c:pt>
                <c:pt idx="84">
                  <c:v>40574</c:v>
                </c:pt>
                <c:pt idx="85">
                  <c:v>40602</c:v>
                </c:pt>
                <c:pt idx="86">
                  <c:v>40633</c:v>
                </c:pt>
                <c:pt idx="87">
                  <c:v>40663</c:v>
                </c:pt>
                <c:pt idx="88">
                  <c:v>40694</c:v>
                </c:pt>
                <c:pt idx="89">
                  <c:v>40724</c:v>
                </c:pt>
                <c:pt idx="90">
                  <c:v>40755</c:v>
                </c:pt>
                <c:pt idx="91">
                  <c:v>40786</c:v>
                </c:pt>
                <c:pt idx="92">
                  <c:v>40816</c:v>
                </c:pt>
                <c:pt idx="93">
                  <c:v>40847</c:v>
                </c:pt>
                <c:pt idx="94">
                  <c:v>40877</c:v>
                </c:pt>
                <c:pt idx="95">
                  <c:v>40908</c:v>
                </c:pt>
                <c:pt idx="96">
                  <c:v>40939</c:v>
                </c:pt>
                <c:pt idx="97">
                  <c:v>40968</c:v>
                </c:pt>
                <c:pt idx="98">
                  <c:v>40999</c:v>
                </c:pt>
                <c:pt idx="99">
                  <c:v>41029</c:v>
                </c:pt>
                <c:pt idx="100">
                  <c:v>41060</c:v>
                </c:pt>
                <c:pt idx="101">
                  <c:v>41090</c:v>
                </c:pt>
                <c:pt idx="102">
                  <c:v>41121</c:v>
                </c:pt>
                <c:pt idx="103">
                  <c:v>41152</c:v>
                </c:pt>
                <c:pt idx="104">
                  <c:v>41182</c:v>
                </c:pt>
                <c:pt idx="105">
                  <c:v>41213</c:v>
                </c:pt>
                <c:pt idx="106">
                  <c:v>41243</c:v>
                </c:pt>
                <c:pt idx="107">
                  <c:v>41274</c:v>
                </c:pt>
                <c:pt idx="108">
                  <c:v>41305</c:v>
                </c:pt>
                <c:pt idx="109">
                  <c:v>41333</c:v>
                </c:pt>
                <c:pt idx="110">
                  <c:v>41364</c:v>
                </c:pt>
                <c:pt idx="111">
                  <c:v>41394</c:v>
                </c:pt>
                <c:pt idx="112">
                  <c:v>41425</c:v>
                </c:pt>
                <c:pt idx="113">
                  <c:v>41455</c:v>
                </c:pt>
                <c:pt idx="114">
                  <c:v>41486</c:v>
                </c:pt>
                <c:pt idx="115">
                  <c:v>41517</c:v>
                </c:pt>
                <c:pt idx="116">
                  <c:v>41547</c:v>
                </c:pt>
                <c:pt idx="117">
                  <c:v>41578</c:v>
                </c:pt>
                <c:pt idx="118">
                  <c:v>41608</c:v>
                </c:pt>
                <c:pt idx="119">
                  <c:v>41639</c:v>
                </c:pt>
                <c:pt idx="120">
                  <c:v>41670</c:v>
                </c:pt>
                <c:pt idx="121">
                  <c:v>41698</c:v>
                </c:pt>
                <c:pt idx="122">
                  <c:v>41729</c:v>
                </c:pt>
                <c:pt idx="123">
                  <c:v>41759</c:v>
                </c:pt>
                <c:pt idx="124">
                  <c:v>41790</c:v>
                </c:pt>
                <c:pt idx="125">
                  <c:v>41820</c:v>
                </c:pt>
                <c:pt idx="126">
                  <c:v>41851</c:v>
                </c:pt>
                <c:pt idx="127">
                  <c:v>41882</c:v>
                </c:pt>
                <c:pt idx="128">
                  <c:v>41912</c:v>
                </c:pt>
                <c:pt idx="129">
                  <c:v>41943</c:v>
                </c:pt>
                <c:pt idx="130">
                  <c:v>41973</c:v>
                </c:pt>
                <c:pt idx="131">
                  <c:v>42004</c:v>
                </c:pt>
                <c:pt idx="132">
                  <c:v>42035</c:v>
                </c:pt>
                <c:pt idx="133">
                  <c:v>42063</c:v>
                </c:pt>
                <c:pt idx="134">
                  <c:v>42094</c:v>
                </c:pt>
                <c:pt idx="135">
                  <c:v>42124</c:v>
                </c:pt>
                <c:pt idx="136">
                  <c:v>42155</c:v>
                </c:pt>
                <c:pt idx="137">
                  <c:v>42185</c:v>
                </c:pt>
                <c:pt idx="138">
                  <c:v>42216</c:v>
                </c:pt>
                <c:pt idx="139">
                  <c:v>42247</c:v>
                </c:pt>
                <c:pt idx="140">
                  <c:v>42277</c:v>
                </c:pt>
                <c:pt idx="141">
                  <c:v>42308</c:v>
                </c:pt>
                <c:pt idx="142">
                  <c:v>42338</c:v>
                </c:pt>
                <c:pt idx="143">
                  <c:v>42369</c:v>
                </c:pt>
                <c:pt idx="144">
                  <c:v>42400</c:v>
                </c:pt>
                <c:pt idx="145">
                  <c:v>42429</c:v>
                </c:pt>
                <c:pt idx="146">
                  <c:v>42460</c:v>
                </c:pt>
                <c:pt idx="147">
                  <c:v>42490</c:v>
                </c:pt>
                <c:pt idx="148">
                  <c:v>42521</c:v>
                </c:pt>
                <c:pt idx="149">
                  <c:v>42551</c:v>
                </c:pt>
                <c:pt idx="150">
                  <c:v>42582</c:v>
                </c:pt>
                <c:pt idx="151">
                  <c:v>42613</c:v>
                </c:pt>
                <c:pt idx="152">
                  <c:v>42643</c:v>
                </c:pt>
                <c:pt idx="153">
                  <c:v>42674</c:v>
                </c:pt>
                <c:pt idx="154">
                  <c:v>42704</c:v>
                </c:pt>
                <c:pt idx="155">
                  <c:v>42735</c:v>
                </c:pt>
                <c:pt idx="156">
                  <c:v>42766</c:v>
                </c:pt>
                <c:pt idx="157">
                  <c:v>42794</c:v>
                </c:pt>
                <c:pt idx="158">
                  <c:v>42825</c:v>
                </c:pt>
                <c:pt idx="159">
                  <c:v>42855</c:v>
                </c:pt>
                <c:pt idx="160">
                  <c:v>42886</c:v>
                </c:pt>
                <c:pt idx="161">
                  <c:v>42916</c:v>
                </c:pt>
                <c:pt idx="162">
                  <c:v>42947</c:v>
                </c:pt>
                <c:pt idx="163">
                  <c:v>42978</c:v>
                </c:pt>
                <c:pt idx="164">
                  <c:v>43008</c:v>
                </c:pt>
                <c:pt idx="165">
                  <c:v>43039</c:v>
                </c:pt>
                <c:pt idx="166">
                  <c:v>43069</c:v>
                </c:pt>
                <c:pt idx="167">
                  <c:v>43100</c:v>
                </c:pt>
                <c:pt idx="168">
                  <c:v>43131</c:v>
                </c:pt>
                <c:pt idx="169">
                  <c:v>43159</c:v>
                </c:pt>
                <c:pt idx="170">
                  <c:v>43190</c:v>
                </c:pt>
                <c:pt idx="171">
                  <c:v>43220</c:v>
                </c:pt>
                <c:pt idx="172">
                  <c:v>43251</c:v>
                </c:pt>
                <c:pt idx="173">
                  <c:v>43281</c:v>
                </c:pt>
                <c:pt idx="174">
                  <c:v>43312</c:v>
                </c:pt>
                <c:pt idx="175">
                  <c:v>43343</c:v>
                </c:pt>
                <c:pt idx="176">
                  <c:v>43373</c:v>
                </c:pt>
                <c:pt idx="177">
                  <c:v>43404</c:v>
                </c:pt>
                <c:pt idx="178">
                  <c:v>43434</c:v>
                </c:pt>
                <c:pt idx="179">
                  <c:v>43465</c:v>
                </c:pt>
                <c:pt idx="180">
                  <c:v>43496</c:v>
                </c:pt>
                <c:pt idx="181">
                  <c:v>43524</c:v>
                </c:pt>
                <c:pt idx="182">
                  <c:v>43555</c:v>
                </c:pt>
                <c:pt idx="183">
                  <c:v>43585</c:v>
                </c:pt>
                <c:pt idx="184">
                  <c:v>43616</c:v>
                </c:pt>
                <c:pt idx="185">
                  <c:v>43646</c:v>
                </c:pt>
                <c:pt idx="186">
                  <c:v>43677</c:v>
                </c:pt>
                <c:pt idx="187">
                  <c:v>43708</c:v>
                </c:pt>
                <c:pt idx="188">
                  <c:v>43738</c:v>
                </c:pt>
                <c:pt idx="189">
                  <c:v>43769</c:v>
                </c:pt>
                <c:pt idx="190">
                  <c:v>43799</c:v>
                </c:pt>
                <c:pt idx="191">
                  <c:v>43830</c:v>
                </c:pt>
                <c:pt idx="192">
                  <c:v>43861</c:v>
                </c:pt>
                <c:pt idx="193">
                  <c:v>43890</c:v>
                </c:pt>
                <c:pt idx="194">
                  <c:v>43921</c:v>
                </c:pt>
                <c:pt idx="195">
                  <c:v>43951</c:v>
                </c:pt>
                <c:pt idx="196">
                  <c:v>43982</c:v>
                </c:pt>
                <c:pt idx="197">
                  <c:v>44012</c:v>
                </c:pt>
                <c:pt idx="198">
                  <c:v>44043</c:v>
                </c:pt>
                <c:pt idx="199">
                  <c:v>44074</c:v>
                </c:pt>
                <c:pt idx="200">
                  <c:v>44104</c:v>
                </c:pt>
                <c:pt idx="201">
                  <c:v>44135</c:v>
                </c:pt>
                <c:pt idx="202">
                  <c:v>44165</c:v>
                </c:pt>
                <c:pt idx="203">
                  <c:v>44196</c:v>
                </c:pt>
                <c:pt idx="204">
                  <c:v>44227</c:v>
                </c:pt>
                <c:pt idx="205">
                  <c:v>44255</c:v>
                </c:pt>
                <c:pt idx="206">
                  <c:v>44286</c:v>
                </c:pt>
                <c:pt idx="207">
                  <c:v>44316</c:v>
                </c:pt>
                <c:pt idx="208">
                  <c:v>44347</c:v>
                </c:pt>
                <c:pt idx="209">
                  <c:v>44377</c:v>
                </c:pt>
                <c:pt idx="210">
                  <c:v>44408</c:v>
                </c:pt>
                <c:pt idx="211">
                  <c:v>44439</c:v>
                </c:pt>
                <c:pt idx="212">
                  <c:v>44469</c:v>
                </c:pt>
                <c:pt idx="213">
                  <c:v>44500</c:v>
                </c:pt>
                <c:pt idx="214">
                  <c:v>44530</c:v>
                </c:pt>
                <c:pt idx="215">
                  <c:v>44561</c:v>
                </c:pt>
                <c:pt idx="216">
                  <c:v>44592</c:v>
                </c:pt>
                <c:pt idx="217">
                  <c:v>44620</c:v>
                </c:pt>
                <c:pt idx="218">
                  <c:v>44651</c:v>
                </c:pt>
                <c:pt idx="219">
                  <c:v>44681</c:v>
                </c:pt>
                <c:pt idx="220">
                  <c:v>44712</c:v>
                </c:pt>
                <c:pt idx="221">
                  <c:v>44742</c:v>
                </c:pt>
                <c:pt idx="222">
                  <c:v>44773</c:v>
                </c:pt>
                <c:pt idx="223">
                  <c:v>44804</c:v>
                </c:pt>
                <c:pt idx="224">
                  <c:v>44834</c:v>
                </c:pt>
                <c:pt idx="225">
                  <c:v>44865</c:v>
                </c:pt>
                <c:pt idx="226">
                  <c:v>44895</c:v>
                </c:pt>
                <c:pt idx="227">
                  <c:v>44926</c:v>
                </c:pt>
                <c:pt idx="228">
                  <c:v>44957</c:v>
                </c:pt>
                <c:pt idx="229">
                  <c:v>44985</c:v>
                </c:pt>
                <c:pt idx="230">
                  <c:v>45016</c:v>
                </c:pt>
                <c:pt idx="231">
                  <c:v>45046</c:v>
                </c:pt>
                <c:pt idx="232">
                  <c:v>45077</c:v>
                </c:pt>
                <c:pt idx="233">
                  <c:v>45107</c:v>
                </c:pt>
                <c:pt idx="234">
                  <c:v>45138</c:v>
                </c:pt>
                <c:pt idx="235">
                  <c:v>45169</c:v>
                </c:pt>
                <c:pt idx="236">
                  <c:v>45199</c:v>
                </c:pt>
                <c:pt idx="237">
                  <c:v>45230</c:v>
                </c:pt>
                <c:pt idx="238">
                  <c:v>45260</c:v>
                </c:pt>
                <c:pt idx="239">
                  <c:v>45291</c:v>
                </c:pt>
                <c:pt idx="240">
                  <c:v>45322</c:v>
                </c:pt>
                <c:pt idx="241">
                  <c:v>45351</c:v>
                </c:pt>
                <c:pt idx="242">
                  <c:v>45382</c:v>
                </c:pt>
                <c:pt idx="243">
                  <c:v>45412</c:v>
                </c:pt>
                <c:pt idx="244">
                  <c:v>45443</c:v>
                </c:pt>
                <c:pt idx="245">
                  <c:v>45473</c:v>
                </c:pt>
                <c:pt idx="246">
                  <c:v>45504</c:v>
                </c:pt>
                <c:pt idx="247">
                  <c:v>45535</c:v>
                </c:pt>
                <c:pt idx="248">
                  <c:v>45565</c:v>
                </c:pt>
                <c:pt idx="249">
                  <c:v>45596</c:v>
                </c:pt>
              </c:numCache>
            </c:numRef>
          </c:cat>
          <c:val>
            <c:numRef>
              <c:f>'Quantum Axis'!$H$3:$H$252</c:f>
              <c:numCache>
                <c:formatCode>0.00%</c:formatCode>
                <c:ptCount val="250"/>
                <c:pt idx="1">
                  <c:v>2.3711542230060667E-2</c:v>
                </c:pt>
                <c:pt idx="2">
                  <c:v>3.8627450980392108E-2</c:v>
                </c:pt>
                <c:pt idx="3">
                  <c:v>5.510406342913754E-2</c:v>
                </c:pt>
                <c:pt idx="4">
                  <c:v>6.5544197233914581E-2</c:v>
                </c:pt>
                <c:pt idx="5">
                  <c:v>6.9329614503436554E-2</c:v>
                </c:pt>
                <c:pt idx="6">
                  <c:v>8.844018172640089E-2</c:v>
                </c:pt>
                <c:pt idx="7">
                  <c:v>8.4929309134663677E-2</c:v>
                </c:pt>
                <c:pt idx="8">
                  <c:v>7.510813999213517E-2</c:v>
                </c:pt>
                <c:pt idx="9">
                  <c:v>6.7144399725139747E-2</c:v>
                </c:pt>
                <c:pt idx="10">
                  <c:v>7.5014708766424798E-2</c:v>
                </c:pt>
                <c:pt idx="11">
                  <c:v>7.1330049261083772E-2</c:v>
                </c:pt>
                <c:pt idx="12">
                  <c:v>5.821025195482199E-2</c:v>
                </c:pt>
                <c:pt idx="13">
                  <c:v>5.4938744257273964E-2</c:v>
                </c:pt>
                <c:pt idx="14">
                  <c:v>4.209930149141039E-2</c:v>
                </c:pt>
                <c:pt idx="15">
                  <c:v>4.2175464963366549E-2</c:v>
                </c:pt>
                <c:pt idx="16">
                  <c:v>4.3641835966892417E-2</c:v>
                </c:pt>
                <c:pt idx="17">
                  <c:v>3.1578947368421151E-2</c:v>
                </c:pt>
                <c:pt idx="18">
                  <c:v>2.6157128281235398E-2</c:v>
                </c:pt>
                <c:pt idx="19">
                  <c:v>2.7818853974121982E-2</c:v>
                </c:pt>
                <c:pt idx="20">
                  <c:v>1.4356254572055693E-2</c:v>
                </c:pt>
                <c:pt idx="21">
                  <c:v>2.1801122251862814E-2</c:v>
                </c:pt>
                <c:pt idx="22">
                  <c:v>1.9793852047797156E-2</c:v>
                </c:pt>
                <c:pt idx="23">
                  <c:v>3.2830605113113975E-2</c:v>
                </c:pt>
                <c:pt idx="24">
                  <c:v>3.4665207079000115E-2</c:v>
                </c:pt>
                <c:pt idx="25">
                  <c:v>3.1028851388132939E-2</c:v>
                </c:pt>
                <c:pt idx="26">
                  <c:v>2.8351449275362262E-2</c:v>
                </c:pt>
                <c:pt idx="27">
                  <c:v>2.9743127534925584E-2</c:v>
                </c:pt>
                <c:pt idx="28">
                  <c:v>4.2267483777938208E-2</c:v>
                </c:pt>
                <c:pt idx="29">
                  <c:v>3.7204262235867924E-2</c:v>
                </c:pt>
                <c:pt idx="30">
                  <c:v>5.6675404501491444E-2</c:v>
                </c:pt>
                <c:pt idx="31">
                  <c:v>4.8287024548152147E-2</c:v>
                </c:pt>
                <c:pt idx="32">
                  <c:v>5.2555665735148249E-2</c:v>
                </c:pt>
                <c:pt idx="33">
                  <c:v>6.2927619733525342E-2</c:v>
                </c:pt>
                <c:pt idx="34">
                  <c:v>6.2969588550984001E-2</c:v>
                </c:pt>
                <c:pt idx="35">
                  <c:v>6.7758881666815096E-2</c:v>
                </c:pt>
                <c:pt idx="36">
                  <c:v>5.510491976723686E-2</c:v>
                </c:pt>
                <c:pt idx="37">
                  <c:v>5.772615276311166E-2</c:v>
                </c:pt>
                <c:pt idx="38">
                  <c:v>5.1528230423676602E-2</c:v>
                </c:pt>
                <c:pt idx="39">
                  <c:v>6.1181619256017505E-2</c:v>
                </c:pt>
                <c:pt idx="40">
                  <c:v>5.8019887591872044E-2</c:v>
                </c:pt>
                <c:pt idx="41">
                  <c:v>7.539613442451687E-2</c:v>
                </c:pt>
                <c:pt idx="42">
                  <c:v>6.2959794696321625E-2</c:v>
                </c:pt>
                <c:pt idx="43">
                  <c:v>6.5705952993652339E-2</c:v>
                </c:pt>
                <c:pt idx="44">
                  <c:v>7.2798903734155429E-2</c:v>
                </c:pt>
                <c:pt idx="45">
                  <c:v>6.9111543999322622E-2</c:v>
                </c:pt>
                <c:pt idx="46">
                  <c:v>6.142712891282387E-2</c:v>
                </c:pt>
                <c:pt idx="47">
                  <c:v>5.8205470313542396E-2</c:v>
                </c:pt>
                <c:pt idx="48">
                  <c:v>6.3006601487423763E-2</c:v>
                </c:pt>
                <c:pt idx="49">
                  <c:v>5.4326123128119796E-2</c:v>
                </c:pt>
                <c:pt idx="50">
                  <c:v>5.8468755235382863E-2</c:v>
                </c:pt>
                <c:pt idx="51">
                  <c:v>5.4354998350379491E-2</c:v>
                </c:pt>
                <c:pt idx="52">
                  <c:v>5.7698594311866636E-2</c:v>
                </c:pt>
                <c:pt idx="53">
                  <c:v>6.25E-2</c:v>
                </c:pt>
                <c:pt idx="54">
                  <c:v>5.3677772412683122E-2</c:v>
                </c:pt>
                <c:pt idx="55">
                  <c:v>5.408886027044435E-2</c:v>
                </c:pt>
                <c:pt idx="56">
                  <c:v>4.4707009420405619E-2</c:v>
                </c:pt>
                <c:pt idx="57">
                  <c:v>1.5051889408222996E-2</c:v>
                </c:pt>
                <c:pt idx="58">
                  <c:v>-9.6717932456000799E-3</c:v>
                </c:pt>
                <c:pt idx="59">
                  <c:v>-4.7123719464145064E-2</c:v>
                </c:pt>
                <c:pt idx="60">
                  <c:v>-4.9917459319235857E-2</c:v>
                </c:pt>
                <c:pt idx="61">
                  <c:v>-3.5429653594255539E-2</c:v>
                </c:pt>
                <c:pt idx="62">
                  <c:v>-2.6748971193415572E-2</c:v>
                </c:pt>
                <c:pt idx="63">
                  <c:v>-3.2856137057028945E-2</c:v>
                </c:pt>
                <c:pt idx="64">
                  <c:v>-3.5079585844537076E-2</c:v>
                </c:pt>
                <c:pt idx="65">
                  <c:v>-4.0079244132886327E-2</c:v>
                </c:pt>
                <c:pt idx="66">
                  <c:v>-3.5744290842434912E-2</c:v>
                </c:pt>
                <c:pt idx="67">
                  <c:v>-2.2373243738546211E-2</c:v>
                </c:pt>
                <c:pt idx="68">
                  <c:v>-1.3678740638850884E-2</c:v>
                </c:pt>
                <c:pt idx="69">
                  <c:v>1.3267774916100983E-2</c:v>
                </c:pt>
                <c:pt idx="70">
                  <c:v>4.0585975024015397E-2</c:v>
                </c:pt>
                <c:pt idx="71">
                  <c:v>8.6255375454846073E-2</c:v>
                </c:pt>
                <c:pt idx="72">
                  <c:v>0.10466655634618549</c:v>
                </c:pt>
                <c:pt idx="73">
                  <c:v>0.10634816753926724</c:v>
                </c:pt>
                <c:pt idx="74">
                  <c:v>0.1101805171572614</c:v>
                </c:pt>
                <c:pt idx="75">
                  <c:v>0.11000566205613516</c:v>
                </c:pt>
                <c:pt idx="76">
                  <c:v>9.2729019859064898E-2</c:v>
                </c:pt>
                <c:pt idx="77">
                  <c:v>8.120336561358954E-2</c:v>
                </c:pt>
                <c:pt idx="78">
                  <c:v>8.4673267326732748E-2</c:v>
                </c:pt>
                <c:pt idx="79">
                  <c:v>7.5529172850113069E-2</c:v>
                </c:pt>
                <c:pt idx="80">
                  <c:v>7.8716975284729207E-2</c:v>
                </c:pt>
                <c:pt idx="81">
                  <c:v>6.8166063313563896E-2</c:v>
                </c:pt>
                <c:pt idx="82">
                  <c:v>7.7544426494345675E-2</c:v>
                </c:pt>
                <c:pt idx="83">
                  <c:v>5.306433193757143E-2</c:v>
                </c:pt>
                <c:pt idx="84">
                  <c:v>4.9734102314433537E-2</c:v>
                </c:pt>
                <c:pt idx="85">
                  <c:v>4.1112097012718118E-2</c:v>
                </c:pt>
                <c:pt idx="86">
                  <c:v>3.3618984838497123E-2</c:v>
                </c:pt>
                <c:pt idx="87">
                  <c:v>2.6379071631567497E-2</c:v>
                </c:pt>
                <c:pt idx="88">
                  <c:v>3.546826908984313E-2</c:v>
                </c:pt>
                <c:pt idx="89">
                  <c:v>4.3682549005212401E-2</c:v>
                </c:pt>
                <c:pt idx="90">
                  <c:v>3.8410982912224334E-2</c:v>
                </c:pt>
                <c:pt idx="91">
                  <c:v>3.0646332607116911E-2</c:v>
                </c:pt>
                <c:pt idx="92">
                  <c:v>1.881778352366581E-2</c:v>
                </c:pt>
                <c:pt idx="93">
                  <c:v>2.1271993077588647E-2</c:v>
                </c:pt>
                <c:pt idx="94">
                  <c:v>1.5492253873063522E-2</c:v>
                </c:pt>
                <c:pt idx="95">
                  <c:v>1.5832851359167233E-2</c:v>
                </c:pt>
                <c:pt idx="96">
                  <c:v>-8.7049589725294307E-3</c:v>
                </c:pt>
                <c:pt idx="97">
                  <c:v>-3.2670454545454808E-3</c:v>
                </c:pt>
                <c:pt idx="98">
                  <c:v>-7.298752834467126E-3</c:v>
                </c:pt>
                <c:pt idx="99">
                  <c:v>1.3489527866523687E-3</c:v>
                </c:pt>
                <c:pt idx="100">
                  <c:v>9.3418259023354544E-3</c:v>
                </c:pt>
                <c:pt idx="101">
                  <c:v>9.8480585256048858E-3</c:v>
                </c:pt>
                <c:pt idx="102">
                  <c:v>1.2236286919831363E-2</c:v>
                </c:pt>
                <c:pt idx="103">
                  <c:v>1.7051860202931257E-2</c:v>
                </c:pt>
                <c:pt idx="104">
                  <c:v>1.2759957701797608E-2</c:v>
                </c:pt>
                <c:pt idx="105">
                  <c:v>2.2594083174468871E-2</c:v>
                </c:pt>
                <c:pt idx="106">
                  <c:v>1.6451068616422981E-2</c:v>
                </c:pt>
                <c:pt idx="107">
                  <c:v>2.5407444310013627E-2</c:v>
                </c:pt>
                <c:pt idx="108">
                  <c:v>4.3331173972503967E-2</c:v>
                </c:pt>
                <c:pt idx="109">
                  <c:v>2.5224454895254267E-2</c:v>
                </c:pt>
                <c:pt idx="110">
                  <c:v>3.4763366407309704E-2</c:v>
                </c:pt>
                <c:pt idx="111">
                  <c:v>3.7365286443562296E-2</c:v>
                </c:pt>
                <c:pt idx="112">
                  <c:v>2.9799467115411593E-2</c:v>
                </c:pt>
                <c:pt idx="113">
                  <c:v>1.9295068264140403E-2</c:v>
                </c:pt>
                <c:pt idx="114">
                  <c:v>2.1050437682367695E-2</c:v>
                </c:pt>
                <c:pt idx="115">
                  <c:v>1.9675765553554214E-2</c:v>
                </c:pt>
                <c:pt idx="116">
                  <c:v>3.0836697758596765E-2</c:v>
                </c:pt>
                <c:pt idx="117">
                  <c:v>2.2371055720499688E-2</c:v>
                </c:pt>
                <c:pt idx="118">
                  <c:v>2.6006363259095222E-2</c:v>
                </c:pt>
                <c:pt idx="119">
                  <c:v>3.2273736812881593E-2</c:v>
                </c:pt>
                <c:pt idx="120">
                  <c:v>2.3318385650224371E-2</c:v>
                </c:pt>
                <c:pt idx="121">
                  <c:v>2.8634973589102053E-2</c:v>
                </c:pt>
                <c:pt idx="122">
                  <c:v>1.9798565121412759E-2</c:v>
                </c:pt>
                <c:pt idx="123">
                  <c:v>4.6476659148384503E-3</c:v>
                </c:pt>
                <c:pt idx="124">
                  <c:v>-3.9490706066590553E-3</c:v>
                </c:pt>
                <c:pt idx="125">
                  <c:v>-1.90664935419943E-2</c:v>
                </c:pt>
                <c:pt idx="126">
                  <c:v>-1.5581411172348014E-2</c:v>
                </c:pt>
                <c:pt idx="127">
                  <c:v>-1.0463378176382765E-2</c:v>
                </c:pt>
                <c:pt idx="128">
                  <c:v>-1.2830035789047289E-2</c:v>
                </c:pt>
                <c:pt idx="129">
                  <c:v>-1.7761869386101137E-2</c:v>
                </c:pt>
                <c:pt idx="130">
                  <c:v>-1.8673318053121224E-2</c:v>
                </c:pt>
                <c:pt idx="131">
                  <c:v>-1.7481342029180391E-2</c:v>
                </c:pt>
                <c:pt idx="132">
                  <c:v>-2.1573518506033951E-2</c:v>
                </c:pt>
                <c:pt idx="133">
                  <c:v>-2.5540540540540557E-2</c:v>
                </c:pt>
                <c:pt idx="134">
                  <c:v>-2.6652235676114633E-2</c:v>
                </c:pt>
                <c:pt idx="135">
                  <c:v>-3.177086876658286E-2</c:v>
                </c:pt>
                <c:pt idx="136">
                  <c:v>-3.5819263107526034E-2</c:v>
                </c:pt>
                <c:pt idx="137">
                  <c:v>-2.6961125818587228E-2</c:v>
                </c:pt>
                <c:pt idx="138">
                  <c:v>-4.2162012717721797E-2</c:v>
                </c:pt>
                <c:pt idx="139">
                  <c:v>-4.6415819829717098E-2</c:v>
                </c:pt>
                <c:pt idx="140">
                  <c:v>-5.8417128394554929E-2</c:v>
                </c:pt>
                <c:pt idx="141">
                  <c:v>-4.7373487348734811E-2</c:v>
                </c:pt>
                <c:pt idx="142">
                  <c:v>-6.0932884522910014E-2</c:v>
                </c:pt>
                <c:pt idx="143">
                  <c:v>-6.658454800520075E-2</c:v>
                </c:pt>
                <c:pt idx="144">
                  <c:v>-6.5114035692138028E-2</c:v>
                </c:pt>
                <c:pt idx="145">
                  <c:v>-5.9700457634169868E-2</c:v>
                </c:pt>
                <c:pt idx="146">
                  <c:v>-6.3798735144902197E-2</c:v>
                </c:pt>
                <c:pt idx="147">
                  <c:v>-5.2487352445193869E-2</c:v>
                </c:pt>
                <c:pt idx="148">
                  <c:v>-4.7571783055654127E-2</c:v>
                </c:pt>
                <c:pt idx="149">
                  <c:v>-3.4581513567695121E-2</c:v>
                </c:pt>
                <c:pt idx="150">
                  <c:v>-2.9585798816568198E-2</c:v>
                </c:pt>
                <c:pt idx="151">
                  <c:v>-3.6434331797234987E-2</c:v>
                </c:pt>
                <c:pt idx="152">
                  <c:v>-2.7751543770432208E-2</c:v>
                </c:pt>
                <c:pt idx="153">
                  <c:v>-3.7748105377120256E-2</c:v>
                </c:pt>
                <c:pt idx="154">
                  <c:v>-2.6335040234089169E-2</c:v>
                </c:pt>
                <c:pt idx="155">
                  <c:v>-2.9032258064516148E-2</c:v>
                </c:pt>
                <c:pt idx="156">
                  <c:v>-1.577240566037752E-2</c:v>
                </c:pt>
                <c:pt idx="157">
                  <c:v>1.4748174913352674E-3</c:v>
                </c:pt>
                <c:pt idx="158">
                  <c:v>6.5325514067255952E-3</c:v>
                </c:pt>
                <c:pt idx="159">
                  <c:v>7.9347423062661182E-3</c:v>
                </c:pt>
                <c:pt idx="160">
                  <c:v>4.8384695548608914E-3</c:v>
                </c:pt>
                <c:pt idx="161">
                  <c:v>9.6410560664490497E-3</c:v>
                </c:pt>
                <c:pt idx="162">
                  <c:v>1.323616894705526E-2</c:v>
                </c:pt>
                <c:pt idx="163">
                  <c:v>1.1956359288596508E-2</c:v>
                </c:pt>
                <c:pt idx="164">
                  <c:v>1.143241425689312E-2</c:v>
                </c:pt>
                <c:pt idx="165">
                  <c:v>1.5226522652265206E-2</c:v>
                </c:pt>
                <c:pt idx="166">
                  <c:v>1.7956423741547711E-2</c:v>
                </c:pt>
                <c:pt idx="167">
                  <c:v>3.7828450619148191E-2</c:v>
                </c:pt>
                <c:pt idx="168">
                  <c:v>2.4262393290400031E-2</c:v>
                </c:pt>
                <c:pt idx="169">
                  <c:v>8.3204476842646535E-3</c:v>
                </c:pt>
                <c:pt idx="170">
                  <c:v>1.0177741721365763E-2</c:v>
                </c:pt>
                <c:pt idx="171">
                  <c:v>1.9717480871100701E-2</c:v>
                </c:pt>
                <c:pt idx="172">
                  <c:v>-1.3112082376472434E-2</c:v>
                </c:pt>
                <c:pt idx="173">
                  <c:v>1.0797708241516268E-2</c:v>
                </c:pt>
                <c:pt idx="174">
                  <c:v>1.130192279465736E-2</c:v>
                </c:pt>
                <c:pt idx="175">
                  <c:v>2.3408654556195563E-2</c:v>
                </c:pt>
                <c:pt idx="176">
                  <c:v>1.7287234042552946E-2</c:v>
                </c:pt>
                <c:pt idx="177">
                  <c:v>1.4333210195788704E-2</c:v>
                </c:pt>
                <c:pt idx="178">
                  <c:v>1.6975422540408847E-2</c:v>
                </c:pt>
                <c:pt idx="179">
                  <c:v>7.4936340487450348E-3</c:v>
                </c:pt>
                <c:pt idx="180">
                  <c:v>1.1990057025880851E-2</c:v>
                </c:pt>
                <c:pt idx="181">
                  <c:v>5.9149992697531406E-3</c:v>
                </c:pt>
                <c:pt idx="182">
                  <c:v>6.5707819230489406E-3</c:v>
                </c:pt>
                <c:pt idx="183">
                  <c:v>-1.6594516594515829E-3</c:v>
                </c:pt>
                <c:pt idx="184">
                  <c:v>4.1585347545413542E-2</c:v>
                </c:pt>
                <c:pt idx="185">
                  <c:v>1.0755032337766091E-2</c:v>
                </c:pt>
                <c:pt idx="186">
                  <c:v>1.4513788098693414E-3</c:v>
                </c:pt>
                <c:pt idx="187">
                  <c:v>-6.5661303124323611E-3</c:v>
                </c:pt>
                <c:pt idx="188">
                  <c:v>6.6811909949167081E-3</c:v>
                </c:pt>
                <c:pt idx="189">
                  <c:v>1.1872678272270454E-2</c:v>
                </c:pt>
                <c:pt idx="190">
                  <c:v>7.5477175411859942E-3</c:v>
                </c:pt>
                <c:pt idx="191">
                  <c:v>1.444251877529279E-4</c:v>
                </c:pt>
                <c:pt idx="192">
                  <c:v>1.0475364831671774E-2</c:v>
                </c:pt>
                <c:pt idx="193">
                  <c:v>1.3139745916515455E-2</c:v>
                </c:pt>
                <c:pt idx="194">
                  <c:v>-5.9838978748096072E-2</c:v>
                </c:pt>
                <c:pt idx="195">
                  <c:v>-0.15205608152056083</c:v>
                </c:pt>
                <c:pt idx="196">
                  <c:v>-0.12590083597578539</c:v>
                </c:pt>
                <c:pt idx="197">
                  <c:v>-8.5987490114314502E-2</c:v>
                </c:pt>
                <c:pt idx="198">
                  <c:v>-5.1086956521739224E-2</c:v>
                </c:pt>
                <c:pt idx="199">
                  <c:v>-2.8762347472399807E-2</c:v>
                </c:pt>
                <c:pt idx="200">
                  <c:v>-1.4427932477276029E-2</c:v>
                </c:pt>
                <c:pt idx="201">
                  <c:v>1.7276130146848256E-3</c:v>
                </c:pt>
                <c:pt idx="202">
                  <c:v>1.2245191961390844E-3</c:v>
                </c:pt>
                <c:pt idx="203">
                  <c:v>4.9097472924188867E-3</c:v>
                </c:pt>
                <c:pt idx="204">
                  <c:v>-1.0724243940802847E-3</c:v>
                </c:pt>
                <c:pt idx="205">
                  <c:v>7.8819145887072395E-3</c:v>
                </c:pt>
                <c:pt idx="206">
                  <c:v>4.4977626909427526E-2</c:v>
                </c:pt>
                <c:pt idx="207">
                  <c:v>0.16977755049859367</c:v>
                </c:pt>
                <c:pt idx="208">
                  <c:v>0.14378761645642668</c:v>
                </c:pt>
                <c:pt idx="209">
                  <c:v>9.1166522457327259E-2</c:v>
                </c:pt>
                <c:pt idx="210">
                  <c:v>5.5975563192058209E-2</c:v>
                </c:pt>
                <c:pt idx="211">
                  <c:v>3.8214178881244454E-2</c:v>
                </c:pt>
                <c:pt idx="212">
                  <c:v>1.4785536524666743E-2</c:v>
                </c:pt>
                <c:pt idx="213">
                  <c:v>1.6527737855704938E-3</c:v>
                </c:pt>
                <c:pt idx="214">
                  <c:v>1.2877697841726654E-2</c:v>
                </c:pt>
                <c:pt idx="215">
                  <c:v>1.3076591464290743E-2</c:v>
                </c:pt>
                <c:pt idx="216">
                  <c:v>1.2167191525909171E-3</c:v>
                </c:pt>
                <c:pt idx="217">
                  <c:v>0</c:v>
                </c:pt>
                <c:pt idx="218">
                  <c:v>4.7840531561461841E-2</c:v>
                </c:pt>
                <c:pt idx="219">
                  <c:v>3.5992714025500971E-2</c:v>
                </c:pt>
                <c:pt idx="220">
                  <c:v>2.652634613998428E-2</c:v>
                </c:pt>
                <c:pt idx="221">
                  <c:v>3.0637254901960675E-2</c:v>
                </c:pt>
                <c:pt idx="222">
                  <c:v>5.1634365056407283E-2</c:v>
                </c:pt>
                <c:pt idx="223">
                  <c:v>4.1633652668731536E-2</c:v>
                </c:pt>
                <c:pt idx="224">
                  <c:v>4.197922677437993E-2</c:v>
                </c:pt>
                <c:pt idx="225">
                  <c:v>3.7664107898701449E-2</c:v>
                </c:pt>
                <c:pt idx="226">
                  <c:v>1.3424248881312772E-2</c:v>
                </c:pt>
                <c:pt idx="227">
                  <c:v>8.936170212765937E-3</c:v>
                </c:pt>
                <c:pt idx="228">
                  <c:v>2.4733719350918726E-2</c:v>
                </c:pt>
                <c:pt idx="229">
                  <c:v>4.919664439072946E-2</c:v>
                </c:pt>
                <c:pt idx="230">
                  <c:v>3.8751497216937825E-2</c:v>
                </c:pt>
                <c:pt idx="231">
                  <c:v>4.9370560517617346E-2</c:v>
                </c:pt>
                <c:pt idx="232">
                  <c:v>2.9070992205603607E-2</c:v>
                </c:pt>
                <c:pt idx="233">
                  <c:v>2.6509057844303019E-2</c:v>
                </c:pt>
                <c:pt idx="234">
                  <c:v>1.0314949800577677E-2</c:v>
                </c:pt>
                <c:pt idx="235">
                  <c:v>1.3415393126339881E-2</c:v>
                </c:pt>
                <c:pt idx="236">
                  <c:v>1.322165305274825E-2</c:v>
                </c:pt>
                <c:pt idx="237">
                  <c:v>1.2721238938053103E-2</c:v>
                </c:pt>
                <c:pt idx="238">
                  <c:v>2.7824502382954863E-2</c:v>
                </c:pt>
                <c:pt idx="239">
                  <c:v>3.9153662308449411E-2</c:v>
                </c:pt>
                <c:pt idx="240">
                  <c:v>3.6065573770492021E-2</c:v>
                </c:pt>
                <c:pt idx="241">
                  <c:v>1.4229570402493508E-2</c:v>
                </c:pt>
                <c:pt idx="242">
                  <c:v>1.3294444821271068E-2</c:v>
                </c:pt>
                <c:pt idx="243">
                  <c:v>5.8307083975606133E-3</c:v>
                </c:pt>
                <c:pt idx="244">
                  <c:v>2.906857727737977E-2</c:v>
                </c:pt>
                <c:pt idx="245">
                  <c:v>4.1360043608612784E-2</c:v>
                </c:pt>
                <c:pt idx="246">
                  <c:v>3.7026953444051269E-2</c:v>
                </c:pt>
                <c:pt idx="247">
                  <c:v>4.2715796656431104E-2</c:v>
                </c:pt>
                <c:pt idx="248">
                  <c:v>5.3152968504474929E-2</c:v>
                </c:pt>
                <c:pt idx="249">
                  <c:v>5.3864008738394364E-2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17-4AEB-BEF2-85E867B40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2"/>
        <c:axId val="705558624"/>
        <c:axId val="1070833407"/>
      </c:barChart>
      <c:lineChart>
        <c:grouping val="standard"/>
        <c:varyColors val="0"/>
        <c:ser>
          <c:idx val="1"/>
          <c:order val="1"/>
          <c:tx>
            <c:strRef>
              <c:f>'Quantum Axis'!$I$2</c:f>
              <c:strCache>
                <c:ptCount val="1"/>
                <c:pt idx="0">
                  <c:v>IPCA</c:v>
                </c:pt>
              </c:strCache>
            </c:strRef>
          </c:tx>
          <c:spPr>
            <a:ln w="19050" cap="rnd">
              <a:solidFill>
                <a:srgbClr val="C1F4D4"/>
              </a:solidFill>
              <a:round/>
            </a:ln>
            <a:effectLst/>
          </c:spPr>
          <c:marker>
            <c:symbol val="none"/>
          </c:marker>
          <c:cat>
            <c:numRef>
              <c:f>'Quantum Axis'!$G$3:$G$252</c:f>
              <c:numCache>
                <c:formatCode>m/d/yyyy</c:formatCode>
                <c:ptCount val="250"/>
                <c:pt idx="0">
                  <c:v>38017</c:v>
                </c:pt>
                <c:pt idx="1">
                  <c:v>38046</c:v>
                </c:pt>
                <c:pt idx="2">
                  <c:v>38077</c:v>
                </c:pt>
                <c:pt idx="3">
                  <c:v>38107</c:v>
                </c:pt>
                <c:pt idx="4">
                  <c:v>38138</c:v>
                </c:pt>
                <c:pt idx="5">
                  <c:v>38168</c:v>
                </c:pt>
                <c:pt idx="6">
                  <c:v>38199</c:v>
                </c:pt>
                <c:pt idx="7">
                  <c:v>38230</c:v>
                </c:pt>
                <c:pt idx="8">
                  <c:v>38260</c:v>
                </c:pt>
                <c:pt idx="9">
                  <c:v>38291</c:v>
                </c:pt>
                <c:pt idx="10">
                  <c:v>38321</c:v>
                </c:pt>
                <c:pt idx="11">
                  <c:v>38352</c:v>
                </c:pt>
                <c:pt idx="12">
                  <c:v>38383</c:v>
                </c:pt>
                <c:pt idx="13">
                  <c:v>38411</c:v>
                </c:pt>
                <c:pt idx="14">
                  <c:v>38442</c:v>
                </c:pt>
                <c:pt idx="15">
                  <c:v>38472</c:v>
                </c:pt>
                <c:pt idx="16">
                  <c:v>38503</c:v>
                </c:pt>
                <c:pt idx="17">
                  <c:v>38533</c:v>
                </c:pt>
                <c:pt idx="18">
                  <c:v>38564</c:v>
                </c:pt>
                <c:pt idx="19">
                  <c:v>38595</c:v>
                </c:pt>
                <c:pt idx="20">
                  <c:v>38625</c:v>
                </c:pt>
                <c:pt idx="21">
                  <c:v>38656</c:v>
                </c:pt>
                <c:pt idx="22">
                  <c:v>38686</c:v>
                </c:pt>
                <c:pt idx="23">
                  <c:v>38717</c:v>
                </c:pt>
                <c:pt idx="24">
                  <c:v>38748</c:v>
                </c:pt>
                <c:pt idx="25">
                  <c:v>38776</c:v>
                </c:pt>
                <c:pt idx="26">
                  <c:v>38807</c:v>
                </c:pt>
                <c:pt idx="27">
                  <c:v>38837</c:v>
                </c:pt>
                <c:pt idx="28">
                  <c:v>38868</c:v>
                </c:pt>
                <c:pt idx="29">
                  <c:v>38898</c:v>
                </c:pt>
                <c:pt idx="30">
                  <c:v>38929</c:v>
                </c:pt>
                <c:pt idx="31">
                  <c:v>38960</c:v>
                </c:pt>
                <c:pt idx="32">
                  <c:v>38990</c:v>
                </c:pt>
                <c:pt idx="33">
                  <c:v>39021</c:v>
                </c:pt>
                <c:pt idx="34">
                  <c:v>39051</c:v>
                </c:pt>
                <c:pt idx="35">
                  <c:v>39082</c:v>
                </c:pt>
                <c:pt idx="36">
                  <c:v>39113</c:v>
                </c:pt>
                <c:pt idx="37">
                  <c:v>39141</c:v>
                </c:pt>
                <c:pt idx="38">
                  <c:v>39172</c:v>
                </c:pt>
                <c:pt idx="39">
                  <c:v>39202</c:v>
                </c:pt>
                <c:pt idx="40">
                  <c:v>39233</c:v>
                </c:pt>
                <c:pt idx="41">
                  <c:v>39263</c:v>
                </c:pt>
                <c:pt idx="42">
                  <c:v>39294</c:v>
                </c:pt>
                <c:pt idx="43">
                  <c:v>39325</c:v>
                </c:pt>
                <c:pt idx="44">
                  <c:v>39355</c:v>
                </c:pt>
                <c:pt idx="45">
                  <c:v>39386</c:v>
                </c:pt>
                <c:pt idx="46">
                  <c:v>39416</c:v>
                </c:pt>
                <c:pt idx="47">
                  <c:v>39447</c:v>
                </c:pt>
                <c:pt idx="48">
                  <c:v>39478</c:v>
                </c:pt>
                <c:pt idx="49">
                  <c:v>39507</c:v>
                </c:pt>
                <c:pt idx="50">
                  <c:v>39538</c:v>
                </c:pt>
                <c:pt idx="51">
                  <c:v>39568</c:v>
                </c:pt>
                <c:pt idx="52">
                  <c:v>39599</c:v>
                </c:pt>
                <c:pt idx="53">
                  <c:v>39629</c:v>
                </c:pt>
                <c:pt idx="54">
                  <c:v>39660</c:v>
                </c:pt>
                <c:pt idx="55">
                  <c:v>39691</c:v>
                </c:pt>
                <c:pt idx="56">
                  <c:v>39721</c:v>
                </c:pt>
                <c:pt idx="57">
                  <c:v>39752</c:v>
                </c:pt>
                <c:pt idx="58">
                  <c:v>39782</c:v>
                </c:pt>
                <c:pt idx="59">
                  <c:v>39813</c:v>
                </c:pt>
                <c:pt idx="60">
                  <c:v>39844</c:v>
                </c:pt>
                <c:pt idx="61">
                  <c:v>39872</c:v>
                </c:pt>
                <c:pt idx="62">
                  <c:v>39903</c:v>
                </c:pt>
                <c:pt idx="63">
                  <c:v>39933</c:v>
                </c:pt>
                <c:pt idx="64">
                  <c:v>39964</c:v>
                </c:pt>
                <c:pt idx="65">
                  <c:v>39994</c:v>
                </c:pt>
                <c:pt idx="66">
                  <c:v>40025</c:v>
                </c:pt>
                <c:pt idx="67">
                  <c:v>40056</c:v>
                </c:pt>
                <c:pt idx="68">
                  <c:v>40086</c:v>
                </c:pt>
                <c:pt idx="69">
                  <c:v>40117</c:v>
                </c:pt>
                <c:pt idx="70">
                  <c:v>40147</c:v>
                </c:pt>
                <c:pt idx="71">
                  <c:v>40178</c:v>
                </c:pt>
                <c:pt idx="72">
                  <c:v>40209</c:v>
                </c:pt>
                <c:pt idx="73">
                  <c:v>40237</c:v>
                </c:pt>
                <c:pt idx="74">
                  <c:v>40268</c:v>
                </c:pt>
                <c:pt idx="75">
                  <c:v>40298</c:v>
                </c:pt>
                <c:pt idx="76">
                  <c:v>40329</c:v>
                </c:pt>
                <c:pt idx="77">
                  <c:v>40359</c:v>
                </c:pt>
                <c:pt idx="78">
                  <c:v>40390</c:v>
                </c:pt>
                <c:pt idx="79">
                  <c:v>40421</c:v>
                </c:pt>
                <c:pt idx="80">
                  <c:v>40451</c:v>
                </c:pt>
                <c:pt idx="81">
                  <c:v>40482</c:v>
                </c:pt>
                <c:pt idx="82">
                  <c:v>40512</c:v>
                </c:pt>
                <c:pt idx="83">
                  <c:v>40543</c:v>
                </c:pt>
                <c:pt idx="84">
                  <c:v>40574</c:v>
                </c:pt>
                <c:pt idx="85">
                  <c:v>40602</c:v>
                </c:pt>
                <c:pt idx="86">
                  <c:v>40633</c:v>
                </c:pt>
                <c:pt idx="87">
                  <c:v>40663</c:v>
                </c:pt>
                <c:pt idx="88">
                  <c:v>40694</c:v>
                </c:pt>
                <c:pt idx="89">
                  <c:v>40724</c:v>
                </c:pt>
                <c:pt idx="90">
                  <c:v>40755</c:v>
                </c:pt>
                <c:pt idx="91">
                  <c:v>40786</c:v>
                </c:pt>
                <c:pt idx="92">
                  <c:v>40816</c:v>
                </c:pt>
                <c:pt idx="93">
                  <c:v>40847</c:v>
                </c:pt>
                <c:pt idx="94">
                  <c:v>40877</c:v>
                </c:pt>
                <c:pt idx="95">
                  <c:v>40908</c:v>
                </c:pt>
                <c:pt idx="96">
                  <c:v>40939</c:v>
                </c:pt>
                <c:pt idx="97">
                  <c:v>40968</c:v>
                </c:pt>
                <c:pt idx="98">
                  <c:v>40999</c:v>
                </c:pt>
                <c:pt idx="99">
                  <c:v>41029</c:v>
                </c:pt>
                <c:pt idx="100">
                  <c:v>41060</c:v>
                </c:pt>
                <c:pt idx="101">
                  <c:v>41090</c:v>
                </c:pt>
                <c:pt idx="102">
                  <c:v>41121</c:v>
                </c:pt>
                <c:pt idx="103">
                  <c:v>41152</c:v>
                </c:pt>
                <c:pt idx="104">
                  <c:v>41182</c:v>
                </c:pt>
                <c:pt idx="105">
                  <c:v>41213</c:v>
                </c:pt>
                <c:pt idx="106">
                  <c:v>41243</c:v>
                </c:pt>
                <c:pt idx="107">
                  <c:v>41274</c:v>
                </c:pt>
                <c:pt idx="108">
                  <c:v>41305</c:v>
                </c:pt>
                <c:pt idx="109">
                  <c:v>41333</c:v>
                </c:pt>
                <c:pt idx="110">
                  <c:v>41364</c:v>
                </c:pt>
                <c:pt idx="111">
                  <c:v>41394</c:v>
                </c:pt>
                <c:pt idx="112">
                  <c:v>41425</c:v>
                </c:pt>
                <c:pt idx="113">
                  <c:v>41455</c:v>
                </c:pt>
                <c:pt idx="114">
                  <c:v>41486</c:v>
                </c:pt>
                <c:pt idx="115">
                  <c:v>41517</c:v>
                </c:pt>
                <c:pt idx="116">
                  <c:v>41547</c:v>
                </c:pt>
                <c:pt idx="117">
                  <c:v>41578</c:v>
                </c:pt>
                <c:pt idx="118">
                  <c:v>41608</c:v>
                </c:pt>
                <c:pt idx="119">
                  <c:v>41639</c:v>
                </c:pt>
                <c:pt idx="120">
                  <c:v>41670</c:v>
                </c:pt>
                <c:pt idx="121">
                  <c:v>41698</c:v>
                </c:pt>
                <c:pt idx="122">
                  <c:v>41729</c:v>
                </c:pt>
                <c:pt idx="123">
                  <c:v>41759</c:v>
                </c:pt>
                <c:pt idx="124">
                  <c:v>41790</c:v>
                </c:pt>
                <c:pt idx="125">
                  <c:v>41820</c:v>
                </c:pt>
                <c:pt idx="126">
                  <c:v>41851</c:v>
                </c:pt>
                <c:pt idx="127">
                  <c:v>41882</c:v>
                </c:pt>
                <c:pt idx="128">
                  <c:v>41912</c:v>
                </c:pt>
                <c:pt idx="129">
                  <c:v>41943</c:v>
                </c:pt>
                <c:pt idx="130">
                  <c:v>41973</c:v>
                </c:pt>
                <c:pt idx="131">
                  <c:v>42004</c:v>
                </c:pt>
                <c:pt idx="132">
                  <c:v>42035</c:v>
                </c:pt>
                <c:pt idx="133">
                  <c:v>42063</c:v>
                </c:pt>
                <c:pt idx="134">
                  <c:v>42094</c:v>
                </c:pt>
                <c:pt idx="135">
                  <c:v>42124</c:v>
                </c:pt>
                <c:pt idx="136">
                  <c:v>42155</c:v>
                </c:pt>
                <c:pt idx="137">
                  <c:v>42185</c:v>
                </c:pt>
                <c:pt idx="138">
                  <c:v>42216</c:v>
                </c:pt>
                <c:pt idx="139">
                  <c:v>42247</c:v>
                </c:pt>
                <c:pt idx="140">
                  <c:v>42277</c:v>
                </c:pt>
                <c:pt idx="141">
                  <c:v>42308</c:v>
                </c:pt>
                <c:pt idx="142">
                  <c:v>42338</c:v>
                </c:pt>
                <c:pt idx="143">
                  <c:v>42369</c:v>
                </c:pt>
                <c:pt idx="144">
                  <c:v>42400</c:v>
                </c:pt>
                <c:pt idx="145">
                  <c:v>42429</c:v>
                </c:pt>
                <c:pt idx="146">
                  <c:v>42460</c:v>
                </c:pt>
                <c:pt idx="147">
                  <c:v>42490</c:v>
                </c:pt>
                <c:pt idx="148">
                  <c:v>42521</c:v>
                </c:pt>
                <c:pt idx="149">
                  <c:v>42551</c:v>
                </c:pt>
                <c:pt idx="150">
                  <c:v>42582</c:v>
                </c:pt>
                <c:pt idx="151">
                  <c:v>42613</c:v>
                </c:pt>
                <c:pt idx="152">
                  <c:v>42643</c:v>
                </c:pt>
                <c:pt idx="153">
                  <c:v>42674</c:v>
                </c:pt>
                <c:pt idx="154">
                  <c:v>42704</c:v>
                </c:pt>
                <c:pt idx="155">
                  <c:v>42735</c:v>
                </c:pt>
                <c:pt idx="156">
                  <c:v>42766</c:v>
                </c:pt>
                <c:pt idx="157">
                  <c:v>42794</c:v>
                </c:pt>
                <c:pt idx="158">
                  <c:v>42825</c:v>
                </c:pt>
                <c:pt idx="159">
                  <c:v>42855</c:v>
                </c:pt>
                <c:pt idx="160">
                  <c:v>42886</c:v>
                </c:pt>
                <c:pt idx="161">
                  <c:v>42916</c:v>
                </c:pt>
                <c:pt idx="162">
                  <c:v>42947</c:v>
                </c:pt>
                <c:pt idx="163">
                  <c:v>42978</c:v>
                </c:pt>
                <c:pt idx="164">
                  <c:v>43008</c:v>
                </c:pt>
                <c:pt idx="165">
                  <c:v>43039</c:v>
                </c:pt>
                <c:pt idx="166">
                  <c:v>43069</c:v>
                </c:pt>
                <c:pt idx="167">
                  <c:v>43100</c:v>
                </c:pt>
                <c:pt idx="168">
                  <c:v>43131</c:v>
                </c:pt>
                <c:pt idx="169">
                  <c:v>43159</c:v>
                </c:pt>
                <c:pt idx="170">
                  <c:v>43190</c:v>
                </c:pt>
                <c:pt idx="171">
                  <c:v>43220</c:v>
                </c:pt>
                <c:pt idx="172">
                  <c:v>43251</c:v>
                </c:pt>
                <c:pt idx="173">
                  <c:v>43281</c:v>
                </c:pt>
                <c:pt idx="174">
                  <c:v>43312</c:v>
                </c:pt>
                <c:pt idx="175">
                  <c:v>43343</c:v>
                </c:pt>
                <c:pt idx="176">
                  <c:v>43373</c:v>
                </c:pt>
                <c:pt idx="177">
                  <c:v>43404</c:v>
                </c:pt>
                <c:pt idx="178">
                  <c:v>43434</c:v>
                </c:pt>
                <c:pt idx="179">
                  <c:v>43465</c:v>
                </c:pt>
                <c:pt idx="180">
                  <c:v>43496</c:v>
                </c:pt>
                <c:pt idx="181">
                  <c:v>43524</c:v>
                </c:pt>
                <c:pt idx="182">
                  <c:v>43555</c:v>
                </c:pt>
                <c:pt idx="183">
                  <c:v>43585</c:v>
                </c:pt>
                <c:pt idx="184">
                  <c:v>43616</c:v>
                </c:pt>
                <c:pt idx="185">
                  <c:v>43646</c:v>
                </c:pt>
                <c:pt idx="186">
                  <c:v>43677</c:v>
                </c:pt>
                <c:pt idx="187">
                  <c:v>43708</c:v>
                </c:pt>
                <c:pt idx="188">
                  <c:v>43738</c:v>
                </c:pt>
                <c:pt idx="189">
                  <c:v>43769</c:v>
                </c:pt>
                <c:pt idx="190">
                  <c:v>43799</c:v>
                </c:pt>
                <c:pt idx="191">
                  <c:v>43830</c:v>
                </c:pt>
                <c:pt idx="192">
                  <c:v>43861</c:v>
                </c:pt>
                <c:pt idx="193">
                  <c:v>43890</c:v>
                </c:pt>
                <c:pt idx="194">
                  <c:v>43921</c:v>
                </c:pt>
                <c:pt idx="195">
                  <c:v>43951</c:v>
                </c:pt>
                <c:pt idx="196">
                  <c:v>43982</c:v>
                </c:pt>
                <c:pt idx="197">
                  <c:v>44012</c:v>
                </c:pt>
                <c:pt idx="198">
                  <c:v>44043</c:v>
                </c:pt>
                <c:pt idx="199">
                  <c:v>44074</c:v>
                </c:pt>
                <c:pt idx="200">
                  <c:v>44104</c:v>
                </c:pt>
                <c:pt idx="201">
                  <c:v>44135</c:v>
                </c:pt>
                <c:pt idx="202">
                  <c:v>44165</c:v>
                </c:pt>
                <c:pt idx="203">
                  <c:v>44196</c:v>
                </c:pt>
                <c:pt idx="204">
                  <c:v>44227</c:v>
                </c:pt>
                <c:pt idx="205">
                  <c:v>44255</c:v>
                </c:pt>
                <c:pt idx="206">
                  <c:v>44286</c:v>
                </c:pt>
                <c:pt idx="207">
                  <c:v>44316</c:v>
                </c:pt>
                <c:pt idx="208">
                  <c:v>44347</c:v>
                </c:pt>
                <c:pt idx="209">
                  <c:v>44377</c:v>
                </c:pt>
                <c:pt idx="210">
                  <c:v>44408</c:v>
                </c:pt>
                <c:pt idx="211">
                  <c:v>44439</c:v>
                </c:pt>
                <c:pt idx="212">
                  <c:v>44469</c:v>
                </c:pt>
                <c:pt idx="213">
                  <c:v>44500</c:v>
                </c:pt>
                <c:pt idx="214">
                  <c:v>44530</c:v>
                </c:pt>
                <c:pt idx="215">
                  <c:v>44561</c:v>
                </c:pt>
                <c:pt idx="216">
                  <c:v>44592</c:v>
                </c:pt>
                <c:pt idx="217">
                  <c:v>44620</c:v>
                </c:pt>
                <c:pt idx="218">
                  <c:v>44651</c:v>
                </c:pt>
                <c:pt idx="219">
                  <c:v>44681</c:v>
                </c:pt>
                <c:pt idx="220">
                  <c:v>44712</c:v>
                </c:pt>
                <c:pt idx="221">
                  <c:v>44742</c:v>
                </c:pt>
                <c:pt idx="222">
                  <c:v>44773</c:v>
                </c:pt>
                <c:pt idx="223">
                  <c:v>44804</c:v>
                </c:pt>
                <c:pt idx="224">
                  <c:v>44834</c:v>
                </c:pt>
                <c:pt idx="225">
                  <c:v>44865</c:v>
                </c:pt>
                <c:pt idx="226">
                  <c:v>44895</c:v>
                </c:pt>
                <c:pt idx="227">
                  <c:v>44926</c:v>
                </c:pt>
                <c:pt idx="228">
                  <c:v>44957</c:v>
                </c:pt>
                <c:pt idx="229">
                  <c:v>44985</c:v>
                </c:pt>
                <c:pt idx="230">
                  <c:v>45016</c:v>
                </c:pt>
                <c:pt idx="231">
                  <c:v>45046</c:v>
                </c:pt>
                <c:pt idx="232">
                  <c:v>45077</c:v>
                </c:pt>
                <c:pt idx="233">
                  <c:v>45107</c:v>
                </c:pt>
                <c:pt idx="234">
                  <c:v>45138</c:v>
                </c:pt>
                <c:pt idx="235">
                  <c:v>45169</c:v>
                </c:pt>
                <c:pt idx="236">
                  <c:v>45199</c:v>
                </c:pt>
                <c:pt idx="237">
                  <c:v>45230</c:v>
                </c:pt>
                <c:pt idx="238">
                  <c:v>45260</c:v>
                </c:pt>
                <c:pt idx="239">
                  <c:v>45291</c:v>
                </c:pt>
                <c:pt idx="240">
                  <c:v>45322</c:v>
                </c:pt>
                <c:pt idx="241">
                  <c:v>45351</c:v>
                </c:pt>
                <c:pt idx="242">
                  <c:v>45382</c:v>
                </c:pt>
                <c:pt idx="243">
                  <c:v>45412</c:v>
                </c:pt>
                <c:pt idx="244">
                  <c:v>45443</c:v>
                </c:pt>
                <c:pt idx="245">
                  <c:v>45473</c:v>
                </c:pt>
                <c:pt idx="246">
                  <c:v>45504</c:v>
                </c:pt>
                <c:pt idx="247">
                  <c:v>45535</c:v>
                </c:pt>
                <c:pt idx="248">
                  <c:v>45565</c:v>
                </c:pt>
                <c:pt idx="249">
                  <c:v>45596</c:v>
                </c:pt>
              </c:numCache>
            </c:numRef>
          </c:cat>
          <c:val>
            <c:numRef>
              <c:f>'Quantum Axis'!$I$3:$I$252</c:f>
              <c:numCache>
                <c:formatCode>0.00%</c:formatCode>
                <c:ptCount val="250"/>
                <c:pt idx="1">
                  <c:v>6.6889158480576194E-2</c:v>
                </c:pt>
                <c:pt idx="2">
                  <c:v>5.8876469463609693E-2</c:v>
                </c:pt>
                <c:pt idx="3">
                  <c:v>5.2584180410021775E-2</c:v>
                </c:pt>
                <c:pt idx="4">
                  <c:v>5.1535460179028769E-2</c:v>
                </c:pt>
                <c:pt idx="5">
                  <c:v>6.0591293794225676E-2</c:v>
                </c:pt>
                <c:pt idx="6">
                  <c:v>6.8104864239903362E-2</c:v>
                </c:pt>
                <c:pt idx="7">
                  <c:v>7.1829317920981905E-2</c:v>
                </c:pt>
                <c:pt idx="8">
                  <c:v>6.7044758512741165E-2</c:v>
                </c:pt>
                <c:pt idx="9">
                  <c:v>6.8642442228698197E-2</c:v>
                </c:pt>
                <c:pt idx="10">
                  <c:v>7.2368302404012264E-2</c:v>
                </c:pt>
                <c:pt idx="11">
                  <c:v>7.5994958488267095E-2</c:v>
                </c:pt>
                <c:pt idx="12">
                  <c:v>7.4073084850189375E-2</c:v>
                </c:pt>
                <c:pt idx="13">
                  <c:v>7.3863007880083709E-2</c:v>
                </c:pt>
                <c:pt idx="14">
                  <c:v>7.5358361774746863E-2</c:v>
                </c:pt>
                <c:pt idx="15">
                  <c:v>8.0714301384289255E-2</c:v>
                </c:pt>
                <c:pt idx="16">
                  <c:v>8.0501316151338154E-2</c:v>
                </c:pt>
                <c:pt idx="17">
                  <c:v>7.2669189390690336E-2</c:v>
                </c:pt>
                <c:pt idx="18">
                  <c:v>6.5656652434259E-2</c:v>
                </c:pt>
                <c:pt idx="19">
                  <c:v>6.0155796730486877E-2</c:v>
                </c:pt>
                <c:pt idx="20">
                  <c:v>6.0366014405860646E-2</c:v>
                </c:pt>
                <c:pt idx="21">
                  <c:v>6.3636402121777014E-2</c:v>
                </c:pt>
                <c:pt idx="22">
                  <c:v>6.2157605519512771E-2</c:v>
                </c:pt>
                <c:pt idx="23">
                  <c:v>5.6892268187346495E-2</c:v>
                </c:pt>
                <c:pt idx="24">
                  <c:v>5.6999457069080828E-2</c:v>
                </c:pt>
                <c:pt idx="25">
                  <c:v>5.5107598874358787E-2</c:v>
                </c:pt>
                <c:pt idx="26">
                  <c:v>5.3221506468396962E-2</c:v>
                </c:pt>
                <c:pt idx="27">
                  <c:v>4.6331670124347246E-2</c:v>
                </c:pt>
                <c:pt idx="28">
                  <c:v>4.2271673171240254E-2</c:v>
                </c:pt>
                <c:pt idx="29">
                  <c:v>4.0292078167677881E-2</c:v>
                </c:pt>
                <c:pt idx="30">
                  <c:v>3.9667535985354219E-2</c:v>
                </c:pt>
                <c:pt idx="31">
                  <c:v>3.8421143701029115E-2</c:v>
                </c:pt>
                <c:pt idx="32">
                  <c:v>3.697183804570181E-2</c:v>
                </c:pt>
                <c:pt idx="33">
                  <c:v>3.264888616471695E-2</c:v>
                </c:pt>
                <c:pt idx="34">
                  <c:v>3.0182360834570598E-2</c:v>
                </c:pt>
                <c:pt idx="35">
                  <c:v>3.1415161315766715E-2</c:v>
                </c:pt>
                <c:pt idx="36">
                  <c:v>2.9878134851547777E-2</c:v>
                </c:pt>
                <c:pt idx="37">
                  <c:v>3.0185643661013284E-2</c:v>
                </c:pt>
                <c:pt idx="38">
                  <c:v>2.9570383734542682E-2</c:v>
                </c:pt>
                <c:pt idx="39">
                  <c:v>2.9981802167446725E-2</c:v>
                </c:pt>
                <c:pt idx="40">
                  <c:v>3.1831801566781559E-2</c:v>
                </c:pt>
                <c:pt idx="41">
                  <c:v>3.6898061288304085E-2</c:v>
                </c:pt>
                <c:pt idx="42">
                  <c:v>3.7417418814552628E-2</c:v>
                </c:pt>
                <c:pt idx="43">
                  <c:v>4.1773716659493143E-2</c:v>
                </c:pt>
                <c:pt idx="44">
                  <c:v>4.1461877269438174E-2</c:v>
                </c:pt>
                <c:pt idx="45">
                  <c:v>4.1152120623465072E-2</c:v>
                </c:pt>
                <c:pt idx="46">
                  <c:v>4.187799704905748E-2</c:v>
                </c:pt>
                <c:pt idx="47">
                  <c:v>4.4576585533732338E-2</c:v>
                </c:pt>
                <c:pt idx="48">
                  <c:v>4.5614796539956259E-2</c:v>
                </c:pt>
                <c:pt idx="49">
                  <c:v>4.6135126529492254E-2</c:v>
                </c:pt>
                <c:pt idx="50">
                  <c:v>4.7283109506465193E-2</c:v>
                </c:pt>
                <c:pt idx="51">
                  <c:v>5.0416274251264825E-2</c:v>
                </c:pt>
                <c:pt idx="52">
                  <c:v>5.5760294222609197E-2</c:v>
                </c:pt>
                <c:pt idx="53">
                  <c:v>6.0605833564343792E-2</c:v>
                </c:pt>
                <c:pt idx="54">
                  <c:v>6.3670915879046941E-2</c:v>
                </c:pt>
                <c:pt idx="55">
                  <c:v>6.1658179491663523E-2</c:v>
                </c:pt>
                <c:pt idx="56">
                  <c:v>6.2505337496889801E-2</c:v>
                </c:pt>
                <c:pt idx="57">
                  <c:v>6.409530261467733E-2</c:v>
                </c:pt>
                <c:pt idx="58">
                  <c:v>6.3885969279563692E-2</c:v>
                </c:pt>
                <c:pt idx="59">
                  <c:v>5.9027243906547122E-2</c:v>
                </c:pt>
                <c:pt idx="60">
                  <c:v>5.8393442981097499E-2</c:v>
                </c:pt>
                <c:pt idx="61">
                  <c:v>5.9025374751340731E-2</c:v>
                </c:pt>
                <c:pt idx="62">
                  <c:v>5.6071227660216438E-2</c:v>
                </c:pt>
                <c:pt idx="63">
                  <c:v>5.5337782830582993E-2</c:v>
                </c:pt>
                <c:pt idx="64">
                  <c:v>5.1986222405669968E-2</c:v>
                </c:pt>
                <c:pt idx="65">
                  <c:v>4.8015654360759052E-2</c:v>
                </c:pt>
                <c:pt idx="66">
                  <c:v>4.4993956769822319E-2</c:v>
                </c:pt>
                <c:pt idx="67">
                  <c:v>4.3638516815983186E-2</c:v>
                </c:pt>
                <c:pt idx="68">
                  <c:v>4.3431007670669874E-2</c:v>
                </c:pt>
                <c:pt idx="69">
                  <c:v>4.1663912497437172E-2</c:v>
                </c:pt>
                <c:pt idx="70">
                  <c:v>4.2183459397255429E-2</c:v>
                </c:pt>
                <c:pt idx="71">
                  <c:v>4.3116500625685505E-2</c:v>
                </c:pt>
                <c:pt idx="72">
                  <c:v>4.5920859794829294E-2</c:v>
                </c:pt>
                <c:pt idx="73">
                  <c:v>4.8310996910432058E-2</c:v>
                </c:pt>
                <c:pt idx="74">
                  <c:v>5.1660025200022108E-2</c:v>
                </c:pt>
                <c:pt idx="75">
                  <c:v>5.2602603793211244E-2</c:v>
                </c:pt>
                <c:pt idx="76">
                  <c:v>5.2184030901828882E-2</c:v>
                </c:pt>
                <c:pt idx="77">
                  <c:v>4.8410906272122745E-2</c:v>
                </c:pt>
                <c:pt idx="78">
                  <c:v>4.6005339214995722E-2</c:v>
                </c:pt>
                <c:pt idx="79">
                  <c:v>4.4855439322120327E-2</c:v>
                </c:pt>
                <c:pt idx="80">
                  <c:v>4.7042195972313294E-2</c:v>
                </c:pt>
                <c:pt idx="81">
                  <c:v>5.1950611016671644E-2</c:v>
                </c:pt>
                <c:pt idx="82">
                  <c:v>5.6348475121988484E-2</c:v>
                </c:pt>
                <c:pt idx="83">
                  <c:v>5.9086887217944639E-2</c:v>
                </c:pt>
                <c:pt idx="84">
                  <c:v>5.9929873495994768E-2</c:v>
                </c:pt>
                <c:pt idx="85">
                  <c:v>6.014171342034369E-2</c:v>
                </c:pt>
                <c:pt idx="86">
                  <c:v>6.2989876163197289E-2</c:v>
                </c:pt>
                <c:pt idx="87">
                  <c:v>6.5102569235035546E-2</c:v>
                </c:pt>
                <c:pt idx="88">
                  <c:v>6.5527816532393368E-2</c:v>
                </c:pt>
                <c:pt idx="89">
                  <c:v>6.7125507114056848E-2</c:v>
                </c:pt>
                <c:pt idx="90">
                  <c:v>6.8725992831992988E-2</c:v>
                </c:pt>
                <c:pt idx="91">
                  <c:v>7.2252264409799372E-2</c:v>
                </c:pt>
                <c:pt idx="92">
                  <c:v>7.3109020596289431E-2</c:v>
                </c:pt>
                <c:pt idx="93">
                  <c:v>6.9700991192913619E-2</c:v>
                </c:pt>
                <c:pt idx="94">
                  <c:v>6.6413088655732588E-2</c:v>
                </c:pt>
                <c:pt idx="95">
                  <c:v>6.5033527436791694E-2</c:v>
                </c:pt>
                <c:pt idx="96">
                  <c:v>6.2179976539361137E-2</c:v>
                </c:pt>
                <c:pt idx="97">
                  <c:v>5.8490856474345598E-2</c:v>
                </c:pt>
                <c:pt idx="98">
                  <c:v>5.2399919361236336E-2</c:v>
                </c:pt>
                <c:pt idx="99">
                  <c:v>5.1041657194296874E-2</c:v>
                </c:pt>
                <c:pt idx="100">
                  <c:v>4.9888673678109452E-2</c:v>
                </c:pt>
                <c:pt idx="101">
                  <c:v>4.9154252835467593E-2</c:v>
                </c:pt>
                <c:pt idx="102">
                  <c:v>5.1984143693264873E-2</c:v>
                </c:pt>
                <c:pt idx="103">
                  <c:v>5.240384039122814E-2</c:v>
                </c:pt>
                <c:pt idx="104">
                  <c:v>5.2822033772001564E-2</c:v>
                </c:pt>
                <c:pt idx="105">
                  <c:v>5.4498290435939234E-2</c:v>
                </c:pt>
                <c:pt idx="106">
                  <c:v>5.5338372505020939E-2</c:v>
                </c:pt>
                <c:pt idx="107">
                  <c:v>5.8385947181476494E-2</c:v>
                </c:pt>
                <c:pt idx="108">
                  <c:v>6.1543360825530469E-2</c:v>
                </c:pt>
                <c:pt idx="109">
                  <c:v>6.3129146440426664E-2</c:v>
                </c:pt>
                <c:pt idx="110">
                  <c:v>6.58876592335913E-2</c:v>
                </c:pt>
                <c:pt idx="111">
                  <c:v>6.49351398430007E-2</c:v>
                </c:pt>
                <c:pt idx="112">
                  <c:v>6.5041351287669968E-2</c:v>
                </c:pt>
                <c:pt idx="113">
                  <c:v>6.6959158358989468E-2</c:v>
                </c:pt>
                <c:pt idx="114">
                  <c:v>6.2706921691403572E-2</c:v>
                </c:pt>
                <c:pt idx="115">
                  <c:v>6.090762064213906E-2</c:v>
                </c:pt>
                <c:pt idx="116">
                  <c:v>5.8586207482322905E-2</c:v>
                </c:pt>
                <c:pt idx="117">
                  <c:v>5.8374848715138095E-2</c:v>
                </c:pt>
                <c:pt idx="118">
                  <c:v>5.7744067237049723E-2</c:v>
                </c:pt>
                <c:pt idx="119">
                  <c:v>5.9106832553312394E-2</c:v>
                </c:pt>
                <c:pt idx="120">
                  <c:v>5.5850653925755944E-2</c:v>
                </c:pt>
                <c:pt idx="121">
                  <c:v>5.6795176240140188E-2</c:v>
                </c:pt>
                <c:pt idx="122">
                  <c:v>6.152891009198691E-2</c:v>
                </c:pt>
                <c:pt idx="123">
                  <c:v>6.2795521878774574E-2</c:v>
                </c:pt>
                <c:pt idx="124">
                  <c:v>6.3748556504092946E-2</c:v>
                </c:pt>
                <c:pt idx="125">
                  <c:v>6.52328360136889E-2</c:v>
                </c:pt>
                <c:pt idx="126">
                  <c:v>6.5022343107260738E-2</c:v>
                </c:pt>
                <c:pt idx="127">
                  <c:v>6.5129698466160013E-2</c:v>
                </c:pt>
                <c:pt idx="128">
                  <c:v>6.7464743152561235E-2</c:v>
                </c:pt>
                <c:pt idx="129">
                  <c:v>6.5872403797569312E-2</c:v>
                </c:pt>
                <c:pt idx="130">
                  <c:v>6.5552913418737591E-2</c:v>
                </c:pt>
                <c:pt idx="131">
                  <c:v>6.407470795908865E-2</c:v>
                </c:pt>
                <c:pt idx="132">
                  <c:v>7.1377369753184983E-2</c:v>
                </c:pt>
                <c:pt idx="133">
                  <c:v>7.7015874330807366E-2</c:v>
                </c:pt>
                <c:pt idx="134">
                  <c:v>8.1285046609104628E-2</c:v>
                </c:pt>
                <c:pt idx="135">
                  <c:v>8.1714868136068874E-2</c:v>
                </c:pt>
                <c:pt idx="136">
                  <c:v>8.4729426386479512E-2</c:v>
                </c:pt>
                <c:pt idx="137">
                  <c:v>8.8944299601855681E-2</c:v>
                </c:pt>
                <c:pt idx="138">
                  <c:v>9.5583926117539519E-2</c:v>
                </c:pt>
                <c:pt idx="139">
                  <c:v>9.5254773699682493E-2</c:v>
                </c:pt>
                <c:pt idx="140">
                  <c:v>9.4927892083666698E-2</c:v>
                </c:pt>
                <c:pt idx="141">
                  <c:v>9.9288922155691628E-2</c:v>
                </c:pt>
                <c:pt idx="142">
                  <c:v>0.10475767294536098</c:v>
                </c:pt>
                <c:pt idx="143">
                  <c:v>0.10673028133975038</c:v>
                </c:pt>
                <c:pt idx="144">
                  <c:v>0.1070580507031289</c:v>
                </c:pt>
                <c:pt idx="145">
                  <c:v>0.10355884374834834</c:v>
                </c:pt>
                <c:pt idx="146">
                  <c:v>9.3863723708626168E-2</c:v>
                </c:pt>
                <c:pt idx="147">
                  <c:v>9.277794397895911E-2</c:v>
                </c:pt>
                <c:pt idx="148">
                  <c:v>9.3211897301603619E-2</c:v>
                </c:pt>
                <c:pt idx="149">
                  <c:v>8.8437473175291048E-2</c:v>
                </c:pt>
                <c:pt idx="150">
                  <c:v>8.7357710549196277E-2</c:v>
                </c:pt>
                <c:pt idx="151">
                  <c:v>8.9744976016014277E-2</c:v>
                </c:pt>
                <c:pt idx="152">
                  <c:v>8.4759686232874554E-2</c:v>
                </c:pt>
                <c:pt idx="153">
                  <c:v>7.8736708314896431E-2</c:v>
                </c:pt>
                <c:pt idx="154">
                  <c:v>6.9873832983181838E-2</c:v>
                </c:pt>
                <c:pt idx="155">
                  <c:v>6.2879882132213627E-2</c:v>
                </c:pt>
                <c:pt idx="156">
                  <c:v>5.3540150717656276E-2</c:v>
                </c:pt>
                <c:pt idx="157">
                  <c:v>4.7589072961636836E-2</c:v>
                </c:pt>
                <c:pt idx="158">
                  <c:v>4.5711051156821059E-2</c:v>
                </c:pt>
                <c:pt idx="159">
                  <c:v>4.0825168946229562E-2</c:v>
                </c:pt>
                <c:pt idx="160">
                  <c:v>3.5972561777708911E-2</c:v>
                </c:pt>
                <c:pt idx="161">
                  <c:v>2.9985569924055655E-2</c:v>
                </c:pt>
                <c:pt idx="162">
                  <c:v>2.7116257668060806E-2</c:v>
                </c:pt>
                <c:pt idx="163">
                  <c:v>2.4559084940275699E-2</c:v>
                </c:pt>
                <c:pt idx="164">
                  <c:v>2.5376909332925246E-2</c:v>
                </c:pt>
                <c:pt idx="165">
                  <c:v>2.7013208888962303E-2</c:v>
                </c:pt>
                <c:pt idx="166">
                  <c:v>2.8037854253561978E-2</c:v>
                </c:pt>
                <c:pt idx="167">
                  <c:v>2.947421320434862E-2</c:v>
                </c:pt>
                <c:pt idx="168">
                  <c:v>2.8551164512867766E-2</c:v>
                </c:pt>
                <c:pt idx="169">
                  <c:v>2.8448937245174166E-2</c:v>
                </c:pt>
                <c:pt idx="170">
                  <c:v>2.6808027890633079E-2</c:v>
                </c:pt>
                <c:pt idx="171">
                  <c:v>2.7627970938847612E-2</c:v>
                </c:pt>
                <c:pt idx="172">
                  <c:v>2.8550133067399175E-2</c:v>
                </c:pt>
                <c:pt idx="173">
                  <c:v>4.3911039739082502E-2</c:v>
                </c:pt>
                <c:pt idx="174">
                  <c:v>4.4848437303225408E-2</c:v>
                </c:pt>
                <c:pt idx="175">
                  <c:v>4.1930159672121547E-2</c:v>
                </c:pt>
                <c:pt idx="176">
                  <c:v>4.525976016441402E-2</c:v>
                </c:pt>
                <c:pt idx="177">
                  <c:v>4.5570294494238439E-2</c:v>
                </c:pt>
                <c:pt idx="178">
                  <c:v>4.0460773822657892E-2</c:v>
                </c:pt>
                <c:pt idx="179">
                  <c:v>3.7456159386326071E-2</c:v>
                </c:pt>
                <c:pt idx="180">
                  <c:v>3.7766019333181466E-2</c:v>
                </c:pt>
                <c:pt idx="181">
                  <c:v>3.8903564462539064E-2</c:v>
                </c:pt>
                <c:pt idx="182">
                  <c:v>4.5754553212223437E-2</c:v>
                </c:pt>
                <c:pt idx="183">
                  <c:v>4.940710154012673E-2</c:v>
                </c:pt>
                <c:pt idx="184">
                  <c:v>4.6584436180969524E-2</c:v>
                </c:pt>
                <c:pt idx="185">
                  <c:v>3.3664772007379273E-2</c:v>
                </c:pt>
                <c:pt idx="186">
                  <c:v>3.222173178065324E-2</c:v>
                </c:pt>
                <c:pt idx="187">
                  <c:v>3.4287012402545836E-2</c:v>
                </c:pt>
                <c:pt idx="188">
                  <c:v>2.8934713757403863E-2</c:v>
                </c:pt>
                <c:pt idx="189">
                  <c:v>2.5350325756800851E-2</c:v>
                </c:pt>
                <c:pt idx="190">
                  <c:v>3.2748384024611221E-2</c:v>
                </c:pt>
                <c:pt idx="191">
                  <c:v>4.3060399841131192E-2</c:v>
                </c:pt>
                <c:pt idx="192">
                  <c:v>4.1916693262356697E-2</c:v>
                </c:pt>
                <c:pt idx="193">
                  <c:v>4.004927312109019E-2</c:v>
                </c:pt>
                <c:pt idx="194">
                  <c:v>3.3029585719380306E-2</c:v>
                </c:pt>
                <c:pt idx="195">
                  <c:v>2.3990448447497092E-2</c:v>
                </c:pt>
                <c:pt idx="196">
                  <c:v>1.8774877402774726E-2</c:v>
                </c:pt>
                <c:pt idx="197">
                  <c:v>2.1321559928032752E-2</c:v>
                </c:pt>
                <c:pt idx="198">
                  <c:v>2.3054513967236456E-2</c:v>
                </c:pt>
                <c:pt idx="199">
                  <c:v>2.4383023474933374E-2</c:v>
                </c:pt>
                <c:pt idx="200">
                  <c:v>3.135161547136156E-2</c:v>
                </c:pt>
                <c:pt idx="201">
                  <c:v>3.9182057307109108E-2</c:v>
                </c:pt>
                <c:pt idx="202">
                  <c:v>4.3110911966115273E-2</c:v>
                </c:pt>
                <c:pt idx="203">
                  <c:v>4.5173415005102413E-2</c:v>
                </c:pt>
                <c:pt idx="204">
                  <c:v>4.5590608265258181E-2</c:v>
                </c:pt>
                <c:pt idx="205">
                  <c:v>5.1952805482633702E-2</c:v>
                </c:pt>
                <c:pt idx="206">
                  <c:v>6.0993271283719785E-2</c:v>
                </c:pt>
                <c:pt idx="207">
                  <c:v>6.759188526903559E-2</c:v>
                </c:pt>
                <c:pt idx="208">
                  <c:v>8.0559022201131869E-2</c:v>
                </c:pt>
                <c:pt idx="209">
                  <c:v>8.3468965707954146E-2</c:v>
                </c:pt>
                <c:pt idx="210">
                  <c:v>8.9946460520873295E-2</c:v>
                </c:pt>
                <c:pt idx="211">
                  <c:v>9.6796682688948144E-2</c:v>
                </c:pt>
                <c:pt idx="212">
                  <c:v>0.10246375616865855</c:v>
                </c:pt>
                <c:pt idx="213">
                  <c:v>0.10672670347091717</c:v>
                </c:pt>
                <c:pt idx="214">
                  <c:v>0.10738488170670069</c:v>
                </c:pt>
                <c:pt idx="215">
                  <c:v>0.10061054893256594</c:v>
                </c:pt>
                <c:pt idx="216">
                  <c:v>0.10379435999680875</c:v>
                </c:pt>
                <c:pt idx="217">
                  <c:v>0.10543593400037321</c:v>
                </c:pt>
                <c:pt idx="218">
                  <c:v>0.1129931597455498</c:v>
                </c:pt>
                <c:pt idx="219">
                  <c:v>0.12131481132374788</c:v>
                </c:pt>
                <c:pt idx="220">
                  <c:v>0.11731130708813597</c:v>
                </c:pt>
                <c:pt idx="221">
                  <c:v>0.11886729617589609</c:v>
                </c:pt>
                <c:pt idx="222">
                  <c:v>0.1006923519828653</c:v>
                </c:pt>
                <c:pt idx="223">
                  <c:v>8.7270605250054478E-2</c:v>
                </c:pt>
                <c:pt idx="224">
                  <c:v>7.1685963320316626E-2</c:v>
                </c:pt>
                <c:pt idx="225">
                  <c:v>6.4700158522375872E-2</c:v>
                </c:pt>
                <c:pt idx="226">
                  <c:v>5.9004882785852919E-2</c:v>
                </c:pt>
                <c:pt idx="227">
                  <c:v>5.7848419596074452E-2</c:v>
                </c:pt>
                <c:pt idx="228">
                  <c:v>5.7743202924145809E-2</c:v>
                </c:pt>
                <c:pt idx="229">
                  <c:v>5.5963019333441499E-2</c:v>
                </c:pt>
                <c:pt idx="230">
                  <c:v>4.6506944273475792E-2</c:v>
                </c:pt>
                <c:pt idx="231">
                  <c:v>4.1847057820644462E-2</c:v>
                </c:pt>
                <c:pt idx="232">
                  <c:v>3.9358321940515806E-2</c:v>
                </c:pt>
                <c:pt idx="233">
                  <c:v>3.1615014684577281E-2</c:v>
                </c:pt>
                <c:pt idx="234">
                  <c:v>3.9924438886625113E-2</c:v>
                </c:pt>
                <c:pt idx="235">
                  <c:v>4.6082160875214662E-2</c:v>
                </c:pt>
                <c:pt idx="236">
                  <c:v>5.1852346297752483E-2</c:v>
                </c:pt>
                <c:pt idx="237">
                  <c:v>4.8192456435895314E-2</c:v>
                </c:pt>
                <c:pt idx="238">
                  <c:v>4.6835370295702727E-2</c:v>
                </c:pt>
                <c:pt idx="239">
                  <c:v>4.6211139305666338E-2</c:v>
                </c:pt>
                <c:pt idx="240">
                  <c:v>4.5066374306921952E-2</c:v>
                </c:pt>
                <c:pt idx="241">
                  <c:v>4.4962738212684483E-2</c:v>
                </c:pt>
                <c:pt idx="242">
                  <c:v>3.9255961268816808E-2</c:v>
                </c:pt>
                <c:pt idx="243">
                  <c:v>3.6880164915656044E-2</c:v>
                </c:pt>
                <c:pt idx="244">
                  <c:v>3.9259516785659532E-2</c:v>
                </c:pt>
                <c:pt idx="245">
                  <c:v>4.2275782396825168E-2</c:v>
                </c:pt>
                <c:pt idx="246">
                  <c:v>4.4982451428221548E-2</c:v>
                </c:pt>
                <c:pt idx="247">
                  <c:v>4.2375990160566257E-2</c:v>
                </c:pt>
                <c:pt idx="248">
                  <c:v>4.4247401273963316E-2</c:v>
                </c:pt>
                <c:pt idx="249">
                  <c:v>4.758099233948454E-2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717-4AEB-BEF2-85E867B40BA3}"/>
            </c:ext>
          </c:extLst>
        </c:ser>
        <c:ser>
          <c:idx val="2"/>
          <c:order val="2"/>
          <c:tx>
            <c:strRef>
              <c:f>'Quantum Axis'!$K$2</c:f>
              <c:strCache>
                <c:ptCount val="1"/>
                <c:pt idx="0">
                  <c:v>Taxa Selic</c:v>
                </c:pt>
              </c:strCache>
            </c:strRef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'Quantum Axis'!$G$3:$G$252</c:f>
              <c:numCache>
                <c:formatCode>m/d/yyyy</c:formatCode>
                <c:ptCount val="250"/>
                <c:pt idx="0">
                  <c:v>38017</c:v>
                </c:pt>
                <c:pt idx="1">
                  <c:v>38046</c:v>
                </c:pt>
                <c:pt idx="2">
                  <c:v>38077</c:v>
                </c:pt>
                <c:pt idx="3">
                  <c:v>38107</c:v>
                </c:pt>
                <c:pt idx="4">
                  <c:v>38138</c:v>
                </c:pt>
                <c:pt idx="5">
                  <c:v>38168</c:v>
                </c:pt>
                <c:pt idx="6">
                  <c:v>38199</c:v>
                </c:pt>
                <c:pt idx="7">
                  <c:v>38230</c:v>
                </c:pt>
                <c:pt idx="8">
                  <c:v>38260</c:v>
                </c:pt>
                <c:pt idx="9">
                  <c:v>38291</c:v>
                </c:pt>
                <c:pt idx="10">
                  <c:v>38321</c:v>
                </c:pt>
                <c:pt idx="11">
                  <c:v>38352</c:v>
                </c:pt>
                <c:pt idx="12">
                  <c:v>38383</c:v>
                </c:pt>
                <c:pt idx="13">
                  <c:v>38411</c:v>
                </c:pt>
                <c:pt idx="14">
                  <c:v>38442</c:v>
                </c:pt>
                <c:pt idx="15">
                  <c:v>38472</c:v>
                </c:pt>
                <c:pt idx="16">
                  <c:v>38503</c:v>
                </c:pt>
                <c:pt idx="17">
                  <c:v>38533</c:v>
                </c:pt>
                <c:pt idx="18">
                  <c:v>38564</c:v>
                </c:pt>
                <c:pt idx="19">
                  <c:v>38595</c:v>
                </c:pt>
                <c:pt idx="20">
                  <c:v>38625</c:v>
                </c:pt>
                <c:pt idx="21">
                  <c:v>38656</c:v>
                </c:pt>
                <c:pt idx="22">
                  <c:v>38686</c:v>
                </c:pt>
                <c:pt idx="23">
                  <c:v>38717</c:v>
                </c:pt>
                <c:pt idx="24">
                  <c:v>38748</c:v>
                </c:pt>
                <c:pt idx="25">
                  <c:v>38776</c:v>
                </c:pt>
                <c:pt idx="26">
                  <c:v>38807</c:v>
                </c:pt>
                <c:pt idx="27">
                  <c:v>38837</c:v>
                </c:pt>
                <c:pt idx="28">
                  <c:v>38868</c:v>
                </c:pt>
                <c:pt idx="29">
                  <c:v>38898</c:v>
                </c:pt>
                <c:pt idx="30">
                  <c:v>38929</c:v>
                </c:pt>
                <c:pt idx="31">
                  <c:v>38960</c:v>
                </c:pt>
                <c:pt idx="32">
                  <c:v>38990</c:v>
                </c:pt>
                <c:pt idx="33">
                  <c:v>39021</c:v>
                </c:pt>
                <c:pt idx="34">
                  <c:v>39051</c:v>
                </c:pt>
                <c:pt idx="35">
                  <c:v>39082</c:v>
                </c:pt>
                <c:pt idx="36">
                  <c:v>39113</c:v>
                </c:pt>
                <c:pt idx="37">
                  <c:v>39141</c:v>
                </c:pt>
                <c:pt idx="38">
                  <c:v>39172</c:v>
                </c:pt>
                <c:pt idx="39">
                  <c:v>39202</c:v>
                </c:pt>
                <c:pt idx="40">
                  <c:v>39233</c:v>
                </c:pt>
                <c:pt idx="41">
                  <c:v>39263</c:v>
                </c:pt>
                <c:pt idx="42">
                  <c:v>39294</c:v>
                </c:pt>
                <c:pt idx="43">
                  <c:v>39325</c:v>
                </c:pt>
                <c:pt idx="44">
                  <c:v>39355</c:v>
                </c:pt>
                <c:pt idx="45">
                  <c:v>39386</c:v>
                </c:pt>
                <c:pt idx="46">
                  <c:v>39416</c:v>
                </c:pt>
                <c:pt idx="47">
                  <c:v>39447</c:v>
                </c:pt>
                <c:pt idx="48">
                  <c:v>39478</c:v>
                </c:pt>
                <c:pt idx="49">
                  <c:v>39507</c:v>
                </c:pt>
                <c:pt idx="50">
                  <c:v>39538</c:v>
                </c:pt>
                <c:pt idx="51">
                  <c:v>39568</c:v>
                </c:pt>
                <c:pt idx="52">
                  <c:v>39599</c:v>
                </c:pt>
                <c:pt idx="53">
                  <c:v>39629</c:v>
                </c:pt>
                <c:pt idx="54">
                  <c:v>39660</c:v>
                </c:pt>
                <c:pt idx="55">
                  <c:v>39691</c:v>
                </c:pt>
                <c:pt idx="56">
                  <c:v>39721</c:v>
                </c:pt>
                <c:pt idx="57">
                  <c:v>39752</c:v>
                </c:pt>
                <c:pt idx="58">
                  <c:v>39782</c:v>
                </c:pt>
                <c:pt idx="59">
                  <c:v>39813</c:v>
                </c:pt>
                <c:pt idx="60">
                  <c:v>39844</c:v>
                </c:pt>
                <c:pt idx="61">
                  <c:v>39872</c:v>
                </c:pt>
                <c:pt idx="62">
                  <c:v>39903</c:v>
                </c:pt>
                <c:pt idx="63">
                  <c:v>39933</c:v>
                </c:pt>
                <c:pt idx="64">
                  <c:v>39964</c:v>
                </c:pt>
                <c:pt idx="65">
                  <c:v>39994</c:v>
                </c:pt>
                <c:pt idx="66">
                  <c:v>40025</c:v>
                </c:pt>
                <c:pt idx="67">
                  <c:v>40056</c:v>
                </c:pt>
                <c:pt idx="68">
                  <c:v>40086</c:v>
                </c:pt>
                <c:pt idx="69">
                  <c:v>40117</c:v>
                </c:pt>
                <c:pt idx="70">
                  <c:v>40147</c:v>
                </c:pt>
                <c:pt idx="71">
                  <c:v>40178</c:v>
                </c:pt>
                <c:pt idx="72">
                  <c:v>40209</c:v>
                </c:pt>
                <c:pt idx="73">
                  <c:v>40237</c:v>
                </c:pt>
                <c:pt idx="74">
                  <c:v>40268</c:v>
                </c:pt>
                <c:pt idx="75">
                  <c:v>40298</c:v>
                </c:pt>
                <c:pt idx="76">
                  <c:v>40329</c:v>
                </c:pt>
                <c:pt idx="77">
                  <c:v>40359</c:v>
                </c:pt>
                <c:pt idx="78">
                  <c:v>40390</c:v>
                </c:pt>
                <c:pt idx="79">
                  <c:v>40421</c:v>
                </c:pt>
                <c:pt idx="80">
                  <c:v>40451</c:v>
                </c:pt>
                <c:pt idx="81">
                  <c:v>40482</c:v>
                </c:pt>
                <c:pt idx="82">
                  <c:v>40512</c:v>
                </c:pt>
                <c:pt idx="83">
                  <c:v>40543</c:v>
                </c:pt>
                <c:pt idx="84">
                  <c:v>40574</c:v>
                </c:pt>
                <c:pt idx="85">
                  <c:v>40602</c:v>
                </c:pt>
                <c:pt idx="86">
                  <c:v>40633</c:v>
                </c:pt>
                <c:pt idx="87">
                  <c:v>40663</c:v>
                </c:pt>
                <c:pt idx="88">
                  <c:v>40694</c:v>
                </c:pt>
                <c:pt idx="89">
                  <c:v>40724</c:v>
                </c:pt>
                <c:pt idx="90">
                  <c:v>40755</c:v>
                </c:pt>
                <c:pt idx="91">
                  <c:v>40786</c:v>
                </c:pt>
                <c:pt idx="92">
                  <c:v>40816</c:v>
                </c:pt>
                <c:pt idx="93">
                  <c:v>40847</c:v>
                </c:pt>
                <c:pt idx="94">
                  <c:v>40877</c:v>
                </c:pt>
                <c:pt idx="95">
                  <c:v>40908</c:v>
                </c:pt>
                <c:pt idx="96">
                  <c:v>40939</c:v>
                </c:pt>
                <c:pt idx="97">
                  <c:v>40968</c:v>
                </c:pt>
                <c:pt idx="98">
                  <c:v>40999</c:v>
                </c:pt>
                <c:pt idx="99">
                  <c:v>41029</c:v>
                </c:pt>
                <c:pt idx="100">
                  <c:v>41060</c:v>
                </c:pt>
                <c:pt idx="101">
                  <c:v>41090</c:v>
                </c:pt>
                <c:pt idx="102">
                  <c:v>41121</c:v>
                </c:pt>
                <c:pt idx="103">
                  <c:v>41152</c:v>
                </c:pt>
                <c:pt idx="104">
                  <c:v>41182</c:v>
                </c:pt>
                <c:pt idx="105">
                  <c:v>41213</c:v>
                </c:pt>
                <c:pt idx="106">
                  <c:v>41243</c:v>
                </c:pt>
                <c:pt idx="107">
                  <c:v>41274</c:v>
                </c:pt>
                <c:pt idx="108">
                  <c:v>41305</c:v>
                </c:pt>
                <c:pt idx="109">
                  <c:v>41333</c:v>
                </c:pt>
                <c:pt idx="110">
                  <c:v>41364</c:v>
                </c:pt>
                <c:pt idx="111">
                  <c:v>41394</c:v>
                </c:pt>
                <c:pt idx="112">
                  <c:v>41425</c:v>
                </c:pt>
                <c:pt idx="113">
                  <c:v>41455</c:v>
                </c:pt>
                <c:pt idx="114">
                  <c:v>41486</c:v>
                </c:pt>
                <c:pt idx="115">
                  <c:v>41517</c:v>
                </c:pt>
                <c:pt idx="116">
                  <c:v>41547</c:v>
                </c:pt>
                <c:pt idx="117">
                  <c:v>41578</c:v>
                </c:pt>
                <c:pt idx="118">
                  <c:v>41608</c:v>
                </c:pt>
                <c:pt idx="119">
                  <c:v>41639</c:v>
                </c:pt>
                <c:pt idx="120">
                  <c:v>41670</c:v>
                </c:pt>
                <c:pt idx="121">
                  <c:v>41698</c:v>
                </c:pt>
                <c:pt idx="122">
                  <c:v>41729</c:v>
                </c:pt>
                <c:pt idx="123">
                  <c:v>41759</c:v>
                </c:pt>
                <c:pt idx="124">
                  <c:v>41790</c:v>
                </c:pt>
                <c:pt idx="125">
                  <c:v>41820</c:v>
                </c:pt>
                <c:pt idx="126">
                  <c:v>41851</c:v>
                </c:pt>
                <c:pt idx="127">
                  <c:v>41882</c:v>
                </c:pt>
                <c:pt idx="128">
                  <c:v>41912</c:v>
                </c:pt>
                <c:pt idx="129">
                  <c:v>41943</c:v>
                </c:pt>
                <c:pt idx="130">
                  <c:v>41973</c:v>
                </c:pt>
                <c:pt idx="131">
                  <c:v>42004</c:v>
                </c:pt>
                <c:pt idx="132">
                  <c:v>42035</c:v>
                </c:pt>
                <c:pt idx="133">
                  <c:v>42063</c:v>
                </c:pt>
                <c:pt idx="134">
                  <c:v>42094</c:v>
                </c:pt>
                <c:pt idx="135">
                  <c:v>42124</c:v>
                </c:pt>
                <c:pt idx="136">
                  <c:v>42155</c:v>
                </c:pt>
                <c:pt idx="137">
                  <c:v>42185</c:v>
                </c:pt>
                <c:pt idx="138">
                  <c:v>42216</c:v>
                </c:pt>
                <c:pt idx="139">
                  <c:v>42247</c:v>
                </c:pt>
                <c:pt idx="140">
                  <c:v>42277</c:v>
                </c:pt>
                <c:pt idx="141">
                  <c:v>42308</c:v>
                </c:pt>
                <c:pt idx="142">
                  <c:v>42338</c:v>
                </c:pt>
                <c:pt idx="143">
                  <c:v>42369</c:v>
                </c:pt>
                <c:pt idx="144">
                  <c:v>42400</c:v>
                </c:pt>
                <c:pt idx="145">
                  <c:v>42429</c:v>
                </c:pt>
                <c:pt idx="146">
                  <c:v>42460</c:v>
                </c:pt>
                <c:pt idx="147">
                  <c:v>42490</c:v>
                </c:pt>
                <c:pt idx="148">
                  <c:v>42521</c:v>
                </c:pt>
                <c:pt idx="149">
                  <c:v>42551</c:v>
                </c:pt>
                <c:pt idx="150">
                  <c:v>42582</c:v>
                </c:pt>
                <c:pt idx="151">
                  <c:v>42613</c:v>
                </c:pt>
                <c:pt idx="152">
                  <c:v>42643</c:v>
                </c:pt>
                <c:pt idx="153">
                  <c:v>42674</c:v>
                </c:pt>
                <c:pt idx="154">
                  <c:v>42704</c:v>
                </c:pt>
                <c:pt idx="155">
                  <c:v>42735</c:v>
                </c:pt>
                <c:pt idx="156">
                  <c:v>42766</c:v>
                </c:pt>
                <c:pt idx="157">
                  <c:v>42794</c:v>
                </c:pt>
                <c:pt idx="158">
                  <c:v>42825</c:v>
                </c:pt>
                <c:pt idx="159">
                  <c:v>42855</c:v>
                </c:pt>
                <c:pt idx="160">
                  <c:v>42886</c:v>
                </c:pt>
                <c:pt idx="161">
                  <c:v>42916</c:v>
                </c:pt>
                <c:pt idx="162">
                  <c:v>42947</c:v>
                </c:pt>
                <c:pt idx="163">
                  <c:v>42978</c:v>
                </c:pt>
                <c:pt idx="164">
                  <c:v>43008</c:v>
                </c:pt>
                <c:pt idx="165">
                  <c:v>43039</c:v>
                </c:pt>
                <c:pt idx="166">
                  <c:v>43069</c:v>
                </c:pt>
                <c:pt idx="167">
                  <c:v>43100</c:v>
                </c:pt>
                <c:pt idx="168">
                  <c:v>43131</c:v>
                </c:pt>
                <c:pt idx="169">
                  <c:v>43159</c:v>
                </c:pt>
                <c:pt idx="170">
                  <c:v>43190</c:v>
                </c:pt>
                <c:pt idx="171">
                  <c:v>43220</c:v>
                </c:pt>
                <c:pt idx="172">
                  <c:v>43251</c:v>
                </c:pt>
                <c:pt idx="173">
                  <c:v>43281</c:v>
                </c:pt>
                <c:pt idx="174">
                  <c:v>43312</c:v>
                </c:pt>
                <c:pt idx="175">
                  <c:v>43343</c:v>
                </c:pt>
                <c:pt idx="176">
                  <c:v>43373</c:v>
                </c:pt>
                <c:pt idx="177">
                  <c:v>43404</c:v>
                </c:pt>
                <c:pt idx="178">
                  <c:v>43434</c:v>
                </c:pt>
                <c:pt idx="179">
                  <c:v>43465</c:v>
                </c:pt>
                <c:pt idx="180">
                  <c:v>43496</c:v>
                </c:pt>
                <c:pt idx="181">
                  <c:v>43524</c:v>
                </c:pt>
                <c:pt idx="182">
                  <c:v>43555</c:v>
                </c:pt>
                <c:pt idx="183">
                  <c:v>43585</c:v>
                </c:pt>
                <c:pt idx="184">
                  <c:v>43616</c:v>
                </c:pt>
                <c:pt idx="185">
                  <c:v>43646</c:v>
                </c:pt>
                <c:pt idx="186">
                  <c:v>43677</c:v>
                </c:pt>
                <c:pt idx="187">
                  <c:v>43708</c:v>
                </c:pt>
                <c:pt idx="188">
                  <c:v>43738</c:v>
                </c:pt>
                <c:pt idx="189">
                  <c:v>43769</c:v>
                </c:pt>
                <c:pt idx="190">
                  <c:v>43799</c:v>
                </c:pt>
                <c:pt idx="191">
                  <c:v>43830</c:v>
                </c:pt>
                <c:pt idx="192">
                  <c:v>43861</c:v>
                </c:pt>
                <c:pt idx="193">
                  <c:v>43890</c:v>
                </c:pt>
                <c:pt idx="194">
                  <c:v>43921</c:v>
                </c:pt>
                <c:pt idx="195">
                  <c:v>43951</c:v>
                </c:pt>
                <c:pt idx="196">
                  <c:v>43982</c:v>
                </c:pt>
                <c:pt idx="197">
                  <c:v>44012</c:v>
                </c:pt>
                <c:pt idx="198">
                  <c:v>44043</c:v>
                </c:pt>
                <c:pt idx="199">
                  <c:v>44074</c:v>
                </c:pt>
                <c:pt idx="200">
                  <c:v>44104</c:v>
                </c:pt>
                <c:pt idx="201">
                  <c:v>44135</c:v>
                </c:pt>
                <c:pt idx="202">
                  <c:v>44165</c:v>
                </c:pt>
                <c:pt idx="203">
                  <c:v>44196</c:v>
                </c:pt>
                <c:pt idx="204">
                  <c:v>44227</c:v>
                </c:pt>
                <c:pt idx="205">
                  <c:v>44255</c:v>
                </c:pt>
                <c:pt idx="206">
                  <c:v>44286</c:v>
                </c:pt>
                <c:pt idx="207">
                  <c:v>44316</c:v>
                </c:pt>
                <c:pt idx="208">
                  <c:v>44347</c:v>
                </c:pt>
                <c:pt idx="209">
                  <c:v>44377</c:v>
                </c:pt>
                <c:pt idx="210">
                  <c:v>44408</c:v>
                </c:pt>
                <c:pt idx="211">
                  <c:v>44439</c:v>
                </c:pt>
                <c:pt idx="212">
                  <c:v>44469</c:v>
                </c:pt>
                <c:pt idx="213">
                  <c:v>44500</c:v>
                </c:pt>
                <c:pt idx="214">
                  <c:v>44530</c:v>
                </c:pt>
                <c:pt idx="215">
                  <c:v>44561</c:v>
                </c:pt>
                <c:pt idx="216">
                  <c:v>44592</c:v>
                </c:pt>
                <c:pt idx="217">
                  <c:v>44620</c:v>
                </c:pt>
                <c:pt idx="218">
                  <c:v>44651</c:v>
                </c:pt>
                <c:pt idx="219">
                  <c:v>44681</c:v>
                </c:pt>
                <c:pt idx="220">
                  <c:v>44712</c:v>
                </c:pt>
                <c:pt idx="221">
                  <c:v>44742</c:v>
                </c:pt>
                <c:pt idx="222">
                  <c:v>44773</c:v>
                </c:pt>
                <c:pt idx="223">
                  <c:v>44804</c:v>
                </c:pt>
                <c:pt idx="224">
                  <c:v>44834</c:v>
                </c:pt>
                <c:pt idx="225">
                  <c:v>44865</c:v>
                </c:pt>
                <c:pt idx="226">
                  <c:v>44895</c:v>
                </c:pt>
                <c:pt idx="227">
                  <c:v>44926</c:v>
                </c:pt>
                <c:pt idx="228">
                  <c:v>44957</c:v>
                </c:pt>
                <c:pt idx="229">
                  <c:v>44985</c:v>
                </c:pt>
                <c:pt idx="230">
                  <c:v>45016</c:v>
                </c:pt>
                <c:pt idx="231">
                  <c:v>45046</c:v>
                </c:pt>
                <c:pt idx="232">
                  <c:v>45077</c:v>
                </c:pt>
                <c:pt idx="233">
                  <c:v>45107</c:v>
                </c:pt>
                <c:pt idx="234">
                  <c:v>45138</c:v>
                </c:pt>
                <c:pt idx="235">
                  <c:v>45169</c:v>
                </c:pt>
                <c:pt idx="236">
                  <c:v>45199</c:v>
                </c:pt>
                <c:pt idx="237">
                  <c:v>45230</c:v>
                </c:pt>
                <c:pt idx="238">
                  <c:v>45260</c:v>
                </c:pt>
                <c:pt idx="239">
                  <c:v>45291</c:v>
                </c:pt>
                <c:pt idx="240">
                  <c:v>45322</c:v>
                </c:pt>
                <c:pt idx="241">
                  <c:v>45351</c:v>
                </c:pt>
                <c:pt idx="242">
                  <c:v>45382</c:v>
                </c:pt>
                <c:pt idx="243">
                  <c:v>45412</c:v>
                </c:pt>
                <c:pt idx="244">
                  <c:v>45443</c:v>
                </c:pt>
                <c:pt idx="245">
                  <c:v>45473</c:v>
                </c:pt>
                <c:pt idx="246">
                  <c:v>45504</c:v>
                </c:pt>
                <c:pt idx="247">
                  <c:v>45535</c:v>
                </c:pt>
                <c:pt idx="248">
                  <c:v>45565</c:v>
                </c:pt>
                <c:pt idx="249">
                  <c:v>45596</c:v>
                </c:pt>
              </c:numCache>
            </c:numRef>
          </c:cat>
          <c:val>
            <c:numRef>
              <c:f>'Quantum Axis'!$K$3:$K$252</c:f>
              <c:numCache>
                <c:formatCode>0.00%</c:formatCode>
                <c:ptCount val="250"/>
                <c:pt idx="1">
                  <c:v>0.16300000000000001</c:v>
                </c:pt>
                <c:pt idx="2">
                  <c:v>0.16109999999999999</c:v>
                </c:pt>
                <c:pt idx="3">
                  <c:v>0.158</c:v>
                </c:pt>
                <c:pt idx="4">
                  <c:v>0.1578</c:v>
                </c:pt>
                <c:pt idx="5">
                  <c:v>0.158</c:v>
                </c:pt>
                <c:pt idx="6">
                  <c:v>0.15820000000000001</c:v>
                </c:pt>
                <c:pt idx="7">
                  <c:v>0.15909999999999999</c:v>
                </c:pt>
                <c:pt idx="8">
                  <c:v>0.16239999999999999</c:v>
                </c:pt>
                <c:pt idx="9">
                  <c:v>0.16739999999999999</c:v>
                </c:pt>
                <c:pt idx="10">
                  <c:v>0.1721</c:v>
                </c:pt>
                <c:pt idx="11">
                  <c:v>0.17749999999999999</c:v>
                </c:pt>
                <c:pt idx="12">
                  <c:v>0.18239999999999998</c:v>
                </c:pt>
                <c:pt idx="13">
                  <c:v>0.18739999999999998</c:v>
                </c:pt>
                <c:pt idx="14">
                  <c:v>0.1925</c:v>
                </c:pt>
                <c:pt idx="15">
                  <c:v>0.19500000000000001</c:v>
                </c:pt>
                <c:pt idx="16">
                  <c:v>0.19760000000000003</c:v>
                </c:pt>
                <c:pt idx="17">
                  <c:v>0.19739999999999999</c:v>
                </c:pt>
                <c:pt idx="18">
                  <c:v>0.19739999999999999</c:v>
                </c:pt>
                <c:pt idx="19">
                  <c:v>0.1973</c:v>
                </c:pt>
                <c:pt idx="20">
                  <c:v>0.1953</c:v>
                </c:pt>
                <c:pt idx="21">
                  <c:v>0.1895</c:v>
                </c:pt>
                <c:pt idx="22">
                  <c:v>0.18530000000000002</c:v>
                </c:pt>
                <c:pt idx="23">
                  <c:v>0.18049999999999999</c:v>
                </c:pt>
                <c:pt idx="24">
                  <c:v>0.17230000000000001</c:v>
                </c:pt>
                <c:pt idx="25">
                  <c:v>0.1729</c:v>
                </c:pt>
                <c:pt idx="26">
                  <c:v>0.16539999999999999</c:v>
                </c:pt>
                <c:pt idx="27">
                  <c:v>0.157</c:v>
                </c:pt>
                <c:pt idx="28">
                  <c:v>0.15659999999999999</c:v>
                </c:pt>
                <c:pt idx="29">
                  <c:v>0.15179999999999999</c:v>
                </c:pt>
                <c:pt idx="30">
                  <c:v>0.14660000000000001</c:v>
                </c:pt>
                <c:pt idx="31">
                  <c:v>0.14180000000000001</c:v>
                </c:pt>
                <c:pt idx="32">
                  <c:v>0.14169999999999999</c:v>
                </c:pt>
                <c:pt idx="33">
                  <c:v>0.1368</c:v>
                </c:pt>
                <c:pt idx="34">
                  <c:v>0.1318</c:v>
                </c:pt>
                <c:pt idx="35">
                  <c:v>0.13189999999999999</c:v>
                </c:pt>
                <c:pt idx="36">
                  <c:v>0.1293</c:v>
                </c:pt>
                <c:pt idx="37">
                  <c:v>0.1293</c:v>
                </c:pt>
                <c:pt idx="38">
                  <c:v>0.1268</c:v>
                </c:pt>
                <c:pt idx="39">
                  <c:v>0.12429999999999999</c:v>
                </c:pt>
                <c:pt idx="40">
                  <c:v>0.12429999999999999</c:v>
                </c:pt>
                <c:pt idx="41">
                  <c:v>0.1193</c:v>
                </c:pt>
                <c:pt idx="42">
                  <c:v>0.1143</c:v>
                </c:pt>
                <c:pt idx="43">
                  <c:v>0.1143</c:v>
                </c:pt>
                <c:pt idx="44">
                  <c:v>0.1118</c:v>
                </c:pt>
                <c:pt idx="45">
                  <c:v>0.1118</c:v>
                </c:pt>
                <c:pt idx="46">
                  <c:v>0.1118</c:v>
                </c:pt>
                <c:pt idx="47">
                  <c:v>0.1118</c:v>
                </c:pt>
                <c:pt idx="48">
                  <c:v>0.1118</c:v>
                </c:pt>
                <c:pt idx="49">
                  <c:v>0.1118</c:v>
                </c:pt>
                <c:pt idx="50">
                  <c:v>0.1118</c:v>
                </c:pt>
                <c:pt idx="51">
                  <c:v>0.11609999999999999</c:v>
                </c:pt>
                <c:pt idx="52">
                  <c:v>0.1164</c:v>
                </c:pt>
                <c:pt idx="53">
                  <c:v>0.1217</c:v>
                </c:pt>
                <c:pt idx="54">
                  <c:v>0.12920000000000001</c:v>
                </c:pt>
                <c:pt idx="55">
                  <c:v>0.12920000000000001</c:v>
                </c:pt>
                <c:pt idx="56">
                  <c:v>0.1366</c:v>
                </c:pt>
                <c:pt idx="57">
                  <c:v>0.13650000000000001</c:v>
                </c:pt>
                <c:pt idx="58">
                  <c:v>0.13650000000000001</c:v>
                </c:pt>
                <c:pt idx="59">
                  <c:v>0.13669999999999999</c:v>
                </c:pt>
                <c:pt idx="60">
                  <c:v>0.12659999999999999</c:v>
                </c:pt>
                <c:pt idx="61">
                  <c:v>0.12659999999999999</c:v>
                </c:pt>
                <c:pt idx="62">
                  <c:v>0.1116</c:v>
                </c:pt>
                <c:pt idx="63">
                  <c:v>0.1016</c:v>
                </c:pt>
                <c:pt idx="64">
                  <c:v>0.1016</c:v>
                </c:pt>
                <c:pt idx="65">
                  <c:v>9.1600000000000001E-2</c:v>
                </c:pt>
                <c:pt idx="66">
                  <c:v>8.6500000000000007E-2</c:v>
                </c:pt>
                <c:pt idx="67">
                  <c:v>8.6500000000000007E-2</c:v>
                </c:pt>
                <c:pt idx="68">
                  <c:v>8.6500000000000007E-2</c:v>
                </c:pt>
                <c:pt idx="69">
                  <c:v>8.6500000000000007E-2</c:v>
                </c:pt>
                <c:pt idx="70">
                  <c:v>8.6500000000000007E-2</c:v>
                </c:pt>
                <c:pt idx="71">
                  <c:v>8.6500000000000007E-2</c:v>
                </c:pt>
                <c:pt idx="72">
                  <c:v>8.6500000000000007E-2</c:v>
                </c:pt>
                <c:pt idx="73">
                  <c:v>8.6500000000000007E-2</c:v>
                </c:pt>
                <c:pt idx="74">
                  <c:v>8.6500000000000007E-2</c:v>
                </c:pt>
                <c:pt idx="75">
                  <c:v>9.4E-2</c:v>
                </c:pt>
                <c:pt idx="76">
                  <c:v>9.3900000000000011E-2</c:v>
                </c:pt>
                <c:pt idx="77">
                  <c:v>0.1016</c:v>
                </c:pt>
                <c:pt idx="78">
                  <c:v>0.1066</c:v>
                </c:pt>
                <c:pt idx="79">
                  <c:v>0.1066</c:v>
                </c:pt>
                <c:pt idx="80">
                  <c:v>0.1066</c:v>
                </c:pt>
                <c:pt idx="81">
                  <c:v>0.1066</c:v>
                </c:pt>
                <c:pt idx="82">
                  <c:v>0.1066</c:v>
                </c:pt>
                <c:pt idx="83">
                  <c:v>0.1067</c:v>
                </c:pt>
                <c:pt idx="84">
                  <c:v>0.11169999999999999</c:v>
                </c:pt>
                <c:pt idx="85">
                  <c:v>0.11169999999999999</c:v>
                </c:pt>
                <c:pt idx="86">
                  <c:v>0.1167</c:v>
                </c:pt>
                <c:pt idx="87">
                  <c:v>0.1192</c:v>
                </c:pt>
                <c:pt idx="88">
                  <c:v>0.1192</c:v>
                </c:pt>
                <c:pt idx="89">
                  <c:v>0.1217</c:v>
                </c:pt>
                <c:pt idx="90">
                  <c:v>0.1242</c:v>
                </c:pt>
                <c:pt idx="91">
                  <c:v>0.1241</c:v>
                </c:pt>
                <c:pt idx="92">
                  <c:v>0.11900000000000001</c:v>
                </c:pt>
                <c:pt idx="93">
                  <c:v>0.114</c:v>
                </c:pt>
                <c:pt idx="94">
                  <c:v>0.114</c:v>
                </c:pt>
                <c:pt idx="95">
                  <c:v>0.1091</c:v>
                </c:pt>
                <c:pt idx="96">
                  <c:v>0.10400000000000001</c:v>
                </c:pt>
                <c:pt idx="97">
                  <c:v>0.10400000000000001</c:v>
                </c:pt>
                <c:pt idx="98">
                  <c:v>9.6500000000000002E-2</c:v>
                </c:pt>
                <c:pt idx="99">
                  <c:v>8.900000000000001E-2</c:v>
                </c:pt>
                <c:pt idx="100">
                  <c:v>8.3900000000000002E-2</c:v>
                </c:pt>
                <c:pt idx="101">
                  <c:v>8.4000000000000005E-2</c:v>
                </c:pt>
                <c:pt idx="102">
                  <c:v>7.8899999999999998E-2</c:v>
                </c:pt>
                <c:pt idx="103">
                  <c:v>7.3899999999999993E-2</c:v>
                </c:pt>
                <c:pt idx="104">
                  <c:v>7.3899999999999993E-2</c:v>
                </c:pt>
                <c:pt idx="105">
                  <c:v>7.1399999999999991E-2</c:v>
                </c:pt>
                <c:pt idx="106">
                  <c:v>7.1399999999999991E-2</c:v>
                </c:pt>
                <c:pt idx="107">
                  <c:v>7.2900000000000006E-2</c:v>
                </c:pt>
                <c:pt idx="108">
                  <c:v>7.1099999999999997E-2</c:v>
                </c:pt>
                <c:pt idx="109">
                  <c:v>7.2000000000000008E-2</c:v>
                </c:pt>
                <c:pt idx="110">
                  <c:v>7.1599999999999997E-2</c:v>
                </c:pt>
                <c:pt idx="111">
                  <c:v>7.400000000000001E-2</c:v>
                </c:pt>
                <c:pt idx="112">
                  <c:v>7.9000000000000001E-2</c:v>
                </c:pt>
                <c:pt idx="113">
                  <c:v>7.9000000000000001E-2</c:v>
                </c:pt>
                <c:pt idx="114">
                  <c:v>8.4000000000000005E-2</c:v>
                </c:pt>
                <c:pt idx="115">
                  <c:v>8.900000000000001E-2</c:v>
                </c:pt>
                <c:pt idx="116">
                  <c:v>8.900000000000001E-2</c:v>
                </c:pt>
                <c:pt idx="117">
                  <c:v>9.4E-2</c:v>
                </c:pt>
                <c:pt idx="118">
                  <c:v>9.9000000000000005E-2</c:v>
                </c:pt>
                <c:pt idx="119">
                  <c:v>9.9000000000000005E-2</c:v>
                </c:pt>
                <c:pt idx="120">
                  <c:v>0.10400000000000001</c:v>
                </c:pt>
                <c:pt idx="121">
                  <c:v>0.1065</c:v>
                </c:pt>
                <c:pt idx="122">
                  <c:v>0.1065</c:v>
                </c:pt>
                <c:pt idx="123">
                  <c:v>0.109</c:v>
                </c:pt>
                <c:pt idx="124">
                  <c:v>0.109</c:v>
                </c:pt>
                <c:pt idx="125">
                  <c:v>0.109</c:v>
                </c:pt>
                <c:pt idx="126">
                  <c:v>0.109</c:v>
                </c:pt>
                <c:pt idx="127">
                  <c:v>0.109</c:v>
                </c:pt>
                <c:pt idx="128">
                  <c:v>0.109</c:v>
                </c:pt>
                <c:pt idx="129">
                  <c:v>0.1115</c:v>
                </c:pt>
                <c:pt idx="130">
                  <c:v>0.1115</c:v>
                </c:pt>
                <c:pt idx="131">
                  <c:v>0.11650000000000001</c:v>
                </c:pt>
                <c:pt idx="132">
                  <c:v>0.1215</c:v>
                </c:pt>
                <c:pt idx="133">
                  <c:v>0.1215</c:v>
                </c:pt>
                <c:pt idx="134">
                  <c:v>0.1265</c:v>
                </c:pt>
                <c:pt idx="135">
                  <c:v>0.13150000000000001</c:v>
                </c:pt>
                <c:pt idx="136">
                  <c:v>0.13150000000000001</c:v>
                </c:pt>
                <c:pt idx="137">
                  <c:v>0.13650000000000001</c:v>
                </c:pt>
                <c:pt idx="138">
                  <c:v>0.14150000000000001</c:v>
                </c:pt>
                <c:pt idx="139">
                  <c:v>0.14150000000000001</c:v>
                </c:pt>
                <c:pt idx="140">
                  <c:v>0.14150000000000001</c:v>
                </c:pt>
                <c:pt idx="141">
                  <c:v>0.14150000000000001</c:v>
                </c:pt>
                <c:pt idx="142">
                  <c:v>0.14150000000000001</c:v>
                </c:pt>
                <c:pt idx="143">
                  <c:v>0.14150000000000001</c:v>
                </c:pt>
                <c:pt idx="144">
                  <c:v>0.14150000000000001</c:v>
                </c:pt>
                <c:pt idx="145">
                  <c:v>0.14150000000000001</c:v>
                </c:pt>
                <c:pt idx="146">
                  <c:v>0.14150000000000001</c:v>
                </c:pt>
                <c:pt idx="147">
                  <c:v>0.14150000000000001</c:v>
                </c:pt>
                <c:pt idx="148">
                  <c:v>0.14150000000000001</c:v>
                </c:pt>
                <c:pt idx="149">
                  <c:v>0.14150000000000001</c:v>
                </c:pt>
                <c:pt idx="150">
                  <c:v>0.14150000000000001</c:v>
                </c:pt>
                <c:pt idx="151">
                  <c:v>0.14150000000000001</c:v>
                </c:pt>
                <c:pt idx="152">
                  <c:v>0.14150000000000001</c:v>
                </c:pt>
                <c:pt idx="153">
                  <c:v>0.13900000000000001</c:v>
                </c:pt>
                <c:pt idx="154">
                  <c:v>0.13900000000000001</c:v>
                </c:pt>
                <c:pt idx="155">
                  <c:v>0.13650000000000001</c:v>
                </c:pt>
                <c:pt idx="156">
                  <c:v>0.129</c:v>
                </c:pt>
                <c:pt idx="157">
                  <c:v>0.1215</c:v>
                </c:pt>
                <c:pt idx="158">
                  <c:v>0.1215</c:v>
                </c:pt>
                <c:pt idx="159">
                  <c:v>0.1115</c:v>
                </c:pt>
                <c:pt idx="160">
                  <c:v>0.1115</c:v>
                </c:pt>
                <c:pt idx="161">
                  <c:v>0.10150000000000001</c:v>
                </c:pt>
                <c:pt idx="162">
                  <c:v>9.1499999999999998E-2</c:v>
                </c:pt>
                <c:pt idx="163">
                  <c:v>9.1499999999999998E-2</c:v>
                </c:pt>
                <c:pt idx="164">
                  <c:v>8.1500000000000003E-2</c:v>
                </c:pt>
                <c:pt idx="165">
                  <c:v>7.400000000000001E-2</c:v>
                </c:pt>
                <c:pt idx="166">
                  <c:v>7.400000000000001E-2</c:v>
                </c:pt>
                <c:pt idx="167">
                  <c:v>6.9000000000000006E-2</c:v>
                </c:pt>
                <c:pt idx="168">
                  <c:v>6.9000000000000006E-2</c:v>
                </c:pt>
                <c:pt idx="169">
                  <c:v>6.6500000000000004E-2</c:v>
                </c:pt>
                <c:pt idx="170">
                  <c:v>6.4000000000000001E-2</c:v>
                </c:pt>
                <c:pt idx="171">
                  <c:v>6.4000000000000001E-2</c:v>
                </c:pt>
                <c:pt idx="172">
                  <c:v>6.4000000000000001E-2</c:v>
                </c:pt>
                <c:pt idx="173">
                  <c:v>6.4000000000000001E-2</c:v>
                </c:pt>
                <c:pt idx="174">
                  <c:v>6.4000000000000001E-2</c:v>
                </c:pt>
                <c:pt idx="175">
                  <c:v>6.4000000000000001E-2</c:v>
                </c:pt>
                <c:pt idx="176">
                  <c:v>6.4000000000000001E-2</c:v>
                </c:pt>
                <c:pt idx="177">
                  <c:v>6.4000000000000001E-2</c:v>
                </c:pt>
                <c:pt idx="178">
                  <c:v>6.4000000000000001E-2</c:v>
                </c:pt>
                <c:pt idx="179">
                  <c:v>6.4000000000000001E-2</c:v>
                </c:pt>
                <c:pt idx="180">
                  <c:v>6.4000000000000001E-2</c:v>
                </c:pt>
                <c:pt idx="181">
                  <c:v>6.4000000000000001E-2</c:v>
                </c:pt>
                <c:pt idx="182">
                  <c:v>6.4000000000000001E-2</c:v>
                </c:pt>
                <c:pt idx="183">
                  <c:v>6.4000000000000001E-2</c:v>
                </c:pt>
                <c:pt idx="184">
                  <c:v>6.4000000000000001E-2</c:v>
                </c:pt>
                <c:pt idx="185">
                  <c:v>6.4000000000000001E-2</c:v>
                </c:pt>
                <c:pt idx="186">
                  <c:v>6.4000000000000001E-2</c:v>
                </c:pt>
                <c:pt idx="187">
                  <c:v>5.9000000000000004E-2</c:v>
                </c:pt>
                <c:pt idx="188">
                  <c:v>5.4000000000000006E-2</c:v>
                </c:pt>
                <c:pt idx="189">
                  <c:v>4.9000000000000002E-2</c:v>
                </c:pt>
                <c:pt idx="190">
                  <c:v>4.9000000000000002E-2</c:v>
                </c:pt>
                <c:pt idx="191">
                  <c:v>4.4000000000000004E-2</c:v>
                </c:pt>
                <c:pt idx="192">
                  <c:v>4.4000000000000004E-2</c:v>
                </c:pt>
                <c:pt idx="193">
                  <c:v>4.1500000000000002E-2</c:v>
                </c:pt>
                <c:pt idx="194">
                  <c:v>3.6499999999999998E-2</c:v>
                </c:pt>
                <c:pt idx="195">
                  <c:v>3.6499999999999998E-2</c:v>
                </c:pt>
                <c:pt idx="196">
                  <c:v>2.8999999999999998E-2</c:v>
                </c:pt>
                <c:pt idx="197">
                  <c:v>2.1499999999999998E-2</c:v>
                </c:pt>
                <c:pt idx="198">
                  <c:v>2.1499999999999998E-2</c:v>
                </c:pt>
                <c:pt idx="199">
                  <c:v>1.9E-2</c:v>
                </c:pt>
                <c:pt idx="200">
                  <c:v>1.9E-2</c:v>
                </c:pt>
                <c:pt idx="201">
                  <c:v>1.9E-2</c:v>
                </c:pt>
                <c:pt idx="202">
                  <c:v>1.9E-2</c:v>
                </c:pt>
                <c:pt idx="203">
                  <c:v>1.9E-2</c:v>
                </c:pt>
                <c:pt idx="204">
                  <c:v>1.9E-2</c:v>
                </c:pt>
                <c:pt idx="205">
                  <c:v>1.9E-2</c:v>
                </c:pt>
                <c:pt idx="206">
                  <c:v>2.6499999999999999E-2</c:v>
                </c:pt>
                <c:pt idx="207">
                  <c:v>2.6499999999999999E-2</c:v>
                </c:pt>
                <c:pt idx="208">
                  <c:v>3.4000000000000002E-2</c:v>
                </c:pt>
                <c:pt idx="209">
                  <c:v>4.1500000000000002E-2</c:v>
                </c:pt>
                <c:pt idx="210">
                  <c:v>4.1500000000000002E-2</c:v>
                </c:pt>
                <c:pt idx="211">
                  <c:v>5.1500000000000004E-2</c:v>
                </c:pt>
                <c:pt idx="212">
                  <c:v>6.1500000000000006E-2</c:v>
                </c:pt>
                <c:pt idx="213">
                  <c:v>7.6499999999999999E-2</c:v>
                </c:pt>
                <c:pt idx="214">
                  <c:v>7.6499999999999999E-2</c:v>
                </c:pt>
                <c:pt idx="215">
                  <c:v>9.1499999999999998E-2</c:v>
                </c:pt>
                <c:pt idx="216">
                  <c:v>9.1499999999999998E-2</c:v>
                </c:pt>
                <c:pt idx="217">
                  <c:v>0.1065</c:v>
                </c:pt>
                <c:pt idx="218">
                  <c:v>0.11650000000000001</c:v>
                </c:pt>
                <c:pt idx="219">
                  <c:v>0.11650000000000001</c:v>
                </c:pt>
                <c:pt idx="220">
                  <c:v>0.1265</c:v>
                </c:pt>
                <c:pt idx="221">
                  <c:v>0.13150000000000001</c:v>
                </c:pt>
                <c:pt idx="222">
                  <c:v>0.13150000000000001</c:v>
                </c:pt>
                <c:pt idx="223">
                  <c:v>0.13650000000000001</c:v>
                </c:pt>
                <c:pt idx="224">
                  <c:v>0.13650000000000001</c:v>
                </c:pt>
                <c:pt idx="225">
                  <c:v>0.13650000000000001</c:v>
                </c:pt>
                <c:pt idx="226">
                  <c:v>0.13650000000000001</c:v>
                </c:pt>
                <c:pt idx="227">
                  <c:v>0.13650000000000001</c:v>
                </c:pt>
                <c:pt idx="228">
                  <c:v>0.13650000000000001</c:v>
                </c:pt>
                <c:pt idx="229">
                  <c:v>0.13650000000000001</c:v>
                </c:pt>
                <c:pt idx="230">
                  <c:v>0.13650000000000001</c:v>
                </c:pt>
                <c:pt idx="231">
                  <c:v>0.13650000000000001</c:v>
                </c:pt>
                <c:pt idx="232">
                  <c:v>0.13650000000000001</c:v>
                </c:pt>
                <c:pt idx="233">
                  <c:v>0.13650000000000001</c:v>
                </c:pt>
                <c:pt idx="234">
                  <c:v>0.13650000000000001</c:v>
                </c:pt>
                <c:pt idx="235">
                  <c:v>0.13150000000000001</c:v>
                </c:pt>
                <c:pt idx="236">
                  <c:v>0.1265</c:v>
                </c:pt>
                <c:pt idx="237">
                  <c:v>0.1265</c:v>
                </c:pt>
                <c:pt idx="238">
                  <c:v>0.1215</c:v>
                </c:pt>
                <c:pt idx="239">
                  <c:v>0.11650000000000001</c:v>
                </c:pt>
                <c:pt idx="240">
                  <c:v>0.11650000000000001</c:v>
                </c:pt>
                <c:pt idx="241">
                  <c:v>0.1115</c:v>
                </c:pt>
                <c:pt idx="242">
                  <c:v>0.1065</c:v>
                </c:pt>
                <c:pt idx="243">
                  <c:v>0.1065</c:v>
                </c:pt>
                <c:pt idx="244">
                  <c:v>0.10400000000000001</c:v>
                </c:pt>
                <c:pt idx="245">
                  <c:v>0.10400000000000001</c:v>
                </c:pt>
                <c:pt idx="246">
                  <c:v>0.10400000000000001</c:v>
                </c:pt>
                <c:pt idx="247">
                  <c:v>0.10400000000000001</c:v>
                </c:pt>
                <c:pt idx="248">
                  <c:v>0.1065</c:v>
                </c:pt>
                <c:pt idx="249">
                  <c:v>0.1065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717-4AEB-BEF2-85E867B40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6616752"/>
        <c:axId val="826613392"/>
      </c:lineChart>
      <c:dateAx>
        <c:axId val="826616752"/>
        <c:scaling>
          <c:orientation val="minMax"/>
          <c:min val="42370"/>
        </c:scaling>
        <c:delete val="0"/>
        <c:axPos val="b"/>
        <c:numFmt formatCode="[$-416]mmm\-yy;@" sourceLinked="0"/>
        <c:majorTickMark val="none"/>
        <c:minorTickMark val="none"/>
        <c:tickLblPos val="low"/>
        <c:spPr>
          <a:noFill/>
          <a:ln w="9525" cap="flat" cmpd="sng" algn="ctr">
            <a:solidFill>
              <a:srgbClr val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26613392"/>
        <c:crosses val="autoZero"/>
        <c:auto val="1"/>
        <c:lblOffset val="100"/>
        <c:baseTimeUnit val="months"/>
      </c:dateAx>
      <c:valAx>
        <c:axId val="826613392"/>
        <c:scaling>
          <c:orientation val="minMax"/>
          <c:max val="0.2"/>
        </c:scaling>
        <c:delete val="0"/>
        <c:axPos val="l"/>
        <c:majorGridlines>
          <c:spPr>
            <a:ln w="6350" cap="flat" cmpd="sng" algn="ctr">
              <a:solidFill>
                <a:schemeClr val="bg1">
                  <a:lumMod val="95000"/>
                </a:schemeClr>
              </a:solidFill>
              <a:prstDash val="solid"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826616752"/>
        <c:crosses val="autoZero"/>
        <c:crossBetween val="between"/>
      </c:valAx>
      <c:valAx>
        <c:axId val="1070833407"/>
        <c:scaling>
          <c:orientation val="minMax"/>
          <c:max val="8.0000000000000016E-2"/>
          <c:min val="-8.0000000000000016E-2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05558624"/>
        <c:crosses val="max"/>
        <c:crossBetween val="between"/>
      </c:valAx>
      <c:dateAx>
        <c:axId val="705558624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070833407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0"/>
          <c:w val="1"/>
          <c:h val="0.209821644092798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pt-B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1936351042355746E-2"/>
          <c:y val="9.6484499879052499E-2"/>
          <c:w val="0.95593909568711333"/>
          <c:h val="0.7815768289136692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SLIDE24!$G$3</c:f>
              <c:strCache>
                <c:ptCount val="1"/>
                <c:pt idx="0">
                  <c:v>Retorno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9BB7C7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SLIDE24!$F$4:$F$8</c:f>
              <c:numCache>
                <c:formatCode>General</c:formatCode>
                <c:ptCount val="5"/>
                <c:pt idx="0">
                  <c:v>12</c:v>
                </c:pt>
                <c:pt idx="1">
                  <c:v>24</c:v>
                </c:pt>
                <c:pt idx="2">
                  <c:v>36</c:v>
                </c:pt>
                <c:pt idx="3">
                  <c:v>48</c:v>
                </c:pt>
                <c:pt idx="4">
                  <c:v>60</c:v>
                </c:pt>
              </c:numCache>
            </c:numRef>
          </c:cat>
          <c:val>
            <c:numRef>
              <c:f>SLIDE24!$G$4:$G$8</c:f>
              <c:numCache>
                <c:formatCode>0.00%</c:formatCode>
                <c:ptCount val="5"/>
                <c:pt idx="0">
                  <c:v>0.14139199268484104</c:v>
                </c:pt>
                <c:pt idx="1">
                  <c:v>0.26275113036367936</c:v>
                </c:pt>
                <c:pt idx="2">
                  <c:v>0.4337017298631749</c:v>
                </c:pt>
                <c:pt idx="3">
                  <c:v>0.61595546257517375</c:v>
                </c:pt>
                <c:pt idx="4">
                  <c:v>0.75227987173061961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FA-4840-86BA-06B03C39D45F}"/>
            </c:ext>
          </c:extLst>
        </c:ser>
        <c:ser>
          <c:idx val="2"/>
          <c:order val="1"/>
          <c:tx>
            <c:strRef>
              <c:f>SLIDE24!$H$3</c:f>
              <c:strCache>
                <c:ptCount val="1"/>
                <c:pt idx="0">
                  <c:v>CDI</c:v>
                </c:pt>
              </c:strCache>
            </c:strRef>
          </c:tx>
          <c:spPr>
            <a:solidFill>
              <a:schemeClr val="bg2">
                <a:lumMod val="2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rgbClr val="2A3F4B"/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SLIDE24!$F$4:$F$8</c:f>
              <c:numCache>
                <c:formatCode>General</c:formatCode>
                <c:ptCount val="5"/>
                <c:pt idx="0">
                  <c:v>12</c:v>
                </c:pt>
                <c:pt idx="1">
                  <c:v>24</c:v>
                </c:pt>
                <c:pt idx="2">
                  <c:v>36</c:v>
                </c:pt>
                <c:pt idx="3">
                  <c:v>48</c:v>
                </c:pt>
                <c:pt idx="4">
                  <c:v>60</c:v>
                </c:pt>
              </c:numCache>
            </c:numRef>
          </c:cat>
          <c:val>
            <c:numRef>
              <c:f>SLIDE24!$H$4:$H$8</c:f>
              <c:numCache>
                <c:formatCode>0.00%</c:formatCode>
                <c:ptCount val="5"/>
                <c:pt idx="0">
                  <c:v>0.14313275115510837</c:v>
                </c:pt>
                <c:pt idx="1">
                  <c:v>0.26743669575992479</c:v>
                </c:pt>
                <c:pt idx="2">
                  <c:v>0.43280473004635267</c:v>
                </c:pt>
                <c:pt idx="3">
                  <c:v>0.6100857100922632</c:v>
                </c:pt>
                <c:pt idx="4">
                  <c:v>0.68085139431941899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FA-4840-86BA-06B03C39D4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96149167"/>
        <c:axId val="1796152527"/>
      </c:barChart>
      <c:catAx>
        <c:axId val="17961491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r>
                  <a:rPr lang="en-US" sz="1200" b="1"/>
                  <a:t>Janela (meses)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sos" panose="020B050302020403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endParaRPr lang="en-US"/>
          </a:p>
        </c:txPr>
        <c:crossAx val="1796152527"/>
        <c:crosses val="autoZero"/>
        <c:auto val="1"/>
        <c:lblAlgn val="ctr"/>
        <c:lblOffset val="100"/>
        <c:noMultiLvlLbl val="0"/>
      </c:catAx>
      <c:valAx>
        <c:axId val="1796152527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Versos" panose="020B0503020204030204" pitchFamily="34" charset="0"/>
                    <a:ea typeface="+mn-ea"/>
                    <a:cs typeface="+mn-cs"/>
                  </a:defRPr>
                </a:pPr>
                <a:r>
                  <a:rPr lang="en-US" sz="1200" b="1"/>
                  <a:t>Retorno acumulado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sos" panose="020B0503020204030204" pitchFamily="34" charset="0"/>
                  <a:ea typeface="+mn-ea"/>
                  <a:cs typeface="+mn-cs"/>
                </a:defRPr>
              </a:pPr>
              <a:endParaRPr lang="en-US"/>
            </a:p>
          </c:txPr>
        </c:title>
        <c:numFmt formatCode="0%" sourceLinked="0"/>
        <c:majorTickMark val="none"/>
        <c:minorTickMark val="none"/>
        <c:tickLblPos val="nextTo"/>
        <c:crossAx val="17961491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2278869238298588E-2"/>
          <c:y val="0"/>
          <c:w val="0.12939094124894532"/>
          <c:h val="6.51274932506433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bg2">
                  <a:lumMod val="10000"/>
                </a:schemeClr>
              </a:solidFill>
              <a:latin typeface="Versos" panose="020B0503020204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Versos" panose="020B050302020403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8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0.2191</cdr:x>
      <cdr:y>0.11306</cdr:y>
    </cdr:from>
    <cdr:to>
      <cdr:x>0.31599</cdr:x>
      <cdr:y>0.18081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F325A360-A44A-CCA5-6230-BE8E8F7CFE5A}"/>
            </a:ext>
          </a:extLst>
        </cdr:cNvPr>
        <cdr:cNvSpPr/>
      </cdr:nvSpPr>
      <cdr:spPr>
        <a:xfrm xmlns:a="http://schemas.openxmlformats.org/drawingml/2006/main">
          <a:off x="1528642" y="452093"/>
          <a:ext cx="675948" cy="270866"/>
        </a:xfrm>
        <a:prstGeom xmlns:a="http://schemas.openxmlformats.org/drawingml/2006/main" prst="rect">
          <a:avLst/>
        </a:prstGeom>
        <a:solidFill xmlns:a="http://schemas.openxmlformats.org/drawingml/2006/main">
          <a:srgbClr val="0D0D0D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pt-BR" kern="1200"/>
        </a:p>
      </cdr:txBody>
    </cdr:sp>
  </cdr:relSizeAnchor>
</c:userShape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F5019-F103-40FF-969F-1314B6ECC3B3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72954E-268E-48D9-B982-5424E1210F1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3636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2954E-268E-48D9-B982-5424E1210F1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2175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Bom dia!!!!</a:t>
            </a:r>
          </a:p>
          <a:p>
            <a:endParaRPr lang="pt-BR"/>
          </a:p>
          <a:p>
            <a:r>
              <a:rPr lang="pt-BR"/>
              <a:t>Eu estou de volta e vim trazer um pouco mais detalhes sobre a Tivio.</a:t>
            </a:r>
          </a:p>
          <a:p>
            <a:endParaRPr lang="pt-BR"/>
          </a:p>
          <a:p>
            <a:r>
              <a:rPr lang="pt-BR"/>
              <a:t>E eu não estou sozinha, comigo está conectado alguns dos gestores que fazem a Tivio acontecer. </a:t>
            </a:r>
            <a:r>
              <a:rPr lang="pt-BR">
                <a:sym typeface="Wingdings" panose="05000000000000000000" pitchFamily="2" charset="2"/>
              </a:rPr>
              <a:t></a:t>
            </a:r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5184FA-CB4B-4734-92EF-B7335504A4B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435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59AD0-D1E4-E5BD-7F17-E373734A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859480B-6559-64F4-F37E-12A9DE34D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D314147-8D6F-B86A-377A-0E71307ABE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E quem faz parte do Time da Tivio?</a:t>
            </a:r>
          </a:p>
          <a:p>
            <a:endParaRPr lang="pt-BR"/>
          </a:p>
          <a:p>
            <a:r>
              <a:rPr lang="pt-BR"/>
              <a:t>Vou dividir com vocês aqui, mas para isso eu comentei que tínhamos reforço no nosso </a:t>
            </a:r>
            <a:r>
              <a:rPr lang="pt-BR" err="1"/>
              <a:t>call</a:t>
            </a:r>
            <a:r>
              <a:rPr lang="pt-BR"/>
              <a:t>!</a:t>
            </a:r>
          </a:p>
          <a:p>
            <a:endParaRPr lang="pt-BR"/>
          </a:p>
          <a:p>
            <a:r>
              <a:rPr lang="pt-BR"/>
              <a:t>Mas antes de convidá-los para se apresentar, e eles dividirem um pouquinho sobre as experiências deles e a responsabilidade deles aqui na Tivio, vamos reforçar um CV importante do nosso CEO, o Christian Egan</a:t>
            </a:r>
          </a:p>
          <a:p>
            <a:endParaRPr lang="pt-BR"/>
          </a:p>
          <a:p>
            <a:r>
              <a:rPr lang="pt-BR"/>
              <a:t>O Chris nas últimas duas décadas esteve á frente do </a:t>
            </a:r>
            <a:r>
              <a:rPr lang="pt-BR" err="1"/>
              <a:t>Credit</a:t>
            </a:r>
            <a:r>
              <a:rPr lang="pt-BR"/>
              <a:t> </a:t>
            </a:r>
            <a:r>
              <a:rPr lang="pt-BR" err="1"/>
              <a:t>Suisse</a:t>
            </a:r>
            <a:r>
              <a:rPr lang="pt-BR"/>
              <a:t> em Nova York e nos últimos 10/12 anos antes de ingressar no time da Tivio, vou fazer a analogia com cargos do Bradesco, era como o VP do Itaú, com áreas como a Tesouraria, Ações Globais, Renda Fixa sob sua gestão, além de ser do comitê executivo do BBA.</a:t>
            </a:r>
          </a:p>
          <a:p>
            <a:endParaRPr lang="pt-BR"/>
          </a:p>
          <a:p>
            <a:r>
              <a:rPr lang="pt-BR"/>
              <a:t>Vou começar a convidar aqui nossos </a:t>
            </a:r>
            <a:r>
              <a:rPr lang="pt-BR" err="1"/>
              <a:t>heads</a:t>
            </a:r>
            <a:r>
              <a:rPr lang="pt-BR"/>
              <a:t> que questão conosco nessa manhã e eles vão dividir a experiência com vocês!</a:t>
            </a:r>
          </a:p>
          <a:p>
            <a:endParaRPr lang="pt-BR"/>
          </a:p>
          <a:p>
            <a:r>
              <a:rPr lang="pt-BR"/>
              <a:t>Adriano Mantesso, bom dia! Poderia aqui dividir com esse time super querido sua experiência e responsabilidade aqui na Tivio?</a:t>
            </a:r>
          </a:p>
          <a:p>
            <a:endParaRPr lang="pt-BR"/>
          </a:p>
          <a:p>
            <a:r>
              <a:rPr lang="pt-BR" err="1"/>
              <a:t>Hmm</a:t>
            </a:r>
            <a:r>
              <a:rPr lang="pt-BR"/>
              <a:t> para desmistificar ainda mais esse mundo de Real Estate, eu também trouxe a Erica Souza, nossa gestora de fundos de tijolos. </a:t>
            </a:r>
          </a:p>
          <a:p>
            <a:endParaRPr lang="pt-BR"/>
          </a:p>
          <a:p>
            <a:r>
              <a:rPr lang="pt-BR"/>
              <a:t>Também comigo aqui está o Sami Karlik, nosso </a:t>
            </a:r>
            <a:r>
              <a:rPr lang="pt-BR" err="1"/>
              <a:t>head</a:t>
            </a:r>
            <a:r>
              <a:rPr lang="pt-BR"/>
              <a:t> da mesa de Crédito High Grade</a:t>
            </a:r>
          </a:p>
          <a:p>
            <a:endParaRPr lang="pt-BR"/>
          </a:p>
          <a:p>
            <a:r>
              <a:rPr lang="pt-BR"/>
              <a:t>Sami, divide com eles como </a:t>
            </a:r>
            <a:r>
              <a:rPr lang="pt-BR" err="1"/>
              <a:t>vc</a:t>
            </a:r>
            <a:r>
              <a:rPr lang="pt-BR"/>
              <a:t> se juntou ao Time da Tivio e toda a sua experiência de gestão.</a:t>
            </a:r>
          </a:p>
          <a:p>
            <a:endParaRPr lang="pt-BR"/>
          </a:p>
          <a:p>
            <a:r>
              <a:rPr lang="pt-BR"/>
              <a:t>E por último, representando a mesa de Crédito estruturado, que tem a gestão da Katherine Kardos que todos já escutaram no Olhar do Especialista que gravamos há um mês atrás, convido o Rodrigo para se apresentar.</a:t>
            </a:r>
          </a:p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724B5A1-5FA1-DF6B-AE8B-CB738719D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5184FA-CB4B-4734-92EF-B7335504A4B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6557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Mas afinal, onde está a Tivio dentro do Bradesco?</a:t>
            </a:r>
          </a:p>
          <a:p>
            <a:endParaRPr lang="pt-BR"/>
          </a:p>
          <a:p>
            <a:r>
              <a:rPr lang="pt-BR"/>
              <a:t>Quando vocês pensarem em Tivio, vocês precisam lembrar que somos um de alguns do portfólio que vocês tem para oferecer aos clientes, e aqui para ilustrar isso, trago uma das telas usadas pelo Marcelo Noronha ano passado, na apresentação de resultados que teve o lançamento do Bradesco Principal.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184FA-CB4B-4734-92EF-B7335504A4B8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3136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/>
              <a:t>Uma curiosidade.. Vocês sabem da onde em o nome Tivio? Como foi feita essa inspiração?</a:t>
            </a:r>
          </a:p>
          <a:p>
            <a:endParaRPr lang="pt-BR"/>
          </a:p>
          <a:p>
            <a:endParaRPr lang="pt-BR"/>
          </a:p>
          <a:p>
            <a:r>
              <a:rPr lang="pt-BR"/>
              <a:t>Tivio de Ativo.....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184FA-CB4B-4734-92EF-B7335504A4B8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44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6F6462-2CA2-4AE3-AD2E-EB43427E866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2302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1CD16-5C5F-4D7C-DE12-4018B2D14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712C3F-C2AF-EE1E-5930-557118946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04517-249F-6B32-327F-5031BF0D4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E9859-0DAD-2275-D954-BAB48174E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A6F6462-2CA2-4AE3-AD2E-EB43427E866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041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46726-58EA-432C-9699-DCBAB36116F1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910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28232-FC60-799F-9A0A-1A6B378B1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02FB-2628-C686-C355-AAB5E6F2E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7C4DAD-7500-5113-5BA9-78F8458155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95038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2F220-DD0F-4B40-0657-C16EA7099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016D3-E51B-BD02-E1ED-51E36D105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6BB6AD-CE28-9612-F7E7-62D2DE567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15639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226C5-303F-383E-965E-B4B8AB6D2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E79D6-E136-27A0-5BA5-4EA876BDE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0F048D-76E8-ED85-0E00-B0166E708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416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5184FA-CB4B-4734-92EF-B7335504A4B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34964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E5184FA-CB4B-4734-92EF-B7335504A4B8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26404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2954E-268E-48D9-B982-5424E1210F10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7044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70DD5-AC7E-AED3-6413-5980C14F2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9754C-55F1-7872-C2AA-A44A25B2FA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71818E-808E-7D4C-F0DD-B78076557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386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0D336-3CE4-0EFD-31C8-B91630A33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5B981-95B1-4CFD-3B17-318A2B861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6ADE6-DF73-F248-67EA-975BE5412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2245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73744-1A7E-241A-2F08-8CB2905DA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EA5564-1159-73DF-46C1-2433A60BB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29821-70F6-E022-F051-53F2C57CB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1620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AE29A-7FFA-C42B-55D4-1716EC547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21A49-14D2-7407-ECE7-5B2CF4A470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3C336-474D-1CCF-39C1-499FDAB69D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3293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68A56-4C3D-D4E1-CD3E-470792758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D3979D-DB13-DE73-9A77-7E5ABC8E7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CE0AC-29DD-A93B-1273-7D00DA988F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13475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95AC-0357-2538-E7EF-D304DABF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EDBAFB-AC6D-A2CD-C19E-8B018C1B2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38978-40F7-F141-B0A3-DB6933862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85653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6F143-AE7B-F8AD-35B8-030BEA77B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EF82F-6499-33C6-DDAA-069133370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C0C4AB-A192-B835-3744-7C4DEB192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503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1A388-ED92-2EE0-7C26-750DBA62C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8E834-91E6-7F58-0C42-36071432E9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47365-08F2-E368-E626-8F394F8D5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86637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D070D-435F-4731-A27A-78C3CF640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BBA4B-0EF8-5A61-2FF7-E7664B447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D8A93-8514-2FFD-7AC1-D33C01724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Banks, Institucional e Crédito Ativo</a:t>
            </a:r>
          </a:p>
        </p:txBody>
      </p:sp>
    </p:spTree>
    <p:extLst>
      <p:ext uri="{BB962C8B-B14F-4D97-AF65-F5344CB8AC3E}">
        <p14:creationId xmlns:p14="http://schemas.microsoft.com/office/powerpoint/2010/main" val="40339688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E2853-0577-EC2F-8111-89B5376A6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03A07C-5314-F780-A673-D23823103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6414D6-BE91-D014-30D2-DA639064E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33696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34D4A-0C60-4B05-1F4F-25C700A0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5005EB-5A6F-C743-F068-18290C2B7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FFB928-D8DA-412C-67CC-FA76ECC09E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0336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B530D-335A-37B1-E085-BC295C59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D8F91-8B63-B4B4-F18A-7985B879A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5EAB0-C392-C27E-DE96-4B5F100D2D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Banks, Institucional e Crédito Ativo</a:t>
            </a:r>
          </a:p>
        </p:txBody>
      </p:sp>
    </p:spTree>
    <p:extLst>
      <p:ext uri="{BB962C8B-B14F-4D97-AF65-F5344CB8AC3E}">
        <p14:creationId xmlns:p14="http://schemas.microsoft.com/office/powerpoint/2010/main" val="27027817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7B969-8FAF-1486-BA0B-05A67CD4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2C710-7EC0-5190-FEE3-3ACC682A0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410F9-414F-069C-0253-C5FECC519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Banks, Institucional e Crédito Ativo</a:t>
            </a:r>
          </a:p>
        </p:txBody>
      </p:sp>
    </p:spTree>
    <p:extLst>
      <p:ext uri="{BB962C8B-B14F-4D97-AF65-F5344CB8AC3E}">
        <p14:creationId xmlns:p14="http://schemas.microsoft.com/office/powerpoint/2010/main" val="5266206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221E-83AE-2DA5-0091-D578F61B5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9EBE9-52BC-2497-1A3C-0CA9FA700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8F1A4-D7EA-615A-FD09-7A4776C71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Banks, Institucional e Crédito Ativo</a:t>
            </a:r>
          </a:p>
        </p:txBody>
      </p:sp>
    </p:spTree>
    <p:extLst>
      <p:ext uri="{BB962C8B-B14F-4D97-AF65-F5344CB8AC3E}">
        <p14:creationId xmlns:p14="http://schemas.microsoft.com/office/powerpoint/2010/main" val="3316020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2954E-268E-48D9-B982-5424E1210F10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01434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46726-58EA-432C-9699-DCBAB36116F1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40949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7B969-8FAF-1486-BA0B-05A67CD4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2C710-7EC0-5190-FEE3-3ACC682A0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410F9-414F-069C-0253-C5FECC519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Banks, Institucional e Crédito Ativo</a:t>
            </a:r>
          </a:p>
        </p:txBody>
      </p:sp>
    </p:spTree>
    <p:extLst>
      <p:ext uri="{BB962C8B-B14F-4D97-AF65-F5344CB8AC3E}">
        <p14:creationId xmlns:p14="http://schemas.microsoft.com/office/powerpoint/2010/main" val="5266206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66913-9C1B-99F5-C17B-0D059E4E8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00395-90BB-0A62-7AC9-DEE0B963E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E3321-3E14-FCF7-3C06-8FFD40BA2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Banks, Institucional e Crédito Ativo</a:t>
            </a:r>
          </a:p>
        </p:txBody>
      </p:sp>
    </p:spTree>
    <p:extLst>
      <p:ext uri="{BB962C8B-B14F-4D97-AF65-F5344CB8AC3E}">
        <p14:creationId xmlns:p14="http://schemas.microsoft.com/office/powerpoint/2010/main" val="41104029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E7A50-9D5D-87AA-42DD-91C95E250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48F16-4472-21FE-1B75-121C61285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3D71B-7ECD-0E94-7D1E-0984F6EE1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717AD-831B-A878-B07C-631FDE8D60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572954E-268E-48D9-B982-5424E1210F10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912458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7B969-8FAF-1486-BA0B-05A67CD4C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2C710-7EC0-5190-FEE3-3ACC682A0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410F9-414F-069C-0253-C5FECC519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Banks, Institucional e Crédito Ativo</a:t>
            </a:r>
          </a:p>
        </p:txBody>
      </p:sp>
    </p:spTree>
    <p:extLst>
      <p:ext uri="{BB962C8B-B14F-4D97-AF65-F5344CB8AC3E}">
        <p14:creationId xmlns:p14="http://schemas.microsoft.com/office/powerpoint/2010/main" val="52662061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D070D-435F-4731-A27A-78C3CF640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BBA4B-0EF8-5A61-2FF7-E7664B447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3D8A93-8514-2FFD-7AC1-D33C01724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Banks, Institucional e Crédito Ativo</a:t>
            </a:r>
          </a:p>
        </p:txBody>
      </p:sp>
    </p:spTree>
    <p:extLst>
      <p:ext uri="{BB962C8B-B14F-4D97-AF65-F5344CB8AC3E}">
        <p14:creationId xmlns:p14="http://schemas.microsoft.com/office/powerpoint/2010/main" val="40339688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69F95-B7B1-5D09-7FCC-EF1EEB79A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7A0088-CBB9-5EA6-82C6-A3C2F6205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7F23A1-FEBB-7947-46DD-7AA4CAAC18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Banks, Institucional e Crédito Ativo</a:t>
            </a:r>
          </a:p>
        </p:txBody>
      </p:sp>
    </p:spTree>
    <p:extLst>
      <p:ext uri="{BB962C8B-B14F-4D97-AF65-F5344CB8AC3E}">
        <p14:creationId xmlns:p14="http://schemas.microsoft.com/office/powerpoint/2010/main" val="304745446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21783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2E48D-090E-E73A-1C0D-FD6C1BA0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5DA634-B009-7305-E061-A894D1726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01CF6-C07A-90DC-995F-3B3A7EA2B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2EE32-444A-44E0-D082-DF46131B8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46726-58EA-432C-9699-DCBAB36116F1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183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5A9A5-C072-E21C-D144-C109941D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B089F-41DC-39A2-896D-8DBEB12F6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A94E6-BD67-4CCC-27D9-EEE929570A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911BA-E25A-A7AD-24A5-D7F01916A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F46726-58EA-432C-9699-DCBAB36116F1}" type="slidenum">
              <a:rPr kumimoji="0" lang="pt-B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83238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3020-EC0E-55AE-E550-9320FEF84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05E64-D554-5624-173F-9E3B7CF03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DAB8D8-5B52-BF00-F50E-E1A6B42FA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39860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Relationship Id="rId3" Type="http://schemas.microsoft.com/office/2007/relationships/hdphoto" Target="../media/hdphoto1.wdp"/><Relationship Id="rId4" Type="http://schemas.openxmlformats.org/officeDocument/2006/relationships/image" Target="../media/image1.svg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svg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Relationship Id="rId3" Type="http://schemas.microsoft.com/office/2007/relationships/hdphoto" Target="../media/hdphoto1.wdp"/><Relationship Id="rId4" Type="http://schemas.openxmlformats.org/officeDocument/2006/relationships/image" Target="../media/image1.sv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svg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sv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sv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sv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sv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svg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sv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svg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5.png"/><Relationship Id="rId3" Type="http://schemas.openxmlformats.org/officeDocument/2006/relationships/image" Target="../media/image6.jpeg"/></Relationships>
</file>

<file path=ppt/slideLayouts/_rels/slideLayout1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7.png"/></Relationships>
</file>

<file path=ppt/slideLayouts/_rels/slideLayout1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0.jpeg"/></Relationships>
</file>

<file path=ppt/slideLayouts/_rels/slideLayout1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image7.png"/></Relationships>
</file>

<file path=ppt/slideLayouts/_rels/slideLayout2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svg"/></Relationships>
</file>

<file path=ppt/slideLayouts/_rels/slideLayout2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1.png"/><Relationship Id="rId3" Type="http://schemas.openxmlformats.org/officeDocument/2006/relationships/image" Target="../media/image2.svg"/></Relationships>
</file>

<file path=ppt/slideLayouts/_rels/slideLayout2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svg"/></Relationships>
</file>

<file path=ppt/slideLayouts/_rels/slideLayout2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svg"/></Relationships>
</file>

<file path=ppt/slideLayouts/_rels/slideLayout2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2.svg"/></Relationships>
</file>

<file path=ppt/slideLayouts/_rels/slideLayout2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Relationship Id="rId2" Type="http://schemas.openxmlformats.org/officeDocument/2006/relationships/image" Target="../media/image1.svg"/></Relationships>
</file>

<file path=ppt/slideLayouts/_rels/slideLayout2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svg"/></Relationships>
</file>

<file path=ppt/slideLayouts/_rels/slideLayout2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svg"/></Relationships>
</file>

<file path=ppt/slideLayouts/_rels/slideLayout2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svg"/></Relationships>
</file>

<file path=ppt/slideLayouts/_rels/slideLayout2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svg"/></Relationships>
</file>

<file path=ppt/slideLayouts/_rels/slideLayout2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svg"/></Relationships>
</file>

<file path=ppt/slideLayouts/_rels/slideLayout2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svg"/></Relationships>
</file>

<file path=ppt/slideLayouts/_rels/slideLayout2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2.svg"/></Relationships>
</file>

<file path=ppt/slideLayouts/_rels/slideLayout2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Relationship Id="rId2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E84738-3A6C-EB34-89AF-461737E8A924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FD4C2CB9-FBAE-882A-315C-DB4F669495DE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EA389DAE-FA1D-8A30-5126-218E3FFA5A53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1754504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Grade"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EB6966-A6DD-A413-E366-E85415CA7C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16B9899-7AA6-E693-2E4C-ADF3DFB283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247925-BD97-745B-F253-B805E96FFFA0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BCEFB5ED-6BF7-6136-2220-F968C5DEF09D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40A1F716-1324-ACB0-605C-A36B2A57B93A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70541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Yield">
    <p:bg>
      <p:bgPr>
        <a:gradFill>
          <a:gsLst>
            <a:gs pos="0">
              <a:srgbClr val="3C4A60"/>
            </a:gs>
            <a:gs pos="100000">
              <a:srgbClr val="759DB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990FA51-3BC5-8B5F-4922-A3EFDBE7D3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C6416CC-D42A-F9D0-470E-9656CD4825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012F14-CC53-BA2E-43A9-50DD92B9262B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4DE6A1B-8C6A-BB82-E709-6A2A45FA1D05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3D7CFF59-CCAF-2434-5D7E-E1CA4FB1EB7E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00213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Mais de 40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1C9AF77E-9895-4AC7-A1DF-EE12ACB0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0BAD04-1FFE-3E42-A1B1-BDD8FE7DA8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Índice</a:t>
            </a:r>
            <a:r>
              <a:rPr lang="en-US"/>
              <a:t> - </a:t>
            </a:r>
            <a:r>
              <a:rPr lang="en-US" err="1"/>
              <a:t>Padrão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D03C84-7D32-1C70-A8E9-63EA0F348C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D8C61F7-2206-D64F-31E1-979FA329DE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68414"/>
            <a:ext cx="11522075" cy="5076824"/>
          </a:xfrm>
          <a:prstGeom prst="rect">
            <a:avLst/>
          </a:prstGeom>
        </p:spPr>
        <p:txBody>
          <a:bodyPr wrap="square" lIns="0" tIns="0" rIns="0" bIns="0" numCol="2">
            <a:noAutofit/>
          </a:bodyPr>
          <a:lstStyle>
            <a:lvl1pPr marL="3600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" name="Picture 8">
            <a:extLst>
              <a:ext uri="{FF2B5EF4-FFF2-40B4-BE49-F238E27FC236}">
                <a16:creationId xmlns:a16="http://schemas.microsoft.com/office/drawing/2014/main" id="{A5790082-B3AF-5DC7-AEAB-0F53AA8F9D3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4760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0 títulos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0822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10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7549" y="1340437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7549" y="2266421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7549" y="3279695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17549" y="4298020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78587" y="1338594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78587" y="2264578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78587" y="3274846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78587" y="4296177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4" y="1319509"/>
            <a:ext cx="666897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4" y="2240644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4" y="3250912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4" y="4269237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2" y="1319509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2" y="2240644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2" y="3250912"/>
            <a:ext cx="666897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2" y="4269237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7549" y="5311941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78587" y="5310098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4" y="5283158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2" y="5283158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13E1FCE5-3B0A-A220-D717-0F7086E423DA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1738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4 títulos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2617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14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12441" y="1294749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2441" y="2053172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12441" y="2813030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12441" y="3578536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73479" y="1298388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73479" y="2051616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3479" y="2808937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73479" y="3576980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5" y="1272292"/>
            <a:ext cx="562844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5" y="202181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5" y="2779134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5" y="3544640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3" y="1277486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3" y="202181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3" y="2779134"/>
            <a:ext cx="562844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3" y="3544640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11.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12441" y="4354249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73479" y="4352693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5" y="432035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3" y="432035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12.</a:t>
            </a:r>
            <a:endParaRPr lang="pt-BR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5B1F338-8D07-6165-2984-C97D76B836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12441" y="5133711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6AC2D12D-986D-3DD5-FBFC-D384978B99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73479" y="5132155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1E97FC2-9348-4E3B-00E5-76B9F5F346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4965" y="5099815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0FCC27C-9F7B-60DD-448A-FA5C70190D6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3" y="5099815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13.</a:t>
            </a:r>
            <a:endParaRPr lang="pt-BR"/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647A3C75-F52C-9572-4AC8-DF3C9EC748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12441" y="5909424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F181672-FCCE-ED51-44CD-B257A51020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873479" y="5907868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C4E37429-91F7-9872-16AB-E9D998B9B0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4965" y="5875528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996E1AEB-6FC0-93DB-7162-B62353FB6F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3" y="5875528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14.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1352B972-1623-C7B4-AF77-24C25FC1A7A7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61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518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gradFill>
          <a:gsLst>
            <a:gs pos="100000">
              <a:schemeClr val="tx1"/>
            </a:gs>
            <a:gs pos="0">
              <a:schemeClr val="tx1">
                <a:lumMod val="95000"/>
                <a:lumOff val="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5">
            <a:extLst>
              <a:ext uri="{FF2B5EF4-FFF2-40B4-BE49-F238E27FC236}">
                <a16:creationId xmlns:a16="http://schemas.microsoft.com/office/drawing/2014/main" id="{E48CEA9B-7AE1-C9CB-91D5-73FE3580D72F}"/>
              </a:ext>
            </a:extLst>
          </p:cNvPr>
          <p:cNvSpPr/>
          <p:nvPr userDrawn="1"/>
        </p:nvSpPr>
        <p:spPr>
          <a:xfrm flipV="1">
            <a:off x="334963" y="87564"/>
            <a:ext cx="1152086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54492">
              <a:buClrTx/>
              <a:defRPr/>
            </a:pPr>
            <a:endParaRPr sz="1092">
              <a:solidFill>
                <a:sysClr val="windowText" lastClr="000000"/>
              </a:solidFill>
            </a:endParaRPr>
          </a:p>
        </p:txBody>
      </p:sp>
      <p:sp>
        <p:nvSpPr>
          <p:cNvPr id="8" name="Picture 8">
            <a:extLst>
              <a:ext uri="{FF2B5EF4-FFF2-40B4-BE49-F238E27FC236}">
                <a16:creationId xmlns:a16="http://schemas.microsoft.com/office/drawing/2014/main" id="{3F134C83-D46A-88D2-FB6A-3AF20F41AFB2}"/>
              </a:ext>
            </a:extLst>
          </p:cNvPr>
          <p:cNvSpPr/>
          <p:nvPr/>
        </p:nvSpPr>
        <p:spPr>
          <a:xfrm>
            <a:off x="11100750" y="513297"/>
            <a:ext cx="755077" cy="256427"/>
          </a:xfrm>
          <a:custGeom>
            <a:avLst/>
            <a:gdLst>
              <a:gd name="connsiteX0" fmla="*/ 729170 w 755077"/>
              <a:gd name="connsiteY0" fmla="*/ 141860 h 256427"/>
              <a:gd name="connsiteX1" fmla="*/ 755078 w 755077"/>
              <a:gd name="connsiteY1" fmla="*/ 82229 h 256427"/>
              <a:gd name="connsiteX2" fmla="*/ 729170 w 755077"/>
              <a:gd name="connsiteY2" fmla="*/ 22599 h 256427"/>
              <a:gd name="connsiteX3" fmla="*/ 662720 w 755077"/>
              <a:gd name="connsiteY3" fmla="*/ 0 h 256427"/>
              <a:gd name="connsiteX4" fmla="*/ 596270 w 755077"/>
              <a:gd name="connsiteY4" fmla="*/ 22599 h 256427"/>
              <a:gd name="connsiteX5" fmla="*/ 570363 w 755077"/>
              <a:gd name="connsiteY5" fmla="*/ 82229 h 256427"/>
              <a:gd name="connsiteX6" fmla="*/ 596270 w 755077"/>
              <a:gd name="connsiteY6" fmla="*/ 141860 h 256427"/>
              <a:gd name="connsiteX7" fmla="*/ 662720 w 755077"/>
              <a:gd name="connsiteY7" fmla="*/ 164459 h 256427"/>
              <a:gd name="connsiteX8" fmla="*/ 729170 w 755077"/>
              <a:gd name="connsiteY8" fmla="*/ 141860 h 256427"/>
              <a:gd name="connsiteX9" fmla="*/ 596089 w 755077"/>
              <a:gd name="connsiteY9" fmla="*/ 82229 h 256427"/>
              <a:gd name="connsiteX10" fmla="*/ 613852 w 755077"/>
              <a:gd name="connsiteY10" fmla="*/ 41282 h 256427"/>
              <a:gd name="connsiteX11" fmla="*/ 662720 w 755077"/>
              <a:gd name="connsiteY11" fmla="*/ 25357 h 256427"/>
              <a:gd name="connsiteX12" fmla="*/ 711588 w 755077"/>
              <a:gd name="connsiteY12" fmla="*/ 41282 h 256427"/>
              <a:gd name="connsiteX13" fmla="*/ 729351 w 755077"/>
              <a:gd name="connsiteY13" fmla="*/ 82229 h 256427"/>
              <a:gd name="connsiteX14" fmla="*/ 711588 w 755077"/>
              <a:gd name="connsiteY14" fmla="*/ 123177 h 256427"/>
              <a:gd name="connsiteX15" fmla="*/ 662720 w 755077"/>
              <a:gd name="connsiteY15" fmla="*/ 139093 h 256427"/>
              <a:gd name="connsiteX16" fmla="*/ 613852 w 755077"/>
              <a:gd name="connsiteY16" fmla="*/ 123177 h 256427"/>
              <a:gd name="connsiteX17" fmla="*/ 596089 w 755077"/>
              <a:gd name="connsiteY17" fmla="*/ 82229 h 256427"/>
              <a:gd name="connsiteX18" fmla="*/ 234957 w 755077"/>
              <a:gd name="connsiteY18" fmla="*/ 204267 h 256427"/>
              <a:gd name="connsiteX19" fmla="*/ 246049 w 755077"/>
              <a:gd name="connsiteY19" fmla="*/ 201210 h 256427"/>
              <a:gd name="connsiteX20" fmla="*/ 257882 w 755077"/>
              <a:gd name="connsiteY20" fmla="*/ 204791 h 256427"/>
              <a:gd name="connsiteX21" fmla="*/ 264390 w 755077"/>
              <a:gd name="connsiteY21" fmla="*/ 214748 h 256427"/>
              <a:gd name="connsiteX22" fmla="*/ 271993 w 755077"/>
              <a:gd name="connsiteY22" fmla="*/ 214748 h 256427"/>
              <a:gd name="connsiteX23" fmla="*/ 263387 w 755077"/>
              <a:gd name="connsiteY23" fmla="*/ 199718 h 256427"/>
              <a:gd name="connsiteX24" fmla="*/ 246401 w 755077"/>
              <a:gd name="connsiteY24" fmla="*/ 194211 h 256427"/>
              <a:gd name="connsiteX25" fmla="*/ 231025 w 755077"/>
              <a:gd name="connsiteY25" fmla="*/ 198099 h 256427"/>
              <a:gd name="connsiteX26" fmla="*/ 220810 w 755077"/>
              <a:gd name="connsiteY26" fmla="*/ 209069 h 256427"/>
              <a:gd name="connsiteX27" fmla="*/ 217231 w 755077"/>
              <a:gd name="connsiteY27" fmla="*/ 225319 h 256427"/>
              <a:gd name="connsiteX28" fmla="*/ 220810 w 755077"/>
              <a:gd name="connsiteY28" fmla="*/ 241615 h 256427"/>
              <a:gd name="connsiteX29" fmla="*/ 231025 w 755077"/>
              <a:gd name="connsiteY29" fmla="*/ 252539 h 256427"/>
              <a:gd name="connsiteX30" fmla="*/ 246401 w 755077"/>
              <a:gd name="connsiteY30" fmla="*/ 256428 h 256427"/>
              <a:gd name="connsiteX31" fmla="*/ 263387 w 755077"/>
              <a:gd name="connsiteY31" fmla="*/ 250920 h 256427"/>
              <a:gd name="connsiteX32" fmla="*/ 271902 w 755077"/>
              <a:gd name="connsiteY32" fmla="*/ 235891 h 256427"/>
              <a:gd name="connsiteX33" fmla="*/ 264300 w 755077"/>
              <a:gd name="connsiteY33" fmla="*/ 235891 h 256427"/>
              <a:gd name="connsiteX34" fmla="*/ 257837 w 755077"/>
              <a:gd name="connsiteY34" fmla="*/ 245892 h 256427"/>
              <a:gd name="connsiteX35" fmla="*/ 246049 w 755077"/>
              <a:gd name="connsiteY35" fmla="*/ 249428 h 256427"/>
              <a:gd name="connsiteX36" fmla="*/ 234957 w 755077"/>
              <a:gd name="connsiteY36" fmla="*/ 246372 h 256427"/>
              <a:gd name="connsiteX37" fmla="*/ 227581 w 755077"/>
              <a:gd name="connsiteY37" fmla="*/ 237808 h 256427"/>
              <a:gd name="connsiteX38" fmla="*/ 225005 w 755077"/>
              <a:gd name="connsiteY38" fmla="*/ 225310 h 256427"/>
              <a:gd name="connsiteX39" fmla="*/ 227581 w 755077"/>
              <a:gd name="connsiteY39" fmla="*/ 212776 h 256427"/>
              <a:gd name="connsiteX40" fmla="*/ 234957 w 755077"/>
              <a:gd name="connsiteY40" fmla="*/ 204258 h 256427"/>
              <a:gd name="connsiteX41" fmla="*/ 330858 w 755077"/>
              <a:gd name="connsiteY41" fmla="*/ 194744 h 256427"/>
              <a:gd name="connsiteX42" fmla="*/ 307536 w 755077"/>
              <a:gd name="connsiteY42" fmla="*/ 255903 h 256427"/>
              <a:gd name="connsiteX43" fmla="*/ 315392 w 755077"/>
              <a:gd name="connsiteY43" fmla="*/ 255903 h 256427"/>
              <a:gd name="connsiteX44" fmla="*/ 321855 w 755077"/>
              <a:gd name="connsiteY44" fmla="*/ 239390 h 256427"/>
              <a:gd name="connsiteX45" fmla="*/ 348495 w 755077"/>
              <a:gd name="connsiteY45" fmla="*/ 239390 h 256427"/>
              <a:gd name="connsiteX46" fmla="*/ 354958 w 755077"/>
              <a:gd name="connsiteY46" fmla="*/ 255903 h 256427"/>
              <a:gd name="connsiteX47" fmla="*/ 363076 w 755077"/>
              <a:gd name="connsiteY47" fmla="*/ 255903 h 256427"/>
              <a:gd name="connsiteX48" fmla="*/ 339844 w 755077"/>
              <a:gd name="connsiteY48" fmla="*/ 194744 h 256427"/>
              <a:gd name="connsiteX49" fmla="*/ 330849 w 755077"/>
              <a:gd name="connsiteY49" fmla="*/ 194744 h 256427"/>
              <a:gd name="connsiteX50" fmla="*/ 324133 w 755077"/>
              <a:gd name="connsiteY50" fmla="*/ 232490 h 256427"/>
              <a:gd name="connsiteX51" fmla="*/ 335134 w 755077"/>
              <a:gd name="connsiteY51" fmla="*/ 203046 h 256427"/>
              <a:gd name="connsiteX52" fmla="*/ 346226 w 755077"/>
              <a:gd name="connsiteY52" fmla="*/ 232490 h 256427"/>
              <a:gd name="connsiteX53" fmla="*/ 324124 w 755077"/>
              <a:gd name="connsiteY53" fmla="*/ 232490 h 256427"/>
              <a:gd name="connsiteX54" fmla="*/ 715231 w 755077"/>
              <a:gd name="connsiteY54" fmla="*/ 194744 h 256427"/>
              <a:gd name="connsiteX55" fmla="*/ 707638 w 755077"/>
              <a:gd name="connsiteY55" fmla="*/ 194744 h 256427"/>
              <a:gd name="connsiteX56" fmla="*/ 707638 w 755077"/>
              <a:gd name="connsiteY56" fmla="*/ 255903 h 256427"/>
              <a:gd name="connsiteX57" fmla="*/ 743100 w 755077"/>
              <a:gd name="connsiteY57" fmla="*/ 255903 h 256427"/>
              <a:gd name="connsiteX58" fmla="*/ 743100 w 755077"/>
              <a:gd name="connsiteY58" fmla="*/ 248913 h 256427"/>
              <a:gd name="connsiteX59" fmla="*/ 715240 w 755077"/>
              <a:gd name="connsiteY59" fmla="*/ 248913 h 256427"/>
              <a:gd name="connsiteX60" fmla="*/ 715240 w 755077"/>
              <a:gd name="connsiteY60" fmla="*/ 194744 h 256427"/>
              <a:gd name="connsiteX61" fmla="*/ 247423 w 755077"/>
              <a:gd name="connsiteY61" fmla="*/ 2089 h 256427"/>
              <a:gd name="connsiteX62" fmla="*/ 222392 w 755077"/>
              <a:gd name="connsiteY62" fmla="*/ 2089 h 256427"/>
              <a:gd name="connsiteX63" fmla="*/ 222392 w 755077"/>
              <a:gd name="connsiteY63" fmla="*/ 162361 h 256427"/>
              <a:gd name="connsiteX64" fmla="*/ 247423 w 755077"/>
              <a:gd name="connsiteY64" fmla="*/ 162361 h 256427"/>
              <a:gd name="connsiteX65" fmla="*/ 247423 w 755077"/>
              <a:gd name="connsiteY65" fmla="*/ 2089 h 256427"/>
              <a:gd name="connsiteX66" fmla="*/ 79458 w 755077"/>
              <a:gd name="connsiteY66" fmla="*/ 61810 h 256427"/>
              <a:gd name="connsiteX67" fmla="*/ 79458 w 755077"/>
              <a:gd name="connsiteY67" fmla="*/ 162370 h 256427"/>
              <a:gd name="connsiteX68" fmla="*/ 105230 w 755077"/>
              <a:gd name="connsiteY68" fmla="*/ 162370 h 256427"/>
              <a:gd name="connsiteX69" fmla="*/ 105212 w 755077"/>
              <a:gd name="connsiteY69" fmla="*/ 61810 h 256427"/>
              <a:gd name="connsiteX70" fmla="*/ 93786 w 755077"/>
              <a:gd name="connsiteY70" fmla="*/ 28296 h 256427"/>
              <a:gd name="connsiteX71" fmla="*/ 92330 w 755077"/>
              <a:gd name="connsiteY71" fmla="*/ 26415 h 256427"/>
              <a:gd name="connsiteX72" fmla="*/ 90875 w 755077"/>
              <a:gd name="connsiteY72" fmla="*/ 28296 h 256427"/>
              <a:gd name="connsiteX73" fmla="*/ 79449 w 755077"/>
              <a:gd name="connsiteY73" fmla="*/ 61810 h 256427"/>
              <a:gd name="connsiteX74" fmla="*/ 46608 w 755077"/>
              <a:gd name="connsiteY74" fmla="*/ 2089 h 256427"/>
              <a:gd name="connsiteX75" fmla="*/ 0 w 755077"/>
              <a:gd name="connsiteY75" fmla="*/ 2089 h 256427"/>
              <a:gd name="connsiteX76" fmla="*/ 0 w 755077"/>
              <a:gd name="connsiteY76" fmla="*/ 26415 h 256427"/>
              <a:gd name="connsiteX77" fmla="*/ 92330 w 755077"/>
              <a:gd name="connsiteY77" fmla="*/ 26415 h 256427"/>
              <a:gd name="connsiteX78" fmla="*/ 90043 w 755077"/>
              <a:gd name="connsiteY78" fmla="*/ 23458 h 256427"/>
              <a:gd name="connsiteX79" fmla="*/ 46608 w 755077"/>
              <a:gd name="connsiteY79" fmla="*/ 2089 h 256427"/>
              <a:gd name="connsiteX80" fmla="*/ 94618 w 755077"/>
              <a:gd name="connsiteY80" fmla="*/ 23458 h 256427"/>
              <a:gd name="connsiteX81" fmla="*/ 92330 w 755077"/>
              <a:gd name="connsiteY81" fmla="*/ 26415 h 256427"/>
              <a:gd name="connsiteX82" fmla="*/ 184661 w 755077"/>
              <a:gd name="connsiteY82" fmla="*/ 26415 h 256427"/>
              <a:gd name="connsiteX83" fmla="*/ 184661 w 755077"/>
              <a:gd name="connsiteY83" fmla="*/ 2089 h 256427"/>
              <a:gd name="connsiteX84" fmla="*/ 138053 w 755077"/>
              <a:gd name="connsiteY84" fmla="*/ 2089 h 256427"/>
              <a:gd name="connsiteX85" fmla="*/ 94608 w 755077"/>
              <a:gd name="connsiteY85" fmla="*/ 23458 h 256427"/>
              <a:gd name="connsiteX86" fmla="*/ 507601 w 755077"/>
              <a:gd name="connsiteY86" fmla="*/ 162361 h 256427"/>
              <a:gd name="connsiteX87" fmla="*/ 532631 w 755077"/>
              <a:gd name="connsiteY87" fmla="*/ 162361 h 256427"/>
              <a:gd name="connsiteX88" fmla="*/ 532631 w 755077"/>
              <a:gd name="connsiteY88" fmla="*/ 2089 h 256427"/>
              <a:gd name="connsiteX89" fmla="*/ 507601 w 755077"/>
              <a:gd name="connsiteY89" fmla="*/ 2089 h 256427"/>
              <a:gd name="connsiteX90" fmla="*/ 507601 w 755077"/>
              <a:gd name="connsiteY90" fmla="*/ 162361 h 256427"/>
              <a:gd name="connsiteX91" fmla="*/ 488238 w 755077"/>
              <a:gd name="connsiteY91" fmla="*/ 255903 h 256427"/>
              <a:gd name="connsiteX92" fmla="*/ 495840 w 755077"/>
              <a:gd name="connsiteY92" fmla="*/ 255903 h 256427"/>
              <a:gd name="connsiteX93" fmla="*/ 495840 w 755077"/>
              <a:gd name="connsiteY93" fmla="*/ 194744 h 256427"/>
              <a:gd name="connsiteX94" fmla="*/ 488238 w 755077"/>
              <a:gd name="connsiteY94" fmla="*/ 194744 h 256427"/>
              <a:gd name="connsiteX95" fmla="*/ 488238 w 755077"/>
              <a:gd name="connsiteY95" fmla="*/ 255903 h 256427"/>
              <a:gd name="connsiteX96" fmla="*/ 537151 w 755077"/>
              <a:gd name="connsiteY96" fmla="*/ 201735 h 256427"/>
              <a:gd name="connsiteX97" fmla="*/ 556975 w 755077"/>
              <a:gd name="connsiteY97" fmla="*/ 201735 h 256427"/>
              <a:gd name="connsiteX98" fmla="*/ 556975 w 755077"/>
              <a:gd name="connsiteY98" fmla="*/ 255903 h 256427"/>
              <a:gd name="connsiteX99" fmla="*/ 564577 w 755077"/>
              <a:gd name="connsiteY99" fmla="*/ 255903 h 256427"/>
              <a:gd name="connsiteX100" fmla="*/ 564577 w 755077"/>
              <a:gd name="connsiteY100" fmla="*/ 201735 h 256427"/>
              <a:gd name="connsiteX101" fmla="*/ 584401 w 755077"/>
              <a:gd name="connsiteY101" fmla="*/ 201735 h 256427"/>
              <a:gd name="connsiteX102" fmla="*/ 584401 w 755077"/>
              <a:gd name="connsiteY102" fmla="*/ 194744 h 256427"/>
              <a:gd name="connsiteX103" fmla="*/ 537151 w 755077"/>
              <a:gd name="connsiteY103" fmla="*/ 194744 h 256427"/>
              <a:gd name="connsiteX104" fmla="*/ 537151 w 755077"/>
              <a:gd name="connsiteY104" fmla="*/ 201735 h 256427"/>
              <a:gd name="connsiteX105" fmla="*/ 283346 w 755077"/>
              <a:gd name="connsiteY105" fmla="*/ 2089 h 256427"/>
              <a:gd name="connsiteX106" fmla="*/ 340377 w 755077"/>
              <a:gd name="connsiteY106" fmla="*/ 138134 h 256427"/>
              <a:gd name="connsiteX107" fmla="*/ 376047 w 755077"/>
              <a:gd name="connsiteY107" fmla="*/ 164450 h 256427"/>
              <a:gd name="connsiteX108" fmla="*/ 377512 w 755077"/>
              <a:gd name="connsiteY108" fmla="*/ 164450 h 256427"/>
              <a:gd name="connsiteX109" fmla="*/ 312237 w 755077"/>
              <a:gd name="connsiteY109" fmla="*/ 2089 h 256427"/>
              <a:gd name="connsiteX110" fmla="*/ 283346 w 755077"/>
              <a:gd name="connsiteY110" fmla="*/ 2089 h 256427"/>
              <a:gd name="connsiteX111" fmla="*/ 437309 w 755077"/>
              <a:gd name="connsiteY111" fmla="*/ 197059 h 256427"/>
              <a:gd name="connsiteX112" fmla="*/ 426651 w 755077"/>
              <a:gd name="connsiteY112" fmla="*/ 194744 h 256427"/>
              <a:gd name="connsiteX113" fmla="*/ 403157 w 755077"/>
              <a:gd name="connsiteY113" fmla="*/ 194744 h 256427"/>
              <a:gd name="connsiteX114" fmla="*/ 403157 w 755077"/>
              <a:gd name="connsiteY114" fmla="*/ 255903 h 256427"/>
              <a:gd name="connsiteX115" fmla="*/ 410759 w 755077"/>
              <a:gd name="connsiteY115" fmla="*/ 255903 h 256427"/>
              <a:gd name="connsiteX116" fmla="*/ 410759 w 755077"/>
              <a:gd name="connsiteY116" fmla="*/ 232400 h 256427"/>
              <a:gd name="connsiteX117" fmla="*/ 426660 w 755077"/>
              <a:gd name="connsiteY117" fmla="*/ 232400 h 256427"/>
              <a:gd name="connsiteX118" fmla="*/ 437273 w 755077"/>
              <a:gd name="connsiteY118" fmla="*/ 230085 h 256427"/>
              <a:gd name="connsiteX119" fmla="*/ 444387 w 755077"/>
              <a:gd name="connsiteY119" fmla="*/ 223492 h 256427"/>
              <a:gd name="connsiteX120" fmla="*/ 446918 w 755077"/>
              <a:gd name="connsiteY120" fmla="*/ 213536 h 256427"/>
              <a:gd name="connsiteX121" fmla="*/ 444432 w 755077"/>
              <a:gd name="connsiteY121" fmla="*/ 203616 h 256427"/>
              <a:gd name="connsiteX122" fmla="*/ 437318 w 755077"/>
              <a:gd name="connsiteY122" fmla="*/ 197059 h 256427"/>
              <a:gd name="connsiteX123" fmla="*/ 435564 w 755077"/>
              <a:gd name="connsiteY123" fmla="*/ 222181 h 256427"/>
              <a:gd name="connsiteX124" fmla="*/ 425955 w 755077"/>
              <a:gd name="connsiteY124" fmla="*/ 225419 h 256427"/>
              <a:gd name="connsiteX125" fmla="*/ 410759 w 755077"/>
              <a:gd name="connsiteY125" fmla="*/ 225419 h 256427"/>
              <a:gd name="connsiteX126" fmla="*/ 410759 w 755077"/>
              <a:gd name="connsiteY126" fmla="*/ 201744 h 256427"/>
              <a:gd name="connsiteX127" fmla="*/ 426045 w 755077"/>
              <a:gd name="connsiteY127" fmla="*/ 201744 h 256427"/>
              <a:gd name="connsiteX128" fmla="*/ 435609 w 755077"/>
              <a:gd name="connsiteY128" fmla="*/ 204936 h 256427"/>
              <a:gd name="connsiteX129" fmla="*/ 439144 w 755077"/>
              <a:gd name="connsiteY129" fmla="*/ 213545 h 256427"/>
              <a:gd name="connsiteX130" fmla="*/ 435564 w 755077"/>
              <a:gd name="connsiteY130" fmla="*/ 222190 h 256427"/>
              <a:gd name="connsiteX131" fmla="*/ 377503 w 755077"/>
              <a:gd name="connsiteY131" fmla="*/ 164459 h 256427"/>
              <a:gd name="connsiteX132" fmla="*/ 378967 w 755077"/>
              <a:gd name="connsiteY132" fmla="*/ 164459 h 256427"/>
              <a:gd name="connsiteX133" fmla="*/ 414637 w 755077"/>
              <a:gd name="connsiteY133" fmla="*/ 138143 h 256427"/>
              <a:gd name="connsiteX134" fmla="*/ 471668 w 755077"/>
              <a:gd name="connsiteY134" fmla="*/ 2098 h 256427"/>
              <a:gd name="connsiteX135" fmla="*/ 442778 w 755077"/>
              <a:gd name="connsiteY135" fmla="*/ 2098 h 256427"/>
              <a:gd name="connsiteX136" fmla="*/ 377503 w 755077"/>
              <a:gd name="connsiteY136" fmla="*/ 164468 h 256427"/>
              <a:gd name="connsiteX137" fmla="*/ 635303 w 755077"/>
              <a:gd name="connsiteY137" fmla="*/ 194744 h 256427"/>
              <a:gd name="connsiteX138" fmla="*/ 611981 w 755077"/>
              <a:gd name="connsiteY138" fmla="*/ 255903 h 256427"/>
              <a:gd name="connsiteX139" fmla="*/ 619845 w 755077"/>
              <a:gd name="connsiteY139" fmla="*/ 255903 h 256427"/>
              <a:gd name="connsiteX140" fmla="*/ 626309 w 755077"/>
              <a:gd name="connsiteY140" fmla="*/ 239390 h 256427"/>
              <a:gd name="connsiteX141" fmla="*/ 652948 w 755077"/>
              <a:gd name="connsiteY141" fmla="*/ 239390 h 256427"/>
              <a:gd name="connsiteX142" fmla="*/ 659412 w 755077"/>
              <a:gd name="connsiteY142" fmla="*/ 255903 h 256427"/>
              <a:gd name="connsiteX143" fmla="*/ 667529 w 755077"/>
              <a:gd name="connsiteY143" fmla="*/ 255903 h 256427"/>
              <a:gd name="connsiteX144" fmla="*/ 644298 w 755077"/>
              <a:gd name="connsiteY144" fmla="*/ 194744 h 256427"/>
              <a:gd name="connsiteX145" fmla="*/ 635303 w 755077"/>
              <a:gd name="connsiteY145" fmla="*/ 194744 h 256427"/>
              <a:gd name="connsiteX146" fmla="*/ 628578 w 755077"/>
              <a:gd name="connsiteY146" fmla="*/ 232490 h 256427"/>
              <a:gd name="connsiteX147" fmla="*/ 639579 w 755077"/>
              <a:gd name="connsiteY147" fmla="*/ 203046 h 256427"/>
              <a:gd name="connsiteX148" fmla="*/ 650670 w 755077"/>
              <a:gd name="connsiteY148" fmla="*/ 232490 h 256427"/>
              <a:gd name="connsiteX149" fmla="*/ 628569 w 755077"/>
              <a:gd name="connsiteY149" fmla="*/ 232490 h 25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55077" h="256427">
                <a:moveTo>
                  <a:pt x="729170" y="141860"/>
                </a:moveTo>
                <a:cubicBezTo>
                  <a:pt x="745876" y="127092"/>
                  <a:pt x="755078" y="105913"/>
                  <a:pt x="755078" y="82229"/>
                </a:cubicBezTo>
                <a:cubicBezTo>
                  <a:pt x="755078" y="58545"/>
                  <a:pt x="745876" y="37366"/>
                  <a:pt x="729170" y="22599"/>
                </a:cubicBezTo>
                <a:cubicBezTo>
                  <a:pt x="712447" y="7813"/>
                  <a:pt x="689468" y="0"/>
                  <a:pt x="662720" y="0"/>
                </a:cubicBezTo>
                <a:cubicBezTo>
                  <a:pt x="635972" y="0"/>
                  <a:pt x="612993" y="7813"/>
                  <a:pt x="596270" y="22599"/>
                </a:cubicBezTo>
                <a:cubicBezTo>
                  <a:pt x="579565" y="37366"/>
                  <a:pt x="570363" y="58545"/>
                  <a:pt x="570363" y="82229"/>
                </a:cubicBezTo>
                <a:cubicBezTo>
                  <a:pt x="570363" y="105913"/>
                  <a:pt x="579565" y="127092"/>
                  <a:pt x="596270" y="141860"/>
                </a:cubicBezTo>
                <a:cubicBezTo>
                  <a:pt x="612993" y="156645"/>
                  <a:pt x="635972" y="164459"/>
                  <a:pt x="662720" y="164459"/>
                </a:cubicBezTo>
                <a:cubicBezTo>
                  <a:pt x="689468" y="164459"/>
                  <a:pt x="712447" y="156645"/>
                  <a:pt x="729170" y="141860"/>
                </a:cubicBezTo>
                <a:close/>
                <a:moveTo>
                  <a:pt x="596089" y="82229"/>
                </a:moveTo>
                <a:cubicBezTo>
                  <a:pt x="596089" y="65554"/>
                  <a:pt x="602227" y="51401"/>
                  <a:pt x="613852" y="41282"/>
                </a:cubicBezTo>
                <a:cubicBezTo>
                  <a:pt x="625821" y="30864"/>
                  <a:pt x="642716" y="25357"/>
                  <a:pt x="662720" y="25357"/>
                </a:cubicBezTo>
                <a:cubicBezTo>
                  <a:pt x="682725" y="25357"/>
                  <a:pt x="699620" y="30864"/>
                  <a:pt x="711588" y="41282"/>
                </a:cubicBezTo>
                <a:cubicBezTo>
                  <a:pt x="723204" y="51392"/>
                  <a:pt x="729351" y="65554"/>
                  <a:pt x="729351" y="82229"/>
                </a:cubicBezTo>
                <a:cubicBezTo>
                  <a:pt x="729351" y="98905"/>
                  <a:pt x="723213" y="113057"/>
                  <a:pt x="711588" y="123177"/>
                </a:cubicBezTo>
                <a:cubicBezTo>
                  <a:pt x="699620" y="133594"/>
                  <a:pt x="682725" y="139093"/>
                  <a:pt x="662720" y="139093"/>
                </a:cubicBezTo>
                <a:cubicBezTo>
                  <a:pt x="642716" y="139093"/>
                  <a:pt x="625812" y="133585"/>
                  <a:pt x="613852" y="123177"/>
                </a:cubicBezTo>
                <a:cubicBezTo>
                  <a:pt x="602236" y="113057"/>
                  <a:pt x="596089" y="98905"/>
                  <a:pt x="596089" y="82229"/>
                </a:cubicBezTo>
                <a:close/>
                <a:moveTo>
                  <a:pt x="234957" y="204267"/>
                </a:moveTo>
                <a:cubicBezTo>
                  <a:pt x="238157" y="202232"/>
                  <a:pt x="241855" y="201210"/>
                  <a:pt x="246049" y="201210"/>
                </a:cubicBezTo>
                <a:cubicBezTo>
                  <a:pt x="250704" y="201210"/>
                  <a:pt x="254655" y="202404"/>
                  <a:pt x="257882" y="204791"/>
                </a:cubicBezTo>
                <a:cubicBezTo>
                  <a:pt x="261109" y="207179"/>
                  <a:pt x="263278" y="210497"/>
                  <a:pt x="264390" y="214748"/>
                </a:cubicBezTo>
                <a:lnTo>
                  <a:pt x="271993" y="214748"/>
                </a:lnTo>
                <a:cubicBezTo>
                  <a:pt x="270826" y="208399"/>
                  <a:pt x="267961" y="203389"/>
                  <a:pt x="263387" y="199718"/>
                </a:cubicBezTo>
                <a:cubicBezTo>
                  <a:pt x="258813" y="196046"/>
                  <a:pt x="253154" y="194211"/>
                  <a:pt x="246401" y="194211"/>
                </a:cubicBezTo>
                <a:cubicBezTo>
                  <a:pt x="240580" y="194211"/>
                  <a:pt x="235454" y="195504"/>
                  <a:pt x="231025" y="198099"/>
                </a:cubicBezTo>
                <a:cubicBezTo>
                  <a:pt x="226605" y="200695"/>
                  <a:pt x="223197" y="204348"/>
                  <a:pt x="220810" y="209069"/>
                </a:cubicBezTo>
                <a:cubicBezTo>
                  <a:pt x="218424" y="213789"/>
                  <a:pt x="217231" y="219206"/>
                  <a:pt x="217231" y="225319"/>
                </a:cubicBezTo>
                <a:cubicBezTo>
                  <a:pt x="217231" y="231432"/>
                  <a:pt x="218424" y="236921"/>
                  <a:pt x="220810" y="241615"/>
                </a:cubicBezTo>
                <a:cubicBezTo>
                  <a:pt x="223197" y="246308"/>
                  <a:pt x="226605" y="249944"/>
                  <a:pt x="231025" y="252539"/>
                </a:cubicBezTo>
                <a:cubicBezTo>
                  <a:pt x="235445" y="255134"/>
                  <a:pt x="240571" y="256428"/>
                  <a:pt x="246401" y="256428"/>
                </a:cubicBezTo>
                <a:cubicBezTo>
                  <a:pt x="253217" y="256428"/>
                  <a:pt x="258876" y="254592"/>
                  <a:pt x="263387" y="250920"/>
                </a:cubicBezTo>
                <a:cubicBezTo>
                  <a:pt x="267898" y="247249"/>
                  <a:pt x="270736" y="242239"/>
                  <a:pt x="271902" y="235891"/>
                </a:cubicBezTo>
                <a:lnTo>
                  <a:pt x="264300" y="235891"/>
                </a:lnTo>
                <a:cubicBezTo>
                  <a:pt x="263134" y="240204"/>
                  <a:pt x="260982" y="243532"/>
                  <a:pt x="257837" y="245892"/>
                </a:cubicBezTo>
                <a:cubicBezTo>
                  <a:pt x="254691" y="248253"/>
                  <a:pt x="250759" y="249428"/>
                  <a:pt x="246049" y="249428"/>
                </a:cubicBezTo>
                <a:cubicBezTo>
                  <a:pt x="241855" y="249428"/>
                  <a:pt x="238157" y="248406"/>
                  <a:pt x="234957" y="246372"/>
                </a:cubicBezTo>
                <a:cubicBezTo>
                  <a:pt x="231757" y="244337"/>
                  <a:pt x="229289" y="241479"/>
                  <a:pt x="227581" y="237808"/>
                </a:cubicBezTo>
                <a:cubicBezTo>
                  <a:pt x="225863" y="234136"/>
                  <a:pt x="225005" y="229976"/>
                  <a:pt x="225005" y="225310"/>
                </a:cubicBezTo>
                <a:cubicBezTo>
                  <a:pt x="225005" y="220644"/>
                  <a:pt x="225863" y="216412"/>
                  <a:pt x="227581" y="212776"/>
                </a:cubicBezTo>
                <a:cubicBezTo>
                  <a:pt x="229299" y="209141"/>
                  <a:pt x="231757" y="206301"/>
                  <a:pt x="234957" y="204258"/>
                </a:cubicBezTo>
                <a:close/>
                <a:moveTo>
                  <a:pt x="330858" y="194744"/>
                </a:moveTo>
                <a:lnTo>
                  <a:pt x="307536" y="255903"/>
                </a:lnTo>
                <a:lnTo>
                  <a:pt x="315392" y="255903"/>
                </a:lnTo>
                <a:lnTo>
                  <a:pt x="321855" y="239390"/>
                </a:lnTo>
                <a:lnTo>
                  <a:pt x="348495" y="239390"/>
                </a:lnTo>
                <a:lnTo>
                  <a:pt x="354958" y="255903"/>
                </a:lnTo>
                <a:lnTo>
                  <a:pt x="363076" y="255903"/>
                </a:lnTo>
                <a:lnTo>
                  <a:pt x="339844" y="194744"/>
                </a:lnTo>
                <a:lnTo>
                  <a:pt x="330849" y="194744"/>
                </a:lnTo>
                <a:close/>
                <a:moveTo>
                  <a:pt x="324133" y="232490"/>
                </a:moveTo>
                <a:lnTo>
                  <a:pt x="335134" y="203046"/>
                </a:lnTo>
                <a:lnTo>
                  <a:pt x="346226" y="232490"/>
                </a:lnTo>
                <a:lnTo>
                  <a:pt x="324124" y="232490"/>
                </a:lnTo>
                <a:close/>
                <a:moveTo>
                  <a:pt x="715231" y="194744"/>
                </a:moveTo>
                <a:lnTo>
                  <a:pt x="707638" y="194744"/>
                </a:lnTo>
                <a:lnTo>
                  <a:pt x="707638" y="255903"/>
                </a:lnTo>
                <a:lnTo>
                  <a:pt x="743100" y="255903"/>
                </a:lnTo>
                <a:lnTo>
                  <a:pt x="743100" y="248913"/>
                </a:lnTo>
                <a:lnTo>
                  <a:pt x="715240" y="248913"/>
                </a:lnTo>
                <a:lnTo>
                  <a:pt x="715240" y="194744"/>
                </a:lnTo>
                <a:close/>
                <a:moveTo>
                  <a:pt x="247423" y="2089"/>
                </a:moveTo>
                <a:lnTo>
                  <a:pt x="222392" y="2089"/>
                </a:lnTo>
                <a:lnTo>
                  <a:pt x="222392" y="162361"/>
                </a:lnTo>
                <a:lnTo>
                  <a:pt x="247423" y="162361"/>
                </a:lnTo>
                <a:lnTo>
                  <a:pt x="247423" y="2089"/>
                </a:lnTo>
                <a:close/>
                <a:moveTo>
                  <a:pt x="79458" y="61810"/>
                </a:moveTo>
                <a:lnTo>
                  <a:pt x="79458" y="162370"/>
                </a:lnTo>
                <a:cubicBezTo>
                  <a:pt x="79458" y="162370"/>
                  <a:pt x="105230" y="162370"/>
                  <a:pt x="105230" y="162370"/>
                </a:cubicBezTo>
                <a:lnTo>
                  <a:pt x="105212" y="61810"/>
                </a:lnTo>
                <a:cubicBezTo>
                  <a:pt x="105212" y="49575"/>
                  <a:pt x="101262" y="37981"/>
                  <a:pt x="93786" y="28296"/>
                </a:cubicBezTo>
                <a:lnTo>
                  <a:pt x="92330" y="26415"/>
                </a:lnTo>
                <a:lnTo>
                  <a:pt x="90875" y="28296"/>
                </a:lnTo>
                <a:cubicBezTo>
                  <a:pt x="83399" y="37981"/>
                  <a:pt x="79449" y="49566"/>
                  <a:pt x="79449" y="61810"/>
                </a:cubicBezTo>
                <a:close/>
                <a:moveTo>
                  <a:pt x="46608" y="2089"/>
                </a:moveTo>
                <a:lnTo>
                  <a:pt x="0" y="2089"/>
                </a:lnTo>
                <a:lnTo>
                  <a:pt x="0" y="26415"/>
                </a:lnTo>
                <a:lnTo>
                  <a:pt x="92330" y="26415"/>
                </a:lnTo>
                <a:lnTo>
                  <a:pt x="90043" y="23458"/>
                </a:lnTo>
                <a:cubicBezTo>
                  <a:pt x="79558" y="9884"/>
                  <a:pt x="63720" y="2089"/>
                  <a:pt x="46608" y="2089"/>
                </a:cubicBezTo>
                <a:close/>
                <a:moveTo>
                  <a:pt x="94618" y="23458"/>
                </a:moveTo>
                <a:lnTo>
                  <a:pt x="92330" y="26415"/>
                </a:lnTo>
                <a:lnTo>
                  <a:pt x="184661" y="26415"/>
                </a:lnTo>
                <a:lnTo>
                  <a:pt x="184661" y="2089"/>
                </a:lnTo>
                <a:lnTo>
                  <a:pt x="138053" y="2089"/>
                </a:lnTo>
                <a:cubicBezTo>
                  <a:pt x="120932" y="2089"/>
                  <a:pt x="105103" y="9875"/>
                  <a:pt x="94608" y="23458"/>
                </a:cubicBezTo>
                <a:close/>
                <a:moveTo>
                  <a:pt x="507601" y="162361"/>
                </a:moveTo>
                <a:lnTo>
                  <a:pt x="532631" y="162361"/>
                </a:lnTo>
                <a:lnTo>
                  <a:pt x="532631" y="2089"/>
                </a:lnTo>
                <a:lnTo>
                  <a:pt x="507601" y="2089"/>
                </a:lnTo>
                <a:lnTo>
                  <a:pt x="507601" y="162361"/>
                </a:lnTo>
                <a:close/>
                <a:moveTo>
                  <a:pt x="488238" y="255903"/>
                </a:moveTo>
                <a:lnTo>
                  <a:pt x="495840" y="255903"/>
                </a:lnTo>
                <a:lnTo>
                  <a:pt x="495840" y="194744"/>
                </a:lnTo>
                <a:lnTo>
                  <a:pt x="488238" y="194744"/>
                </a:lnTo>
                <a:lnTo>
                  <a:pt x="488238" y="255903"/>
                </a:lnTo>
                <a:close/>
                <a:moveTo>
                  <a:pt x="537151" y="201735"/>
                </a:moveTo>
                <a:lnTo>
                  <a:pt x="556975" y="201735"/>
                </a:lnTo>
                <a:lnTo>
                  <a:pt x="556975" y="255903"/>
                </a:lnTo>
                <a:lnTo>
                  <a:pt x="564577" y="255903"/>
                </a:lnTo>
                <a:lnTo>
                  <a:pt x="564577" y="201735"/>
                </a:lnTo>
                <a:lnTo>
                  <a:pt x="584401" y="201735"/>
                </a:lnTo>
                <a:lnTo>
                  <a:pt x="584401" y="194744"/>
                </a:lnTo>
                <a:lnTo>
                  <a:pt x="537151" y="194744"/>
                </a:lnTo>
                <a:lnTo>
                  <a:pt x="537151" y="201735"/>
                </a:lnTo>
                <a:close/>
                <a:moveTo>
                  <a:pt x="283346" y="2089"/>
                </a:moveTo>
                <a:cubicBezTo>
                  <a:pt x="283346" y="2089"/>
                  <a:pt x="330958" y="115571"/>
                  <a:pt x="340377" y="138134"/>
                </a:cubicBezTo>
                <a:cubicBezTo>
                  <a:pt x="351360" y="164450"/>
                  <a:pt x="369195" y="164450"/>
                  <a:pt x="376047" y="164450"/>
                </a:cubicBezTo>
                <a:lnTo>
                  <a:pt x="377512" y="164450"/>
                </a:lnTo>
                <a:lnTo>
                  <a:pt x="312237" y="2089"/>
                </a:lnTo>
                <a:lnTo>
                  <a:pt x="283346" y="2089"/>
                </a:lnTo>
                <a:close/>
                <a:moveTo>
                  <a:pt x="437309" y="197059"/>
                </a:moveTo>
                <a:cubicBezTo>
                  <a:pt x="434217" y="195513"/>
                  <a:pt x="430674" y="194744"/>
                  <a:pt x="426651" y="194744"/>
                </a:cubicBezTo>
                <a:lnTo>
                  <a:pt x="403157" y="194744"/>
                </a:lnTo>
                <a:lnTo>
                  <a:pt x="403157" y="255903"/>
                </a:lnTo>
                <a:lnTo>
                  <a:pt x="410759" y="255903"/>
                </a:lnTo>
                <a:lnTo>
                  <a:pt x="410759" y="232400"/>
                </a:lnTo>
                <a:lnTo>
                  <a:pt x="426660" y="232400"/>
                </a:lnTo>
                <a:cubicBezTo>
                  <a:pt x="430674" y="232400"/>
                  <a:pt x="434217" y="231631"/>
                  <a:pt x="437273" y="230085"/>
                </a:cubicBezTo>
                <a:cubicBezTo>
                  <a:pt x="440328" y="228538"/>
                  <a:pt x="442696" y="226341"/>
                  <a:pt x="444387" y="223492"/>
                </a:cubicBezTo>
                <a:cubicBezTo>
                  <a:pt x="446077" y="220635"/>
                  <a:pt x="446918" y="217316"/>
                  <a:pt x="446918" y="213536"/>
                </a:cubicBezTo>
                <a:cubicBezTo>
                  <a:pt x="446918" y="209756"/>
                  <a:pt x="446086" y="206446"/>
                  <a:pt x="444432" y="203616"/>
                </a:cubicBezTo>
                <a:cubicBezTo>
                  <a:pt x="442769" y="200794"/>
                  <a:pt x="440400" y="198606"/>
                  <a:pt x="437318" y="197059"/>
                </a:cubicBezTo>
                <a:close/>
                <a:moveTo>
                  <a:pt x="435564" y="222181"/>
                </a:moveTo>
                <a:cubicBezTo>
                  <a:pt x="433178" y="224333"/>
                  <a:pt x="429978" y="225419"/>
                  <a:pt x="425955" y="225419"/>
                </a:cubicBezTo>
                <a:lnTo>
                  <a:pt x="410759" y="225419"/>
                </a:lnTo>
                <a:lnTo>
                  <a:pt x="410759" y="201744"/>
                </a:lnTo>
                <a:lnTo>
                  <a:pt x="426045" y="201744"/>
                </a:lnTo>
                <a:cubicBezTo>
                  <a:pt x="430059" y="201744"/>
                  <a:pt x="433250" y="202811"/>
                  <a:pt x="435609" y="204936"/>
                </a:cubicBezTo>
                <a:cubicBezTo>
                  <a:pt x="437969" y="207061"/>
                  <a:pt x="439144" y="209928"/>
                  <a:pt x="439144" y="213545"/>
                </a:cubicBezTo>
                <a:cubicBezTo>
                  <a:pt x="439144" y="217162"/>
                  <a:pt x="437951" y="220038"/>
                  <a:pt x="435564" y="222190"/>
                </a:cubicBezTo>
                <a:close/>
                <a:moveTo>
                  <a:pt x="377503" y="164459"/>
                </a:moveTo>
                <a:lnTo>
                  <a:pt x="378967" y="164459"/>
                </a:lnTo>
                <a:cubicBezTo>
                  <a:pt x="385828" y="164459"/>
                  <a:pt x="403663" y="164459"/>
                  <a:pt x="414637" y="138143"/>
                </a:cubicBezTo>
                <a:cubicBezTo>
                  <a:pt x="424048" y="115580"/>
                  <a:pt x="471668" y="2098"/>
                  <a:pt x="471668" y="2098"/>
                </a:cubicBezTo>
                <a:lnTo>
                  <a:pt x="442778" y="2098"/>
                </a:lnTo>
                <a:lnTo>
                  <a:pt x="377503" y="164468"/>
                </a:lnTo>
                <a:close/>
                <a:moveTo>
                  <a:pt x="635303" y="194744"/>
                </a:moveTo>
                <a:lnTo>
                  <a:pt x="611981" y="255903"/>
                </a:lnTo>
                <a:lnTo>
                  <a:pt x="619845" y="255903"/>
                </a:lnTo>
                <a:lnTo>
                  <a:pt x="626309" y="239390"/>
                </a:lnTo>
                <a:lnTo>
                  <a:pt x="652948" y="239390"/>
                </a:lnTo>
                <a:lnTo>
                  <a:pt x="659412" y="255903"/>
                </a:lnTo>
                <a:lnTo>
                  <a:pt x="667529" y="255903"/>
                </a:lnTo>
                <a:lnTo>
                  <a:pt x="644298" y="194744"/>
                </a:lnTo>
                <a:lnTo>
                  <a:pt x="635303" y="194744"/>
                </a:lnTo>
                <a:close/>
                <a:moveTo>
                  <a:pt x="628578" y="232490"/>
                </a:moveTo>
                <a:lnTo>
                  <a:pt x="639579" y="203046"/>
                </a:lnTo>
                <a:lnTo>
                  <a:pt x="650670" y="232490"/>
                </a:lnTo>
                <a:lnTo>
                  <a:pt x="628569" y="232490"/>
                </a:lnTo>
                <a:close/>
              </a:path>
            </a:pathLst>
          </a:custGeom>
          <a:solidFill>
            <a:schemeClr val="bg1"/>
          </a:solidFill>
          <a:ln w="104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6343AC24-3D20-1E58-EEA1-00E726405F33}"/>
              </a:ext>
            </a:extLst>
          </p:cNvPr>
          <p:cNvSpPr/>
          <p:nvPr userDrawn="1"/>
        </p:nvSpPr>
        <p:spPr>
          <a:xfrm flipV="1">
            <a:off x="334962" y="6294310"/>
            <a:ext cx="11097267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54492">
              <a:buClrTx/>
              <a:defRPr/>
            </a:pPr>
            <a:endParaRPr sz="1092">
              <a:solidFill>
                <a:sysClr val="windowText" lastClr="000000"/>
              </a:solidFill>
            </a:endParaRPr>
          </a:p>
        </p:txBody>
      </p:sp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94531090-414D-3695-0E2D-BB126927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7363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144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gradFill>
          <a:gsLst>
            <a:gs pos="100000">
              <a:schemeClr val="tx1"/>
            </a:gs>
            <a:gs pos="0">
              <a:schemeClr val="tx1">
                <a:lumMod val="95000"/>
                <a:lumOff val="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716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249" y="6475413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B7B3B770-9B14-1379-A09F-1CBACC59D40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770615" y="290513"/>
            <a:ext cx="1125316" cy="48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051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46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3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1435210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938015"/>
            <a:ext cx="4167530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5722314"/>
            <a:ext cx="4167530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6083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36008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66082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6007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5300937"/>
            <a:ext cx="4789394" cy="200722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3868521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| 1 linha - Branco 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ABEEE3-146C-208A-F0A8-E62D41BAC1B1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FC25F11-AFC1-F015-563C-53F7C0C7CC0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708983"/>
            <a:ext cx="11857037" cy="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88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9F04F-8ABD-ABFC-2381-D3C3D7CF30AF}"/>
              </a:ext>
            </a:extLst>
          </p:cNvPr>
          <p:cNvCxnSpPr/>
          <p:nvPr userDrawn="1"/>
        </p:nvCxnSpPr>
        <p:spPr>
          <a:xfrm>
            <a:off x="0" y="6699502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50000">
                  <a:srgbClr val="AAE4C0"/>
                </a:gs>
                <a:gs pos="100000">
                  <a:schemeClr val="accent2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29D40-8F86-4DCA-85E9-E401626339A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776531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396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0A33CF-3720-1012-F597-F4ECE825DFE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8363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B6F29F-DF18-9050-9EF6-AF47C4A796AC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83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6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6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482784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0828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04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C84EE7A-B951-B061-6439-B39DDC01B70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492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999339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1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3084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2AA87-E9EF-F9C3-D180-0D695337BC25}"/>
              </a:ext>
            </a:extLst>
          </p:cNvPr>
          <p:cNvGrpSpPr/>
          <p:nvPr userDrawn="1"/>
        </p:nvGrpSpPr>
        <p:grpSpPr>
          <a:xfrm flipV="1">
            <a:off x="12099285" y="0"/>
            <a:ext cx="91438" cy="1832748"/>
            <a:chOff x="120125" y="5025253"/>
            <a:chExt cx="91438" cy="18327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05AB66-66BE-D764-AEA7-119CD2ED8298}"/>
                </a:ext>
              </a:extLst>
            </p:cNvPr>
            <p:cNvSpPr/>
            <p:nvPr userDrawn="1"/>
          </p:nvSpPr>
          <p:spPr>
            <a:xfrm rot="16200000" flipV="1">
              <a:off x="-773389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A8B063-3DCC-1280-CEC3-7512BA9DF746}"/>
                </a:ext>
              </a:extLst>
            </p:cNvPr>
            <p:cNvSpPr/>
            <p:nvPr userDrawn="1"/>
          </p:nvSpPr>
          <p:spPr>
            <a:xfrm rot="16200000" flipV="1">
              <a:off x="-727670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970267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520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6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AC4E8C-2B3F-574D-C955-1EBD6FD7CDE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672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5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3FCC3-EBF1-0B54-4092-43FDDED92531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1613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4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6D65B-577B-DA97-A4AE-85E5C579A955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878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9A8969-4CCE-CE82-D2FB-901A726879C5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4935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04FAD7-D1D8-06F3-6189-A8707EDC8E87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302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6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6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482784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0828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44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031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FA1EDF-496D-FC00-C47D-BE89A3B7157A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5974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6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F86B63-CC31-1EAA-F721-707EF550B32A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427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5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984F0D-6B5E-38C9-C788-1C5ADE9D6048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20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4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ABCE8D-7E28-9176-5F42-ED60E4527C5E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613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99F5B5-BC6B-B426-BC59-B48B46CF1637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5904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E5CEC1-15EA-7E91-EAE8-795FFF71F653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593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6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6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482784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0828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847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6544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394" b="0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pPr marL="20023">
              <a:spcBef>
                <a:spcPts val="45"/>
              </a:spcBef>
            </a:pPr>
            <a:fld id="{81D60167-4931-47E6-BA6A-407CBD079E47}" type="slidenum">
              <a:rPr lang="pt-BR" spc="-15" smtClean="0"/>
              <a:pPr marL="20023">
                <a:spcBef>
                  <a:spcPts val="45"/>
                </a:spcBef>
              </a:pPr>
              <a:t>‹#›</a:t>
            </a:fld>
            <a:endParaRPr lang="pt-BR" spc="-15"/>
          </a:p>
        </p:txBody>
      </p:sp>
    </p:spTree>
    <p:extLst>
      <p:ext uri="{BB962C8B-B14F-4D97-AF65-F5344CB8AC3E}">
        <p14:creationId xmlns:p14="http://schemas.microsoft.com/office/powerpoint/2010/main" val="28068440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1 linha - E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383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5">
            <a:extLst>
              <a:ext uri="{FF2B5EF4-FFF2-40B4-BE49-F238E27FC236}">
                <a16:creationId xmlns:a16="http://schemas.microsoft.com/office/drawing/2014/main" id="{6BE3BE47-1A4F-1F57-925B-0AD426F278E9}"/>
              </a:ext>
            </a:extLst>
          </p:cNvPr>
          <p:cNvSpPr/>
          <p:nvPr userDrawn="1"/>
        </p:nvSpPr>
        <p:spPr>
          <a:xfrm flipV="1">
            <a:off x="334962" y="6294308"/>
            <a:ext cx="1018381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0909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213449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893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2 linhas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4451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Box superior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644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Box lateral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gradFill>
            <a:gsLst>
              <a:gs pos="100000">
                <a:schemeClr val="accent6">
                  <a:lumMod val="75000"/>
                </a:schemeClr>
              </a:gs>
              <a:gs pos="0">
                <a:schemeClr val="accent6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2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6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6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482784"/>
            <a:ext cx="145773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0828"/>
            <a:ext cx="145773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56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551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Escuro Azul">
    <p:bg>
      <p:bgPr>
        <a:gradFill>
          <a:gsLst>
            <a:gs pos="100000">
              <a:schemeClr val="accent6">
                <a:lumMod val="75000"/>
              </a:schemeClr>
            </a:gs>
            <a:gs pos="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074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6 Boxes - Escuro Azul">
    <p:bg>
      <p:bgPr>
        <a:gradFill>
          <a:gsLst>
            <a:gs pos="100000">
              <a:schemeClr val="accent6">
                <a:lumMod val="75000"/>
              </a:schemeClr>
            </a:gs>
            <a:gs pos="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819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5 Boxes - Escuro Azul">
    <p:bg>
      <p:bgPr>
        <a:gradFill>
          <a:gsLst>
            <a:gs pos="100000">
              <a:schemeClr val="accent6">
                <a:lumMod val="75000"/>
              </a:schemeClr>
            </a:gs>
            <a:gs pos="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2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4257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4 Boxes - Escuro Azul">
    <p:bg>
      <p:bgPr>
        <a:gradFill>
          <a:gsLst>
            <a:gs pos="100000">
              <a:schemeClr val="accent6">
                <a:lumMod val="75000"/>
              </a:schemeClr>
            </a:gs>
            <a:gs pos="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2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960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Escuro Azul">
    <p:bg>
      <p:bgPr>
        <a:gradFill>
          <a:gsLst>
            <a:gs pos="100000">
              <a:schemeClr val="accent6">
                <a:lumMod val="75000"/>
              </a:schemeClr>
            </a:gs>
            <a:gs pos="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523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Escuro Azul">
    <p:bg>
      <p:bgPr>
        <a:gradFill>
          <a:gsLst>
            <a:gs pos="100000">
              <a:schemeClr val="accent6">
                <a:lumMod val="75000"/>
              </a:schemeClr>
            </a:gs>
            <a:gs pos="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272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Escuro Azul">
    <p:bg>
      <p:bgPr>
        <a:gradFill>
          <a:gsLst>
            <a:gs pos="100000">
              <a:schemeClr val="accent6">
                <a:lumMod val="75000"/>
              </a:schemeClr>
            </a:gs>
            <a:gs pos="0">
              <a:schemeClr val="accent6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6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6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482784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0828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403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Escuro Azul">
    <p:bg>
      <p:bgPr>
        <a:gradFill>
          <a:gsLst>
            <a:gs pos="95000">
              <a:srgbClr val="637881"/>
            </a:gs>
            <a:gs pos="0">
              <a:srgbClr val="506168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1FBE7481-8199-6DCD-D8ED-A8D7F50FC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1915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ítulo | 1 linha - Branco ">
    <p:bg>
      <p:bgPr>
        <a:solidFill>
          <a:srgbClr val="ABC5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2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0937F25F-A4B2-9324-9F6C-F74AD70CD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611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1 linha - Branco ">
    <p:bg>
      <p:bgPr>
        <a:gradFill>
          <a:gsLst>
            <a:gs pos="95000">
              <a:schemeClr val="bg2">
                <a:lumMod val="10000"/>
              </a:schemeClr>
            </a:gs>
            <a:gs pos="0">
              <a:schemeClr val="bg2">
                <a:lumMod val="25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2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6F5DF867-9F8A-5956-6EDE-795AB085C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1898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1 linha - Branco ">
    <p:bg>
      <p:bgPr>
        <a:gradFill>
          <a:gsLst>
            <a:gs pos="95000">
              <a:srgbClr val="637881"/>
            </a:gs>
            <a:gs pos="0">
              <a:srgbClr val="506168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2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73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1 linha - Branco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2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rgbClr val="52626A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A7A9F5-14FB-C152-5B10-ACBAB77CABE7}"/>
              </a:ext>
            </a:extLst>
          </p:cNvPr>
          <p:cNvGrpSpPr/>
          <p:nvPr userDrawn="1"/>
        </p:nvGrpSpPr>
        <p:grpSpPr>
          <a:xfrm flipH="1" flipV="1">
            <a:off x="-3708113" y="-1720558"/>
            <a:ext cx="13480763" cy="4195471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F5203F2-98CE-9C56-D5D2-9ADFC42EE850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bg2">
                      <a:lumMod val="90000"/>
                    </a:schemeClr>
                  </a:gs>
                  <a:gs pos="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806C944-24DF-C81E-4380-ED7FD4BB2384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59D3027-E1C3-C96F-3743-6607A24A07D8}"/>
              </a:ext>
            </a:extLst>
          </p:cNvPr>
          <p:cNvSpPr/>
          <p:nvPr userDrawn="1"/>
        </p:nvSpPr>
        <p:spPr>
          <a:xfrm>
            <a:off x="1138610" y="6702572"/>
            <a:ext cx="9942620" cy="155740"/>
          </a:xfrm>
          <a:custGeom>
            <a:avLst/>
            <a:gdLst>
              <a:gd name="connsiteX0" fmla="*/ 626064 w 9942620"/>
              <a:gd name="connsiteY0" fmla="*/ 0 h 155740"/>
              <a:gd name="connsiteX1" fmla="*/ 9325770 w 9942620"/>
              <a:gd name="connsiteY1" fmla="*/ 0 h 155740"/>
              <a:gd name="connsiteX2" fmla="*/ 9355637 w 9942620"/>
              <a:gd name="connsiteY2" fmla="*/ 337 h 155740"/>
              <a:gd name="connsiteX3" fmla="*/ 9385341 w 9942620"/>
              <a:gd name="connsiteY3" fmla="*/ 1346 h 155740"/>
              <a:gd name="connsiteX4" fmla="*/ 9414876 w 9942620"/>
              <a:gd name="connsiteY4" fmla="*/ 3017 h 155740"/>
              <a:gd name="connsiteX5" fmla="*/ 9444235 w 9942620"/>
              <a:gd name="connsiteY5" fmla="*/ 5345 h 155740"/>
              <a:gd name="connsiteX6" fmla="*/ 9473410 w 9942620"/>
              <a:gd name="connsiteY6" fmla="*/ 8322 h 155740"/>
              <a:gd name="connsiteX7" fmla="*/ 9502395 w 9942620"/>
              <a:gd name="connsiteY7" fmla="*/ 11942 h 155740"/>
              <a:gd name="connsiteX8" fmla="*/ 9531184 w 9942620"/>
              <a:gd name="connsiteY8" fmla="*/ 16195 h 155740"/>
              <a:gd name="connsiteX9" fmla="*/ 9559767 w 9942620"/>
              <a:gd name="connsiteY9" fmla="*/ 21077 h 155740"/>
              <a:gd name="connsiteX10" fmla="*/ 9588140 w 9942620"/>
              <a:gd name="connsiteY10" fmla="*/ 26580 h 155740"/>
              <a:gd name="connsiteX11" fmla="*/ 9616294 w 9942620"/>
              <a:gd name="connsiteY11" fmla="*/ 32697 h 155740"/>
              <a:gd name="connsiteX12" fmla="*/ 9644223 w 9942620"/>
              <a:gd name="connsiteY12" fmla="*/ 39419 h 155740"/>
              <a:gd name="connsiteX13" fmla="*/ 9671921 w 9942620"/>
              <a:gd name="connsiteY13" fmla="*/ 46742 h 155740"/>
              <a:gd name="connsiteX14" fmla="*/ 9699379 w 9942620"/>
              <a:gd name="connsiteY14" fmla="*/ 54656 h 155740"/>
              <a:gd name="connsiteX15" fmla="*/ 9726591 w 9942620"/>
              <a:gd name="connsiteY15" fmla="*/ 63155 h 155740"/>
              <a:gd name="connsiteX16" fmla="*/ 9753549 w 9942620"/>
              <a:gd name="connsiteY16" fmla="*/ 72233 h 155740"/>
              <a:gd name="connsiteX17" fmla="*/ 9780248 w 9942620"/>
              <a:gd name="connsiteY17" fmla="*/ 81881 h 155740"/>
              <a:gd name="connsiteX18" fmla="*/ 9806680 w 9942620"/>
              <a:gd name="connsiteY18" fmla="*/ 92094 h 155740"/>
              <a:gd name="connsiteX19" fmla="*/ 9832836 w 9942620"/>
              <a:gd name="connsiteY19" fmla="*/ 102863 h 155740"/>
              <a:gd name="connsiteX20" fmla="*/ 9858714 w 9942620"/>
              <a:gd name="connsiteY20" fmla="*/ 114182 h 155740"/>
              <a:gd name="connsiteX21" fmla="*/ 9884303 w 9942620"/>
              <a:gd name="connsiteY21" fmla="*/ 126042 h 155740"/>
              <a:gd name="connsiteX22" fmla="*/ 9909595 w 9942620"/>
              <a:gd name="connsiteY22" fmla="*/ 138439 h 155740"/>
              <a:gd name="connsiteX23" fmla="*/ 9934587 w 9942620"/>
              <a:gd name="connsiteY23" fmla="*/ 151364 h 155740"/>
              <a:gd name="connsiteX24" fmla="*/ 9942620 w 9942620"/>
              <a:gd name="connsiteY24" fmla="*/ 155740 h 155740"/>
              <a:gd name="connsiteX25" fmla="*/ 0 w 9942620"/>
              <a:gd name="connsiteY25" fmla="*/ 155740 h 155740"/>
              <a:gd name="connsiteX26" fmla="*/ 15071 w 9942620"/>
              <a:gd name="connsiteY26" fmla="*/ 147780 h 155740"/>
              <a:gd name="connsiteX27" fmla="*/ 40258 w 9942620"/>
              <a:gd name="connsiteY27" fmla="*/ 135147 h 155740"/>
              <a:gd name="connsiteX28" fmla="*/ 65736 w 9942620"/>
              <a:gd name="connsiteY28" fmla="*/ 123032 h 155740"/>
              <a:gd name="connsiteX29" fmla="*/ 91497 w 9942620"/>
              <a:gd name="connsiteY29" fmla="*/ 111443 h 155740"/>
              <a:gd name="connsiteX30" fmla="*/ 117535 w 9942620"/>
              <a:gd name="connsiteY30" fmla="*/ 100384 h 155740"/>
              <a:gd name="connsiteX31" fmla="*/ 143844 w 9942620"/>
              <a:gd name="connsiteY31" fmla="*/ 89866 h 155740"/>
              <a:gd name="connsiteX32" fmla="*/ 170416 w 9942620"/>
              <a:gd name="connsiteY32" fmla="*/ 79892 h 155740"/>
              <a:gd name="connsiteX33" fmla="*/ 197246 w 9942620"/>
              <a:gd name="connsiteY33" fmla="*/ 70471 h 155740"/>
              <a:gd name="connsiteX34" fmla="*/ 224327 w 9942620"/>
              <a:gd name="connsiteY34" fmla="*/ 61608 h 155740"/>
              <a:gd name="connsiteX35" fmla="*/ 251651 w 9942620"/>
              <a:gd name="connsiteY35" fmla="*/ 53311 h 155740"/>
              <a:gd name="connsiteX36" fmla="*/ 279213 w 9942620"/>
              <a:gd name="connsiteY36" fmla="*/ 45587 h 155740"/>
              <a:gd name="connsiteX37" fmla="*/ 307006 w 9942620"/>
              <a:gd name="connsiteY37" fmla="*/ 38442 h 155740"/>
              <a:gd name="connsiteX38" fmla="*/ 335023 w 9942620"/>
              <a:gd name="connsiteY38" fmla="*/ 31882 h 155740"/>
              <a:gd name="connsiteX39" fmla="*/ 363257 w 9942620"/>
              <a:gd name="connsiteY39" fmla="*/ 25916 h 155740"/>
              <a:gd name="connsiteX40" fmla="*/ 391702 w 9942620"/>
              <a:gd name="connsiteY40" fmla="*/ 20549 h 155740"/>
              <a:gd name="connsiteX41" fmla="*/ 420353 w 9942620"/>
              <a:gd name="connsiteY41" fmla="*/ 15788 h 155740"/>
              <a:gd name="connsiteX42" fmla="*/ 449200 w 9942620"/>
              <a:gd name="connsiteY42" fmla="*/ 11640 h 155740"/>
              <a:gd name="connsiteX43" fmla="*/ 478238 w 9942620"/>
              <a:gd name="connsiteY43" fmla="*/ 8111 h 155740"/>
              <a:gd name="connsiteX44" fmla="*/ 507461 w 9942620"/>
              <a:gd name="connsiteY44" fmla="*/ 5209 h 155740"/>
              <a:gd name="connsiteX45" fmla="*/ 536861 w 9942620"/>
              <a:gd name="connsiteY45" fmla="*/ 2940 h 155740"/>
              <a:gd name="connsiteX46" fmla="*/ 566434 w 9942620"/>
              <a:gd name="connsiteY46" fmla="*/ 1311 h 155740"/>
              <a:gd name="connsiteX47" fmla="*/ 596170 w 9942620"/>
              <a:gd name="connsiteY47" fmla="*/ 329 h 155740"/>
              <a:gd name="connsiteX48" fmla="*/ 626064 w 9942620"/>
              <a:gd name="connsiteY48" fmla="*/ 0 h 155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9942620" h="155740">
                <a:moveTo>
                  <a:pt x="626064" y="0"/>
                </a:moveTo>
                <a:lnTo>
                  <a:pt x="9325770" y="0"/>
                </a:lnTo>
                <a:lnTo>
                  <a:pt x="9355637" y="337"/>
                </a:lnTo>
                <a:lnTo>
                  <a:pt x="9385341" y="1346"/>
                </a:lnTo>
                <a:lnTo>
                  <a:pt x="9414876" y="3017"/>
                </a:lnTo>
                <a:lnTo>
                  <a:pt x="9444235" y="5345"/>
                </a:lnTo>
                <a:lnTo>
                  <a:pt x="9473410" y="8322"/>
                </a:lnTo>
                <a:lnTo>
                  <a:pt x="9502395" y="11942"/>
                </a:lnTo>
                <a:lnTo>
                  <a:pt x="9531184" y="16195"/>
                </a:lnTo>
                <a:lnTo>
                  <a:pt x="9559767" y="21077"/>
                </a:lnTo>
                <a:lnTo>
                  <a:pt x="9588140" y="26580"/>
                </a:lnTo>
                <a:lnTo>
                  <a:pt x="9616294" y="32697"/>
                </a:lnTo>
                <a:lnTo>
                  <a:pt x="9644223" y="39419"/>
                </a:lnTo>
                <a:lnTo>
                  <a:pt x="9671921" y="46742"/>
                </a:lnTo>
                <a:lnTo>
                  <a:pt x="9699379" y="54656"/>
                </a:lnTo>
                <a:lnTo>
                  <a:pt x="9726591" y="63155"/>
                </a:lnTo>
                <a:lnTo>
                  <a:pt x="9753549" y="72233"/>
                </a:lnTo>
                <a:lnTo>
                  <a:pt x="9780248" y="81881"/>
                </a:lnTo>
                <a:lnTo>
                  <a:pt x="9806680" y="92094"/>
                </a:lnTo>
                <a:lnTo>
                  <a:pt x="9832836" y="102863"/>
                </a:lnTo>
                <a:lnTo>
                  <a:pt x="9858714" y="114182"/>
                </a:lnTo>
                <a:lnTo>
                  <a:pt x="9884303" y="126042"/>
                </a:lnTo>
                <a:lnTo>
                  <a:pt x="9909595" y="138439"/>
                </a:lnTo>
                <a:lnTo>
                  <a:pt x="9934587" y="151364"/>
                </a:lnTo>
                <a:lnTo>
                  <a:pt x="9942620" y="155740"/>
                </a:lnTo>
                <a:lnTo>
                  <a:pt x="0" y="155740"/>
                </a:lnTo>
                <a:lnTo>
                  <a:pt x="15071" y="147780"/>
                </a:lnTo>
                <a:lnTo>
                  <a:pt x="40258" y="135147"/>
                </a:lnTo>
                <a:lnTo>
                  <a:pt x="65736" y="123032"/>
                </a:lnTo>
                <a:lnTo>
                  <a:pt x="91497" y="111443"/>
                </a:lnTo>
                <a:lnTo>
                  <a:pt x="117535" y="100384"/>
                </a:lnTo>
                <a:lnTo>
                  <a:pt x="143844" y="89866"/>
                </a:lnTo>
                <a:lnTo>
                  <a:pt x="170416" y="79892"/>
                </a:lnTo>
                <a:lnTo>
                  <a:pt x="197246" y="70471"/>
                </a:lnTo>
                <a:lnTo>
                  <a:pt x="224327" y="61608"/>
                </a:lnTo>
                <a:lnTo>
                  <a:pt x="251651" y="53311"/>
                </a:lnTo>
                <a:lnTo>
                  <a:pt x="279213" y="45587"/>
                </a:lnTo>
                <a:lnTo>
                  <a:pt x="307006" y="38442"/>
                </a:lnTo>
                <a:lnTo>
                  <a:pt x="335023" y="31882"/>
                </a:lnTo>
                <a:lnTo>
                  <a:pt x="363257" y="25916"/>
                </a:lnTo>
                <a:lnTo>
                  <a:pt x="391702" y="20549"/>
                </a:lnTo>
                <a:lnTo>
                  <a:pt x="420353" y="15788"/>
                </a:lnTo>
                <a:lnTo>
                  <a:pt x="449200" y="11640"/>
                </a:lnTo>
                <a:lnTo>
                  <a:pt x="478238" y="8111"/>
                </a:lnTo>
                <a:lnTo>
                  <a:pt x="507461" y="5209"/>
                </a:lnTo>
                <a:lnTo>
                  <a:pt x="536861" y="2940"/>
                </a:lnTo>
                <a:lnTo>
                  <a:pt x="566434" y="1311"/>
                </a:lnTo>
                <a:lnTo>
                  <a:pt x="596170" y="329"/>
                </a:lnTo>
                <a:lnTo>
                  <a:pt x="626064" y="0"/>
                </a:lnTo>
                <a:close/>
              </a:path>
            </a:pathLst>
          </a:custGeom>
          <a:gradFill>
            <a:gsLst>
              <a:gs pos="95000">
                <a:srgbClr val="ABC5CD"/>
              </a:gs>
              <a:gs pos="0">
                <a:srgbClr val="506168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B1B802-9430-F699-7451-22A48512C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711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| 1 linha - Branco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2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rgbClr val="52626A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A7A9F5-14FB-C152-5B10-ACBAB77CABE7}"/>
              </a:ext>
            </a:extLst>
          </p:cNvPr>
          <p:cNvGrpSpPr/>
          <p:nvPr userDrawn="1"/>
        </p:nvGrpSpPr>
        <p:grpSpPr>
          <a:xfrm flipH="1" flipV="1">
            <a:off x="-3708113" y="-1720558"/>
            <a:ext cx="13480763" cy="4195471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F5203F2-98CE-9C56-D5D2-9ADFC42EE850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bg2">
                      <a:lumMod val="90000"/>
                    </a:schemeClr>
                  </a:gs>
                  <a:gs pos="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806C944-24DF-C81E-4380-ED7FD4BB2384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8BCCB1ED-A663-152E-2EF4-4EE8A0ED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39518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| 1 linha - Branco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2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rgbClr val="52626A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A7A9F5-14FB-C152-5B10-ACBAB77CABE7}"/>
              </a:ext>
            </a:extLst>
          </p:cNvPr>
          <p:cNvGrpSpPr/>
          <p:nvPr userDrawn="1"/>
        </p:nvGrpSpPr>
        <p:grpSpPr>
          <a:xfrm flipH="1" flipV="1">
            <a:off x="-3708113" y="-1720558"/>
            <a:ext cx="13480763" cy="4195471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F5203F2-98CE-9C56-D5D2-9ADFC42EE850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bg2">
                      <a:lumMod val="90000"/>
                    </a:schemeClr>
                  </a:gs>
                  <a:gs pos="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806C944-24DF-C81E-4380-ED7FD4BB2384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40" name="Picture 2">
            <a:extLst>
              <a:ext uri="{FF2B5EF4-FFF2-40B4-BE49-F238E27FC236}">
                <a16:creationId xmlns:a16="http://schemas.microsoft.com/office/drawing/2014/main" id="{D9ADEF7D-C13D-7766-05E7-F9ED0E5103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4714551" y="732298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02029342-B91F-5273-70CF-BFCB81860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53130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| 1 linha - Branco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2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rgbClr val="52626A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A66FF8A0-F3B1-80E4-6200-D723F2647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446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ítulo | 1 linha - Branco ">
    <p:bg>
      <p:bgPr>
        <a:gradFill>
          <a:gsLst>
            <a:gs pos="95000">
              <a:srgbClr val="637881"/>
            </a:gs>
            <a:gs pos="0">
              <a:srgbClr val="506168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2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919CBE17-50CA-2830-4A72-0DB745F23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9032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5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9F04F-8ABD-ABFC-2381-D3C3D7CF30AF}"/>
              </a:ext>
            </a:extLst>
          </p:cNvPr>
          <p:cNvCxnSpPr/>
          <p:nvPr userDrawn="1"/>
        </p:nvCxnSpPr>
        <p:spPr>
          <a:xfrm>
            <a:off x="0" y="6699502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50000">
                  <a:srgbClr val="AAE4C0"/>
                </a:gs>
                <a:gs pos="100000">
                  <a:schemeClr val="accent2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29D40-8F86-4DCA-85E9-E401626339A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776531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7293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2 linhas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5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1" y="1949415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4" y="1518528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1" y="1518528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accent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0A33CF-3720-1012-F597-F4ECE825DFE9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045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Box superior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8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5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8" y="3021652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2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B6F29F-DF18-9050-9EF6-AF47C4A796AC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206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| Box lateral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7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7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482784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3580828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056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122973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345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840">
          <p15:clr>
            <a:srgbClr val="FBAE40"/>
          </p15:clr>
        </p15:guide>
        <p15:guide id="7" orient="horz" pos="935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1022">
          <p15:clr>
            <a:srgbClr val="FBAE40"/>
          </p15:clr>
        </p15:guide>
        <p15:guide id="10" orient="horz" pos="183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2AA87-E9EF-F9C3-D180-0D695337BC25}"/>
              </a:ext>
            </a:extLst>
          </p:cNvPr>
          <p:cNvGrpSpPr/>
          <p:nvPr userDrawn="1"/>
        </p:nvGrpSpPr>
        <p:grpSpPr>
          <a:xfrm flipV="1">
            <a:off x="12099285" y="0"/>
            <a:ext cx="91438" cy="1832748"/>
            <a:chOff x="120125" y="5025253"/>
            <a:chExt cx="91438" cy="18327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05AB66-66BE-D764-AEA7-119CD2ED8298}"/>
                </a:ext>
              </a:extLst>
            </p:cNvPr>
            <p:cNvSpPr/>
            <p:nvPr userDrawn="1"/>
          </p:nvSpPr>
          <p:spPr>
            <a:xfrm rot="16200000" flipV="1">
              <a:off x="-773389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92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A8B063-3DCC-1280-CEC3-7512BA9DF746}"/>
                </a:ext>
              </a:extLst>
            </p:cNvPr>
            <p:cNvSpPr/>
            <p:nvPr userDrawn="1"/>
          </p:nvSpPr>
          <p:spPr>
            <a:xfrm rot="16200000" flipV="1">
              <a:off x="-727670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92"/>
            </a:p>
          </p:txBody>
        </p:sp>
      </p:grpSp>
    </p:spTree>
    <p:extLst>
      <p:ext uri="{BB962C8B-B14F-4D97-AF65-F5344CB8AC3E}">
        <p14:creationId xmlns:p14="http://schemas.microsoft.com/office/powerpoint/2010/main" val="3129890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1 linh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396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6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AC4E8C-2B3F-574D-C955-1EBD6FD7CDE9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341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5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3FCC3-EBF1-0B54-4092-43FDDED92531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5256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4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6D65B-577B-DA97-A4AE-85E5C579A955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2807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2 linha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1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4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1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9A8969-4CCE-CE82-D2FB-901A726879C5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952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Box superio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8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5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8" y="3021652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2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04FAD7-D1D8-06F3-6189-A8707EDC8E87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09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Box lateral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7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7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482784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3580828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382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1 linha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FA1EDF-496D-FC00-C47D-BE89A3B7157A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5152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6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F86B63-CC31-1EAA-F721-707EF550B32A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9630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5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984F0D-6B5E-38C9-C788-1C5ADE9D6048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2519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4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ABCE8D-7E28-9176-5F42-ED60E4527C5E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213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2 linha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1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4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1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99F5B5-BC6B-B426-BC59-B48B46CF1637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821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Box superior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8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5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8" y="3021652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2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E5CEC1-15EA-7E91-EAE8-795FFF71F653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9562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Box lateral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092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7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7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482784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3580828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074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| 1 linha - E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430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5">
            <a:extLst>
              <a:ext uri="{FF2B5EF4-FFF2-40B4-BE49-F238E27FC236}">
                <a16:creationId xmlns:a16="http://schemas.microsoft.com/office/drawing/2014/main" id="{6BE3BE47-1A4F-1F57-925B-0AD426F278E9}"/>
              </a:ext>
            </a:extLst>
          </p:cNvPr>
          <p:cNvSpPr/>
          <p:nvPr userDrawn="1"/>
        </p:nvSpPr>
        <p:spPr>
          <a:xfrm flipV="1">
            <a:off x="334962" y="6294309"/>
            <a:ext cx="1018381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62464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4294278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racap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5">
            <a:extLst>
              <a:ext uri="{FF2B5EF4-FFF2-40B4-BE49-F238E27FC236}">
                <a16:creationId xmlns:a16="http://schemas.microsoft.com/office/drawing/2014/main" id="{43DFA321-6122-DD56-1B69-CCC4924A73A8}"/>
              </a:ext>
            </a:extLst>
          </p:cNvPr>
          <p:cNvSpPr txBox="1"/>
          <p:nvPr userDrawn="1"/>
        </p:nvSpPr>
        <p:spPr>
          <a:xfrm>
            <a:off x="7491664" y="5251905"/>
            <a:ext cx="4155689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r"/>
            <a:endParaRPr lang="it-IT" sz="14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it-IT" sz="1400" b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www.tivio.com</a:t>
            </a:r>
            <a:endParaRPr lang="pt-BR" sz="1400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330FC6-53B2-4C95-7A0F-A920F3013C49}"/>
              </a:ext>
            </a:extLst>
          </p:cNvPr>
          <p:cNvGrpSpPr/>
          <p:nvPr userDrawn="1"/>
        </p:nvGrpSpPr>
        <p:grpSpPr>
          <a:xfrm>
            <a:off x="-7705924" y="882317"/>
            <a:ext cx="19934609" cy="6204031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BF3B65E-8CAD-31B1-6F90-86F99F800687}"/>
                </a:ext>
              </a:extLst>
            </p:cNvPr>
            <p:cNvSpPr/>
            <p:nvPr userDrawn="1"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7CECC5-0785-0E7C-A4CB-3D289F54A871}"/>
                </a:ext>
              </a:extLst>
            </p:cNvPr>
            <p:cNvSpPr/>
            <p:nvPr userDrawn="1"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  <p:sp>
        <p:nvSpPr>
          <p:cNvPr id="10" name="object 5"/>
          <p:cNvSpPr/>
          <p:nvPr userDrawn="1"/>
        </p:nvSpPr>
        <p:spPr>
          <a:xfrm>
            <a:off x="757218" y="3474647"/>
            <a:ext cx="1501480" cy="509684"/>
          </a:xfrm>
          <a:custGeom>
            <a:avLst/>
            <a:gdLst/>
            <a:ahLst/>
            <a:cxnLst/>
            <a:rect l="l" t="t" r="r" b="b"/>
            <a:pathLst>
              <a:path w="4495165" h="1525904">
                <a:moveTo>
                  <a:pt x="549605" y="149009"/>
                </a:moveTo>
                <a:lnTo>
                  <a:pt x="502272" y="93929"/>
                </a:lnTo>
                <a:lnTo>
                  <a:pt x="463880" y="62522"/>
                </a:lnTo>
                <a:lnTo>
                  <a:pt x="421525" y="37515"/>
                </a:lnTo>
                <a:lnTo>
                  <a:pt x="375894" y="19253"/>
                </a:lnTo>
                <a:lnTo>
                  <a:pt x="327634" y="8051"/>
                </a:lnTo>
                <a:lnTo>
                  <a:pt x="277444" y="4241"/>
                </a:lnTo>
                <a:lnTo>
                  <a:pt x="0" y="4241"/>
                </a:lnTo>
                <a:lnTo>
                  <a:pt x="0" y="149009"/>
                </a:lnTo>
                <a:lnTo>
                  <a:pt x="549605" y="149009"/>
                </a:lnTo>
                <a:close/>
              </a:path>
              <a:path w="4495165" h="1525904">
                <a:moveTo>
                  <a:pt x="630440" y="613206"/>
                </a:moveTo>
                <a:lnTo>
                  <a:pt x="626249" y="610260"/>
                </a:lnTo>
                <a:lnTo>
                  <a:pt x="626249" y="359600"/>
                </a:lnTo>
                <a:lnTo>
                  <a:pt x="621880" y="305828"/>
                </a:lnTo>
                <a:lnTo>
                  <a:pt x="608939" y="254203"/>
                </a:lnTo>
                <a:lnTo>
                  <a:pt x="587654" y="205422"/>
                </a:lnTo>
                <a:lnTo>
                  <a:pt x="558253" y="160185"/>
                </a:lnTo>
                <a:lnTo>
                  <a:pt x="549617" y="149009"/>
                </a:lnTo>
                <a:lnTo>
                  <a:pt x="511581" y="205422"/>
                </a:lnTo>
                <a:lnTo>
                  <a:pt x="490296" y="254203"/>
                </a:lnTo>
                <a:lnTo>
                  <a:pt x="477342" y="305828"/>
                </a:lnTo>
                <a:lnTo>
                  <a:pt x="472973" y="359600"/>
                </a:lnTo>
                <a:lnTo>
                  <a:pt x="472859" y="937183"/>
                </a:lnTo>
                <a:lnTo>
                  <a:pt x="472973" y="948131"/>
                </a:lnTo>
                <a:lnTo>
                  <a:pt x="626389" y="948131"/>
                </a:lnTo>
                <a:lnTo>
                  <a:pt x="626249" y="619315"/>
                </a:lnTo>
                <a:lnTo>
                  <a:pt x="630440" y="613206"/>
                </a:lnTo>
                <a:close/>
              </a:path>
              <a:path w="4495165" h="1525904">
                <a:moveTo>
                  <a:pt x="1099248" y="4241"/>
                </a:moveTo>
                <a:lnTo>
                  <a:pt x="821817" y="4241"/>
                </a:lnTo>
                <a:lnTo>
                  <a:pt x="771613" y="8051"/>
                </a:lnTo>
                <a:lnTo>
                  <a:pt x="723353" y="19253"/>
                </a:lnTo>
                <a:lnTo>
                  <a:pt x="677710" y="37515"/>
                </a:lnTo>
                <a:lnTo>
                  <a:pt x="635355" y="62522"/>
                </a:lnTo>
                <a:lnTo>
                  <a:pt x="596963" y="93929"/>
                </a:lnTo>
                <a:lnTo>
                  <a:pt x="563206" y="131406"/>
                </a:lnTo>
                <a:lnTo>
                  <a:pt x="549630" y="149009"/>
                </a:lnTo>
                <a:lnTo>
                  <a:pt x="1099248" y="149009"/>
                </a:lnTo>
                <a:lnTo>
                  <a:pt x="1099248" y="4241"/>
                </a:lnTo>
                <a:close/>
              </a:path>
              <a:path w="4495165" h="1525904">
                <a:moveTo>
                  <a:pt x="1472869" y="12420"/>
                </a:moveTo>
                <a:lnTo>
                  <a:pt x="1323860" y="12420"/>
                </a:lnTo>
                <a:lnTo>
                  <a:pt x="1323860" y="966152"/>
                </a:lnTo>
                <a:lnTo>
                  <a:pt x="1472869" y="966152"/>
                </a:lnTo>
                <a:lnTo>
                  <a:pt x="1472869" y="12420"/>
                </a:lnTo>
                <a:close/>
              </a:path>
              <a:path w="4495165" h="1525904">
                <a:moveTo>
                  <a:pt x="1628749" y="1277899"/>
                </a:moveTo>
                <a:lnTo>
                  <a:pt x="1610728" y="1227213"/>
                </a:lnTo>
                <a:lnTo>
                  <a:pt x="1577505" y="1188466"/>
                </a:lnTo>
                <a:lnTo>
                  <a:pt x="1531823" y="1163904"/>
                </a:lnTo>
                <a:lnTo>
                  <a:pt x="1476400" y="1155725"/>
                </a:lnTo>
                <a:lnTo>
                  <a:pt x="1451190" y="1157160"/>
                </a:lnTo>
                <a:lnTo>
                  <a:pt x="1405432" y="1168730"/>
                </a:lnTo>
                <a:lnTo>
                  <a:pt x="1366278" y="1191602"/>
                </a:lnTo>
                <a:lnTo>
                  <a:pt x="1335862" y="1224229"/>
                </a:lnTo>
                <a:lnTo>
                  <a:pt x="1314729" y="1265936"/>
                </a:lnTo>
                <a:lnTo>
                  <a:pt x="1304061" y="1314284"/>
                </a:lnTo>
                <a:lnTo>
                  <a:pt x="1302727" y="1340802"/>
                </a:lnTo>
                <a:lnTo>
                  <a:pt x="1304061" y="1367536"/>
                </a:lnTo>
                <a:lnTo>
                  <a:pt x="1314729" y="1416011"/>
                </a:lnTo>
                <a:lnTo>
                  <a:pt x="1335862" y="1457528"/>
                </a:lnTo>
                <a:lnTo>
                  <a:pt x="1366278" y="1490027"/>
                </a:lnTo>
                <a:lnTo>
                  <a:pt x="1405432" y="1512874"/>
                </a:lnTo>
                <a:lnTo>
                  <a:pt x="1451190" y="1524444"/>
                </a:lnTo>
                <a:lnTo>
                  <a:pt x="1476400" y="1525879"/>
                </a:lnTo>
                <a:lnTo>
                  <a:pt x="1505534" y="1523834"/>
                </a:lnTo>
                <a:lnTo>
                  <a:pt x="1556080" y="1507464"/>
                </a:lnTo>
                <a:lnTo>
                  <a:pt x="1595793" y="1475270"/>
                </a:lnTo>
                <a:lnTo>
                  <a:pt x="1621142" y="1430566"/>
                </a:lnTo>
                <a:lnTo>
                  <a:pt x="1582991" y="1403718"/>
                </a:lnTo>
                <a:lnTo>
                  <a:pt x="1576679" y="1421866"/>
                </a:lnTo>
                <a:lnTo>
                  <a:pt x="1568157" y="1437843"/>
                </a:lnTo>
                <a:lnTo>
                  <a:pt x="1529600" y="1472450"/>
                </a:lnTo>
                <a:lnTo>
                  <a:pt x="1474330" y="1484312"/>
                </a:lnTo>
                <a:lnTo>
                  <a:pt x="1456156" y="1483182"/>
                </a:lnTo>
                <a:lnTo>
                  <a:pt x="1408290" y="1466113"/>
                </a:lnTo>
                <a:lnTo>
                  <a:pt x="1372857" y="1430629"/>
                </a:lnTo>
                <a:lnTo>
                  <a:pt x="1352854" y="1380197"/>
                </a:lnTo>
                <a:lnTo>
                  <a:pt x="1349019" y="1340802"/>
                </a:lnTo>
                <a:lnTo>
                  <a:pt x="1349984" y="1320342"/>
                </a:lnTo>
                <a:lnTo>
                  <a:pt x="1364361" y="1266202"/>
                </a:lnTo>
                <a:lnTo>
                  <a:pt x="1394828" y="1225511"/>
                </a:lnTo>
                <a:lnTo>
                  <a:pt x="1439100" y="1201864"/>
                </a:lnTo>
                <a:lnTo>
                  <a:pt x="1474330" y="1197305"/>
                </a:lnTo>
                <a:lnTo>
                  <a:pt x="1494332" y="1198638"/>
                </a:lnTo>
                <a:lnTo>
                  <a:pt x="1544777" y="1218641"/>
                </a:lnTo>
                <a:lnTo>
                  <a:pt x="1577378" y="1259967"/>
                </a:lnTo>
                <a:lnTo>
                  <a:pt x="1583512" y="1277899"/>
                </a:lnTo>
                <a:lnTo>
                  <a:pt x="1628749" y="1277899"/>
                </a:lnTo>
                <a:close/>
              </a:path>
              <a:path w="4495165" h="1525904">
                <a:moveTo>
                  <a:pt x="2171014" y="1522780"/>
                </a:moveTo>
                <a:lnTo>
                  <a:pt x="2133663" y="1424520"/>
                </a:lnTo>
                <a:lnTo>
                  <a:pt x="2118055" y="1383449"/>
                </a:lnTo>
                <a:lnTo>
                  <a:pt x="2070646" y="1258697"/>
                </a:lnTo>
                <a:lnTo>
                  <a:pt x="2070646" y="1383449"/>
                </a:lnTo>
                <a:lnTo>
                  <a:pt x="1939112" y="1383449"/>
                </a:lnTo>
                <a:lnTo>
                  <a:pt x="2004631" y="1208227"/>
                </a:lnTo>
                <a:lnTo>
                  <a:pt x="2070646" y="1383449"/>
                </a:lnTo>
                <a:lnTo>
                  <a:pt x="2070646" y="1258697"/>
                </a:lnTo>
                <a:lnTo>
                  <a:pt x="2051469" y="1208227"/>
                </a:lnTo>
                <a:lnTo>
                  <a:pt x="2032698" y="1158849"/>
                </a:lnTo>
                <a:lnTo>
                  <a:pt x="1979155" y="1158849"/>
                </a:lnTo>
                <a:lnTo>
                  <a:pt x="1840344" y="1522780"/>
                </a:lnTo>
                <a:lnTo>
                  <a:pt x="1887118" y="1522780"/>
                </a:lnTo>
                <a:lnTo>
                  <a:pt x="1925599" y="1424520"/>
                </a:lnTo>
                <a:lnTo>
                  <a:pt x="2084158" y="1424520"/>
                </a:lnTo>
                <a:lnTo>
                  <a:pt x="2122652" y="1522780"/>
                </a:lnTo>
                <a:lnTo>
                  <a:pt x="2171014" y="1522780"/>
                </a:lnTo>
                <a:close/>
              </a:path>
              <a:path w="4495165" h="1525904">
                <a:moveTo>
                  <a:pt x="2247239" y="966165"/>
                </a:moveTo>
                <a:lnTo>
                  <a:pt x="1863674" y="12433"/>
                </a:lnTo>
                <a:lnTo>
                  <a:pt x="1691932" y="12433"/>
                </a:lnTo>
                <a:lnTo>
                  <a:pt x="2035683" y="832091"/>
                </a:lnTo>
                <a:lnTo>
                  <a:pt x="2059952" y="874915"/>
                </a:lnTo>
                <a:lnTo>
                  <a:pt x="2093137" y="910628"/>
                </a:lnTo>
                <a:lnTo>
                  <a:pt x="2133714" y="938288"/>
                </a:lnTo>
                <a:lnTo>
                  <a:pt x="2180196" y="956932"/>
                </a:lnTo>
                <a:lnTo>
                  <a:pt x="2231034" y="965619"/>
                </a:lnTo>
                <a:lnTo>
                  <a:pt x="2230818" y="966165"/>
                </a:lnTo>
                <a:lnTo>
                  <a:pt x="2247239" y="966165"/>
                </a:lnTo>
                <a:close/>
              </a:path>
              <a:path w="4495165" h="1525904">
                <a:moveTo>
                  <a:pt x="2670111" y="1270609"/>
                </a:moveTo>
                <a:lnTo>
                  <a:pt x="2661780" y="1224749"/>
                </a:lnTo>
                <a:lnTo>
                  <a:pt x="2647569" y="1200429"/>
                </a:lnTo>
                <a:lnTo>
                  <a:pt x="2647086" y="1199718"/>
                </a:lnTo>
                <a:lnTo>
                  <a:pt x="2637282" y="1189253"/>
                </a:lnTo>
                <a:lnTo>
                  <a:pt x="2625902" y="1180223"/>
                </a:lnTo>
                <a:lnTo>
                  <a:pt x="2623832" y="1179017"/>
                </a:lnTo>
                <a:lnTo>
                  <a:pt x="2623832" y="1270609"/>
                </a:lnTo>
                <a:lnTo>
                  <a:pt x="2622499" y="1285925"/>
                </a:lnTo>
                <a:lnTo>
                  <a:pt x="2602534" y="1322095"/>
                </a:lnTo>
                <a:lnTo>
                  <a:pt x="2562352" y="1340129"/>
                </a:lnTo>
                <a:lnTo>
                  <a:pt x="2545321" y="1341323"/>
                </a:lnTo>
                <a:lnTo>
                  <a:pt x="2454859" y="1341323"/>
                </a:lnTo>
                <a:lnTo>
                  <a:pt x="2454859" y="1200429"/>
                </a:lnTo>
                <a:lnTo>
                  <a:pt x="2545842" y="1200429"/>
                </a:lnTo>
                <a:lnTo>
                  <a:pt x="2591320" y="1211110"/>
                </a:lnTo>
                <a:lnTo>
                  <a:pt x="2618575" y="1241704"/>
                </a:lnTo>
                <a:lnTo>
                  <a:pt x="2623832" y="1270609"/>
                </a:lnTo>
                <a:lnTo>
                  <a:pt x="2623832" y="1179017"/>
                </a:lnTo>
                <a:lnTo>
                  <a:pt x="2583281" y="1162278"/>
                </a:lnTo>
                <a:lnTo>
                  <a:pt x="2549487" y="1158824"/>
                </a:lnTo>
                <a:lnTo>
                  <a:pt x="2409634" y="1158824"/>
                </a:lnTo>
                <a:lnTo>
                  <a:pt x="2409634" y="1522780"/>
                </a:lnTo>
                <a:lnTo>
                  <a:pt x="2454859" y="1522780"/>
                </a:lnTo>
                <a:lnTo>
                  <a:pt x="2454859" y="1382915"/>
                </a:lnTo>
                <a:lnTo>
                  <a:pt x="2549487" y="1382915"/>
                </a:lnTo>
                <a:lnTo>
                  <a:pt x="2598470" y="1375168"/>
                </a:lnTo>
                <a:lnTo>
                  <a:pt x="2636901" y="1352448"/>
                </a:lnTo>
                <a:lnTo>
                  <a:pt x="2647124" y="1341323"/>
                </a:lnTo>
                <a:lnTo>
                  <a:pt x="2655036" y="1329893"/>
                </a:lnTo>
                <a:lnTo>
                  <a:pt x="2661628" y="1316634"/>
                </a:lnTo>
                <a:lnTo>
                  <a:pt x="2666339" y="1302346"/>
                </a:lnTo>
                <a:lnTo>
                  <a:pt x="2669171" y="1287005"/>
                </a:lnTo>
                <a:lnTo>
                  <a:pt x="2670111" y="1270609"/>
                </a:lnTo>
                <a:close/>
              </a:path>
              <a:path w="4495165" h="1525904">
                <a:moveTo>
                  <a:pt x="2802534" y="12433"/>
                </a:moveTo>
                <a:lnTo>
                  <a:pt x="2630805" y="12433"/>
                </a:lnTo>
                <a:lnTo>
                  <a:pt x="2247239" y="966165"/>
                </a:lnTo>
                <a:lnTo>
                  <a:pt x="2263660" y="966165"/>
                </a:lnTo>
                <a:lnTo>
                  <a:pt x="2263432" y="965619"/>
                </a:lnTo>
                <a:lnTo>
                  <a:pt x="2314283" y="956932"/>
                </a:lnTo>
                <a:lnTo>
                  <a:pt x="2360752" y="938288"/>
                </a:lnTo>
                <a:lnTo>
                  <a:pt x="2401341" y="910628"/>
                </a:lnTo>
                <a:lnTo>
                  <a:pt x="2434526" y="874915"/>
                </a:lnTo>
                <a:lnTo>
                  <a:pt x="2458796" y="832091"/>
                </a:lnTo>
                <a:lnTo>
                  <a:pt x="2802534" y="12433"/>
                </a:lnTo>
                <a:close/>
              </a:path>
              <a:path w="4495165" h="1525904">
                <a:moveTo>
                  <a:pt x="2961271" y="1158836"/>
                </a:moveTo>
                <a:lnTo>
                  <a:pt x="2916047" y="1158836"/>
                </a:lnTo>
                <a:lnTo>
                  <a:pt x="2916047" y="1522780"/>
                </a:lnTo>
                <a:lnTo>
                  <a:pt x="2961271" y="1522780"/>
                </a:lnTo>
                <a:lnTo>
                  <a:pt x="2961271" y="1158836"/>
                </a:lnTo>
                <a:close/>
              </a:path>
              <a:path w="4495165" h="1525904">
                <a:moveTo>
                  <a:pt x="3170644" y="12420"/>
                </a:moveTo>
                <a:lnTo>
                  <a:pt x="3021622" y="12420"/>
                </a:lnTo>
                <a:lnTo>
                  <a:pt x="3021622" y="966152"/>
                </a:lnTo>
                <a:lnTo>
                  <a:pt x="3170644" y="966152"/>
                </a:lnTo>
                <a:lnTo>
                  <a:pt x="3170644" y="12420"/>
                </a:lnTo>
                <a:close/>
              </a:path>
              <a:path w="4495165" h="1525904">
                <a:moveTo>
                  <a:pt x="3488461" y="1158836"/>
                </a:moveTo>
                <a:lnTo>
                  <a:pt x="3207194" y="1158836"/>
                </a:lnTo>
                <a:lnTo>
                  <a:pt x="3207194" y="1200746"/>
                </a:lnTo>
                <a:lnTo>
                  <a:pt x="3325203" y="1200746"/>
                </a:lnTo>
                <a:lnTo>
                  <a:pt x="3325203" y="1523326"/>
                </a:lnTo>
                <a:lnTo>
                  <a:pt x="3370453" y="1523326"/>
                </a:lnTo>
                <a:lnTo>
                  <a:pt x="3370453" y="1200746"/>
                </a:lnTo>
                <a:lnTo>
                  <a:pt x="3488461" y="1200746"/>
                </a:lnTo>
                <a:lnTo>
                  <a:pt x="3488461" y="1158836"/>
                </a:lnTo>
                <a:close/>
              </a:path>
              <a:path w="4495165" h="1525904">
                <a:moveTo>
                  <a:pt x="3983431" y="1522780"/>
                </a:moveTo>
                <a:lnTo>
                  <a:pt x="3946093" y="1424520"/>
                </a:lnTo>
                <a:lnTo>
                  <a:pt x="3930485" y="1383449"/>
                </a:lnTo>
                <a:lnTo>
                  <a:pt x="3883075" y="1258697"/>
                </a:lnTo>
                <a:lnTo>
                  <a:pt x="3883075" y="1383449"/>
                </a:lnTo>
                <a:lnTo>
                  <a:pt x="3751542" y="1383449"/>
                </a:lnTo>
                <a:lnTo>
                  <a:pt x="3817048" y="1208227"/>
                </a:lnTo>
                <a:lnTo>
                  <a:pt x="3883075" y="1383449"/>
                </a:lnTo>
                <a:lnTo>
                  <a:pt x="3883075" y="1258697"/>
                </a:lnTo>
                <a:lnTo>
                  <a:pt x="3863898" y="1208227"/>
                </a:lnTo>
                <a:lnTo>
                  <a:pt x="3845128" y="1158849"/>
                </a:lnTo>
                <a:lnTo>
                  <a:pt x="3791572" y="1158849"/>
                </a:lnTo>
                <a:lnTo>
                  <a:pt x="3652761" y="1522780"/>
                </a:lnTo>
                <a:lnTo>
                  <a:pt x="3699548" y="1522780"/>
                </a:lnTo>
                <a:lnTo>
                  <a:pt x="3738029" y="1424520"/>
                </a:lnTo>
                <a:lnTo>
                  <a:pt x="3896588" y="1424520"/>
                </a:lnTo>
                <a:lnTo>
                  <a:pt x="3935069" y="1522780"/>
                </a:lnTo>
                <a:lnTo>
                  <a:pt x="3983431" y="1522780"/>
                </a:lnTo>
                <a:close/>
              </a:path>
              <a:path w="4495165" h="1525904">
                <a:moveTo>
                  <a:pt x="4433138" y="1480870"/>
                </a:moveTo>
                <a:lnTo>
                  <a:pt x="4267276" y="1480870"/>
                </a:lnTo>
                <a:lnTo>
                  <a:pt x="4267276" y="1158290"/>
                </a:lnTo>
                <a:lnTo>
                  <a:pt x="4222051" y="1158290"/>
                </a:lnTo>
                <a:lnTo>
                  <a:pt x="4222051" y="1480870"/>
                </a:lnTo>
                <a:lnTo>
                  <a:pt x="4222051" y="1522780"/>
                </a:lnTo>
                <a:lnTo>
                  <a:pt x="4433138" y="1522780"/>
                </a:lnTo>
                <a:lnTo>
                  <a:pt x="4433138" y="1480870"/>
                </a:lnTo>
                <a:close/>
              </a:path>
              <a:path w="4495165" h="1525904">
                <a:moveTo>
                  <a:pt x="4494847" y="489292"/>
                </a:moveTo>
                <a:lnTo>
                  <a:pt x="4492307" y="437197"/>
                </a:lnTo>
                <a:lnTo>
                  <a:pt x="4484738" y="386778"/>
                </a:lnTo>
                <a:lnTo>
                  <a:pt x="4472267" y="338289"/>
                </a:lnTo>
                <a:lnTo>
                  <a:pt x="4455020" y="292011"/>
                </a:lnTo>
                <a:lnTo>
                  <a:pt x="4433113" y="248221"/>
                </a:lnTo>
                <a:lnTo>
                  <a:pt x="4406671" y="207187"/>
                </a:lnTo>
                <a:lnTo>
                  <a:pt x="4375797" y="169176"/>
                </a:lnTo>
                <a:lnTo>
                  <a:pt x="4357306" y="150926"/>
                </a:lnTo>
                <a:lnTo>
                  <a:pt x="4341698" y="135521"/>
                </a:lnTo>
                <a:lnTo>
                  <a:pt x="4341698" y="489292"/>
                </a:lnTo>
                <a:lnTo>
                  <a:pt x="4338663" y="537616"/>
                </a:lnTo>
                <a:lnTo>
                  <a:pt x="4329646" y="583184"/>
                </a:lnTo>
                <a:lnTo>
                  <a:pt x="4314761" y="625754"/>
                </a:lnTo>
                <a:lnTo>
                  <a:pt x="4294111" y="665073"/>
                </a:lnTo>
                <a:lnTo>
                  <a:pt x="4267809" y="700887"/>
                </a:lnTo>
                <a:lnTo>
                  <a:pt x="4235958" y="732955"/>
                </a:lnTo>
                <a:lnTo>
                  <a:pt x="4197947" y="761492"/>
                </a:lnTo>
                <a:lnTo>
                  <a:pt x="4155338" y="785063"/>
                </a:lnTo>
                <a:lnTo>
                  <a:pt x="4108437" y="803567"/>
                </a:lnTo>
                <a:lnTo>
                  <a:pt x="4057561" y="816902"/>
                </a:lnTo>
                <a:lnTo>
                  <a:pt x="4002989" y="824979"/>
                </a:lnTo>
                <a:lnTo>
                  <a:pt x="3945039" y="827697"/>
                </a:lnTo>
                <a:lnTo>
                  <a:pt x="3887089" y="824979"/>
                </a:lnTo>
                <a:lnTo>
                  <a:pt x="3832517" y="816902"/>
                </a:lnTo>
                <a:lnTo>
                  <a:pt x="3781628" y="803567"/>
                </a:lnTo>
                <a:lnTo>
                  <a:pt x="3734739" y="785063"/>
                </a:lnTo>
                <a:lnTo>
                  <a:pt x="3692131" y="761492"/>
                </a:lnTo>
                <a:lnTo>
                  <a:pt x="3654120" y="732955"/>
                </a:lnTo>
                <a:lnTo>
                  <a:pt x="3622268" y="700887"/>
                </a:lnTo>
                <a:lnTo>
                  <a:pt x="3595967" y="665073"/>
                </a:lnTo>
                <a:lnTo>
                  <a:pt x="3575316" y="625754"/>
                </a:lnTo>
                <a:lnTo>
                  <a:pt x="3560432" y="583184"/>
                </a:lnTo>
                <a:lnTo>
                  <a:pt x="3551415" y="537616"/>
                </a:lnTo>
                <a:lnTo>
                  <a:pt x="3548392" y="489292"/>
                </a:lnTo>
                <a:lnTo>
                  <a:pt x="3551415" y="440994"/>
                </a:lnTo>
                <a:lnTo>
                  <a:pt x="3560432" y="395427"/>
                </a:lnTo>
                <a:lnTo>
                  <a:pt x="3575316" y="352856"/>
                </a:lnTo>
                <a:lnTo>
                  <a:pt x="3595967" y="313537"/>
                </a:lnTo>
                <a:lnTo>
                  <a:pt x="3622268" y="277723"/>
                </a:lnTo>
                <a:lnTo>
                  <a:pt x="3654120" y="245668"/>
                </a:lnTo>
                <a:lnTo>
                  <a:pt x="3692131" y="217131"/>
                </a:lnTo>
                <a:lnTo>
                  <a:pt x="3734739" y="193573"/>
                </a:lnTo>
                <a:lnTo>
                  <a:pt x="3781628" y="175069"/>
                </a:lnTo>
                <a:lnTo>
                  <a:pt x="3832517" y="161721"/>
                </a:lnTo>
                <a:lnTo>
                  <a:pt x="3887089" y="153644"/>
                </a:lnTo>
                <a:lnTo>
                  <a:pt x="3945039" y="150926"/>
                </a:lnTo>
                <a:lnTo>
                  <a:pt x="4002989" y="153644"/>
                </a:lnTo>
                <a:lnTo>
                  <a:pt x="4057561" y="161721"/>
                </a:lnTo>
                <a:lnTo>
                  <a:pt x="4108437" y="175069"/>
                </a:lnTo>
                <a:lnTo>
                  <a:pt x="4155338" y="193573"/>
                </a:lnTo>
                <a:lnTo>
                  <a:pt x="4197947" y="217131"/>
                </a:lnTo>
                <a:lnTo>
                  <a:pt x="4235958" y="245668"/>
                </a:lnTo>
                <a:lnTo>
                  <a:pt x="4267809" y="277723"/>
                </a:lnTo>
                <a:lnTo>
                  <a:pt x="4294111" y="313537"/>
                </a:lnTo>
                <a:lnTo>
                  <a:pt x="4314761" y="352856"/>
                </a:lnTo>
                <a:lnTo>
                  <a:pt x="4329646" y="395427"/>
                </a:lnTo>
                <a:lnTo>
                  <a:pt x="4338663" y="440994"/>
                </a:lnTo>
                <a:lnTo>
                  <a:pt x="4341698" y="489292"/>
                </a:lnTo>
                <a:lnTo>
                  <a:pt x="4341698" y="135521"/>
                </a:lnTo>
                <a:lnTo>
                  <a:pt x="4306087" y="106692"/>
                </a:lnTo>
                <a:lnTo>
                  <a:pt x="4268914" y="82029"/>
                </a:lnTo>
                <a:lnTo>
                  <a:pt x="4229214" y="60515"/>
                </a:lnTo>
                <a:lnTo>
                  <a:pt x="4187126" y="42202"/>
                </a:lnTo>
                <a:lnTo>
                  <a:pt x="4142765" y="27127"/>
                </a:lnTo>
                <a:lnTo>
                  <a:pt x="4096258" y="15316"/>
                </a:lnTo>
                <a:lnTo>
                  <a:pt x="4047718" y="6832"/>
                </a:lnTo>
                <a:lnTo>
                  <a:pt x="3997274" y="1714"/>
                </a:lnTo>
                <a:lnTo>
                  <a:pt x="3945039" y="0"/>
                </a:lnTo>
                <a:lnTo>
                  <a:pt x="3892804" y="1714"/>
                </a:lnTo>
                <a:lnTo>
                  <a:pt x="3842359" y="6832"/>
                </a:lnTo>
                <a:lnTo>
                  <a:pt x="3793820" y="15316"/>
                </a:lnTo>
                <a:lnTo>
                  <a:pt x="3747312" y="27127"/>
                </a:lnTo>
                <a:lnTo>
                  <a:pt x="3702951" y="42202"/>
                </a:lnTo>
                <a:lnTo>
                  <a:pt x="3660864" y="60515"/>
                </a:lnTo>
                <a:lnTo>
                  <a:pt x="3621176" y="82029"/>
                </a:lnTo>
                <a:lnTo>
                  <a:pt x="3583990" y="106692"/>
                </a:lnTo>
                <a:lnTo>
                  <a:pt x="3549459" y="134467"/>
                </a:lnTo>
                <a:lnTo>
                  <a:pt x="3514280" y="169176"/>
                </a:lnTo>
                <a:lnTo>
                  <a:pt x="3483406" y="207187"/>
                </a:lnTo>
                <a:lnTo>
                  <a:pt x="3456952" y="248221"/>
                </a:lnTo>
                <a:lnTo>
                  <a:pt x="3435058" y="292011"/>
                </a:lnTo>
                <a:lnTo>
                  <a:pt x="3417811" y="338289"/>
                </a:lnTo>
                <a:lnTo>
                  <a:pt x="3405352" y="386778"/>
                </a:lnTo>
                <a:lnTo>
                  <a:pt x="3397783" y="437197"/>
                </a:lnTo>
                <a:lnTo>
                  <a:pt x="3395243" y="489292"/>
                </a:lnTo>
                <a:lnTo>
                  <a:pt x="3397783" y="541401"/>
                </a:lnTo>
                <a:lnTo>
                  <a:pt x="3405352" y="591832"/>
                </a:lnTo>
                <a:lnTo>
                  <a:pt x="3417811" y="640334"/>
                </a:lnTo>
                <a:lnTo>
                  <a:pt x="3435058" y="686600"/>
                </a:lnTo>
                <a:lnTo>
                  <a:pt x="3456952" y="730389"/>
                </a:lnTo>
                <a:lnTo>
                  <a:pt x="3483406" y="771423"/>
                </a:lnTo>
                <a:lnTo>
                  <a:pt x="3514280" y="809434"/>
                </a:lnTo>
                <a:lnTo>
                  <a:pt x="3549459" y="844130"/>
                </a:lnTo>
                <a:lnTo>
                  <a:pt x="3583990" y="871918"/>
                </a:lnTo>
                <a:lnTo>
                  <a:pt x="3621176" y="896594"/>
                </a:lnTo>
                <a:lnTo>
                  <a:pt x="3660864" y="918108"/>
                </a:lnTo>
                <a:lnTo>
                  <a:pt x="3702951" y="936421"/>
                </a:lnTo>
                <a:lnTo>
                  <a:pt x="3747312" y="951496"/>
                </a:lnTo>
                <a:lnTo>
                  <a:pt x="3793820" y="963295"/>
                </a:lnTo>
                <a:lnTo>
                  <a:pt x="3842359" y="971778"/>
                </a:lnTo>
                <a:lnTo>
                  <a:pt x="3892804" y="976896"/>
                </a:lnTo>
                <a:lnTo>
                  <a:pt x="3945039" y="978611"/>
                </a:lnTo>
                <a:lnTo>
                  <a:pt x="3997274" y="976896"/>
                </a:lnTo>
                <a:lnTo>
                  <a:pt x="4047718" y="971778"/>
                </a:lnTo>
                <a:lnTo>
                  <a:pt x="4096258" y="963295"/>
                </a:lnTo>
                <a:lnTo>
                  <a:pt x="4142765" y="951496"/>
                </a:lnTo>
                <a:lnTo>
                  <a:pt x="4187126" y="936421"/>
                </a:lnTo>
                <a:lnTo>
                  <a:pt x="4229214" y="918108"/>
                </a:lnTo>
                <a:lnTo>
                  <a:pt x="4268914" y="896594"/>
                </a:lnTo>
                <a:lnTo>
                  <a:pt x="4306087" y="871918"/>
                </a:lnTo>
                <a:lnTo>
                  <a:pt x="4340631" y="844130"/>
                </a:lnTo>
                <a:lnTo>
                  <a:pt x="4375797" y="809434"/>
                </a:lnTo>
                <a:lnTo>
                  <a:pt x="4406671" y="771423"/>
                </a:lnTo>
                <a:lnTo>
                  <a:pt x="4433113" y="730389"/>
                </a:lnTo>
                <a:lnTo>
                  <a:pt x="4455020" y="686600"/>
                </a:lnTo>
                <a:lnTo>
                  <a:pt x="4472267" y="640334"/>
                </a:lnTo>
                <a:lnTo>
                  <a:pt x="4484738" y="591832"/>
                </a:lnTo>
                <a:lnTo>
                  <a:pt x="4492307" y="541401"/>
                </a:lnTo>
                <a:lnTo>
                  <a:pt x="4494847" y="4892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554466"/>
            <a:endParaRPr sz="1092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358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5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9F04F-8ABD-ABFC-2381-D3C3D7CF30AF}"/>
              </a:ext>
            </a:extLst>
          </p:cNvPr>
          <p:cNvCxnSpPr/>
          <p:nvPr userDrawn="1"/>
        </p:nvCxnSpPr>
        <p:spPr>
          <a:xfrm>
            <a:off x="0" y="6699502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50000">
                  <a:srgbClr val="AAE4C0"/>
                </a:gs>
                <a:gs pos="100000">
                  <a:schemeClr val="accent2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29D40-8F86-4DCA-85E9-E401626339A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776531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9922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2 linhas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5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1" y="1949415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4" y="1518528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1" y="1518528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accent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0A33CF-3720-1012-F597-F4ECE825DFE9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26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Box superior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8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5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8" y="3021652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2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B6F29F-DF18-9050-9EF6-AF47C4A796AC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191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Box lateral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7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7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482784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3580828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505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525551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189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572">
          <p15:clr>
            <a:srgbClr val="FBAE40"/>
          </p15:clr>
        </p15:guide>
        <p15:guide id="7" orient="horz" pos="640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504">
          <p15:clr>
            <a:srgbClr val="FBAE40"/>
          </p15:clr>
        </p15:guide>
        <p15:guide id="10" pos="7469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232">
          <p15:clr>
            <a:srgbClr val="FBAE4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2AA87-E9EF-F9C3-D180-0D695337BC25}"/>
              </a:ext>
            </a:extLst>
          </p:cNvPr>
          <p:cNvGrpSpPr/>
          <p:nvPr userDrawn="1"/>
        </p:nvGrpSpPr>
        <p:grpSpPr>
          <a:xfrm flipV="1">
            <a:off x="12099285" y="0"/>
            <a:ext cx="91438" cy="1832748"/>
            <a:chOff x="120125" y="5025253"/>
            <a:chExt cx="91438" cy="18327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05AB66-66BE-D764-AEA7-119CD2ED8298}"/>
                </a:ext>
              </a:extLst>
            </p:cNvPr>
            <p:cNvSpPr/>
            <p:nvPr userDrawn="1"/>
          </p:nvSpPr>
          <p:spPr>
            <a:xfrm rot="16200000" flipV="1">
              <a:off x="-773389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A8B063-3DCC-1280-CEC3-7512BA9DF746}"/>
                </a:ext>
              </a:extLst>
            </p:cNvPr>
            <p:cNvSpPr/>
            <p:nvPr userDrawn="1"/>
          </p:nvSpPr>
          <p:spPr>
            <a:xfrm rot="16200000" flipV="1">
              <a:off x="-727670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</p:spTree>
    <p:extLst>
      <p:ext uri="{BB962C8B-B14F-4D97-AF65-F5344CB8AC3E}">
        <p14:creationId xmlns:p14="http://schemas.microsoft.com/office/powerpoint/2010/main" val="3443189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1 linh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6755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6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AC4E8C-2B3F-574D-C955-1EBD6FD7CDE9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2690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5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3FCC3-EBF1-0B54-4092-43FDDED92531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894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4 Boxe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6D65B-577B-DA97-A4AE-85E5C579A955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52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2 linhas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1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4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1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9A8969-4CCE-CE82-D2FB-901A726879C5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95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Box superio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8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5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8" y="3021652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2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04FAD7-D1D8-06F3-6189-A8707EDC8E87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06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Box lateral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7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7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482784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3580828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122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1 linha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1FA1EDF-496D-FC00-C47D-BE89A3B7157A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595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6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F86B63-CC31-1EAA-F721-707EF550B32A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376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5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984F0D-6B5E-38C9-C788-1C5ADE9D6048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400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4 Boxe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477607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ABCE8D-7E28-9176-5F42-ED60E4527C5E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899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2 linhas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1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4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1" y="1518528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99F5B5-BC6B-B426-BC59-B48B46CF1637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4308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Box superior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8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5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8" y="3021652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2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E5CEC1-15EA-7E91-EAE8-795FFF71F653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365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Box lateral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849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accent3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7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7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1482784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3580828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20B58C1-6F30-634A-58EB-8F0407027A11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497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| 1 linha - Escur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217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5">
            <a:extLst>
              <a:ext uri="{FF2B5EF4-FFF2-40B4-BE49-F238E27FC236}">
                <a16:creationId xmlns:a16="http://schemas.microsoft.com/office/drawing/2014/main" id="{6BE3BE47-1A4F-1F57-925B-0AD426F278E9}"/>
              </a:ext>
            </a:extLst>
          </p:cNvPr>
          <p:cNvSpPr/>
          <p:nvPr userDrawn="1"/>
        </p:nvSpPr>
        <p:spPr>
          <a:xfrm flipV="1">
            <a:off x="334962" y="6294309"/>
            <a:ext cx="1018381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4867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667482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  <p:sp>
        <p:nvSpPr>
          <p:cNvPr id="5" name="database">
            <a:extLst>
              <a:ext uri="{FF2B5EF4-FFF2-40B4-BE49-F238E27FC236}">
                <a16:creationId xmlns:a16="http://schemas.microsoft.com/office/drawing/2014/main" id="{0E553F2B-6065-408C-47F8-EC1D64D655A1}"/>
              </a:ext>
            </a:extLst>
          </p:cNvPr>
          <p:cNvSpPr txBox="1"/>
          <p:nvPr userDrawn="1"/>
        </p:nvSpPr>
        <p:spPr>
          <a:xfrm>
            <a:off x="2077943" y="6651833"/>
            <a:ext cx="8036114" cy="13080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lvl="0" algn="ctr" defTabSz="877458">
              <a:spcBef>
                <a:spcPts val="288"/>
              </a:spcBef>
              <a:spcAft>
                <a:spcPts val="288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850" b="0" kern="0">
                <a:solidFill>
                  <a:srgbClr val="FFFFFF"/>
                </a:solidFill>
                <a:latin typeface="Versos Light" panose="020B0403020204030204" pitchFamily="34" charset="0"/>
                <a:cs typeface="helvetica"/>
              </a:rPr>
              <a:t>MATERIAL DE USO INTERNO</a:t>
            </a:r>
          </a:p>
        </p:txBody>
      </p:sp>
    </p:spTree>
    <p:extLst>
      <p:ext uri="{BB962C8B-B14F-4D97-AF65-F5344CB8AC3E}">
        <p14:creationId xmlns:p14="http://schemas.microsoft.com/office/powerpoint/2010/main" val="644961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E9E417-88AC-66F9-84FA-62F5BC540E5F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  <p:sp>
        <p:nvSpPr>
          <p:cNvPr id="7" name="database">
            <a:extLst>
              <a:ext uri="{FF2B5EF4-FFF2-40B4-BE49-F238E27FC236}">
                <a16:creationId xmlns:a16="http://schemas.microsoft.com/office/drawing/2014/main" id="{A45E9341-A5D0-F427-3DCA-698E580163C8}"/>
              </a:ext>
            </a:extLst>
          </p:cNvPr>
          <p:cNvSpPr txBox="1"/>
          <p:nvPr userDrawn="1"/>
        </p:nvSpPr>
        <p:spPr>
          <a:xfrm>
            <a:off x="2077943" y="6651833"/>
            <a:ext cx="8036114" cy="13080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lvl="0" algn="ctr" defTabSz="877458">
              <a:spcBef>
                <a:spcPts val="288"/>
              </a:spcBef>
              <a:spcAft>
                <a:spcPts val="288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850" b="0" kern="0">
                <a:solidFill>
                  <a:srgbClr val="FFFFFF"/>
                </a:solidFill>
                <a:latin typeface="Versos Light" panose="020B0403020204030204" pitchFamily="34" charset="0"/>
                <a:cs typeface="helvetica"/>
              </a:rPr>
              <a:t>MATERIAL DE USO INTERNO</a:t>
            </a:r>
          </a:p>
        </p:txBody>
      </p:sp>
    </p:spTree>
    <p:extLst>
      <p:ext uri="{BB962C8B-B14F-4D97-AF65-F5344CB8AC3E}">
        <p14:creationId xmlns:p14="http://schemas.microsoft.com/office/powerpoint/2010/main" val="620490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3132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lide de Título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4057D4E-F9E9-554F-9C08-DE8578AC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1384" y="6594949"/>
            <a:ext cx="663110" cy="9870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r">
              <a:defRPr sz="641">
                <a:solidFill>
                  <a:schemeClr val="bg1"/>
                </a:solidFill>
              </a:defRPr>
            </a:lvl1pPr>
          </a:lstStyle>
          <a:p>
            <a:fld id="{61A145B2-DE88-4296-A48E-C1DA3784F3C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F66CE7-FF4E-0C71-5F5C-9C1C414386B5}"/>
              </a:ext>
            </a:extLst>
          </p:cNvPr>
          <p:cNvSpPr/>
          <p:nvPr userDrawn="1"/>
        </p:nvSpPr>
        <p:spPr>
          <a:xfrm>
            <a:off x="1" y="6778297"/>
            <a:ext cx="12192000" cy="79703"/>
          </a:xfrm>
          <a:prstGeom prst="rect">
            <a:avLst/>
          </a:prstGeom>
          <a:gradFill>
            <a:gsLst>
              <a:gs pos="100000">
                <a:schemeClr val="tx1"/>
              </a:gs>
              <a:gs pos="44000">
                <a:schemeClr val="bg2">
                  <a:lumMod val="75000"/>
                </a:schemeClr>
              </a:gs>
              <a:gs pos="0">
                <a:srgbClr val="161B2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55"/>
          </a:p>
        </p:txBody>
      </p:sp>
    </p:spTree>
    <p:extLst>
      <p:ext uri="{BB962C8B-B14F-4D97-AF65-F5344CB8AC3E}">
        <p14:creationId xmlns:p14="http://schemas.microsoft.com/office/powerpoint/2010/main" val="13346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8">
          <p15:clr>
            <a:srgbClr val="FBAE40"/>
          </p15:clr>
        </p15:guide>
        <p15:guide id="2" pos="249">
          <p15:clr>
            <a:srgbClr val="FBAE40"/>
          </p15:clr>
        </p15:guide>
        <p15:guide id="3" pos="4513">
          <p15:clr>
            <a:srgbClr val="FBAE40"/>
          </p15:clr>
        </p15:guide>
        <p15:guide id="4" orient="horz" pos="6475">
          <p15:clr>
            <a:srgbClr val="FBAE40"/>
          </p15:clr>
        </p15:guide>
        <p15:guide id="5" orient="horz" pos="737">
          <p15:clr>
            <a:srgbClr val="FBAE40"/>
          </p15:clr>
        </p15:guide>
        <p15:guide id="6" orient="horz" pos="442">
          <p15:clr>
            <a:srgbClr val="FBAE40"/>
          </p15:clr>
        </p15:guide>
        <p15:guide id="7" orient="horz" pos="6611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697066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640">
          <p15:clr>
            <a:srgbClr val="FBAE40"/>
          </p15:clr>
        </p15:guide>
        <p15:guide id="8" orient="horz" pos="504">
          <p15:clr>
            <a:srgbClr val="FBAE40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877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465278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840">
          <p15:clr>
            <a:srgbClr val="FBAE40"/>
          </p15:clr>
        </p15:guide>
        <p15:guide id="7" orient="horz" pos="935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1022">
          <p15:clr>
            <a:srgbClr val="FBAE40"/>
          </p15:clr>
        </p15:guide>
        <p15:guide id="10" orient="horz" pos="183">
          <p15:clr>
            <a:srgbClr val="FBAE40"/>
          </p15:clr>
        </p15:guide>
        <p15:guide id="11" pos="7469">
          <p15:clr>
            <a:srgbClr val="FBAE40"/>
          </p15:clr>
        </p15:guide>
        <p15:guide id="12" orient="horz" pos="4020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4201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1860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3082230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189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572">
          <p15:clr>
            <a:srgbClr val="FBAE40"/>
          </p15:clr>
        </p15:guide>
        <p15:guide id="7" orient="horz" pos="640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504">
          <p15:clr>
            <a:srgbClr val="FBAE40"/>
          </p15:clr>
        </p15:guide>
        <p15:guide id="10" pos="7469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232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458146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708119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189">
          <p15:clr>
            <a:srgbClr val="FBAE40"/>
          </p15:clr>
        </p15:guide>
        <p15:guide id="5" orient="horz" pos="6919">
          <p15:clr>
            <a:srgbClr val="FBAE40"/>
          </p15:clr>
        </p15:guide>
        <p15:guide id="7" orient="horz" pos="640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504">
          <p15:clr>
            <a:srgbClr val="FBAE40"/>
          </p15:clr>
        </p15:guide>
        <p15:guide id="10" pos="7469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232">
          <p15:clr>
            <a:srgbClr val="FBAE40"/>
          </p15:clr>
        </p15:guide>
        <p15:guide id="15" orient="horz" pos="777">
          <p15:clr>
            <a:srgbClr val="FBAE40"/>
          </p15:clr>
        </p15:guide>
        <p15:guide id="16" orient="horz" pos="913">
          <p15:clr>
            <a:srgbClr val="FBAE40"/>
          </p15:clr>
        </p15:guide>
      </p15:sldGuideLst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rgbClr val="1B29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025209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572">
          <p15:clr>
            <a:srgbClr val="FBAE40"/>
          </p15:clr>
        </p15:guide>
        <p15:guide id="7" orient="horz" pos="640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504">
          <p15:clr>
            <a:srgbClr val="FBAE40"/>
          </p15:clr>
        </p15:guide>
        <p15:guide id="10" pos="7469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232">
          <p15:clr>
            <a:srgbClr val="FBAE40"/>
          </p15:clr>
        </p15:guide>
      </p15:sldGuideLst>
    </p:ext>
  </p:extLst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07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7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F2B9C3-F50B-B666-5EA8-B39B98ACF219}"/>
              </a:ext>
            </a:extLst>
          </p:cNvPr>
          <p:cNvCxnSpPr>
            <a:cxnSpLocks/>
          </p:cNvCxnSpPr>
          <p:nvPr userDrawn="1"/>
        </p:nvCxnSpPr>
        <p:spPr>
          <a:xfrm>
            <a:off x="334962" y="6651833"/>
            <a:ext cx="1112043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CD0F41B-80AC-75CD-C614-761179C3FD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A5B235-5C5D-E1C8-8FE2-59EFF09B29AE}"/>
              </a:ext>
            </a:extLst>
          </p:cNvPr>
          <p:cNvCxnSpPr>
            <a:cxnSpLocks/>
          </p:cNvCxnSpPr>
          <p:nvPr userDrawn="1"/>
        </p:nvCxnSpPr>
        <p:spPr>
          <a:xfrm>
            <a:off x="0" y="89397"/>
            <a:ext cx="1041861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223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1" cy="700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884233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06548" y="1442433"/>
            <a:ext cx="2778902" cy="424603"/>
          </a:xfrm>
        </p:spPr>
        <p:txBody>
          <a:bodyPr lIns="0" tIns="0" rIns="0" bIns="0"/>
          <a:lstStyle>
            <a:lvl1pPr>
              <a:defRPr sz="2759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6877390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06548" y="1442433"/>
            <a:ext cx="2778902" cy="424603"/>
          </a:xfrm>
        </p:spPr>
        <p:txBody>
          <a:bodyPr lIns="0" tIns="0" rIns="0" bIns="0"/>
          <a:lstStyle>
            <a:lvl1pPr>
              <a:defRPr sz="2759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300323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06548" y="1442433"/>
            <a:ext cx="2778902" cy="424603"/>
          </a:xfrm>
        </p:spPr>
        <p:txBody>
          <a:bodyPr lIns="0" tIns="0" rIns="0" bIns="0"/>
          <a:lstStyle>
            <a:lvl1pPr>
              <a:defRPr sz="2759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485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67422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  <p:sp>
        <p:nvSpPr>
          <p:cNvPr id="5" name="database">
            <a:extLst>
              <a:ext uri="{FF2B5EF4-FFF2-40B4-BE49-F238E27FC236}">
                <a16:creationId xmlns:a16="http://schemas.microsoft.com/office/drawing/2014/main" id="{0E553F2B-6065-408C-47F8-EC1D64D655A1}"/>
              </a:ext>
            </a:extLst>
          </p:cNvPr>
          <p:cNvSpPr txBox="1"/>
          <p:nvPr userDrawn="1"/>
        </p:nvSpPr>
        <p:spPr>
          <a:xfrm>
            <a:off x="2077943" y="6651833"/>
            <a:ext cx="8036114" cy="13080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lvl="0" algn="ctr" defTabSz="877458">
              <a:spcBef>
                <a:spcPts val="288"/>
              </a:spcBef>
              <a:spcAft>
                <a:spcPts val="288"/>
              </a:spcAft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pt-BR" sz="850" b="0" kern="0">
                <a:solidFill>
                  <a:srgbClr val="FFFFFF"/>
                </a:solidFill>
                <a:latin typeface="Versos Light" panose="020B0403020204030204" pitchFamily="34" charset="0"/>
                <a:cs typeface="helvetica"/>
              </a:rPr>
              <a:t>MATERIAL DE USO INTERNO</a:t>
            </a:r>
          </a:p>
        </p:txBody>
      </p:sp>
    </p:spTree>
    <p:extLst>
      <p:ext uri="{BB962C8B-B14F-4D97-AF65-F5344CB8AC3E}">
        <p14:creationId xmlns:p14="http://schemas.microsoft.com/office/powerpoint/2010/main" val="2160217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1" cy="6232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420986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68" y="447772"/>
            <a:ext cx="11340864" cy="377924"/>
          </a:xfrm>
          <a:prstGeom prst="rect">
            <a:avLst/>
          </a:prstGeom>
        </p:spPr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6728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68" y="447772"/>
            <a:ext cx="11340864" cy="377924"/>
          </a:xfrm>
          <a:prstGeom prst="rect">
            <a:avLst/>
          </a:prstGeom>
        </p:spPr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7884852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5568" y="447772"/>
            <a:ext cx="11340864" cy="377924"/>
          </a:xfrm>
          <a:prstGeom prst="rect">
            <a:avLst/>
          </a:prstGeom>
        </p:spPr>
        <p:txBody>
          <a:bodyPr lIns="0" tIns="0" rIns="0" bIns="0"/>
          <a:lstStyle>
            <a:lvl1pPr>
              <a:defRPr sz="2456" b="0" i="0">
                <a:solidFill>
                  <a:schemeClr val="bg1"/>
                </a:solidFill>
                <a:latin typeface="+mj-lt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6572319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525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| 1 linha - Branco 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66A520-3C99-723C-6FAE-61E67E279300}"/>
              </a:ext>
            </a:extLst>
          </p:cNvPr>
          <p:cNvCxnSpPr>
            <a:cxnSpLocks/>
          </p:cNvCxnSpPr>
          <p:nvPr userDrawn="1"/>
        </p:nvCxnSpPr>
        <p:spPr>
          <a:xfrm>
            <a:off x="334963" y="6675256"/>
            <a:ext cx="12403137" cy="0"/>
          </a:xfrm>
          <a:prstGeom prst="line">
            <a:avLst/>
          </a:prstGeom>
          <a:ln>
            <a:gradFill>
              <a:gsLst>
                <a:gs pos="58000">
                  <a:schemeClr val="bg2">
                    <a:lumMod val="9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373034-B345-F25C-322C-7B02164ACFED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9064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3">
            <a:extLst>
              <a:ext uri="{FF2B5EF4-FFF2-40B4-BE49-F238E27FC236}">
                <a16:creationId xmlns:a16="http://schemas.microsoft.com/office/drawing/2014/main" id="{1817CA7E-5179-C9F5-48AF-755DF56F61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124" r="31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10822779" y="335605"/>
            <a:ext cx="1080870" cy="46806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621403"/>
            <a:ext cx="4789394" cy="104644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7989" y="2775019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CB7DBB8-8A97-3EC9-600D-C254A630EAF7}"/>
              </a:ext>
            </a:extLst>
          </p:cNvPr>
          <p:cNvGrpSpPr/>
          <p:nvPr userDrawn="1"/>
        </p:nvGrpSpPr>
        <p:grpSpPr>
          <a:xfrm flipV="1">
            <a:off x="-7870580" y="-1587993"/>
            <a:ext cx="20282791" cy="6312392"/>
            <a:chOff x="-62630" y="3261055"/>
            <a:chExt cx="12291315" cy="3825292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B8EA919-4550-54B4-377C-54BCF1E02D3F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accent5">
                      <a:lumMod val="75000"/>
                    </a:schemeClr>
                  </a:gs>
                  <a:gs pos="27000">
                    <a:schemeClr val="bg1"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41EE52-58E2-CB6C-117D-1BB71B64ACA9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gradFill>
                <a:gsLst>
                  <a:gs pos="14000">
                    <a:schemeClr val="accent5">
                      <a:lumMod val="7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127446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822779" y="952390"/>
            <a:ext cx="1080870" cy="46806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460686"/>
            <a:ext cx="4789394" cy="104644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grpSp>
        <p:nvGrpSpPr>
          <p:cNvPr id="4" name="object 23">
            <a:extLst>
              <a:ext uri="{FF2B5EF4-FFF2-40B4-BE49-F238E27FC236}">
                <a16:creationId xmlns:a16="http://schemas.microsoft.com/office/drawing/2014/main" id="{50D4309B-76E2-19A1-86E6-630C64E10DC1}"/>
              </a:ext>
            </a:extLst>
          </p:cNvPr>
          <p:cNvGrpSpPr/>
          <p:nvPr userDrawn="1"/>
        </p:nvGrpSpPr>
        <p:grpSpPr>
          <a:xfrm>
            <a:off x="-546445" y="2983906"/>
            <a:ext cx="12786104" cy="4703568"/>
            <a:chOff x="13449" y="560788"/>
            <a:chExt cx="7539039" cy="2773353"/>
          </a:xfrm>
        </p:grpSpPr>
        <p:sp>
          <p:nvSpPr>
            <p:cNvPr id="5" name="object 24">
              <a:extLst>
                <a:ext uri="{FF2B5EF4-FFF2-40B4-BE49-F238E27FC236}">
                  <a16:creationId xmlns:a16="http://schemas.microsoft.com/office/drawing/2014/main" id="{DE727D37-CBBB-D040-AA60-F758EAC5436B}"/>
                </a:ext>
              </a:extLst>
            </p:cNvPr>
            <p:cNvSpPr/>
            <p:nvPr/>
          </p:nvSpPr>
          <p:spPr>
            <a:xfrm>
              <a:off x="13449" y="560788"/>
              <a:ext cx="6531609" cy="1584960"/>
            </a:xfrm>
            <a:custGeom>
              <a:avLst/>
              <a:gdLst/>
              <a:ahLst/>
              <a:cxnLst/>
              <a:rect l="l" t="t" r="r" b="b"/>
              <a:pathLst>
                <a:path w="6531609" h="1584960">
                  <a:moveTo>
                    <a:pt x="405650" y="0"/>
                  </a:moveTo>
                  <a:lnTo>
                    <a:pt x="0" y="0"/>
                  </a:lnTo>
                </a:path>
                <a:path w="6531609" h="1584960">
                  <a:moveTo>
                    <a:pt x="0" y="1584629"/>
                  </a:moveTo>
                  <a:lnTo>
                    <a:pt x="6531127" y="1584629"/>
                  </a:lnTo>
                  <a:lnTo>
                    <a:pt x="6382397" y="1391958"/>
                  </a:lnTo>
                  <a:lnTo>
                    <a:pt x="6351092" y="1352015"/>
                  </a:lnTo>
                  <a:lnTo>
                    <a:pt x="6319315" y="1312579"/>
                  </a:lnTo>
                  <a:lnTo>
                    <a:pt x="6287071" y="1273655"/>
                  </a:lnTo>
                  <a:lnTo>
                    <a:pt x="6254367" y="1235245"/>
                  </a:lnTo>
                  <a:lnTo>
                    <a:pt x="6221207" y="1197353"/>
                  </a:lnTo>
                  <a:lnTo>
                    <a:pt x="6187597" y="1159983"/>
                  </a:lnTo>
                  <a:lnTo>
                    <a:pt x="6153543" y="1123138"/>
                  </a:lnTo>
                  <a:lnTo>
                    <a:pt x="6119049" y="1086822"/>
                  </a:lnTo>
                  <a:lnTo>
                    <a:pt x="6084122" y="1051038"/>
                  </a:lnTo>
                  <a:lnTo>
                    <a:pt x="6048766" y="1015790"/>
                  </a:lnTo>
                  <a:lnTo>
                    <a:pt x="6012987" y="981081"/>
                  </a:lnTo>
                  <a:lnTo>
                    <a:pt x="5976790" y="946915"/>
                  </a:lnTo>
                  <a:lnTo>
                    <a:pt x="5940181" y="913295"/>
                  </a:lnTo>
                  <a:lnTo>
                    <a:pt x="5903165" y="880225"/>
                  </a:lnTo>
                  <a:lnTo>
                    <a:pt x="5865748" y="847708"/>
                  </a:lnTo>
                  <a:lnTo>
                    <a:pt x="5827935" y="815749"/>
                  </a:lnTo>
                  <a:lnTo>
                    <a:pt x="5789731" y="784350"/>
                  </a:lnTo>
                  <a:lnTo>
                    <a:pt x="5751142" y="753515"/>
                  </a:lnTo>
                  <a:lnTo>
                    <a:pt x="5712173" y="723247"/>
                  </a:lnTo>
                  <a:lnTo>
                    <a:pt x="5672829" y="693551"/>
                  </a:lnTo>
                  <a:lnTo>
                    <a:pt x="5633117" y="664429"/>
                  </a:lnTo>
                  <a:lnTo>
                    <a:pt x="5593041" y="635885"/>
                  </a:lnTo>
                  <a:lnTo>
                    <a:pt x="5552607" y="607923"/>
                  </a:lnTo>
                  <a:lnTo>
                    <a:pt x="5511820" y="580546"/>
                  </a:lnTo>
                  <a:lnTo>
                    <a:pt x="5470685" y="553758"/>
                  </a:lnTo>
                  <a:lnTo>
                    <a:pt x="5429209" y="527562"/>
                  </a:lnTo>
                  <a:lnTo>
                    <a:pt x="5387396" y="501962"/>
                  </a:lnTo>
                  <a:lnTo>
                    <a:pt x="5345252" y="476961"/>
                  </a:lnTo>
                  <a:lnTo>
                    <a:pt x="5302782" y="452563"/>
                  </a:lnTo>
                  <a:lnTo>
                    <a:pt x="5259991" y="428771"/>
                  </a:lnTo>
                  <a:lnTo>
                    <a:pt x="5216886" y="405589"/>
                  </a:lnTo>
                  <a:lnTo>
                    <a:pt x="5173471" y="383021"/>
                  </a:lnTo>
                  <a:lnTo>
                    <a:pt x="5129752" y="361070"/>
                  </a:lnTo>
                  <a:lnTo>
                    <a:pt x="5085734" y="339739"/>
                  </a:lnTo>
                  <a:lnTo>
                    <a:pt x="5041423" y="319032"/>
                  </a:lnTo>
                  <a:lnTo>
                    <a:pt x="4996823" y="298953"/>
                  </a:lnTo>
                  <a:lnTo>
                    <a:pt x="4951941" y="279505"/>
                  </a:lnTo>
                  <a:lnTo>
                    <a:pt x="4906782" y="260691"/>
                  </a:lnTo>
                  <a:lnTo>
                    <a:pt x="4861352" y="242516"/>
                  </a:lnTo>
                  <a:lnTo>
                    <a:pt x="4815654" y="224982"/>
                  </a:lnTo>
                  <a:lnTo>
                    <a:pt x="4769696" y="208094"/>
                  </a:lnTo>
                  <a:lnTo>
                    <a:pt x="4723483" y="191854"/>
                  </a:lnTo>
                  <a:lnTo>
                    <a:pt x="4677019" y="176267"/>
                  </a:lnTo>
                  <a:lnTo>
                    <a:pt x="4630310" y="161335"/>
                  </a:lnTo>
                  <a:lnTo>
                    <a:pt x="4583362" y="147063"/>
                  </a:lnTo>
                  <a:lnTo>
                    <a:pt x="4536181" y="133453"/>
                  </a:lnTo>
                  <a:lnTo>
                    <a:pt x="4488770" y="120510"/>
                  </a:lnTo>
                  <a:lnTo>
                    <a:pt x="4441137" y="108237"/>
                  </a:lnTo>
                  <a:lnTo>
                    <a:pt x="4393285" y="96638"/>
                  </a:lnTo>
                  <a:lnTo>
                    <a:pt x="4345222" y="85715"/>
                  </a:lnTo>
                  <a:lnTo>
                    <a:pt x="4296951" y="75473"/>
                  </a:lnTo>
                  <a:lnTo>
                    <a:pt x="4248479" y="65915"/>
                  </a:lnTo>
                  <a:lnTo>
                    <a:pt x="4199811" y="57045"/>
                  </a:lnTo>
                  <a:lnTo>
                    <a:pt x="4150952" y="48865"/>
                  </a:lnTo>
                  <a:lnTo>
                    <a:pt x="4101908" y="41381"/>
                  </a:lnTo>
                  <a:lnTo>
                    <a:pt x="4052684" y="34594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25">
              <a:extLst>
                <a:ext uri="{FF2B5EF4-FFF2-40B4-BE49-F238E27FC236}">
                  <a16:creationId xmlns:a16="http://schemas.microsoft.com/office/drawing/2014/main" id="{8207C49E-615D-5482-45CB-4F23C1E9C0C1}"/>
                </a:ext>
              </a:extLst>
            </p:cNvPr>
            <p:cNvSpPr/>
            <p:nvPr/>
          </p:nvSpPr>
          <p:spPr>
            <a:xfrm>
              <a:off x="5882932" y="2145421"/>
              <a:ext cx="1323340" cy="1188720"/>
            </a:xfrm>
            <a:custGeom>
              <a:avLst/>
              <a:gdLst/>
              <a:ahLst/>
              <a:cxnLst/>
              <a:rect l="l" t="t" r="r" b="b"/>
              <a:pathLst>
                <a:path w="1323340" h="1188720">
                  <a:moveTo>
                    <a:pt x="1323243" y="1188341"/>
                  </a:moveTo>
                  <a:lnTo>
                    <a:pt x="1302947" y="1128198"/>
                  </a:lnTo>
                  <a:lnTo>
                    <a:pt x="1286304" y="1081545"/>
                  </a:lnTo>
                  <a:lnTo>
                    <a:pt x="1269001" y="1035125"/>
                  </a:lnTo>
                  <a:lnTo>
                    <a:pt x="1251041" y="988943"/>
                  </a:lnTo>
                  <a:lnTo>
                    <a:pt x="1232425" y="943003"/>
                  </a:lnTo>
                  <a:lnTo>
                    <a:pt x="1213154" y="897309"/>
                  </a:lnTo>
                  <a:lnTo>
                    <a:pt x="1193230" y="851867"/>
                  </a:lnTo>
                  <a:lnTo>
                    <a:pt x="1172655" y="806682"/>
                  </a:lnTo>
                  <a:lnTo>
                    <a:pt x="1151430" y="761757"/>
                  </a:lnTo>
                  <a:lnTo>
                    <a:pt x="1129556" y="717098"/>
                  </a:lnTo>
                  <a:lnTo>
                    <a:pt x="1107036" y="672709"/>
                  </a:lnTo>
                  <a:lnTo>
                    <a:pt x="1083871" y="628596"/>
                  </a:lnTo>
                  <a:lnTo>
                    <a:pt x="1060063" y="584762"/>
                  </a:lnTo>
                  <a:lnTo>
                    <a:pt x="1035612" y="541213"/>
                  </a:lnTo>
                  <a:lnTo>
                    <a:pt x="1010521" y="497952"/>
                  </a:lnTo>
                  <a:lnTo>
                    <a:pt x="984792" y="454986"/>
                  </a:lnTo>
                  <a:lnTo>
                    <a:pt x="958425" y="412319"/>
                  </a:lnTo>
                  <a:lnTo>
                    <a:pt x="931422" y="369954"/>
                  </a:lnTo>
                  <a:lnTo>
                    <a:pt x="903785" y="327898"/>
                  </a:lnTo>
                  <a:lnTo>
                    <a:pt x="875516" y="286155"/>
                  </a:lnTo>
                  <a:lnTo>
                    <a:pt x="846616" y="244729"/>
                  </a:lnTo>
                  <a:lnTo>
                    <a:pt x="817086" y="203625"/>
                  </a:lnTo>
                  <a:lnTo>
                    <a:pt x="786929" y="162848"/>
                  </a:lnTo>
                  <a:lnTo>
                    <a:pt x="756146" y="122402"/>
                  </a:lnTo>
                  <a:lnTo>
                    <a:pt x="661645" y="0"/>
                  </a:lnTo>
                  <a:lnTo>
                    <a:pt x="566966" y="122402"/>
                  </a:lnTo>
                  <a:lnTo>
                    <a:pt x="536204" y="162848"/>
                  </a:lnTo>
                  <a:lnTo>
                    <a:pt x="506066" y="203625"/>
                  </a:lnTo>
                  <a:lnTo>
                    <a:pt x="476554" y="244729"/>
                  </a:lnTo>
                  <a:lnTo>
                    <a:pt x="447670" y="286155"/>
                  </a:lnTo>
                  <a:lnTo>
                    <a:pt x="419415" y="327898"/>
                  </a:lnTo>
                  <a:lnTo>
                    <a:pt x="391791" y="369954"/>
                  </a:lnTo>
                  <a:lnTo>
                    <a:pt x="364799" y="412319"/>
                  </a:lnTo>
                  <a:lnTo>
                    <a:pt x="338442" y="454986"/>
                  </a:lnTo>
                  <a:lnTo>
                    <a:pt x="312721" y="497952"/>
                  </a:lnTo>
                  <a:lnTo>
                    <a:pt x="287637" y="541213"/>
                  </a:lnTo>
                  <a:lnTo>
                    <a:pt x="263192" y="584762"/>
                  </a:lnTo>
                  <a:lnTo>
                    <a:pt x="239388" y="628596"/>
                  </a:lnTo>
                  <a:lnTo>
                    <a:pt x="216227" y="672709"/>
                  </a:lnTo>
                  <a:lnTo>
                    <a:pt x="193709" y="717098"/>
                  </a:lnTo>
                  <a:lnTo>
                    <a:pt x="171837" y="761757"/>
                  </a:lnTo>
                  <a:lnTo>
                    <a:pt x="150613" y="806682"/>
                  </a:lnTo>
                  <a:lnTo>
                    <a:pt x="130037" y="851867"/>
                  </a:lnTo>
                  <a:lnTo>
                    <a:pt x="110112" y="897309"/>
                  </a:lnTo>
                  <a:lnTo>
                    <a:pt x="90839" y="943003"/>
                  </a:lnTo>
                  <a:lnTo>
                    <a:pt x="72220" y="988943"/>
                  </a:lnTo>
                  <a:lnTo>
                    <a:pt x="54257" y="1035125"/>
                  </a:lnTo>
                  <a:lnTo>
                    <a:pt x="36950" y="1081545"/>
                  </a:lnTo>
                  <a:lnTo>
                    <a:pt x="20302" y="1128198"/>
                  </a:lnTo>
                  <a:lnTo>
                    <a:pt x="4315" y="1175079"/>
                  </a:lnTo>
                  <a:lnTo>
                    <a:pt x="0" y="1188341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26">
              <a:extLst>
                <a:ext uri="{FF2B5EF4-FFF2-40B4-BE49-F238E27FC236}">
                  <a16:creationId xmlns:a16="http://schemas.microsoft.com/office/drawing/2014/main" id="{72246793-C8CC-C392-6977-F37744ACA046}"/>
                </a:ext>
              </a:extLst>
            </p:cNvPr>
            <p:cNvSpPr/>
            <p:nvPr/>
          </p:nvSpPr>
          <p:spPr>
            <a:xfrm>
              <a:off x="6544744" y="1151738"/>
              <a:ext cx="1007744" cy="993775"/>
            </a:xfrm>
            <a:custGeom>
              <a:avLst/>
              <a:gdLst/>
              <a:ahLst/>
              <a:cxnLst/>
              <a:rect l="l" t="t" r="r" b="b"/>
              <a:pathLst>
                <a:path w="1007745" h="993775">
                  <a:moveTo>
                    <a:pt x="1007475" y="0"/>
                  </a:moveTo>
                  <a:lnTo>
                    <a:pt x="964928" y="28652"/>
                  </a:lnTo>
                  <a:lnTo>
                    <a:pt x="925183" y="56259"/>
                  </a:lnTo>
                  <a:lnTo>
                    <a:pt x="885787" y="84427"/>
                  </a:lnTo>
                  <a:lnTo>
                    <a:pt x="846746" y="113153"/>
                  </a:lnTo>
                  <a:lnTo>
                    <a:pt x="808065" y="142436"/>
                  </a:lnTo>
                  <a:lnTo>
                    <a:pt x="769750" y="172273"/>
                  </a:lnTo>
                  <a:lnTo>
                    <a:pt x="731805" y="202660"/>
                  </a:lnTo>
                  <a:lnTo>
                    <a:pt x="694235" y="233595"/>
                  </a:lnTo>
                  <a:lnTo>
                    <a:pt x="657047" y="265076"/>
                  </a:lnTo>
                  <a:lnTo>
                    <a:pt x="620246" y="297101"/>
                  </a:lnTo>
                  <a:lnTo>
                    <a:pt x="583836" y="329665"/>
                  </a:lnTo>
                  <a:lnTo>
                    <a:pt x="547822" y="362768"/>
                  </a:lnTo>
                  <a:lnTo>
                    <a:pt x="512212" y="396406"/>
                  </a:lnTo>
                  <a:lnTo>
                    <a:pt x="477008" y="430576"/>
                  </a:lnTo>
                  <a:lnTo>
                    <a:pt x="442218" y="465277"/>
                  </a:lnTo>
                  <a:lnTo>
                    <a:pt x="407846" y="500505"/>
                  </a:lnTo>
                  <a:lnTo>
                    <a:pt x="373897" y="536258"/>
                  </a:lnTo>
                  <a:lnTo>
                    <a:pt x="340376" y="572533"/>
                  </a:lnTo>
                  <a:lnTo>
                    <a:pt x="307290" y="609328"/>
                  </a:lnTo>
                  <a:lnTo>
                    <a:pt x="274643" y="646640"/>
                  </a:lnTo>
                  <a:lnTo>
                    <a:pt x="242440" y="684467"/>
                  </a:lnTo>
                  <a:lnTo>
                    <a:pt x="210687" y="722805"/>
                  </a:lnTo>
                  <a:lnTo>
                    <a:pt x="179389" y="761653"/>
                  </a:lnTo>
                  <a:lnTo>
                    <a:pt x="148551" y="801007"/>
                  </a:lnTo>
                  <a:lnTo>
                    <a:pt x="0" y="993679"/>
                  </a:lnTo>
                  <a:lnTo>
                    <a:pt x="1007475" y="993679"/>
                  </a:lnTo>
                </a:path>
              </a:pathLst>
            </a:custGeom>
            <a:ln w="9525">
              <a:solidFill>
                <a:srgbClr val="C4E1C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8E93529-2614-7E2E-2EE2-98EFA88E353C}"/>
              </a:ext>
            </a:extLst>
          </p:cNvPr>
          <p:cNvSpPr/>
          <p:nvPr userDrawn="1"/>
        </p:nvSpPr>
        <p:spPr>
          <a:xfrm flipH="1" flipV="1">
            <a:off x="407988" y="0"/>
            <a:ext cx="11784012" cy="295836"/>
          </a:xfrm>
          <a:prstGeom prst="round1Rect">
            <a:avLst>
              <a:gd name="adj" fmla="val 50000"/>
            </a:avLst>
          </a:prstGeom>
          <a:solidFill>
            <a:srgbClr val="6479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166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racap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5">
            <a:extLst>
              <a:ext uri="{FF2B5EF4-FFF2-40B4-BE49-F238E27FC236}">
                <a16:creationId xmlns:a16="http://schemas.microsoft.com/office/drawing/2014/main" id="{43DFA321-6122-DD56-1B69-CCC4924A73A8}"/>
              </a:ext>
            </a:extLst>
          </p:cNvPr>
          <p:cNvSpPr txBox="1"/>
          <p:nvPr userDrawn="1"/>
        </p:nvSpPr>
        <p:spPr>
          <a:xfrm>
            <a:off x="7491663" y="5251905"/>
            <a:ext cx="4155689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r"/>
            <a:endParaRPr lang="it-IT" sz="14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it-IT" sz="1400" b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www.tivio.com</a:t>
            </a:r>
            <a:endParaRPr lang="pt-BR" sz="1400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330FC6-53B2-4C95-7A0F-A920F3013C49}"/>
              </a:ext>
            </a:extLst>
          </p:cNvPr>
          <p:cNvGrpSpPr/>
          <p:nvPr userDrawn="1"/>
        </p:nvGrpSpPr>
        <p:grpSpPr>
          <a:xfrm>
            <a:off x="-7705924" y="882316"/>
            <a:ext cx="19934609" cy="6204031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BF3B65E-8CAD-31B1-6F90-86F99F800687}"/>
                </a:ext>
              </a:extLst>
            </p:cNvPr>
            <p:cNvSpPr/>
            <p:nvPr userDrawn="1"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7CECC5-0785-0E7C-A4CB-3D289F54A871}"/>
                </a:ext>
              </a:extLst>
            </p:cNvPr>
            <p:cNvSpPr/>
            <p:nvPr userDrawn="1"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  <p:sp>
        <p:nvSpPr>
          <p:cNvPr id="10" name="object 5"/>
          <p:cNvSpPr/>
          <p:nvPr userDrawn="1"/>
        </p:nvSpPr>
        <p:spPr>
          <a:xfrm>
            <a:off x="757218" y="3474647"/>
            <a:ext cx="1501480" cy="509684"/>
          </a:xfrm>
          <a:custGeom>
            <a:avLst/>
            <a:gdLst/>
            <a:ahLst/>
            <a:cxnLst/>
            <a:rect l="l" t="t" r="r" b="b"/>
            <a:pathLst>
              <a:path w="4495165" h="1525904">
                <a:moveTo>
                  <a:pt x="549605" y="149009"/>
                </a:moveTo>
                <a:lnTo>
                  <a:pt x="502272" y="93929"/>
                </a:lnTo>
                <a:lnTo>
                  <a:pt x="463880" y="62522"/>
                </a:lnTo>
                <a:lnTo>
                  <a:pt x="421525" y="37515"/>
                </a:lnTo>
                <a:lnTo>
                  <a:pt x="375894" y="19253"/>
                </a:lnTo>
                <a:lnTo>
                  <a:pt x="327634" y="8051"/>
                </a:lnTo>
                <a:lnTo>
                  <a:pt x="277444" y="4241"/>
                </a:lnTo>
                <a:lnTo>
                  <a:pt x="0" y="4241"/>
                </a:lnTo>
                <a:lnTo>
                  <a:pt x="0" y="149009"/>
                </a:lnTo>
                <a:lnTo>
                  <a:pt x="549605" y="149009"/>
                </a:lnTo>
                <a:close/>
              </a:path>
              <a:path w="4495165" h="1525904">
                <a:moveTo>
                  <a:pt x="630440" y="613206"/>
                </a:moveTo>
                <a:lnTo>
                  <a:pt x="626249" y="610260"/>
                </a:lnTo>
                <a:lnTo>
                  <a:pt x="626249" y="359600"/>
                </a:lnTo>
                <a:lnTo>
                  <a:pt x="621880" y="305828"/>
                </a:lnTo>
                <a:lnTo>
                  <a:pt x="608939" y="254203"/>
                </a:lnTo>
                <a:lnTo>
                  <a:pt x="587654" y="205422"/>
                </a:lnTo>
                <a:lnTo>
                  <a:pt x="558253" y="160185"/>
                </a:lnTo>
                <a:lnTo>
                  <a:pt x="549617" y="149009"/>
                </a:lnTo>
                <a:lnTo>
                  <a:pt x="511581" y="205422"/>
                </a:lnTo>
                <a:lnTo>
                  <a:pt x="490296" y="254203"/>
                </a:lnTo>
                <a:lnTo>
                  <a:pt x="477342" y="305828"/>
                </a:lnTo>
                <a:lnTo>
                  <a:pt x="472973" y="359600"/>
                </a:lnTo>
                <a:lnTo>
                  <a:pt x="472859" y="937183"/>
                </a:lnTo>
                <a:lnTo>
                  <a:pt x="472973" y="948131"/>
                </a:lnTo>
                <a:lnTo>
                  <a:pt x="626389" y="948131"/>
                </a:lnTo>
                <a:lnTo>
                  <a:pt x="626249" y="619315"/>
                </a:lnTo>
                <a:lnTo>
                  <a:pt x="630440" y="613206"/>
                </a:lnTo>
                <a:close/>
              </a:path>
              <a:path w="4495165" h="1525904">
                <a:moveTo>
                  <a:pt x="1099248" y="4241"/>
                </a:moveTo>
                <a:lnTo>
                  <a:pt x="821817" y="4241"/>
                </a:lnTo>
                <a:lnTo>
                  <a:pt x="771613" y="8051"/>
                </a:lnTo>
                <a:lnTo>
                  <a:pt x="723353" y="19253"/>
                </a:lnTo>
                <a:lnTo>
                  <a:pt x="677710" y="37515"/>
                </a:lnTo>
                <a:lnTo>
                  <a:pt x="635355" y="62522"/>
                </a:lnTo>
                <a:lnTo>
                  <a:pt x="596963" y="93929"/>
                </a:lnTo>
                <a:lnTo>
                  <a:pt x="563206" y="131406"/>
                </a:lnTo>
                <a:lnTo>
                  <a:pt x="549630" y="149009"/>
                </a:lnTo>
                <a:lnTo>
                  <a:pt x="1099248" y="149009"/>
                </a:lnTo>
                <a:lnTo>
                  <a:pt x="1099248" y="4241"/>
                </a:lnTo>
                <a:close/>
              </a:path>
              <a:path w="4495165" h="1525904">
                <a:moveTo>
                  <a:pt x="1472869" y="12420"/>
                </a:moveTo>
                <a:lnTo>
                  <a:pt x="1323860" y="12420"/>
                </a:lnTo>
                <a:lnTo>
                  <a:pt x="1323860" y="966152"/>
                </a:lnTo>
                <a:lnTo>
                  <a:pt x="1472869" y="966152"/>
                </a:lnTo>
                <a:lnTo>
                  <a:pt x="1472869" y="12420"/>
                </a:lnTo>
                <a:close/>
              </a:path>
              <a:path w="4495165" h="1525904">
                <a:moveTo>
                  <a:pt x="1628749" y="1277899"/>
                </a:moveTo>
                <a:lnTo>
                  <a:pt x="1610728" y="1227213"/>
                </a:lnTo>
                <a:lnTo>
                  <a:pt x="1577505" y="1188466"/>
                </a:lnTo>
                <a:lnTo>
                  <a:pt x="1531823" y="1163904"/>
                </a:lnTo>
                <a:lnTo>
                  <a:pt x="1476400" y="1155725"/>
                </a:lnTo>
                <a:lnTo>
                  <a:pt x="1451190" y="1157160"/>
                </a:lnTo>
                <a:lnTo>
                  <a:pt x="1405432" y="1168730"/>
                </a:lnTo>
                <a:lnTo>
                  <a:pt x="1366278" y="1191602"/>
                </a:lnTo>
                <a:lnTo>
                  <a:pt x="1335862" y="1224229"/>
                </a:lnTo>
                <a:lnTo>
                  <a:pt x="1314729" y="1265936"/>
                </a:lnTo>
                <a:lnTo>
                  <a:pt x="1304061" y="1314284"/>
                </a:lnTo>
                <a:lnTo>
                  <a:pt x="1302727" y="1340802"/>
                </a:lnTo>
                <a:lnTo>
                  <a:pt x="1304061" y="1367536"/>
                </a:lnTo>
                <a:lnTo>
                  <a:pt x="1314729" y="1416011"/>
                </a:lnTo>
                <a:lnTo>
                  <a:pt x="1335862" y="1457528"/>
                </a:lnTo>
                <a:lnTo>
                  <a:pt x="1366278" y="1490027"/>
                </a:lnTo>
                <a:lnTo>
                  <a:pt x="1405432" y="1512874"/>
                </a:lnTo>
                <a:lnTo>
                  <a:pt x="1451190" y="1524444"/>
                </a:lnTo>
                <a:lnTo>
                  <a:pt x="1476400" y="1525879"/>
                </a:lnTo>
                <a:lnTo>
                  <a:pt x="1505534" y="1523834"/>
                </a:lnTo>
                <a:lnTo>
                  <a:pt x="1556080" y="1507464"/>
                </a:lnTo>
                <a:lnTo>
                  <a:pt x="1595793" y="1475270"/>
                </a:lnTo>
                <a:lnTo>
                  <a:pt x="1621142" y="1430566"/>
                </a:lnTo>
                <a:lnTo>
                  <a:pt x="1582991" y="1403718"/>
                </a:lnTo>
                <a:lnTo>
                  <a:pt x="1576679" y="1421866"/>
                </a:lnTo>
                <a:lnTo>
                  <a:pt x="1568157" y="1437843"/>
                </a:lnTo>
                <a:lnTo>
                  <a:pt x="1529600" y="1472450"/>
                </a:lnTo>
                <a:lnTo>
                  <a:pt x="1474330" y="1484312"/>
                </a:lnTo>
                <a:lnTo>
                  <a:pt x="1456156" y="1483182"/>
                </a:lnTo>
                <a:lnTo>
                  <a:pt x="1408290" y="1466113"/>
                </a:lnTo>
                <a:lnTo>
                  <a:pt x="1372857" y="1430629"/>
                </a:lnTo>
                <a:lnTo>
                  <a:pt x="1352854" y="1380197"/>
                </a:lnTo>
                <a:lnTo>
                  <a:pt x="1349019" y="1340802"/>
                </a:lnTo>
                <a:lnTo>
                  <a:pt x="1349984" y="1320342"/>
                </a:lnTo>
                <a:lnTo>
                  <a:pt x="1364361" y="1266202"/>
                </a:lnTo>
                <a:lnTo>
                  <a:pt x="1394828" y="1225511"/>
                </a:lnTo>
                <a:lnTo>
                  <a:pt x="1439100" y="1201864"/>
                </a:lnTo>
                <a:lnTo>
                  <a:pt x="1474330" y="1197305"/>
                </a:lnTo>
                <a:lnTo>
                  <a:pt x="1494332" y="1198638"/>
                </a:lnTo>
                <a:lnTo>
                  <a:pt x="1544777" y="1218641"/>
                </a:lnTo>
                <a:lnTo>
                  <a:pt x="1577378" y="1259967"/>
                </a:lnTo>
                <a:lnTo>
                  <a:pt x="1583512" y="1277899"/>
                </a:lnTo>
                <a:lnTo>
                  <a:pt x="1628749" y="1277899"/>
                </a:lnTo>
                <a:close/>
              </a:path>
              <a:path w="4495165" h="1525904">
                <a:moveTo>
                  <a:pt x="2171014" y="1522780"/>
                </a:moveTo>
                <a:lnTo>
                  <a:pt x="2133663" y="1424520"/>
                </a:lnTo>
                <a:lnTo>
                  <a:pt x="2118055" y="1383449"/>
                </a:lnTo>
                <a:lnTo>
                  <a:pt x="2070646" y="1258697"/>
                </a:lnTo>
                <a:lnTo>
                  <a:pt x="2070646" y="1383449"/>
                </a:lnTo>
                <a:lnTo>
                  <a:pt x="1939112" y="1383449"/>
                </a:lnTo>
                <a:lnTo>
                  <a:pt x="2004631" y="1208227"/>
                </a:lnTo>
                <a:lnTo>
                  <a:pt x="2070646" y="1383449"/>
                </a:lnTo>
                <a:lnTo>
                  <a:pt x="2070646" y="1258697"/>
                </a:lnTo>
                <a:lnTo>
                  <a:pt x="2051469" y="1208227"/>
                </a:lnTo>
                <a:lnTo>
                  <a:pt x="2032698" y="1158849"/>
                </a:lnTo>
                <a:lnTo>
                  <a:pt x="1979155" y="1158849"/>
                </a:lnTo>
                <a:lnTo>
                  <a:pt x="1840344" y="1522780"/>
                </a:lnTo>
                <a:lnTo>
                  <a:pt x="1887118" y="1522780"/>
                </a:lnTo>
                <a:lnTo>
                  <a:pt x="1925599" y="1424520"/>
                </a:lnTo>
                <a:lnTo>
                  <a:pt x="2084158" y="1424520"/>
                </a:lnTo>
                <a:lnTo>
                  <a:pt x="2122652" y="1522780"/>
                </a:lnTo>
                <a:lnTo>
                  <a:pt x="2171014" y="1522780"/>
                </a:lnTo>
                <a:close/>
              </a:path>
              <a:path w="4495165" h="1525904">
                <a:moveTo>
                  <a:pt x="2247239" y="966165"/>
                </a:moveTo>
                <a:lnTo>
                  <a:pt x="1863674" y="12433"/>
                </a:lnTo>
                <a:lnTo>
                  <a:pt x="1691932" y="12433"/>
                </a:lnTo>
                <a:lnTo>
                  <a:pt x="2035683" y="832091"/>
                </a:lnTo>
                <a:lnTo>
                  <a:pt x="2059952" y="874915"/>
                </a:lnTo>
                <a:lnTo>
                  <a:pt x="2093137" y="910628"/>
                </a:lnTo>
                <a:lnTo>
                  <a:pt x="2133714" y="938288"/>
                </a:lnTo>
                <a:lnTo>
                  <a:pt x="2180196" y="956932"/>
                </a:lnTo>
                <a:lnTo>
                  <a:pt x="2231034" y="965619"/>
                </a:lnTo>
                <a:lnTo>
                  <a:pt x="2230818" y="966165"/>
                </a:lnTo>
                <a:lnTo>
                  <a:pt x="2247239" y="966165"/>
                </a:lnTo>
                <a:close/>
              </a:path>
              <a:path w="4495165" h="1525904">
                <a:moveTo>
                  <a:pt x="2670111" y="1270609"/>
                </a:moveTo>
                <a:lnTo>
                  <a:pt x="2661780" y="1224749"/>
                </a:lnTo>
                <a:lnTo>
                  <a:pt x="2647569" y="1200429"/>
                </a:lnTo>
                <a:lnTo>
                  <a:pt x="2647086" y="1199718"/>
                </a:lnTo>
                <a:lnTo>
                  <a:pt x="2637282" y="1189253"/>
                </a:lnTo>
                <a:lnTo>
                  <a:pt x="2625902" y="1180223"/>
                </a:lnTo>
                <a:lnTo>
                  <a:pt x="2623832" y="1179017"/>
                </a:lnTo>
                <a:lnTo>
                  <a:pt x="2623832" y="1270609"/>
                </a:lnTo>
                <a:lnTo>
                  <a:pt x="2622499" y="1285925"/>
                </a:lnTo>
                <a:lnTo>
                  <a:pt x="2602534" y="1322095"/>
                </a:lnTo>
                <a:lnTo>
                  <a:pt x="2562352" y="1340129"/>
                </a:lnTo>
                <a:lnTo>
                  <a:pt x="2545321" y="1341323"/>
                </a:lnTo>
                <a:lnTo>
                  <a:pt x="2454859" y="1341323"/>
                </a:lnTo>
                <a:lnTo>
                  <a:pt x="2454859" y="1200429"/>
                </a:lnTo>
                <a:lnTo>
                  <a:pt x="2545842" y="1200429"/>
                </a:lnTo>
                <a:lnTo>
                  <a:pt x="2591320" y="1211110"/>
                </a:lnTo>
                <a:lnTo>
                  <a:pt x="2618575" y="1241704"/>
                </a:lnTo>
                <a:lnTo>
                  <a:pt x="2623832" y="1270609"/>
                </a:lnTo>
                <a:lnTo>
                  <a:pt x="2623832" y="1179017"/>
                </a:lnTo>
                <a:lnTo>
                  <a:pt x="2583281" y="1162278"/>
                </a:lnTo>
                <a:lnTo>
                  <a:pt x="2549487" y="1158824"/>
                </a:lnTo>
                <a:lnTo>
                  <a:pt x="2409634" y="1158824"/>
                </a:lnTo>
                <a:lnTo>
                  <a:pt x="2409634" y="1522780"/>
                </a:lnTo>
                <a:lnTo>
                  <a:pt x="2454859" y="1522780"/>
                </a:lnTo>
                <a:lnTo>
                  <a:pt x="2454859" y="1382915"/>
                </a:lnTo>
                <a:lnTo>
                  <a:pt x="2549487" y="1382915"/>
                </a:lnTo>
                <a:lnTo>
                  <a:pt x="2598470" y="1375168"/>
                </a:lnTo>
                <a:lnTo>
                  <a:pt x="2636901" y="1352448"/>
                </a:lnTo>
                <a:lnTo>
                  <a:pt x="2647124" y="1341323"/>
                </a:lnTo>
                <a:lnTo>
                  <a:pt x="2655036" y="1329893"/>
                </a:lnTo>
                <a:lnTo>
                  <a:pt x="2661628" y="1316634"/>
                </a:lnTo>
                <a:lnTo>
                  <a:pt x="2666339" y="1302346"/>
                </a:lnTo>
                <a:lnTo>
                  <a:pt x="2669171" y="1287005"/>
                </a:lnTo>
                <a:lnTo>
                  <a:pt x="2670111" y="1270609"/>
                </a:lnTo>
                <a:close/>
              </a:path>
              <a:path w="4495165" h="1525904">
                <a:moveTo>
                  <a:pt x="2802534" y="12433"/>
                </a:moveTo>
                <a:lnTo>
                  <a:pt x="2630805" y="12433"/>
                </a:lnTo>
                <a:lnTo>
                  <a:pt x="2247239" y="966165"/>
                </a:lnTo>
                <a:lnTo>
                  <a:pt x="2263660" y="966165"/>
                </a:lnTo>
                <a:lnTo>
                  <a:pt x="2263432" y="965619"/>
                </a:lnTo>
                <a:lnTo>
                  <a:pt x="2314283" y="956932"/>
                </a:lnTo>
                <a:lnTo>
                  <a:pt x="2360752" y="938288"/>
                </a:lnTo>
                <a:lnTo>
                  <a:pt x="2401341" y="910628"/>
                </a:lnTo>
                <a:lnTo>
                  <a:pt x="2434526" y="874915"/>
                </a:lnTo>
                <a:lnTo>
                  <a:pt x="2458796" y="832091"/>
                </a:lnTo>
                <a:lnTo>
                  <a:pt x="2802534" y="12433"/>
                </a:lnTo>
                <a:close/>
              </a:path>
              <a:path w="4495165" h="1525904">
                <a:moveTo>
                  <a:pt x="2961271" y="1158836"/>
                </a:moveTo>
                <a:lnTo>
                  <a:pt x="2916047" y="1158836"/>
                </a:lnTo>
                <a:lnTo>
                  <a:pt x="2916047" y="1522780"/>
                </a:lnTo>
                <a:lnTo>
                  <a:pt x="2961271" y="1522780"/>
                </a:lnTo>
                <a:lnTo>
                  <a:pt x="2961271" y="1158836"/>
                </a:lnTo>
                <a:close/>
              </a:path>
              <a:path w="4495165" h="1525904">
                <a:moveTo>
                  <a:pt x="3170644" y="12420"/>
                </a:moveTo>
                <a:lnTo>
                  <a:pt x="3021622" y="12420"/>
                </a:lnTo>
                <a:lnTo>
                  <a:pt x="3021622" y="966152"/>
                </a:lnTo>
                <a:lnTo>
                  <a:pt x="3170644" y="966152"/>
                </a:lnTo>
                <a:lnTo>
                  <a:pt x="3170644" y="12420"/>
                </a:lnTo>
                <a:close/>
              </a:path>
              <a:path w="4495165" h="1525904">
                <a:moveTo>
                  <a:pt x="3488461" y="1158836"/>
                </a:moveTo>
                <a:lnTo>
                  <a:pt x="3207194" y="1158836"/>
                </a:lnTo>
                <a:lnTo>
                  <a:pt x="3207194" y="1200746"/>
                </a:lnTo>
                <a:lnTo>
                  <a:pt x="3325203" y="1200746"/>
                </a:lnTo>
                <a:lnTo>
                  <a:pt x="3325203" y="1523326"/>
                </a:lnTo>
                <a:lnTo>
                  <a:pt x="3370453" y="1523326"/>
                </a:lnTo>
                <a:lnTo>
                  <a:pt x="3370453" y="1200746"/>
                </a:lnTo>
                <a:lnTo>
                  <a:pt x="3488461" y="1200746"/>
                </a:lnTo>
                <a:lnTo>
                  <a:pt x="3488461" y="1158836"/>
                </a:lnTo>
                <a:close/>
              </a:path>
              <a:path w="4495165" h="1525904">
                <a:moveTo>
                  <a:pt x="3983431" y="1522780"/>
                </a:moveTo>
                <a:lnTo>
                  <a:pt x="3946093" y="1424520"/>
                </a:lnTo>
                <a:lnTo>
                  <a:pt x="3930485" y="1383449"/>
                </a:lnTo>
                <a:lnTo>
                  <a:pt x="3883075" y="1258697"/>
                </a:lnTo>
                <a:lnTo>
                  <a:pt x="3883075" y="1383449"/>
                </a:lnTo>
                <a:lnTo>
                  <a:pt x="3751542" y="1383449"/>
                </a:lnTo>
                <a:lnTo>
                  <a:pt x="3817048" y="1208227"/>
                </a:lnTo>
                <a:lnTo>
                  <a:pt x="3883075" y="1383449"/>
                </a:lnTo>
                <a:lnTo>
                  <a:pt x="3883075" y="1258697"/>
                </a:lnTo>
                <a:lnTo>
                  <a:pt x="3863898" y="1208227"/>
                </a:lnTo>
                <a:lnTo>
                  <a:pt x="3845128" y="1158849"/>
                </a:lnTo>
                <a:lnTo>
                  <a:pt x="3791572" y="1158849"/>
                </a:lnTo>
                <a:lnTo>
                  <a:pt x="3652761" y="1522780"/>
                </a:lnTo>
                <a:lnTo>
                  <a:pt x="3699548" y="1522780"/>
                </a:lnTo>
                <a:lnTo>
                  <a:pt x="3738029" y="1424520"/>
                </a:lnTo>
                <a:lnTo>
                  <a:pt x="3896588" y="1424520"/>
                </a:lnTo>
                <a:lnTo>
                  <a:pt x="3935069" y="1522780"/>
                </a:lnTo>
                <a:lnTo>
                  <a:pt x="3983431" y="1522780"/>
                </a:lnTo>
                <a:close/>
              </a:path>
              <a:path w="4495165" h="1525904">
                <a:moveTo>
                  <a:pt x="4433138" y="1480870"/>
                </a:moveTo>
                <a:lnTo>
                  <a:pt x="4267276" y="1480870"/>
                </a:lnTo>
                <a:lnTo>
                  <a:pt x="4267276" y="1158290"/>
                </a:lnTo>
                <a:lnTo>
                  <a:pt x="4222051" y="1158290"/>
                </a:lnTo>
                <a:lnTo>
                  <a:pt x="4222051" y="1480870"/>
                </a:lnTo>
                <a:lnTo>
                  <a:pt x="4222051" y="1522780"/>
                </a:lnTo>
                <a:lnTo>
                  <a:pt x="4433138" y="1522780"/>
                </a:lnTo>
                <a:lnTo>
                  <a:pt x="4433138" y="1480870"/>
                </a:lnTo>
                <a:close/>
              </a:path>
              <a:path w="4495165" h="1525904">
                <a:moveTo>
                  <a:pt x="4494847" y="489292"/>
                </a:moveTo>
                <a:lnTo>
                  <a:pt x="4492307" y="437197"/>
                </a:lnTo>
                <a:lnTo>
                  <a:pt x="4484738" y="386778"/>
                </a:lnTo>
                <a:lnTo>
                  <a:pt x="4472267" y="338289"/>
                </a:lnTo>
                <a:lnTo>
                  <a:pt x="4455020" y="292011"/>
                </a:lnTo>
                <a:lnTo>
                  <a:pt x="4433113" y="248221"/>
                </a:lnTo>
                <a:lnTo>
                  <a:pt x="4406671" y="207187"/>
                </a:lnTo>
                <a:lnTo>
                  <a:pt x="4375797" y="169176"/>
                </a:lnTo>
                <a:lnTo>
                  <a:pt x="4357306" y="150926"/>
                </a:lnTo>
                <a:lnTo>
                  <a:pt x="4341698" y="135521"/>
                </a:lnTo>
                <a:lnTo>
                  <a:pt x="4341698" y="489292"/>
                </a:lnTo>
                <a:lnTo>
                  <a:pt x="4338663" y="537616"/>
                </a:lnTo>
                <a:lnTo>
                  <a:pt x="4329646" y="583184"/>
                </a:lnTo>
                <a:lnTo>
                  <a:pt x="4314761" y="625754"/>
                </a:lnTo>
                <a:lnTo>
                  <a:pt x="4294111" y="665073"/>
                </a:lnTo>
                <a:lnTo>
                  <a:pt x="4267809" y="700887"/>
                </a:lnTo>
                <a:lnTo>
                  <a:pt x="4235958" y="732955"/>
                </a:lnTo>
                <a:lnTo>
                  <a:pt x="4197947" y="761492"/>
                </a:lnTo>
                <a:lnTo>
                  <a:pt x="4155338" y="785063"/>
                </a:lnTo>
                <a:lnTo>
                  <a:pt x="4108437" y="803567"/>
                </a:lnTo>
                <a:lnTo>
                  <a:pt x="4057561" y="816902"/>
                </a:lnTo>
                <a:lnTo>
                  <a:pt x="4002989" y="824979"/>
                </a:lnTo>
                <a:lnTo>
                  <a:pt x="3945039" y="827697"/>
                </a:lnTo>
                <a:lnTo>
                  <a:pt x="3887089" y="824979"/>
                </a:lnTo>
                <a:lnTo>
                  <a:pt x="3832517" y="816902"/>
                </a:lnTo>
                <a:lnTo>
                  <a:pt x="3781628" y="803567"/>
                </a:lnTo>
                <a:lnTo>
                  <a:pt x="3734739" y="785063"/>
                </a:lnTo>
                <a:lnTo>
                  <a:pt x="3692131" y="761492"/>
                </a:lnTo>
                <a:lnTo>
                  <a:pt x="3654120" y="732955"/>
                </a:lnTo>
                <a:lnTo>
                  <a:pt x="3622268" y="700887"/>
                </a:lnTo>
                <a:lnTo>
                  <a:pt x="3595967" y="665073"/>
                </a:lnTo>
                <a:lnTo>
                  <a:pt x="3575316" y="625754"/>
                </a:lnTo>
                <a:lnTo>
                  <a:pt x="3560432" y="583184"/>
                </a:lnTo>
                <a:lnTo>
                  <a:pt x="3551415" y="537616"/>
                </a:lnTo>
                <a:lnTo>
                  <a:pt x="3548392" y="489292"/>
                </a:lnTo>
                <a:lnTo>
                  <a:pt x="3551415" y="440994"/>
                </a:lnTo>
                <a:lnTo>
                  <a:pt x="3560432" y="395427"/>
                </a:lnTo>
                <a:lnTo>
                  <a:pt x="3575316" y="352856"/>
                </a:lnTo>
                <a:lnTo>
                  <a:pt x="3595967" y="313537"/>
                </a:lnTo>
                <a:lnTo>
                  <a:pt x="3622268" y="277723"/>
                </a:lnTo>
                <a:lnTo>
                  <a:pt x="3654120" y="245668"/>
                </a:lnTo>
                <a:lnTo>
                  <a:pt x="3692131" y="217131"/>
                </a:lnTo>
                <a:lnTo>
                  <a:pt x="3734739" y="193573"/>
                </a:lnTo>
                <a:lnTo>
                  <a:pt x="3781628" y="175069"/>
                </a:lnTo>
                <a:lnTo>
                  <a:pt x="3832517" y="161721"/>
                </a:lnTo>
                <a:lnTo>
                  <a:pt x="3887089" y="153644"/>
                </a:lnTo>
                <a:lnTo>
                  <a:pt x="3945039" y="150926"/>
                </a:lnTo>
                <a:lnTo>
                  <a:pt x="4002989" y="153644"/>
                </a:lnTo>
                <a:lnTo>
                  <a:pt x="4057561" y="161721"/>
                </a:lnTo>
                <a:lnTo>
                  <a:pt x="4108437" y="175069"/>
                </a:lnTo>
                <a:lnTo>
                  <a:pt x="4155338" y="193573"/>
                </a:lnTo>
                <a:lnTo>
                  <a:pt x="4197947" y="217131"/>
                </a:lnTo>
                <a:lnTo>
                  <a:pt x="4235958" y="245668"/>
                </a:lnTo>
                <a:lnTo>
                  <a:pt x="4267809" y="277723"/>
                </a:lnTo>
                <a:lnTo>
                  <a:pt x="4294111" y="313537"/>
                </a:lnTo>
                <a:lnTo>
                  <a:pt x="4314761" y="352856"/>
                </a:lnTo>
                <a:lnTo>
                  <a:pt x="4329646" y="395427"/>
                </a:lnTo>
                <a:lnTo>
                  <a:pt x="4338663" y="440994"/>
                </a:lnTo>
                <a:lnTo>
                  <a:pt x="4341698" y="489292"/>
                </a:lnTo>
                <a:lnTo>
                  <a:pt x="4341698" y="135521"/>
                </a:lnTo>
                <a:lnTo>
                  <a:pt x="4306087" y="106692"/>
                </a:lnTo>
                <a:lnTo>
                  <a:pt x="4268914" y="82029"/>
                </a:lnTo>
                <a:lnTo>
                  <a:pt x="4229214" y="60515"/>
                </a:lnTo>
                <a:lnTo>
                  <a:pt x="4187126" y="42202"/>
                </a:lnTo>
                <a:lnTo>
                  <a:pt x="4142765" y="27127"/>
                </a:lnTo>
                <a:lnTo>
                  <a:pt x="4096258" y="15316"/>
                </a:lnTo>
                <a:lnTo>
                  <a:pt x="4047718" y="6832"/>
                </a:lnTo>
                <a:lnTo>
                  <a:pt x="3997274" y="1714"/>
                </a:lnTo>
                <a:lnTo>
                  <a:pt x="3945039" y="0"/>
                </a:lnTo>
                <a:lnTo>
                  <a:pt x="3892804" y="1714"/>
                </a:lnTo>
                <a:lnTo>
                  <a:pt x="3842359" y="6832"/>
                </a:lnTo>
                <a:lnTo>
                  <a:pt x="3793820" y="15316"/>
                </a:lnTo>
                <a:lnTo>
                  <a:pt x="3747312" y="27127"/>
                </a:lnTo>
                <a:lnTo>
                  <a:pt x="3702951" y="42202"/>
                </a:lnTo>
                <a:lnTo>
                  <a:pt x="3660864" y="60515"/>
                </a:lnTo>
                <a:lnTo>
                  <a:pt x="3621176" y="82029"/>
                </a:lnTo>
                <a:lnTo>
                  <a:pt x="3583990" y="106692"/>
                </a:lnTo>
                <a:lnTo>
                  <a:pt x="3549459" y="134467"/>
                </a:lnTo>
                <a:lnTo>
                  <a:pt x="3514280" y="169176"/>
                </a:lnTo>
                <a:lnTo>
                  <a:pt x="3483406" y="207187"/>
                </a:lnTo>
                <a:lnTo>
                  <a:pt x="3456952" y="248221"/>
                </a:lnTo>
                <a:lnTo>
                  <a:pt x="3435058" y="292011"/>
                </a:lnTo>
                <a:lnTo>
                  <a:pt x="3417811" y="338289"/>
                </a:lnTo>
                <a:lnTo>
                  <a:pt x="3405352" y="386778"/>
                </a:lnTo>
                <a:lnTo>
                  <a:pt x="3397783" y="437197"/>
                </a:lnTo>
                <a:lnTo>
                  <a:pt x="3395243" y="489292"/>
                </a:lnTo>
                <a:lnTo>
                  <a:pt x="3397783" y="541401"/>
                </a:lnTo>
                <a:lnTo>
                  <a:pt x="3405352" y="591832"/>
                </a:lnTo>
                <a:lnTo>
                  <a:pt x="3417811" y="640334"/>
                </a:lnTo>
                <a:lnTo>
                  <a:pt x="3435058" y="686600"/>
                </a:lnTo>
                <a:lnTo>
                  <a:pt x="3456952" y="730389"/>
                </a:lnTo>
                <a:lnTo>
                  <a:pt x="3483406" y="771423"/>
                </a:lnTo>
                <a:lnTo>
                  <a:pt x="3514280" y="809434"/>
                </a:lnTo>
                <a:lnTo>
                  <a:pt x="3549459" y="844130"/>
                </a:lnTo>
                <a:lnTo>
                  <a:pt x="3583990" y="871918"/>
                </a:lnTo>
                <a:lnTo>
                  <a:pt x="3621176" y="896594"/>
                </a:lnTo>
                <a:lnTo>
                  <a:pt x="3660864" y="918108"/>
                </a:lnTo>
                <a:lnTo>
                  <a:pt x="3702951" y="936421"/>
                </a:lnTo>
                <a:lnTo>
                  <a:pt x="3747312" y="951496"/>
                </a:lnTo>
                <a:lnTo>
                  <a:pt x="3793820" y="963295"/>
                </a:lnTo>
                <a:lnTo>
                  <a:pt x="3842359" y="971778"/>
                </a:lnTo>
                <a:lnTo>
                  <a:pt x="3892804" y="976896"/>
                </a:lnTo>
                <a:lnTo>
                  <a:pt x="3945039" y="978611"/>
                </a:lnTo>
                <a:lnTo>
                  <a:pt x="3997274" y="976896"/>
                </a:lnTo>
                <a:lnTo>
                  <a:pt x="4047718" y="971778"/>
                </a:lnTo>
                <a:lnTo>
                  <a:pt x="4096258" y="963295"/>
                </a:lnTo>
                <a:lnTo>
                  <a:pt x="4142765" y="951496"/>
                </a:lnTo>
                <a:lnTo>
                  <a:pt x="4187126" y="936421"/>
                </a:lnTo>
                <a:lnTo>
                  <a:pt x="4229214" y="918108"/>
                </a:lnTo>
                <a:lnTo>
                  <a:pt x="4268914" y="896594"/>
                </a:lnTo>
                <a:lnTo>
                  <a:pt x="4306087" y="871918"/>
                </a:lnTo>
                <a:lnTo>
                  <a:pt x="4340631" y="844130"/>
                </a:lnTo>
                <a:lnTo>
                  <a:pt x="4375797" y="809434"/>
                </a:lnTo>
                <a:lnTo>
                  <a:pt x="4406671" y="771423"/>
                </a:lnTo>
                <a:lnTo>
                  <a:pt x="4433113" y="730389"/>
                </a:lnTo>
                <a:lnTo>
                  <a:pt x="4455020" y="686600"/>
                </a:lnTo>
                <a:lnTo>
                  <a:pt x="4472267" y="640334"/>
                </a:lnTo>
                <a:lnTo>
                  <a:pt x="4484738" y="591832"/>
                </a:lnTo>
                <a:lnTo>
                  <a:pt x="4492307" y="541401"/>
                </a:lnTo>
                <a:lnTo>
                  <a:pt x="4494847" y="4892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273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Pr>
        <a:gradFill>
          <a:gsLst>
            <a:gs pos="0">
              <a:schemeClr val="accent2"/>
            </a:gs>
            <a:gs pos="100000">
              <a:schemeClr val="accent3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08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Contracap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5">
            <a:extLst>
              <a:ext uri="{FF2B5EF4-FFF2-40B4-BE49-F238E27FC236}">
                <a16:creationId xmlns:a16="http://schemas.microsoft.com/office/drawing/2014/main" id="{43DFA321-6122-DD56-1B69-CCC4924A73A8}"/>
              </a:ext>
            </a:extLst>
          </p:cNvPr>
          <p:cNvSpPr txBox="1"/>
          <p:nvPr userDrawn="1"/>
        </p:nvSpPr>
        <p:spPr>
          <a:xfrm>
            <a:off x="7491663" y="5251905"/>
            <a:ext cx="4155689" cy="107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r"/>
            <a:r>
              <a:rPr lang="it-IT" sz="14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ZIP Code 04538-132 | São Paulo</a:t>
            </a:r>
          </a:p>
          <a:p>
            <a:pPr algn="r"/>
            <a:endParaRPr lang="it-IT" sz="14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it-IT" sz="1400" b="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www.tivio.com</a:t>
            </a:r>
            <a:endParaRPr lang="pt-BR" sz="1400" b="0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330FC6-53B2-4C95-7A0F-A920F3013C49}"/>
              </a:ext>
            </a:extLst>
          </p:cNvPr>
          <p:cNvGrpSpPr/>
          <p:nvPr userDrawn="1"/>
        </p:nvGrpSpPr>
        <p:grpSpPr>
          <a:xfrm>
            <a:off x="-7705924" y="882316"/>
            <a:ext cx="19934609" cy="6204031"/>
            <a:chOff x="-62630" y="3261055"/>
            <a:chExt cx="12291315" cy="382529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BF3B65E-8CAD-31B1-6F90-86F99F800687}"/>
                </a:ext>
              </a:extLst>
            </p:cNvPr>
            <p:cNvSpPr/>
            <p:nvPr userDrawn="1"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7CECC5-0785-0E7C-A4CB-3D289F54A871}"/>
                </a:ext>
              </a:extLst>
            </p:cNvPr>
            <p:cNvSpPr/>
            <p:nvPr userDrawn="1"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849"/>
            </a:p>
          </p:txBody>
        </p:sp>
      </p:grpSp>
      <p:sp>
        <p:nvSpPr>
          <p:cNvPr id="10" name="object 5"/>
          <p:cNvSpPr/>
          <p:nvPr userDrawn="1"/>
        </p:nvSpPr>
        <p:spPr>
          <a:xfrm>
            <a:off x="757218" y="3474647"/>
            <a:ext cx="1501480" cy="509684"/>
          </a:xfrm>
          <a:custGeom>
            <a:avLst/>
            <a:gdLst/>
            <a:ahLst/>
            <a:cxnLst/>
            <a:rect l="l" t="t" r="r" b="b"/>
            <a:pathLst>
              <a:path w="4495165" h="1525904">
                <a:moveTo>
                  <a:pt x="549605" y="149009"/>
                </a:moveTo>
                <a:lnTo>
                  <a:pt x="502272" y="93929"/>
                </a:lnTo>
                <a:lnTo>
                  <a:pt x="463880" y="62522"/>
                </a:lnTo>
                <a:lnTo>
                  <a:pt x="421525" y="37515"/>
                </a:lnTo>
                <a:lnTo>
                  <a:pt x="375894" y="19253"/>
                </a:lnTo>
                <a:lnTo>
                  <a:pt x="327634" y="8051"/>
                </a:lnTo>
                <a:lnTo>
                  <a:pt x="277444" y="4241"/>
                </a:lnTo>
                <a:lnTo>
                  <a:pt x="0" y="4241"/>
                </a:lnTo>
                <a:lnTo>
                  <a:pt x="0" y="149009"/>
                </a:lnTo>
                <a:lnTo>
                  <a:pt x="549605" y="149009"/>
                </a:lnTo>
                <a:close/>
              </a:path>
              <a:path w="4495165" h="1525904">
                <a:moveTo>
                  <a:pt x="630440" y="613206"/>
                </a:moveTo>
                <a:lnTo>
                  <a:pt x="626249" y="610260"/>
                </a:lnTo>
                <a:lnTo>
                  <a:pt x="626249" y="359600"/>
                </a:lnTo>
                <a:lnTo>
                  <a:pt x="621880" y="305828"/>
                </a:lnTo>
                <a:lnTo>
                  <a:pt x="608939" y="254203"/>
                </a:lnTo>
                <a:lnTo>
                  <a:pt x="587654" y="205422"/>
                </a:lnTo>
                <a:lnTo>
                  <a:pt x="558253" y="160185"/>
                </a:lnTo>
                <a:lnTo>
                  <a:pt x="549617" y="149009"/>
                </a:lnTo>
                <a:lnTo>
                  <a:pt x="511581" y="205422"/>
                </a:lnTo>
                <a:lnTo>
                  <a:pt x="490296" y="254203"/>
                </a:lnTo>
                <a:lnTo>
                  <a:pt x="477342" y="305828"/>
                </a:lnTo>
                <a:lnTo>
                  <a:pt x="472973" y="359600"/>
                </a:lnTo>
                <a:lnTo>
                  <a:pt x="472859" y="937183"/>
                </a:lnTo>
                <a:lnTo>
                  <a:pt x="472973" y="948131"/>
                </a:lnTo>
                <a:lnTo>
                  <a:pt x="626389" y="948131"/>
                </a:lnTo>
                <a:lnTo>
                  <a:pt x="626249" y="619315"/>
                </a:lnTo>
                <a:lnTo>
                  <a:pt x="630440" y="613206"/>
                </a:lnTo>
                <a:close/>
              </a:path>
              <a:path w="4495165" h="1525904">
                <a:moveTo>
                  <a:pt x="1099248" y="4241"/>
                </a:moveTo>
                <a:lnTo>
                  <a:pt x="821817" y="4241"/>
                </a:lnTo>
                <a:lnTo>
                  <a:pt x="771613" y="8051"/>
                </a:lnTo>
                <a:lnTo>
                  <a:pt x="723353" y="19253"/>
                </a:lnTo>
                <a:lnTo>
                  <a:pt x="677710" y="37515"/>
                </a:lnTo>
                <a:lnTo>
                  <a:pt x="635355" y="62522"/>
                </a:lnTo>
                <a:lnTo>
                  <a:pt x="596963" y="93929"/>
                </a:lnTo>
                <a:lnTo>
                  <a:pt x="563206" y="131406"/>
                </a:lnTo>
                <a:lnTo>
                  <a:pt x="549630" y="149009"/>
                </a:lnTo>
                <a:lnTo>
                  <a:pt x="1099248" y="149009"/>
                </a:lnTo>
                <a:lnTo>
                  <a:pt x="1099248" y="4241"/>
                </a:lnTo>
                <a:close/>
              </a:path>
              <a:path w="4495165" h="1525904">
                <a:moveTo>
                  <a:pt x="1472869" y="12420"/>
                </a:moveTo>
                <a:lnTo>
                  <a:pt x="1323860" y="12420"/>
                </a:lnTo>
                <a:lnTo>
                  <a:pt x="1323860" y="966152"/>
                </a:lnTo>
                <a:lnTo>
                  <a:pt x="1472869" y="966152"/>
                </a:lnTo>
                <a:lnTo>
                  <a:pt x="1472869" y="12420"/>
                </a:lnTo>
                <a:close/>
              </a:path>
              <a:path w="4495165" h="1525904">
                <a:moveTo>
                  <a:pt x="1628749" y="1277899"/>
                </a:moveTo>
                <a:lnTo>
                  <a:pt x="1610728" y="1227213"/>
                </a:lnTo>
                <a:lnTo>
                  <a:pt x="1577505" y="1188466"/>
                </a:lnTo>
                <a:lnTo>
                  <a:pt x="1531823" y="1163904"/>
                </a:lnTo>
                <a:lnTo>
                  <a:pt x="1476400" y="1155725"/>
                </a:lnTo>
                <a:lnTo>
                  <a:pt x="1451190" y="1157160"/>
                </a:lnTo>
                <a:lnTo>
                  <a:pt x="1405432" y="1168730"/>
                </a:lnTo>
                <a:lnTo>
                  <a:pt x="1366278" y="1191602"/>
                </a:lnTo>
                <a:lnTo>
                  <a:pt x="1335862" y="1224229"/>
                </a:lnTo>
                <a:lnTo>
                  <a:pt x="1314729" y="1265936"/>
                </a:lnTo>
                <a:lnTo>
                  <a:pt x="1304061" y="1314284"/>
                </a:lnTo>
                <a:lnTo>
                  <a:pt x="1302727" y="1340802"/>
                </a:lnTo>
                <a:lnTo>
                  <a:pt x="1304061" y="1367536"/>
                </a:lnTo>
                <a:lnTo>
                  <a:pt x="1314729" y="1416011"/>
                </a:lnTo>
                <a:lnTo>
                  <a:pt x="1335862" y="1457528"/>
                </a:lnTo>
                <a:lnTo>
                  <a:pt x="1366278" y="1490027"/>
                </a:lnTo>
                <a:lnTo>
                  <a:pt x="1405432" y="1512874"/>
                </a:lnTo>
                <a:lnTo>
                  <a:pt x="1451190" y="1524444"/>
                </a:lnTo>
                <a:lnTo>
                  <a:pt x="1476400" y="1525879"/>
                </a:lnTo>
                <a:lnTo>
                  <a:pt x="1505534" y="1523834"/>
                </a:lnTo>
                <a:lnTo>
                  <a:pt x="1556080" y="1507464"/>
                </a:lnTo>
                <a:lnTo>
                  <a:pt x="1595793" y="1475270"/>
                </a:lnTo>
                <a:lnTo>
                  <a:pt x="1621142" y="1430566"/>
                </a:lnTo>
                <a:lnTo>
                  <a:pt x="1582991" y="1403718"/>
                </a:lnTo>
                <a:lnTo>
                  <a:pt x="1576679" y="1421866"/>
                </a:lnTo>
                <a:lnTo>
                  <a:pt x="1568157" y="1437843"/>
                </a:lnTo>
                <a:lnTo>
                  <a:pt x="1529600" y="1472450"/>
                </a:lnTo>
                <a:lnTo>
                  <a:pt x="1474330" y="1484312"/>
                </a:lnTo>
                <a:lnTo>
                  <a:pt x="1456156" y="1483182"/>
                </a:lnTo>
                <a:lnTo>
                  <a:pt x="1408290" y="1466113"/>
                </a:lnTo>
                <a:lnTo>
                  <a:pt x="1372857" y="1430629"/>
                </a:lnTo>
                <a:lnTo>
                  <a:pt x="1352854" y="1380197"/>
                </a:lnTo>
                <a:lnTo>
                  <a:pt x="1349019" y="1340802"/>
                </a:lnTo>
                <a:lnTo>
                  <a:pt x="1349984" y="1320342"/>
                </a:lnTo>
                <a:lnTo>
                  <a:pt x="1364361" y="1266202"/>
                </a:lnTo>
                <a:lnTo>
                  <a:pt x="1394828" y="1225511"/>
                </a:lnTo>
                <a:lnTo>
                  <a:pt x="1439100" y="1201864"/>
                </a:lnTo>
                <a:lnTo>
                  <a:pt x="1474330" y="1197305"/>
                </a:lnTo>
                <a:lnTo>
                  <a:pt x="1494332" y="1198638"/>
                </a:lnTo>
                <a:lnTo>
                  <a:pt x="1544777" y="1218641"/>
                </a:lnTo>
                <a:lnTo>
                  <a:pt x="1577378" y="1259967"/>
                </a:lnTo>
                <a:lnTo>
                  <a:pt x="1583512" y="1277899"/>
                </a:lnTo>
                <a:lnTo>
                  <a:pt x="1628749" y="1277899"/>
                </a:lnTo>
                <a:close/>
              </a:path>
              <a:path w="4495165" h="1525904">
                <a:moveTo>
                  <a:pt x="2171014" y="1522780"/>
                </a:moveTo>
                <a:lnTo>
                  <a:pt x="2133663" y="1424520"/>
                </a:lnTo>
                <a:lnTo>
                  <a:pt x="2118055" y="1383449"/>
                </a:lnTo>
                <a:lnTo>
                  <a:pt x="2070646" y="1258697"/>
                </a:lnTo>
                <a:lnTo>
                  <a:pt x="2070646" y="1383449"/>
                </a:lnTo>
                <a:lnTo>
                  <a:pt x="1939112" y="1383449"/>
                </a:lnTo>
                <a:lnTo>
                  <a:pt x="2004631" y="1208227"/>
                </a:lnTo>
                <a:lnTo>
                  <a:pt x="2070646" y="1383449"/>
                </a:lnTo>
                <a:lnTo>
                  <a:pt x="2070646" y="1258697"/>
                </a:lnTo>
                <a:lnTo>
                  <a:pt x="2051469" y="1208227"/>
                </a:lnTo>
                <a:lnTo>
                  <a:pt x="2032698" y="1158849"/>
                </a:lnTo>
                <a:lnTo>
                  <a:pt x="1979155" y="1158849"/>
                </a:lnTo>
                <a:lnTo>
                  <a:pt x="1840344" y="1522780"/>
                </a:lnTo>
                <a:lnTo>
                  <a:pt x="1887118" y="1522780"/>
                </a:lnTo>
                <a:lnTo>
                  <a:pt x="1925599" y="1424520"/>
                </a:lnTo>
                <a:lnTo>
                  <a:pt x="2084158" y="1424520"/>
                </a:lnTo>
                <a:lnTo>
                  <a:pt x="2122652" y="1522780"/>
                </a:lnTo>
                <a:lnTo>
                  <a:pt x="2171014" y="1522780"/>
                </a:lnTo>
                <a:close/>
              </a:path>
              <a:path w="4495165" h="1525904">
                <a:moveTo>
                  <a:pt x="2247239" y="966165"/>
                </a:moveTo>
                <a:lnTo>
                  <a:pt x="1863674" y="12433"/>
                </a:lnTo>
                <a:lnTo>
                  <a:pt x="1691932" y="12433"/>
                </a:lnTo>
                <a:lnTo>
                  <a:pt x="2035683" y="832091"/>
                </a:lnTo>
                <a:lnTo>
                  <a:pt x="2059952" y="874915"/>
                </a:lnTo>
                <a:lnTo>
                  <a:pt x="2093137" y="910628"/>
                </a:lnTo>
                <a:lnTo>
                  <a:pt x="2133714" y="938288"/>
                </a:lnTo>
                <a:lnTo>
                  <a:pt x="2180196" y="956932"/>
                </a:lnTo>
                <a:lnTo>
                  <a:pt x="2231034" y="965619"/>
                </a:lnTo>
                <a:lnTo>
                  <a:pt x="2230818" y="966165"/>
                </a:lnTo>
                <a:lnTo>
                  <a:pt x="2247239" y="966165"/>
                </a:lnTo>
                <a:close/>
              </a:path>
              <a:path w="4495165" h="1525904">
                <a:moveTo>
                  <a:pt x="2670111" y="1270609"/>
                </a:moveTo>
                <a:lnTo>
                  <a:pt x="2661780" y="1224749"/>
                </a:lnTo>
                <a:lnTo>
                  <a:pt x="2647569" y="1200429"/>
                </a:lnTo>
                <a:lnTo>
                  <a:pt x="2647086" y="1199718"/>
                </a:lnTo>
                <a:lnTo>
                  <a:pt x="2637282" y="1189253"/>
                </a:lnTo>
                <a:lnTo>
                  <a:pt x="2625902" y="1180223"/>
                </a:lnTo>
                <a:lnTo>
                  <a:pt x="2623832" y="1179017"/>
                </a:lnTo>
                <a:lnTo>
                  <a:pt x="2623832" y="1270609"/>
                </a:lnTo>
                <a:lnTo>
                  <a:pt x="2622499" y="1285925"/>
                </a:lnTo>
                <a:lnTo>
                  <a:pt x="2602534" y="1322095"/>
                </a:lnTo>
                <a:lnTo>
                  <a:pt x="2562352" y="1340129"/>
                </a:lnTo>
                <a:lnTo>
                  <a:pt x="2545321" y="1341323"/>
                </a:lnTo>
                <a:lnTo>
                  <a:pt x="2454859" y="1341323"/>
                </a:lnTo>
                <a:lnTo>
                  <a:pt x="2454859" y="1200429"/>
                </a:lnTo>
                <a:lnTo>
                  <a:pt x="2545842" y="1200429"/>
                </a:lnTo>
                <a:lnTo>
                  <a:pt x="2591320" y="1211110"/>
                </a:lnTo>
                <a:lnTo>
                  <a:pt x="2618575" y="1241704"/>
                </a:lnTo>
                <a:lnTo>
                  <a:pt x="2623832" y="1270609"/>
                </a:lnTo>
                <a:lnTo>
                  <a:pt x="2623832" y="1179017"/>
                </a:lnTo>
                <a:lnTo>
                  <a:pt x="2583281" y="1162278"/>
                </a:lnTo>
                <a:lnTo>
                  <a:pt x="2549487" y="1158824"/>
                </a:lnTo>
                <a:lnTo>
                  <a:pt x="2409634" y="1158824"/>
                </a:lnTo>
                <a:lnTo>
                  <a:pt x="2409634" y="1522780"/>
                </a:lnTo>
                <a:lnTo>
                  <a:pt x="2454859" y="1522780"/>
                </a:lnTo>
                <a:lnTo>
                  <a:pt x="2454859" y="1382915"/>
                </a:lnTo>
                <a:lnTo>
                  <a:pt x="2549487" y="1382915"/>
                </a:lnTo>
                <a:lnTo>
                  <a:pt x="2598470" y="1375168"/>
                </a:lnTo>
                <a:lnTo>
                  <a:pt x="2636901" y="1352448"/>
                </a:lnTo>
                <a:lnTo>
                  <a:pt x="2647124" y="1341323"/>
                </a:lnTo>
                <a:lnTo>
                  <a:pt x="2655036" y="1329893"/>
                </a:lnTo>
                <a:lnTo>
                  <a:pt x="2661628" y="1316634"/>
                </a:lnTo>
                <a:lnTo>
                  <a:pt x="2666339" y="1302346"/>
                </a:lnTo>
                <a:lnTo>
                  <a:pt x="2669171" y="1287005"/>
                </a:lnTo>
                <a:lnTo>
                  <a:pt x="2670111" y="1270609"/>
                </a:lnTo>
                <a:close/>
              </a:path>
              <a:path w="4495165" h="1525904">
                <a:moveTo>
                  <a:pt x="2802534" y="12433"/>
                </a:moveTo>
                <a:lnTo>
                  <a:pt x="2630805" y="12433"/>
                </a:lnTo>
                <a:lnTo>
                  <a:pt x="2247239" y="966165"/>
                </a:lnTo>
                <a:lnTo>
                  <a:pt x="2263660" y="966165"/>
                </a:lnTo>
                <a:lnTo>
                  <a:pt x="2263432" y="965619"/>
                </a:lnTo>
                <a:lnTo>
                  <a:pt x="2314283" y="956932"/>
                </a:lnTo>
                <a:lnTo>
                  <a:pt x="2360752" y="938288"/>
                </a:lnTo>
                <a:lnTo>
                  <a:pt x="2401341" y="910628"/>
                </a:lnTo>
                <a:lnTo>
                  <a:pt x="2434526" y="874915"/>
                </a:lnTo>
                <a:lnTo>
                  <a:pt x="2458796" y="832091"/>
                </a:lnTo>
                <a:lnTo>
                  <a:pt x="2802534" y="12433"/>
                </a:lnTo>
                <a:close/>
              </a:path>
              <a:path w="4495165" h="1525904">
                <a:moveTo>
                  <a:pt x="2961271" y="1158836"/>
                </a:moveTo>
                <a:lnTo>
                  <a:pt x="2916047" y="1158836"/>
                </a:lnTo>
                <a:lnTo>
                  <a:pt x="2916047" y="1522780"/>
                </a:lnTo>
                <a:lnTo>
                  <a:pt x="2961271" y="1522780"/>
                </a:lnTo>
                <a:lnTo>
                  <a:pt x="2961271" y="1158836"/>
                </a:lnTo>
                <a:close/>
              </a:path>
              <a:path w="4495165" h="1525904">
                <a:moveTo>
                  <a:pt x="3170644" y="12420"/>
                </a:moveTo>
                <a:lnTo>
                  <a:pt x="3021622" y="12420"/>
                </a:lnTo>
                <a:lnTo>
                  <a:pt x="3021622" y="966152"/>
                </a:lnTo>
                <a:lnTo>
                  <a:pt x="3170644" y="966152"/>
                </a:lnTo>
                <a:lnTo>
                  <a:pt x="3170644" y="12420"/>
                </a:lnTo>
                <a:close/>
              </a:path>
              <a:path w="4495165" h="1525904">
                <a:moveTo>
                  <a:pt x="3488461" y="1158836"/>
                </a:moveTo>
                <a:lnTo>
                  <a:pt x="3207194" y="1158836"/>
                </a:lnTo>
                <a:lnTo>
                  <a:pt x="3207194" y="1200746"/>
                </a:lnTo>
                <a:lnTo>
                  <a:pt x="3325203" y="1200746"/>
                </a:lnTo>
                <a:lnTo>
                  <a:pt x="3325203" y="1523326"/>
                </a:lnTo>
                <a:lnTo>
                  <a:pt x="3370453" y="1523326"/>
                </a:lnTo>
                <a:lnTo>
                  <a:pt x="3370453" y="1200746"/>
                </a:lnTo>
                <a:lnTo>
                  <a:pt x="3488461" y="1200746"/>
                </a:lnTo>
                <a:lnTo>
                  <a:pt x="3488461" y="1158836"/>
                </a:lnTo>
                <a:close/>
              </a:path>
              <a:path w="4495165" h="1525904">
                <a:moveTo>
                  <a:pt x="3983431" y="1522780"/>
                </a:moveTo>
                <a:lnTo>
                  <a:pt x="3946093" y="1424520"/>
                </a:lnTo>
                <a:lnTo>
                  <a:pt x="3930485" y="1383449"/>
                </a:lnTo>
                <a:lnTo>
                  <a:pt x="3883075" y="1258697"/>
                </a:lnTo>
                <a:lnTo>
                  <a:pt x="3883075" y="1383449"/>
                </a:lnTo>
                <a:lnTo>
                  <a:pt x="3751542" y="1383449"/>
                </a:lnTo>
                <a:lnTo>
                  <a:pt x="3817048" y="1208227"/>
                </a:lnTo>
                <a:lnTo>
                  <a:pt x="3883075" y="1383449"/>
                </a:lnTo>
                <a:lnTo>
                  <a:pt x="3883075" y="1258697"/>
                </a:lnTo>
                <a:lnTo>
                  <a:pt x="3863898" y="1208227"/>
                </a:lnTo>
                <a:lnTo>
                  <a:pt x="3845128" y="1158849"/>
                </a:lnTo>
                <a:lnTo>
                  <a:pt x="3791572" y="1158849"/>
                </a:lnTo>
                <a:lnTo>
                  <a:pt x="3652761" y="1522780"/>
                </a:lnTo>
                <a:lnTo>
                  <a:pt x="3699548" y="1522780"/>
                </a:lnTo>
                <a:lnTo>
                  <a:pt x="3738029" y="1424520"/>
                </a:lnTo>
                <a:lnTo>
                  <a:pt x="3896588" y="1424520"/>
                </a:lnTo>
                <a:lnTo>
                  <a:pt x="3935069" y="1522780"/>
                </a:lnTo>
                <a:lnTo>
                  <a:pt x="3983431" y="1522780"/>
                </a:lnTo>
                <a:close/>
              </a:path>
              <a:path w="4495165" h="1525904">
                <a:moveTo>
                  <a:pt x="4433138" y="1480870"/>
                </a:moveTo>
                <a:lnTo>
                  <a:pt x="4267276" y="1480870"/>
                </a:lnTo>
                <a:lnTo>
                  <a:pt x="4267276" y="1158290"/>
                </a:lnTo>
                <a:lnTo>
                  <a:pt x="4222051" y="1158290"/>
                </a:lnTo>
                <a:lnTo>
                  <a:pt x="4222051" y="1480870"/>
                </a:lnTo>
                <a:lnTo>
                  <a:pt x="4222051" y="1522780"/>
                </a:lnTo>
                <a:lnTo>
                  <a:pt x="4433138" y="1522780"/>
                </a:lnTo>
                <a:lnTo>
                  <a:pt x="4433138" y="1480870"/>
                </a:lnTo>
                <a:close/>
              </a:path>
              <a:path w="4495165" h="1525904">
                <a:moveTo>
                  <a:pt x="4494847" y="489292"/>
                </a:moveTo>
                <a:lnTo>
                  <a:pt x="4492307" y="437197"/>
                </a:lnTo>
                <a:lnTo>
                  <a:pt x="4484738" y="386778"/>
                </a:lnTo>
                <a:lnTo>
                  <a:pt x="4472267" y="338289"/>
                </a:lnTo>
                <a:lnTo>
                  <a:pt x="4455020" y="292011"/>
                </a:lnTo>
                <a:lnTo>
                  <a:pt x="4433113" y="248221"/>
                </a:lnTo>
                <a:lnTo>
                  <a:pt x="4406671" y="207187"/>
                </a:lnTo>
                <a:lnTo>
                  <a:pt x="4375797" y="169176"/>
                </a:lnTo>
                <a:lnTo>
                  <a:pt x="4357306" y="150926"/>
                </a:lnTo>
                <a:lnTo>
                  <a:pt x="4341698" y="135521"/>
                </a:lnTo>
                <a:lnTo>
                  <a:pt x="4341698" y="489292"/>
                </a:lnTo>
                <a:lnTo>
                  <a:pt x="4338663" y="537616"/>
                </a:lnTo>
                <a:lnTo>
                  <a:pt x="4329646" y="583184"/>
                </a:lnTo>
                <a:lnTo>
                  <a:pt x="4314761" y="625754"/>
                </a:lnTo>
                <a:lnTo>
                  <a:pt x="4294111" y="665073"/>
                </a:lnTo>
                <a:lnTo>
                  <a:pt x="4267809" y="700887"/>
                </a:lnTo>
                <a:lnTo>
                  <a:pt x="4235958" y="732955"/>
                </a:lnTo>
                <a:lnTo>
                  <a:pt x="4197947" y="761492"/>
                </a:lnTo>
                <a:lnTo>
                  <a:pt x="4155338" y="785063"/>
                </a:lnTo>
                <a:lnTo>
                  <a:pt x="4108437" y="803567"/>
                </a:lnTo>
                <a:lnTo>
                  <a:pt x="4057561" y="816902"/>
                </a:lnTo>
                <a:lnTo>
                  <a:pt x="4002989" y="824979"/>
                </a:lnTo>
                <a:lnTo>
                  <a:pt x="3945039" y="827697"/>
                </a:lnTo>
                <a:lnTo>
                  <a:pt x="3887089" y="824979"/>
                </a:lnTo>
                <a:lnTo>
                  <a:pt x="3832517" y="816902"/>
                </a:lnTo>
                <a:lnTo>
                  <a:pt x="3781628" y="803567"/>
                </a:lnTo>
                <a:lnTo>
                  <a:pt x="3734739" y="785063"/>
                </a:lnTo>
                <a:lnTo>
                  <a:pt x="3692131" y="761492"/>
                </a:lnTo>
                <a:lnTo>
                  <a:pt x="3654120" y="732955"/>
                </a:lnTo>
                <a:lnTo>
                  <a:pt x="3622268" y="700887"/>
                </a:lnTo>
                <a:lnTo>
                  <a:pt x="3595967" y="665073"/>
                </a:lnTo>
                <a:lnTo>
                  <a:pt x="3575316" y="625754"/>
                </a:lnTo>
                <a:lnTo>
                  <a:pt x="3560432" y="583184"/>
                </a:lnTo>
                <a:lnTo>
                  <a:pt x="3551415" y="537616"/>
                </a:lnTo>
                <a:lnTo>
                  <a:pt x="3548392" y="489292"/>
                </a:lnTo>
                <a:lnTo>
                  <a:pt x="3551415" y="440994"/>
                </a:lnTo>
                <a:lnTo>
                  <a:pt x="3560432" y="395427"/>
                </a:lnTo>
                <a:lnTo>
                  <a:pt x="3575316" y="352856"/>
                </a:lnTo>
                <a:lnTo>
                  <a:pt x="3595967" y="313537"/>
                </a:lnTo>
                <a:lnTo>
                  <a:pt x="3622268" y="277723"/>
                </a:lnTo>
                <a:lnTo>
                  <a:pt x="3654120" y="245668"/>
                </a:lnTo>
                <a:lnTo>
                  <a:pt x="3692131" y="217131"/>
                </a:lnTo>
                <a:lnTo>
                  <a:pt x="3734739" y="193573"/>
                </a:lnTo>
                <a:lnTo>
                  <a:pt x="3781628" y="175069"/>
                </a:lnTo>
                <a:lnTo>
                  <a:pt x="3832517" y="161721"/>
                </a:lnTo>
                <a:lnTo>
                  <a:pt x="3887089" y="153644"/>
                </a:lnTo>
                <a:lnTo>
                  <a:pt x="3945039" y="150926"/>
                </a:lnTo>
                <a:lnTo>
                  <a:pt x="4002989" y="153644"/>
                </a:lnTo>
                <a:lnTo>
                  <a:pt x="4057561" y="161721"/>
                </a:lnTo>
                <a:lnTo>
                  <a:pt x="4108437" y="175069"/>
                </a:lnTo>
                <a:lnTo>
                  <a:pt x="4155338" y="193573"/>
                </a:lnTo>
                <a:lnTo>
                  <a:pt x="4197947" y="217131"/>
                </a:lnTo>
                <a:lnTo>
                  <a:pt x="4235958" y="245668"/>
                </a:lnTo>
                <a:lnTo>
                  <a:pt x="4267809" y="277723"/>
                </a:lnTo>
                <a:lnTo>
                  <a:pt x="4294111" y="313537"/>
                </a:lnTo>
                <a:lnTo>
                  <a:pt x="4314761" y="352856"/>
                </a:lnTo>
                <a:lnTo>
                  <a:pt x="4329646" y="395427"/>
                </a:lnTo>
                <a:lnTo>
                  <a:pt x="4338663" y="440994"/>
                </a:lnTo>
                <a:lnTo>
                  <a:pt x="4341698" y="489292"/>
                </a:lnTo>
                <a:lnTo>
                  <a:pt x="4341698" y="135521"/>
                </a:lnTo>
                <a:lnTo>
                  <a:pt x="4306087" y="106692"/>
                </a:lnTo>
                <a:lnTo>
                  <a:pt x="4268914" y="82029"/>
                </a:lnTo>
                <a:lnTo>
                  <a:pt x="4229214" y="60515"/>
                </a:lnTo>
                <a:lnTo>
                  <a:pt x="4187126" y="42202"/>
                </a:lnTo>
                <a:lnTo>
                  <a:pt x="4142765" y="27127"/>
                </a:lnTo>
                <a:lnTo>
                  <a:pt x="4096258" y="15316"/>
                </a:lnTo>
                <a:lnTo>
                  <a:pt x="4047718" y="6832"/>
                </a:lnTo>
                <a:lnTo>
                  <a:pt x="3997274" y="1714"/>
                </a:lnTo>
                <a:lnTo>
                  <a:pt x="3945039" y="0"/>
                </a:lnTo>
                <a:lnTo>
                  <a:pt x="3892804" y="1714"/>
                </a:lnTo>
                <a:lnTo>
                  <a:pt x="3842359" y="6832"/>
                </a:lnTo>
                <a:lnTo>
                  <a:pt x="3793820" y="15316"/>
                </a:lnTo>
                <a:lnTo>
                  <a:pt x="3747312" y="27127"/>
                </a:lnTo>
                <a:lnTo>
                  <a:pt x="3702951" y="42202"/>
                </a:lnTo>
                <a:lnTo>
                  <a:pt x="3660864" y="60515"/>
                </a:lnTo>
                <a:lnTo>
                  <a:pt x="3621176" y="82029"/>
                </a:lnTo>
                <a:lnTo>
                  <a:pt x="3583990" y="106692"/>
                </a:lnTo>
                <a:lnTo>
                  <a:pt x="3549459" y="134467"/>
                </a:lnTo>
                <a:lnTo>
                  <a:pt x="3514280" y="169176"/>
                </a:lnTo>
                <a:lnTo>
                  <a:pt x="3483406" y="207187"/>
                </a:lnTo>
                <a:lnTo>
                  <a:pt x="3456952" y="248221"/>
                </a:lnTo>
                <a:lnTo>
                  <a:pt x="3435058" y="292011"/>
                </a:lnTo>
                <a:lnTo>
                  <a:pt x="3417811" y="338289"/>
                </a:lnTo>
                <a:lnTo>
                  <a:pt x="3405352" y="386778"/>
                </a:lnTo>
                <a:lnTo>
                  <a:pt x="3397783" y="437197"/>
                </a:lnTo>
                <a:lnTo>
                  <a:pt x="3395243" y="489292"/>
                </a:lnTo>
                <a:lnTo>
                  <a:pt x="3397783" y="541401"/>
                </a:lnTo>
                <a:lnTo>
                  <a:pt x="3405352" y="591832"/>
                </a:lnTo>
                <a:lnTo>
                  <a:pt x="3417811" y="640334"/>
                </a:lnTo>
                <a:lnTo>
                  <a:pt x="3435058" y="686600"/>
                </a:lnTo>
                <a:lnTo>
                  <a:pt x="3456952" y="730389"/>
                </a:lnTo>
                <a:lnTo>
                  <a:pt x="3483406" y="771423"/>
                </a:lnTo>
                <a:lnTo>
                  <a:pt x="3514280" y="809434"/>
                </a:lnTo>
                <a:lnTo>
                  <a:pt x="3549459" y="844130"/>
                </a:lnTo>
                <a:lnTo>
                  <a:pt x="3583990" y="871918"/>
                </a:lnTo>
                <a:lnTo>
                  <a:pt x="3621176" y="896594"/>
                </a:lnTo>
                <a:lnTo>
                  <a:pt x="3660864" y="918108"/>
                </a:lnTo>
                <a:lnTo>
                  <a:pt x="3702951" y="936421"/>
                </a:lnTo>
                <a:lnTo>
                  <a:pt x="3747312" y="951496"/>
                </a:lnTo>
                <a:lnTo>
                  <a:pt x="3793820" y="963295"/>
                </a:lnTo>
                <a:lnTo>
                  <a:pt x="3842359" y="971778"/>
                </a:lnTo>
                <a:lnTo>
                  <a:pt x="3892804" y="976896"/>
                </a:lnTo>
                <a:lnTo>
                  <a:pt x="3945039" y="978611"/>
                </a:lnTo>
                <a:lnTo>
                  <a:pt x="3997274" y="976896"/>
                </a:lnTo>
                <a:lnTo>
                  <a:pt x="4047718" y="971778"/>
                </a:lnTo>
                <a:lnTo>
                  <a:pt x="4096258" y="963295"/>
                </a:lnTo>
                <a:lnTo>
                  <a:pt x="4142765" y="951496"/>
                </a:lnTo>
                <a:lnTo>
                  <a:pt x="4187126" y="936421"/>
                </a:lnTo>
                <a:lnTo>
                  <a:pt x="4229214" y="918108"/>
                </a:lnTo>
                <a:lnTo>
                  <a:pt x="4268914" y="896594"/>
                </a:lnTo>
                <a:lnTo>
                  <a:pt x="4306087" y="871918"/>
                </a:lnTo>
                <a:lnTo>
                  <a:pt x="4340631" y="844130"/>
                </a:lnTo>
                <a:lnTo>
                  <a:pt x="4375797" y="809434"/>
                </a:lnTo>
                <a:lnTo>
                  <a:pt x="4406671" y="771423"/>
                </a:lnTo>
                <a:lnTo>
                  <a:pt x="4433113" y="730389"/>
                </a:lnTo>
                <a:lnTo>
                  <a:pt x="4455020" y="686600"/>
                </a:lnTo>
                <a:lnTo>
                  <a:pt x="4472267" y="640334"/>
                </a:lnTo>
                <a:lnTo>
                  <a:pt x="4484738" y="591832"/>
                </a:lnTo>
                <a:lnTo>
                  <a:pt x="4492307" y="541401"/>
                </a:lnTo>
                <a:lnTo>
                  <a:pt x="4494847" y="489292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defTabSz="554492"/>
            <a:endParaRPr sz="1092" ker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262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4113684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1" y="2125981"/>
            <a:ext cx="1036320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2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307046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ítulo | 1 linha - Branco 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4" y="1949415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1092">
              <a:solidFill>
                <a:schemeClr val="accent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66A520-3C99-723C-6FAE-61E67E279300}"/>
              </a:ext>
            </a:extLst>
          </p:cNvPr>
          <p:cNvCxnSpPr>
            <a:cxnSpLocks/>
          </p:cNvCxnSpPr>
          <p:nvPr userDrawn="1"/>
        </p:nvCxnSpPr>
        <p:spPr>
          <a:xfrm>
            <a:off x="334964" y="6675256"/>
            <a:ext cx="12403137" cy="0"/>
          </a:xfrm>
          <a:prstGeom prst="line">
            <a:avLst/>
          </a:prstGeom>
          <a:ln>
            <a:gradFill>
              <a:gsLst>
                <a:gs pos="58000">
                  <a:schemeClr val="bg2">
                    <a:lumMod val="9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373034-B345-F25C-322C-7B02164ACFED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021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apa 01 - Offwhite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3">
            <a:extLst>
              <a:ext uri="{FF2B5EF4-FFF2-40B4-BE49-F238E27FC236}">
                <a16:creationId xmlns:a16="http://schemas.microsoft.com/office/drawing/2014/main" id="{1817CA7E-5179-C9F5-48AF-755DF56F61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3124" r="3124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10822779" y="335606"/>
            <a:ext cx="1080870" cy="468063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621403"/>
            <a:ext cx="4789394" cy="104644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7989" y="2775019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CB7DBB8-8A97-3EC9-600D-C254A630EAF7}"/>
              </a:ext>
            </a:extLst>
          </p:cNvPr>
          <p:cNvGrpSpPr/>
          <p:nvPr userDrawn="1"/>
        </p:nvGrpSpPr>
        <p:grpSpPr>
          <a:xfrm flipV="1">
            <a:off x="-7870579" y="-1587993"/>
            <a:ext cx="20282791" cy="6312392"/>
            <a:chOff x="-62630" y="3261055"/>
            <a:chExt cx="12291315" cy="3825292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B8EA919-4550-54B4-377C-54BCF1E02D3F}"/>
                </a:ext>
              </a:extLst>
            </p:cNvPr>
            <p:cNvSpPr/>
            <p:nvPr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9525">
              <a:gradFill>
                <a:gsLst>
                  <a:gs pos="100000">
                    <a:schemeClr val="accent5">
                      <a:lumMod val="75000"/>
                    </a:schemeClr>
                  </a:gs>
                  <a:gs pos="27000">
                    <a:schemeClr val="bg1">
                      <a:alpha val="0"/>
                    </a:schemeClr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92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E41EE52-58E2-CB6C-117D-1BB71B64ACA9}"/>
                </a:ext>
              </a:extLst>
            </p:cNvPr>
            <p:cNvSpPr/>
            <p:nvPr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9525">
              <a:gradFill>
                <a:gsLst>
                  <a:gs pos="14000">
                    <a:schemeClr val="accent5">
                      <a:lumMod val="7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92"/>
            </a:p>
          </p:txBody>
        </p:sp>
      </p:grpSp>
    </p:spTree>
    <p:extLst>
      <p:ext uri="{BB962C8B-B14F-4D97-AF65-F5344CB8AC3E}">
        <p14:creationId xmlns:p14="http://schemas.microsoft.com/office/powerpoint/2010/main" val="1114439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46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0B84521-D3A8-5E83-BDC0-9E795842E1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C55BD9-B861-2FF4-54FC-6E82DB1E0685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8">
            <a:extLst>
              <a:ext uri="{FF2B5EF4-FFF2-40B4-BE49-F238E27FC236}">
                <a16:creationId xmlns:a16="http://schemas.microsoft.com/office/drawing/2014/main" id="{6DC2E1A8-4461-7E4A-CDCE-0A78868E3F3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BA10E044-B50B-14D3-2F70-278BEAE8A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72BDA63-2659-313F-F2EB-4043E4090615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809144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187A2-EAD2-4E2D-A493-69712696A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1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75CE6A-0044-F997-9D57-DAC08F6DD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1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9" indent="0" algn="ctr">
              <a:buNone/>
              <a:defRPr sz="2000"/>
            </a:lvl2pPr>
            <a:lvl3pPr marL="914358" indent="0" algn="ctr">
              <a:buNone/>
              <a:defRPr sz="1800"/>
            </a:lvl3pPr>
            <a:lvl4pPr marL="1371536" indent="0" algn="ctr">
              <a:buNone/>
              <a:defRPr sz="1600"/>
            </a:lvl4pPr>
            <a:lvl5pPr marL="1828715" indent="0" algn="ctr">
              <a:buNone/>
              <a:defRPr sz="1600"/>
            </a:lvl5pPr>
            <a:lvl6pPr marL="2285894" indent="0" algn="ctr">
              <a:buNone/>
              <a:defRPr sz="1600"/>
            </a:lvl6pPr>
            <a:lvl7pPr marL="2743073" indent="0" algn="ctr">
              <a:buNone/>
              <a:defRPr sz="1600"/>
            </a:lvl7pPr>
            <a:lvl8pPr marL="3200252" indent="0" algn="ctr">
              <a:buNone/>
              <a:defRPr sz="1600"/>
            </a:lvl8pPr>
            <a:lvl9pPr marL="365743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B40EB6-DFAD-7B7E-2FC2-A19A7B25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E1070-F814-4CA1-87FD-8ED4ED4A42A1}" type="datetimeFigureOut">
              <a:rPr lang="pt-BR" smtClean="0"/>
              <a:t>06/10/2026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F62333-405B-43A2-9163-E214B760A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20D9CA-1DD9-71AF-583F-1C633F10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4C9C-61C4-4CB8-8A61-849134BEA4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53004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capa - Escura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5DFDDE66-D42F-747B-AE91-59F0E99B410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5238152" y="3057517"/>
            <a:ext cx="1715687" cy="742966"/>
          </a:xfrm>
          <a:prstGeom prst="rect">
            <a:avLst/>
          </a:prstGeom>
        </p:spPr>
      </p:pic>
      <p:sp>
        <p:nvSpPr>
          <p:cNvPr id="7" name="CaixaDeTexto 5">
            <a:extLst>
              <a:ext uri="{FF2B5EF4-FFF2-40B4-BE49-F238E27FC236}">
                <a16:creationId xmlns:a16="http://schemas.microsoft.com/office/drawing/2014/main" id="{8378CFC1-6711-DF8D-70B6-9948B019A6C8}"/>
              </a:ext>
            </a:extLst>
          </p:cNvPr>
          <p:cNvSpPr txBox="1"/>
          <p:nvPr userDrawn="1"/>
        </p:nvSpPr>
        <p:spPr>
          <a:xfrm>
            <a:off x="4852263" y="5812397"/>
            <a:ext cx="248747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Brigadeiro Faria Lima, 4.300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ctr"/>
            <a:endParaRPr lang="it-IT" sz="10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it-IT" sz="1000">
                <a:solidFill>
                  <a:schemeClr val="bg1"/>
                </a:solidFill>
                <a:latin typeface="Versos Light" panose="020B0403020204030204" pitchFamily="34" charset="0"/>
                <a:cs typeface="Times New Roman" panose="02020603050405020304" pitchFamily="18" charset="0"/>
              </a:rPr>
              <a:t>www.tivio.com</a:t>
            </a:r>
            <a:endParaRPr lang="pt-BR" sz="1000">
              <a:solidFill>
                <a:schemeClr val="bg1"/>
              </a:solidFill>
              <a:latin typeface="Versos Light" panose="020B0403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7DF8C21-BE7A-505D-3A4A-8F7364E7DD75}"/>
              </a:ext>
            </a:extLst>
          </p:cNvPr>
          <p:cNvGrpSpPr/>
          <p:nvPr userDrawn="1"/>
        </p:nvGrpSpPr>
        <p:grpSpPr>
          <a:xfrm flipH="1" flipV="1">
            <a:off x="1" y="0"/>
            <a:ext cx="101600" cy="6858000"/>
            <a:chOff x="0" y="0"/>
            <a:chExt cx="1031967" cy="621357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A165414-3973-2F78-F707-676587023DCB}"/>
                </a:ext>
              </a:extLst>
            </p:cNvPr>
            <p:cNvSpPr/>
            <p:nvPr/>
          </p:nvSpPr>
          <p:spPr>
            <a:xfrm>
              <a:off x="1" y="0"/>
              <a:ext cx="1031966" cy="3106786"/>
            </a:xfrm>
            <a:prstGeom prst="rect">
              <a:avLst/>
            </a:prstGeom>
            <a:gradFill>
              <a:gsLst>
                <a:gs pos="100000">
                  <a:schemeClr val="tx1">
                    <a:lumMod val="95000"/>
                    <a:lumOff val="5000"/>
                  </a:schemeClr>
                </a:gs>
                <a:gs pos="16000">
                  <a:schemeClr val="accent3">
                    <a:lumMod val="75000"/>
                  </a:schemeClr>
                </a:gs>
                <a:gs pos="0">
                  <a:schemeClr val="accent3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48444CA-1863-A3F8-5EA6-CE77490F6661}"/>
                </a:ext>
              </a:extLst>
            </p:cNvPr>
            <p:cNvSpPr/>
            <p:nvPr/>
          </p:nvSpPr>
          <p:spPr>
            <a:xfrm flipV="1">
              <a:off x="0" y="3106786"/>
              <a:ext cx="1031966" cy="3106786"/>
            </a:xfrm>
            <a:prstGeom prst="rect">
              <a:avLst/>
            </a:prstGeom>
            <a:gradFill>
              <a:gsLst>
                <a:gs pos="100000">
                  <a:schemeClr val="tx1">
                    <a:lumMod val="95000"/>
                    <a:lumOff val="5000"/>
                  </a:schemeClr>
                </a:gs>
                <a:gs pos="16000">
                  <a:schemeClr val="accent1"/>
                </a:gs>
                <a:gs pos="0">
                  <a:schemeClr val="accent1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151401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>
          <p15:clr>
            <a:srgbClr val="FBAE40"/>
          </p15:clr>
        </p15:guide>
        <p15:guide id="2" orient="horz" pos="2001">
          <p15:clr>
            <a:srgbClr val="FBAE40"/>
          </p15:clr>
        </p15:guide>
        <p15:guide id="3" orient="horz" pos="3952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3702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racapa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7FA659D6-B3E6-7839-862F-1FC6C0BD770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5238152" y="3057517"/>
            <a:ext cx="1715687" cy="74296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BF8F5F1-0A08-22F3-1ED8-904453E91B9F}"/>
              </a:ext>
            </a:extLst>
          </p:cNvPr>
          <p:cNvSpPr txBox="1"/>
          <p:nvPr userDrawn="1"/>
        </p:nvSpPr>
        <p:spPr>
          <a:xfrm>
            <a:off x="4975497" y="5812397"/>
            <a:ext cx="22409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Faria Lima, 4.300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ctr"/>
            <a:endParaRPr lang="it-IT" sz="10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it-IT" sz="1000">
                <a:solidFill>
                  <a:schemeClr val="accent2"/>
                </a:solidFill>
                <a:latin typeface="Versos Light" panose="020B0403020204030204" pitchFamily="34" charset="0"/>
                <a:cs typeface="Times New Roman" panose="02020603050405020304" pitchFamily="18" charset="0"/>
              </a:rPr>
              <a:t>www.tivio.com</a:t>
            </a:r>
            <a:endParaRPr lang="pt-BR" sz="1000">
              <a:solidFill>
                <a:schemeClr val="accent2"/>
              </a:solidFill>
              <a:latin typeface="Versos Light" panose="020B04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346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>
          <p15:clr>
            <a:srgbClr val="FBAE40"/>
          </p15:clr>
        </p15:guide>
        <p15:guide id="3" orient="horz" pos="2001">
          <p15:clr>
            <a:srgbClr val="FBAE40"/>
          </p15:clr>
        </p15:guide>
        <p15:guide id="4" orient="horz" pos="3680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4156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racapa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8">
            <a:extLst>
              <a:ext uri="{FF2B5EF4-FFF2-40B4-BE49-F238E27FC236}">
                <a16:creationId xmlns:a16="http://schemas.microsoft.com/office/drawing/2014/main" id="{7FA659D6-B3E6-7839-862F-1FC6C0BD770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5238152" y="3057517"/>
            <a:ext cx="1715687" cy="74296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BF8F5F1-0A08-22F3-1ED8-904453E91B9F}"/>
              </a:ext>
            </a:extLst>
          </p:cNvPr>
          <p:cNvSpPr txBox="1"/>
          <p:nvPr userDrawn="1"/>
        </p:nvSpPr>
        <p:spPr>
          <a:xfrm>
            <a:off x="4975497" y="5812397"/>
            <a:ext cx="22409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Avenida Faria Lima, 4.300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7º andar | Vila Olímpia</a:t>
            </a:r>
          </a:p>
          <a:p>
            <a:pPr algn="ctr"/>
            <a:r>
              <a:rPr lang="it-IT" sz="1000" kern="0">
                <a:solidFill>
                  <a:schemeClr val="bg1"/>
                </a:solidFill>
                <a:effectLst/>
                <a:latin typeface="Versos Light" panose="020B0403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CEP 04538-132 | São Paulo</a:t>
            </a:r>
          </a:p>
          <a:p>
            <a:pPr algn="ctr"/>
            <a:endParaRPr lang="it-IT" sz="1000">
              <a:solidFill>
                <a:schemeClr val="bg1"/>
              </a:solidFill>
              <a:latin typeface="Versos Light" panose="020B0403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it-IT" sz="1000">
                <a:solidFill>
                  <a:schemeClr val="accent2"/>
                </a:solidFill>
                <a:latin typeface="Versos Light" panose="020B0403020204030204" pitchFamily="34" charset="0"/>
                <a:cs typeface="Times New Roman" panose="02020603050405020304" pitchFamily="18" charset="0"/>
              </a:rPr>
              <a:t>www.tivio.com</a:t>
            </a:r>
            <a:endParaRPr lang="pt-BR" sz="1000">
              <a:solidFill>
                <a:schemeClr val="accent2"/>
              </a:solidFill>
              <a:latin typeface="Versos Light" panose="020B0403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046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>
          <p15:clr>
            <a:srgbClr val="FBAE40"/>
          </p15:clr>
        </p15:guide>
        <p15:guide id="3" orient="horz" pos="2001">
          <p15:clr>
            <a:srgbClr val="FBAE40"/>
          </p15:clr>
        </p15:guide>
        <p15:guide id="4" orient="horz" pos="3680">
          <p15:clr>
            <a:srgbClr val="FBAE40"/>
          </p15:clr>
        </p15:guide>
        <p15:guide id="5" orient="horz" pos="3952">
          <p15:clr>
            <a:srgbClr val="FBAE40"/>
          </p15:clr>
        </p15:guide>
        <p15:guide id="6" orient="horz" pos="4156">
          <p15:clr>
            <a:srgbClr val="FBAE40"/>
          </p15:clr>
        </p15:guide>
      </p15:sldGuideLst>
    </p:ext>
  </p:extLst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- Branco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271656" y="6354582"/>
            <a:ext cx="889861" cy="38534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8441175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2" y="1103586"/>
            <a:ext cx="11522075" cy="5133702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750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- High Yield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5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271656" y="6354582"/>
            <a:ext cx="889861" cy="38534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8441175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2" y="1103586"/>
            <a:ext cx="11522075" cy="5133702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6663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- High Grade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271656" y="6354582"/>
            <a:ext cx="889861" cy="38534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8441175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2" y="1103586"/>
            <a:ext cx="11522075" cy="5133702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6797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racapa - Escura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541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19">
          <p15:clr>
            <a:srgbClr val="FBAE40"/>
          </p15:clr>
        </p15:guide>
        <p15:guide id="2" orient="horz" pos="2001">
          <p15:clr>
            <a:srgbClr val="FBAE40"/>
          </p15:clr>
        </p15:guide>
        <p15:guide id="3" orient="horz" pos="3952">
          <p15:clr>
            <a:srgbClr val="FBAE40"/>
          </p15:clr>
        </p15:guide>
        <p15:guide id="4" orient="horz" pos="4156">
          <p15:clr>
            <a:srgbClr val="FBAE40"/>
          </p15:clr>
        </p15:guide>
        <p15:guide id="5" orient="horz" pos="3702">
          <p15:clr>
            <a:srgbClr val="FBAE40"/>
          </p15:clr>
        </p15:guide>
      </p15:sldGuideLst>
    </p:ext>
  </p:extLst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Bran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19F04F-8ABD-ABFC-2381-D3C3D7CF30AF}"/>
              </a:ext>
            </a:extLst>
          </p:cNvPr>
          <p:cNvCxnSpPr/>
          <p:nvPr userDrawn="1"/>
        </p:nvCxnSpPr>
        <p:spPr>
          <a:xfrm>
            <a:off x="0" y="6699502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1"/>
                </a:gs>
                <a:gs pos="50000">
                  <a:srgbClr val="AAE4C0"/>
                </a:gs>
                <a:gs pos="100000">
                  <a:schemeClr val="accent2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A29D40-8F86-4DCA-85E9-E401626339AF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776531"/>
            <a:ext cx="12192000" cy="0"/>
          </a:xfrm>
          <a:prstGeom prst="line">
            <a:avLst/>
          </a:prstGeom>
          <a:ln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5433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Bran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D2821058-F589-1511-1D91-0F05271A6C82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A0A33CF-3720-1012-F597-F4ECE825DFE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34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Bran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>
                    <a:lumMod val="95000"/>
                    <a:lumOff val="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accent2"/>
              </a:solidFill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accent4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4931296C-3A93-5F16-2D9A-EB313B015B3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9B6F29F-DF18-9050-9EF6-AF47C4A796AC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124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lateral - Bran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0">
                <a:schemeClr val="tx1">
                  <a:lumMod val="85000"/>
                  <a:lumOff val="15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6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6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95000"/>
                    <a:lumOff val="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482784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0828"/>
            <a:ext cx="1457739" cy="0"/>
          </a:xfrm>
          <a:prstGeom prst="line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8">
            <a:extLst>
              <a:ext uri="{FF2B5EF4-FFF2-40B4-BE49-F238E27FC236}">
                <a16:creationId xmlns:a16="http://schemas.microsoft.com/office/drawing/2014/main" id="{68EB1F7D-EB42-B4A5-4EBA-55B2FE1DF06F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486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C84EE7A-B951-B061-6439-B39DDC01B70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1378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6C6735-2EA6-4401-8EF0-95EE6C287F44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2582342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| 1 linha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6873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1 linha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2731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1 linha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52AA87-E9EF-F9C3-D180-0D695337BC25}"/>
              </a:ext>
            </a:extLst>
          </p:cNvPr>
          <p:cNvGrpSpPr/>
          <p:nvPr userDrawn="1"/>
        </p:nvGrpSpPr>
        <p:grpSpPr>
          <a:xfrm flipV="1">
            <a:off x="12099285" y="0"/>
            <a:ext cx="91438" cy="1832748"/>
            <a:chOff x="120125" y="5025253"/>
            <a:chExt cx="91438" cy="18327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05AB66-66BE-D764-AEA7-119CD2ED8298}"/>
                </a:ext>
              </a:extLst>
            </p:cNvPr>
            <p:cNvSpPr/>
            <p:nvPr userDrawn="1"/>
          </p:nvSpPr>
          <p:spPr>
            <a:xfrm rot="16200000" flipV="1">
              <a:off x="-773389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3">
                    <a:lumMod val="50000"/>
                  </a:schemeClr>
                </a:gs>
                <a:gs pos="50000">
                  <a:schemeClr val="accent3">
                    <a:lumMod val="60000"/>
                    <a:lumOff val="40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A8B063-3DCC-1280-CEC3-7512BA9DF746}"/>
                </a:ext>
              </a:extLst>
            </p:cNvPr>
            <p:cNvSpPr/>
            <p:nvPr userDrawn="1"/>
          </p:nvSpPr>
          <p:spPr>
            <a:xfrm rot="16200000" flipV="1">
              <a:off x="-727670" y="5918767"/>
              <a:ext cx="1832748" cy="45719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7073051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1 linha - High Y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4007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6 Boxes - High Y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3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9120CB5-4884-D14A-8682-CC106CAFBBE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16637" y="3993674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AC4E8C-2B3F-574D-C955-1EBD6FD7CDE9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128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5 Boxes - High Y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0601806-BC35-9EEE-9C59-2DC0E49D5B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25799" y="3987408"/>
            <a:ext cx="3740400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3A3FCC3-EBF1-0B54-4092-43FDDED92531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920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4 Boxes - High Y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858F1CA-0E09-F094-AD45-52092585CA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25800" y="1518527"/>
            <a:ext cx="3740400" cy="4776078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E170CD4-5C01-DD85-2A0A-98954D99CA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4962" y="3987408"/>
            <a:ext cx="3741737" cy="2313464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05EFAA-C04F-7113-90E8-A7D66AF3528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116638" y="1524792"/>
            <a:ext cx="3740400" cy="4776079"/>
          </a:xfrm>
          <a:prstGeom prst="rect">
            <a:avLst/>
          </a:prstGeom>
          <a:ln>
            <a:solidFill>
              <a:schemeClr val="accent4"/>
            </a:solidFill>
          </a:ln>
        </p:spPr>
        <p:txBody>
          <a:bodyPr lIns="36000" tIns="36000" rIns="36000" bIns="36000"/>
          <a:lstStyle>
            <a:lvl1pPr marL="0" indent="0">
              <a:buNone/>
              <a:defRPr sz="12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76D65B-577B-DA97-A4AE-85E5C579A955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3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2 linhas - High Y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21758EB3-F057-8CDF-FF61-35E724EF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EB78A079-9AB0-B349-256E-BC9ED4CF062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9A8969-4CCE-CE82-D2FB-901A726879C5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063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Box superior - High Y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C3DE3459-A0CC-6831-FC59-0F2863B6F3C9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904FAD7-D1D8-06F3-6189-A8707EDC8E87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89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| 1 linha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547118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01 -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E84738-3A6C-EB34-89AF-461737E8A924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FD4C2CB9-FBAE-882A-315C-DB4F669495DE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EA389DAE-FA1D-8A30-5126-218E3FFA5A53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3561027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Gr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EB6966-A6DD-A413-E366-E85415CA7C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16B9899-7AA6-E693-2E4C-ADF3DFB283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247925-BD97-745B-F253-B805E96FFFA0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BCEFB5ED-6BF7-6136-2220-F968C5DEF09D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40A1F716-1324-ACB0-605C-A36B2A57B93A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76038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Yi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990FA51-3BC5-8B5F-4922-A3EFDBE7D3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C6416CC-D42A-F9D0-470E-9656CD4825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012F14-CC53-BA2E-43A9-50DD92B9262B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4DE6A1B-8C6A-BB82-E709-6A2A45FA1D05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3D7CFF59-CCAF-2434-5D7E-E1CA4FB1EB7E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25735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Mais 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1C9AF77E-9895-4AC7-A1DF-EE12ACB0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0BAD04-1FFE-3E42-A1B1-BDD8FE7DA8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Índice</a:t>
            </a:r>
            <a:r>
              <a:rPr lang="en-US"/>
              <a:t> - </a:t>
            </a:r>
            <a:r>
              <a:rPr lang="en-US" err="1"/>
              <a:t>Padrão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D03C84-7D32-1C70-A8E9-63EA0F348C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D8C61F7-2206-D64F-31E1-979FA329DE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68414"/>
            <a:ext cx="11522075" cy="5076824"/>
          </a:xfrm>
          <a:prstGeom prst="rect">
            <a:avLst/>
          </a:prstGeom>
        </p:spPr>
        <p:txBody>
          <a:bodyPr wrap="square" lIns="0" tIns="0" rIns="0" bIns="0" numCol="2">
            <a:noAutofit/>
          </a:bodyPr>
          <a:lstStyle>
            <a:lvl1pPr marL="3600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" name="Picture 8">
            <a:extLst>
              <a:ext uri="{FF2B5EF4-FFF2-40B4-BE49-F238E27FC236}">
                <a16:creationId xmlns:a16="http://schemas.microsoft.com/office/drawing/2014/main" id="{A5790082-B3AF-5DC7-AEAB-0F53AA8F9D3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50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0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0822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10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7549" y="1340437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7549" y="2266421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7549" y="3279695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17549" y="4298020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78587" y="1338594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78587" y="2264578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78587" y="3274846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78587" y="4296177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4" y="1319509"/>
            <a:ext cx="666897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4" y="2240644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4" y="3250912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4" y="4269237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2" y="1319509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2" y="2240644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2" y="3250912"/>
            <a:ext cx="666897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2" y="4269237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7549" y="5311941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78587" y="5310098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4" y="5283158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2" y="5283158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13E1FCE5-3B0A-A220-D717-0F7086E423DA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594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4 títu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2617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14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12441" y="1294749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2441" y="2053172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12441" y="2813030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12441" y="3578536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73479" y="1298388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73479" y="2051616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3479" y="2808937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73479" y="3576980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5" y="1272292"/>
            <a:ext cx="562844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5" y="202181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5" y="2779134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5" y="3544640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3" y="1277486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3" y="202181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3" y="2779134"/>
            <a:ext cx="562844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3" y="3544640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11.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12441" y="4354249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73479" y="4352693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5" y="432035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3" y="432035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12.</a:t>
            </a:r>
            <a:endParaRPr lang="pt-BR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5B1F338-8D07-6165-2984-C97D76B836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12441" y="5133711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6AC2D12D-986D-3DD5-FBFC-D384978B99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73479" y="5132155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1E97FC2-9348-4E3B-00E5-76B9F5F346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4965" y="5099815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0FCC27C-9F7B-60DD-448A-FA5C70190D6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3" y="5099815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13.</a:t>
            </a:r>
            <a:endParaRPr lang="pt-BR"/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647A3C75-F52C-9572-4AC8-DF3C9EC748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12441" y="5909424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F181672-FCCE-ED51-44CD-B257A51020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873479" y="5907868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C4E37429-91F7-9872-16AB-E9D998B9B0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4965" y="5875528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996E1AEB-6FC0-93DB-7162-B62353FB6F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3" y="5875528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14.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1352B972-1623-C7B4-AF77-24C25FC1A7A7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564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3266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665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249" y="6475413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B7B3B770-9B14-1379-A09F-1CBACC59D40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770615" y="290513"/>
            <a:ext cx="1125316" cy="48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43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46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34">
          <p15:clr>
            <a:srgbClr val="FBAE40"/>
          </p15:clr>
        </p15:guide>
      </p15:sldGuideLst>
    </p:ext>
  </p:extLs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01 -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2613741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visória - Escu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938015"/>
            <a:ext cx="4167530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5722314"/>
            <a:ext cx="4167530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6083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36008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66082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6007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5300937"/>
            <a:ext cx="4789394" cy="200722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4142482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| 1 linha - Bran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AABEEE3-146C-208A-F0A8-E62D41BAC1B1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FC25F11-AFC1-F015-563C-53F7C0C7CC0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708983"/>
            <a:ext cx="11857037" cy="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2589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claimer -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271656" y="6354582"/>
            <a:ext cx="889861" cy="38534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8441175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2" y="1103586"/>
            <a:ext cx="11522075" cy="5133702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9679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1" cy="382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5531642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1883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8"/>
            <a:ext cx="4193648" cy="382541"/>
          </a:xfrm>
        </p:spPr>
        <p:txBody>
          <a:bodyPr lIns="0" tIns="0" rIns="0" bIns="0"/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3515222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8"/>
            <a:ext cx="4193648" cy="382541"/>
          </a:xfrm>
        </p:spPr>
        <p:txBody>
          <a:bodyPr lIns="0" tIns="0" rIns="0" bIns="0"/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9224679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2463331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8"/>
            <a:ext cx="4193648" cy="382541"/>
          </a:xfrm>
        </p:spPr>
        <p:txBody>
          <a:bodyPr lIns="0" tIns="0" rIns="0" bIns="0"/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6152832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34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C487F8D6-6F56-3FB0-6815-21B08E8160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487316" y="1847442"/>
            <a:ext cx="11687983" cy="2492775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8F4B4A-2487-190B-039A-42FEBF29D43F}"/>
              </a:ext>
            </a:extLst>
          </p:cNvPr>
          <p:cNvSpPr/>
          <p:nvPr userDrawn="1"/>
        </p:nvSpPr>
        <p:spPr>
          <a:xfrm flipH="1">
            <a:off x="6572568" y="177282"/>
            <a:ext cx="5435929" cy="6512767"/>
          </a:xfrm>
          <a:prstGeom prst="roundRect">
            <a:avLst>
              <a:gd name="adj" fmla="val 4346"/>
            </a:avLst>
          </a:prstGeom>
          <a:blipFill dpi="0" rotWithShape="1">
            <a:blip r:embed="rId3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6498" r="-56498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D5CAC8B3-E38E-379D-D219-90E866AF8CA6}"/>
              </a:ext>
            </a:extLst>
          </p:cNvPr>
          <p:cNvSpPr/>
          <p:nvPr userDrawn="1"/>
        </p:nvSpPr>
        <p:spPr>
          <a:xfrm>
            <a:off x="735901" y="5199948"/>
            <a:ext cx="2966537" cy="1007329"/>
          </a:xfrm>
          <a:custGeom>
            <a:avLst/>
            <a:gdLst/>
            <a:ahLst/>
            <a:cxnLst/>
            <a:rect l="l" t="t" r="r" b="b"/>
            <a:pathLst>
              <a:path w="4892040" h="1661159">
                <a:moveTo>
                  <a:pt x="598157" y="162128"/>
                </a:moveTo>
                <a:lnTo>
                  <a:pt x="552208" y="107619"/>
                </a:lnTo>
                <a:lnTo>
                  <a:pt x="517258" y="77089"/>
                </a:lnTo>
                <a:lnTo>
                  <a:pt x="478993" y="51600"/>
                </a:lnTo>
                <a:lnTo>
                  <a:pt x="437870" y="31381"/>
                </a:lnTo>
                <a:lnTo>
                  <a:pt x="394347" y="16649"/>
                </a:lnTo>
                <a:lnTo>
                  <a:pt x="348894" y="7645"/>
                </a:lnTo>
                <a:lnTo>
                  <a:pt x="301955" y="4597"/>
                </a:lnTo>
                <a:lnTo>
                  <a:pt x="0" y="4597"/>
                </a:lnTo>
                <a:lnTo>
                  <a:pt x="0" y="162128"/>
                </a:lnTo>
                <a:lnTo>
                  <a:pt x="598157" y="162128"/>
                </a:lnTo>
                <a:close/>
              </a:path>
              <a:path w="4892040" h="1661159">
                <a:moveTo>
                  <a:pt x="686130" y="667334"/>
                </a:moveTo>
                <a:lnTo>
                  <a:pt x="681558" y="664121"/>
                </a:lnTo>
                <a:lnTo>
                  <a:pt x="681558" y="391325"/>
                </a:lnTo>
                <a:lnTo>
                  <a:pt x="678510" y="344347"/>
                </a:lnTo>
                <a:lnTo>
                  <a:pt x="669455" y="298767"/>
                </a:lnTo>
                <a:lnTo>
                  <a:pt x="654519" y="254977"/>
                </a:lnTo>
                <a:lnTo>
                  <a:pt x="633844" y="213360"/>
                </a:lnTo>
                <a:lnTo>
                  <a:pt x="607568" y="174294"/>
                </a:lnTo>
                <a:lnTo>
                  <a:pt x="598157" y="162128"/>
                </a:lnTo>
                <a:lnTo>
                  <a:pt x="588746" y="174294"/>
                </a:lnTo>
                <a:lnTo>
                  <a:pt x="562470" y="213360"/>
                </a:lnTo>
                <a:lnTo>
                  <a:pt x="541794" y="254977"/>
                </a:lnTo>
                <a:lnTo>
                  <a:pt x="526859" y="298767"/>
                </a:lnTo>
                <a:lnTo>
                  <a:pt x="517804" y="344347"/>
                </a:lnTo>
                <a:lnTo>
                  <a:pt x="514743" y="391325"/>
                </a:lnTo>
                <a:lnTo>
                  <a:pt x="514629" y="1019911"/>
                </a:lnTo>
                <a:lnTo>
                  <a:pt x="514743" y="1031824"/>
                </a:lnTo>
                <a:lnTo>
                  <a:pt x="681685" y="1031824"/>
                </a:lnTo>
                <a:lnTo>
                  <a:pt x="681558" y="673976"/>
                </a:lnTo>
                <a:lnTo>
                  <a:pt x="686130" y="667334"/>
                </a:lnTo>
                <a:close/>
              </a:path>
              <a:path w="4892040" h="1661159">
                <a:moveTo>
                  <a:pt x="1196327" y="4597"/>
                </a:moveTo>
                <a:lnTo>
                  <a:pt x="894384" y="4597"/>
                </a:lnTo>
                <a:lnTo>
                  <a:pt x="847432" y="7645"/>
                </a:lnTo>
                <a:lnTo>
                  <a:pt x="801966" y="16649"/>
                </a:lnTo>
                <a:lnTo>
                  <a:pt x="758444" y="31381"/>
                </a:lnTo>
                <a:lnTo>
                  <a:pt x="717321" y="51600"/>
                </a:lnTo>
                <a:lnTo>
                  <a:pt x="679056" y="77089"/>
                </a:lnTo>
                <a:lnTo>
                  <a:pt x="644105" y="107619"/>
                </a:lnTo>
                <a:lnTo>
                  <a:pt x="612952" y="142976"/>
                </a:lnTo>
                <a:lnTo>
                  <a:pt x="598182" y="162128"/>
                </a:lnTo>
                <a:lnTo>
                  <a:pt x="1196327" y="162128"/>
                </a:lnTo>
                <a:lnTo>
                  <a:pt x="1196327" y="4597"/>
                </a:lnTo>
                <a:close/>
              </a:path>
              <a:path w="4892040" h="1661159">
                <a:moveTo>
                  <a:pt x="1602905" y="13525"/>
                </a:moveTo>
                <a:lnTo>
                  <a:pt x="1440751" y="13525"/>
                </a:lnTo>
                <a:lnTo>
                  <a:pt x="1440751" y="1051445"/>
                </a:lnTo>
                <a:lnTo>
                  <a:pt x="1602905" y="1051445"/>
                </a:lnTo>
                <a:lnTo>
                  <a:pt x="1602905" y="13525"/>
                </a:lnTo>
                <a:close/>
              </a:path>
              <a:path w="4892040" h="1661159">
                <a:moveTo>
                  <a:pt x="1772564" y="1390700"/>
                </a:moveTo>
                <a:lnTo>
                  <a:pt x="1752968" y="1335557"/>
                </a:lnTo>
                <a:lnTo>
                  <a:pt x="1716811" y="1293393"/>
                </a:lnTo>
                <a:lnTo>
                  <a:pt x="1667090" y="1266647"/>
                </a:lnTo>
                <a:lnTo>
                  <a:pt x="1606765" y="1257731"/>
                </a:lnTo>
                <a:lnTo>
                  <a:pt x="1579333" y="1259306"/>
                </a:lnTo>
                <a:lnTo>
                  <a:pt x="1529537" y="1271905"/>
                </a:lnTo>
                <a:lnTo>
                  <a:pt x="1486928" y="1296797"/>
                </a:lnTo>
                <a:lnTo>
                  <a:pt x="1453819" y="1332306"/>
                </a:lnTo>
                <a:lnTo>
                  <a:pt x="1430832" y="1377696"/>
                </a:lnTo>
                <a:lnTo>
                  <a:pt x="1419212" y="1430312"/>
                </a:lnTo>
                <a:lnTo>
                  <a:pt x="1417751" y="1459179"/>
                </a:lnTo>
                <a:lnTo>
                  <a:pt x="1419212" y="1488262"/>
                </a:lnTo>
                <a:lnTo>
                  <a:pt x="1430832" y="1541030"/>
                </a:lnTo>
                <a:lnTo>
                  <a:pt x="1453819" y="1586204"/>
                </a:lnTo>
                <a:lnTo>
                  <a:pt x="1486928" y="1621561"/>
                </a:lnTo>
                <a:lnTo>
                  <a:pt x="1529537" y="1646440"/>
                </a:lnTo>
                <a:lnTo>
                  <a:pt x="1579333" y="1659026"/>
                </a:lnTo>
                <a:lnTo>
                  <a:pt x="1606765" y="1660588"/>
                </a:lnTo>
                <a:lnTo>
                  <a:pt x="1638477" y="1658366"/>
                </a:lnTo>
                <a:lnTo>
                  <a:pt x="1693494" y="1640547"/>
                </a:lnTo>
                <a:lnTo>
                  <a:pt x="1736712" y="1605508"/>
                </a:lnTo>
                <a:lnTo>
                  <a:pt x="1764296" y="1556854"/>
                </a:lnTo>
                <a:lnTo>
                  <a:pt x="1722767" y="1527644"/>
                </a:lnTo>
                <a:lnTo>
                  <a:pt x="1715897" y="1547393"/>
                </a:lnTo>
                <a:lnTo>
                  <a:pt x="1706638" y="1564779"/>
                </a:lnTo>
                <a:lnTo>
                  <a:pt x="1664652" y="1602447"/>
                </a:lnTo>
                <a:lnTo>
                  <a:pt x="1626476" y="1613916"/>
                </a:lnTo>
                <a:lnTo>
                  <a:pt x="1604518" y="1615351"/>
                </a:lnTo>
                <a:lnTo>
                  <a:pt x="1584744" y="1614106"/>
                </a:lnTo>
                <a:lnTo>
                  <a:pt x="1532648" y="1595551"/>
                </a:lnTo>
                <a:lnTo>
                  <a:pt x="1494091" y="1556931"/>
                </a:lnTo>
                <a:lnTo>
                  <a:pt x="1477530" y="1521663"/>
                </a:lnTo>
                <a:lnTo>
                  <a:pt x="1469186" y="1481213"/>
                </a:lnTo>
                <a:lnTo>
                  <a:pt x="1468145" y="1459179"/>
                </a:lnTo>
                <a:lnTo>
                  <a:pt x="1469186" y="1436916"/>
                </a:lnTo>
                <a:lnTo>
                  <a:pt x="1477530" y="1396326"/>
                </a:lnTo>
                <a:lnTo>
                  <a:pt x="1494091" y="1361274"/>
                </a:lnTo>
                <a:lnTo>
                  <a:pt x="1532648" y="1322819"/>
                </a:lnTo>
                <a:lnTo>
                  <a:pt x="1584744" y="1304239"/>
                </a:lnTo>
                <a:lnTo>
                  <a:pt x="1604518" y="1303007"/>
                </a:lnTo>
                <a:lnTo>
                  <a:pt x="1626273" y="1304455"/>
                </a:lnTo>
                <a:lnTo>
                  <a:pt x="1664601" y="1316075"/>
                </a:lnTo>
                <a:lnTo>
                  <a:pt x="1695577" y="1338948"/>
                </a:lnTo>
                <a:lnTo>
                  <a:pt x="1716659" y="1371193"/>
                </a:lnTo>
                <a:lnTo>
                  <a:pt x="1723339" y="1390700"/>
                </a:lnTo>
                <a:lnTo>
                  <a:pt x="1772564" y="1390700"/>
                </a:lnTo>
                <a:close/>
              </a:path>
              <a:path w="4892040" h="1661159">
                <a:moveTo>
                  <a:pt x="2362708" y="1657223"/>
                </a:moveTo>
                <a:lnTo>
                  <a:pt x="2322068" y="1550276"/>
                </a:lnTo>
                <a:lnTo>
                  <a:pt x="2305075" y="1505572"/>
                </a:lnTo>
                <a:lnTo>
                  <a:pt x="2253475" y="1369783"/>
                </a:lnTo>
                <a:lnTo>
                  <a:pt x="2253475" y="1505572"/>
                </a:lnTo>
                <a:lnTo>
                  <a:pt x="2110333" y="1505572"/>
                </a:lnTo>
                <a:lnTo>
                  <a:pt x="2181618" y="1314869"/>
                </a:lnTo>
                <a:lnTo>
                  <a:pt x="2253475" y="1505572"/>
                </a:lnTo>
                <a:lnTo>
                  <a:pt x="2253475" y="1369783"/>
                </a:lnTo>
                <a:lnTo>
                  <a:pt x="2232609" y="1314869"/>
                </a:lnTo>
                <a:lnTo>
                  <a:pt x="2212200" y="1261135"/>
                </a:lnTo>
                <a:lnTo>
                  <a:pt x="2153907" y="1261135"/>
                </a:lnTo>
                <a:lnTo>
                  <a:pt x="2002853" y="1657223"/>
                </a:lnTo>
                <a:lnTo>
                  <a:pt x="2053755" y="1657223"/>
                </a:lnTo>
                <a:lnTo>
                  <a:pt x="2095627" y="1550276"/>
                </a:lnTo>
                <a:lnTo>
                  <a:pt x="2268194" y="1550276"/>
                </a:lnTo>
                <a:lnTo>
                  <a:pt x="2310066" y="1657223"/>
                </a:lnTo>
                <a:lnTo>
                  <a:pt x="2362708" y="1657223"/>
                </a:lnTo>
                <a:close/>
              </a:path>
              <a:path w="4892040" h="1661159">
                <a:moveTo>
                  <a:pt x="2445664" y="1051445"/>
                </a:moveTo>
                <a:lnTo>
                  <a:pt x="2028228" y="13512"/>
                </a:lnTo>
                <a:lnTo>
                  <a:pt x="1841347" y="13512"/>
                </a:lnTo>
                <a:lnTo>
                  <a:pt x="2215438" y="905535"/>
                </a:lnTo>
                <a:lnTo>
                  <a:pt x="2236724" y="944880"/>
                </a:lnTo>
                <a:lnTo>
                  <a:pt x="2264943" y="978966"/>
                </a:lnTo>
                <a:lnTo>
                  <a:pt x="2299144" y="1007224"/>
                </a:lnTo>
                <a:lnTo>
                  <a:pt x="2338362" y="1029017"/>
                </a:lnTo>
                <a:lnTo>
                  <a:pt x="2381643" y="1043762"/>
                </a:lnTo>
                <a:lnTo>
                  <a:pt x="2428036" y="1050874"/>
                </a:lnTo>
                <a:lnTo>
                  <a:pt x="2427795" y="1051445"/>
                </a:lnTo>
                <a:lnTo>
                  <a:pt x="2445664" y="1051445"/>
                </a:lnTo>
                <a:close/>
              </a:path>
              <a:path w="4892040" h="1661159">
                <a:moveTo>
                  <a:pt x="2905874" y="1382776"/>
                </a:moveTo>
                <a:lnTo>
                  <a:pt x="2904934" y="1366151"/>
                </a:lnTo>
                <a:lnTo>
                  <a:pt x="2904871" y="1364983"/>
                </a:lnTo>
                <a:lnTo>
                  <a:pt x="2901848" y="1348333"/>
                </a:lnTo>
                <a:lnTo>
                  <a:pt x="2896806" y="1332865"/>
                </a:lnTo>
                <a:lnTo>
                  <a:pt x="2889745" y="1318564"/>
                </a:lnTo>
                <a:lnTo>
                  <a:pt x="2881350" y="1306410"/>
                </a:lnTo>
                <a:lnTo>
                  <a:pt x="2880817" y="1305623"/>
                </a:lnTo>
                <a:lnTo>
                  <a:pt x="2870149" y="1294244"/>
                </a:lnTo>
                <a:lnTo>
                  <a:pt x="2857754" y="1284414"/>
                </a:lnTo>
                <a:lnTo>
                  <a:pt x="2855506" y="1283106"/>
                </a:lnTo>
                <a:lnTo>
                  <a:pt x="2855506" y="1382776"/>
                </a:lnTo>
                <a:lnTo>
                  <a:pt x="2854058" y="1399451"/>
                </a:lnTo>
                <a:lnTo>
                  <a:pt x="2832316" y="1438795"/>
                </a:lnTo>
                <a:lnTo>
                  <a:pt x="2788602" y="1458429"/>
                </a:lnTo>
                <a:lnTo>
                  <a:pt x="2770060" y="1459738"/>
                </a:lnTo>
                <a:lnTo>
                  <a:pt x="2671622" y="1459738"/>
                </a:lnTo>
                <a:lnTo>
                  <a:pt x="2671622" y="1306410"/>
                </a:lnTo>
                <a:lnTo>
                  <a:pt x="2770644" y="1306410"/>
                </a:lnTo>
                <a:lnTo>
                  <a:pt x="2820136" y="1318031"/>
                </a:lnTo>
                <a:lnTo>
                  <a:pt x="2849778" y="1351330"/>
                </a:lnTo>
                <a:lnTo>
                  <a:pt x="2855506" y="1382776"/>
                </a:lnTo>
                <a:lnTo>
                  <a:pt x="2855506" y="1283106"/>
                </a:lnTo>
                <a:lnTo>
                  <a:pt x="2811373" y="1264894"/>
                </a:lnTo>
                <a:lnTo>
                  <a:pt x="2774607" y="1261135"/>
                </a:lnTo>
                <a:lnTo>
                  <a:pt x="2622410" y="1261135"/>
                </a:lnTo>
                <a:lnTo>
                  <a:pt x="2622410" y="1657210"/>
                </a:lnTo>
                <a:lnTo>
                  <a:pt x="2671622" y="1657210"/>
                </a:lnTo>
                <a:lnTo>
                  <a:pt x="2671622" y="1505000"/>
                </a:lnTo>
                <a:lnTo>
                  <a:pt x="2774607" y="1505000"/>
                </a:lnTo>
                <a:lnTo>
                  <a:pt x="2827909" y="1496568"/>
                </a:lnTo>
                <a:lnTo>
                  <a:pt x="2869730" y="1471841"/>
                </a:lnTo>
                <a:lnTo>
                  <a:pt x="2896641" y="1432864"/>
                </a:lnTo>
                <a:lnTo>
                  <a:pt x="2904845" y="1400606"/>
                </a:lnTo>
                <a:lnTo>
                  <a:pt x="2905874" y="1382776"/>
                </a:lnTo>
                <a:close/>
              </a:path>
              <a:path w="4892040" h="1661159">
                <a:moveTo>
                  <a:pt x="3049994" y="13512"/>
                </a:moveTo>
                <a:lnTo>
                  <a:pt x="2863088" y="13512"/>
                </a:lnTo>
                <a:lnTo>
                  <a:pt x="2445664" y="1051445"/>
                </a:lnTo>
                <a:lnTo>
                  <a:pt x="2463546" y="1051445"/>
                </a:lnTo>
                <a:lnTo>
                  <a:pt x="2463304" y="1050874"/>
                </a:lnTo>
                <a:lnTo>
                  <a:pt x="2509697" y="1043762"/>
                </a:lnTo>
                <a:lnTo>
                  <a:pt x="2552979" y="1029017"/>
                </a:lnTo>
                <a:lnTo>
                  <a:pt x="2592197" y="1007224"/>
                </a:lnTo>
                <a:lnTo>
                  <a:pt x="2626385" y="978966"/>
                </a:lnTo>
                <a:lnTo>
                  <a:pt x="2654604" y="944880"/>
                </a:lnTo>
                <a:lnTo>
                  <a:pt x="2675902" y="905535"/>
                </a:lnTo>
                <a:lnTo>
                  <a:pt x="3049994" y="13512"/>
                </a:lnTo>
                <a:close/>
              </a:path>
              <a:path w="4892040" h="1661159">
                <a:moveTo>
                  <a:pt x="3222739" y="1261122"/>
                </a:moveTo>
                <a:lnTo>
                  <a:pt x="3173526" y="1261122"/>
                </a:lnTo>
                <a:lnTo>
                  <a:pt x="3173526" y="1657197"/>
                </a:lnTo>
                <a:lnTo>
                  <a:pt x="3222739" y="1657197"/>
                </a:lnTo>
                <a:lnTo>
                  <a:pt x="3222739" y="1261122"/>
                </a:lnTo>
                <a:close/>
              </a:path>
              <a:path w="4892040" h="1661159">
                <a:moveTo>
                  <a:pt x="3450590" y="13525"/>
                </a:moveTo>
                <a:lnTo>
                  <a:pt x="3288436" y="13525"/>
                </a:lnTo>
                <a:lnTo>
                  <a:pt x="3288436" y="1051445"/>
                </a:lnTo>
                <a:lnTo>
                  <a:pt x="3450590" y="1051445"/>
                </a:lnTo>
                <a:lnTo>
                  <a:pt x="3450590" y="13525"/>
                </a:lnTo>
                <a:close/>
              </a:path>
              <a:path w="4892040" h="1661159">
                <a:moveTo>
                  <a:pt x="3796487" y="1261135"/>
                </a:moveTo>
                <a:lnTo>
                  <a:pt x="3490379" y="1261135"/>
                </a:lnTo>
                <a:lnTo>
                  <a:pt x="3490379" y="1306855"/>
                </a:lnTo>
                <a:lnTo>
                  <a:pt x="3618801" y="1306855"/>
                </a:lnTo>
                <a:lnTo>
                  <a:pt x="3618801" y="1657375"/>
                </a:lnTo>
                <a:lnTo>
                  <a:pt x="3668064" y="1657375"/>
                </a:lnTo>
                <a:lnTo>
                  <a:pt x="3668064" y="1306855"/>
                </a:lnTo>
                <a:lnTo>
                  <a:pt x="3796487" y="1306855"/>
                </a:lnTo>
                <a:lnTo>
                  <a:pt x="3796487" y="1261135"/>
                </a:lnTo>
                <a:close/>
              </a:path>
              <a:path w="4892040" h="1661159">
                <a:moveTo>
                  <a:pt x="4335157" y="1657223"/>
                </a:moveTo>
                <a:lnTo>
                  <a:pt x="4294517" y="1550276"/>
                </a:lnTo>
                <a:lnTo>
                  <a:pt x="4277525" y="1505572"/>
                </a:lnTo>
                <a:lnTo>
                  <a:pt x="4225925" y="1369758"/>
                </a:lnTo>
                <a:lnTo>
                  <a:pt x="4225925" y="1505572"/>
                </a:lnTo>
                <a:lnTo>
                  <a:pt x="4082783" y="1505572"/>
                </a:lnTo>
                <a:lnTo>
                  <a:pt x="4154068" y="1314869"/>
                </a:lnTo>
                <a:lnTo>
                  <a:pt x="4225925" y="1505572"/>
                </a:lnTo>
                <a:lnTo>
                  <a:pt x="4225925" y="1369758"/>
                </a:lnTo>
                <a:lnTo>
                  <a:pt x="4205071" y="1314869"/>
                </a:lnTo>
                <a:lnTo>
                  <a:pt x="4184650" y="1261135"/>
                </a:lnTo>
                <a:lnTo>
                  <a:pt x="4126369" y="1261135"/>
                </a:lnTo>
                <a:lnTo>
                  <a:pt x="3975303" y="1657223"/>
                </a:lnTo>
                <a:lnTo>
                  <a:pt x="4026217" y="1657223"/>
                </a:lnTo>
                <a:lnTo>
                  <a:pt x="4068089" y="1550276"/>
                </a:lnTo>
                <a:lnTo>
                  <a:pt x="4240644" y="1550276"/>
                </a:lnTo>
                <a:lnTo>
                  <a:pt x="4282516" y="1657223"/>
                </a:lnTo>
                <a:lnTo>
                  <a:pt x="4335157" y="1657223"/>
                </a:lnTo>
                <a:close/>
              </a:path>
              <a:path w="4892040" h="1661159">
                <a:moveTo>
                  <a:pt x="4824552" y="1611490"/>
                </a:moveTo>
                <a:lnTo>
                  <a:pt x="4644060" y="1611490"/>
                </a:lnTo>
                <a:lnTo>
                  <a:pt x="4644060" y="1260970"/>
                </a:lnTo>
                <a:lnTo>
                  <a:pt x="4594847" y="1260970"/>
                </a:lnTo>
                <a:lnTo>
                  <a:pt x="4594847" y="1611490"/>
                </a:lnTo>
                <a:lnTo>
                  <a:pt x="4594847" y="1657210"/>
                </a:lnTo>
                <a:lnTo>
                  <a:pt x="4824552" y="1657210"/>
                </a:lnTo>
                <a:lnTo>
                  <a:pt x="4824552" y="1611490"/>
                </a:lnTo>
                <a:close/>
              </a:path>
              <a:path w="4892040" h="1661159">
                <a:moveTo>
                  <a:pt x="4891735" y="532498"/>
                </a:moveTo>
                <a:lnTo>
                  <a:pt x="4889538" y="482015"/>
                </a:lnTo>
                <a:lnTo>
                  <a:pt x="4883023" y="432930"/>
                </a:lnTo>
                <a:lnTo>
                  <a:pt x="4872266" y="385470"/>
                </a:lnTo>
                <a:lnTo>
                  <a:pt x="4857369" y="339839"/>
                </a:lnTo>
                <a:lnTo>
                  <a:pt x="4838408" y="296240"/>
                </a:lnTo>
                <a:lnTo>
                  <a:pt x="4815497" y="254889"/>
                </a:lnTo>
                <a:lnTo>
                  <a:pt x="4788700" y="215976"/>
                </a:lnTo>
                <a:lnTo>
                  <a:pt x="4758131" y="179717"/>
                </a:lnTo>
                <a:lnTo>
                  <a:pt x="4725047" y="147472"/>
                </a:lnTo>
                <a:lnTo>
                  <a:pt x="4725047" y="532498"/>
                </a:lnTo>
                <a:lnTo>
                  <a:pt x="4721745" y="585076"/>
                </a:lnTo>
                <a:lnTo>
                  <a:pt x="4711941" y="634657"/>
                </a:lnTo>
                <a:lnTo>
                  <a:pt x="4695736" y="680986"/>
                </a:lnTo>
                <a:lnTo>
                  <a:pt x="4673270" y="723773"/>
                </a:lnTo>
                <a:lnTo>
                  <a:pt x="4644644" y="762762"/>
                </a:lnTo>
                <a:lnTo>
                  <a:pt x="4609973" y="797648"/>
                </a:lnTo>
                <a:lnTo>
                  <a:pt x="4574832" y="824598"/>
                </a:lnTo>
                <a:lnTo>
                  <a:pt x="4535983" y="847598"/>
                </a:lnTo>
                <a:lnTo>
                  <a:pt x="4493628" y="866559"/>
                </a:lnTo>
                <a:lnTo>
                  <a:pt x="4447984" y="881418"/>
                </a:lnTo>
                <a:lnTo>
                  <a:pt x="4399254" y="892124"/>
                </a:lnTo>
                <a:lnTo>
                  <a:pt x="4347654" y="898601"/>
                </a:lnTo>
                <a:lnTo>
                  <a:pt x="4293374" y="900772"/>
                </a:lnTo>
                <a:lnTo>
                  <a:pt x="4239095" y="898601"/>
                </a:lnTo>
                <a:lnTo>
                  <a:pt x="4187494" y="892124"/>
                </a:lnTo>
                <a:lnTo>
                  <a:pt x="4138765" y="881418"/>
                </a:lnTo>
                <a:lnTo>
                  <a:pt x="4093121" y="866559"/>
                </a:lnTo>
                <a:lnTo>
                  <a:pt x="4050766" y="847598"/>
                </a:lnTo>
                <a:lnTo>
                  <a:pt x="4011917" y="824598"/>
                </a:lnTo>
                <a:lnTo>
                  <a:pt x="3976763" y="797648"/>
                </a:lnTo>
                <a:lnTo>
                  <a:pt x="3942105" y="762762"/>
                </a:lnTo>
                <a:lnTo>
                  <a:pt x="3913479" y="723773"/>
                </a:lnTo>
                <a:lnTo>
                  <a:pt x="3891000" y="680986"/>
                </a:lnTo>
                <a:lnTo>
                  <a:pt x="3874795" y="634657"/>
                </a:lnTo>
                <a:lnTo>
                  <a:pt x="3864991" y="585076"/>
                </a:lnTo>
                <a:lnTo>
                  <a:pt x="3861701" y="532498"/>
                </a:lnTo>
                <a:lnTo>
                  <a:pt x="3864991" y="479907"/>
                </a:lnTo>
                <a:lnTo>
                  <a:pt x="3874795" y="430314"/>
                </a:lnTo>
                <a:lnTo>
                  <a:pt x="3891000" y="383997"/>
                </a:lnTo>
                <a:lnTo>
                  <a:pt x="3913479" y="341198"/>
                </a:lnTo>
                <a:lnTo>
                  <a:pt x="3942105" y="302234"/>
                </a:lnTo>
                <a:lnTo>
                  <a:pt x="3976763" y="267347"/>
                </a:lnTo>
                <a:lnTo>
                  <a:pt x="4011917" y="240398"/>
                </a:lnTo>
                <a:lnTo>
                  <a:pt x="4050766" y="217398"/>
                </a:lnTo>
                <a:lnTo>
                  <a:pt x="4093121" y="198437"/>
                </a:lnTo>
                <a:lnTo>
                  <a:pt x="4138765" y="183578"/>
                </a:lnTo>
                <a:lnTo>
                  <a:pt x="4187494" y="172872"/>
                </a:lnTo>
                <a:lnTo>
                  <a:pt x="4239095" y="166395"/>
                </a:lnTo>
                <a:lnTo>
                  <a:pt x="4293374" y="164223"/>
                </a:lnTo>
                <a:lnTo>
                  <a:pt x="4347654" y="166395"/>
                </a:lnTo>
                <a:lnTo>
                  <a:pt x="4399254" y="172872"/>
                </a:lnTo>
                <a:lnTo>
                  <a:pt x="4447984" y="183578"/>
                </a:lnTo>
                <a:lnTo>
                  <a:pt x="4493628" y="198437"/>
                </a:lnTo>
                <a:lnTo>
                  <a:pt x="4535983" y="217398"/>
                </a:lnTo>
                <a:lnTo>
                  <a:pt x="4574832" y="240398"/>
                </a:lnTo>
                <a:lnTo>
                  <a:pt x="4609973" y="267347"/>
                </a:lnTo>
                <a:lnTo>
                  <a:pt x="4644644" y="302234"/>
                </a:lnTo>
                <a:lnTo>
                  <a:pt x="4673270" y="341198"/>
                </a:lnTo>
                <a:lnTo>
                  <a:pt x="4695736" y="383997"/>
                </a:lnTo>
                <a:lnTo>
                  <a:pt x="4711941" y="430314"/>
                </a:lnTo>
                <a:lnTo>
                  <a:pt x="4721745" y="479907"/>
                </a:lnTo>
                <a:lnTo>
                  <a:pt x="4725047" y="532498"/>
                </a:lnTo>
                <a:lnTo>
                  <a:pt x="4725047" y="147472"/>
                </a:lnTo>
                <a:lnTo>
                  <a:pt x="4686300" y="116103"/>
                </a:lnTo>
                <a:lnTo>
                  <a:pt x="4645838" y="89255"/>
                </a:lnTo>
                <a:lnTo>
                  <a:pt x="4602645" y="65849"/>
                </a:lnTo>
                <a:lnTo>
                  <a:pt x="4556836" y="45910"/>
                </a:lnTo>
                <a:lnTo>
                  <a:pt x="4508563" y="29502"/>
                </a:lnTo>
                <a:lnTo>
                  <a:pt x="4457941" y="16662"/>
                </a:lnTo>
                <a:lnTo>
                  <a:pt x="4405109" y="7442"/>
                </a:lnTo>
                <a:lnTo>
                  <a:pt x="4350207" y="1866"/>
                </a:lnTo>
                <a:lnTo>
                  <a:pt x="4293374" y="0"/>
                </a:lnTo>
                <a:lnTo>
                  <a:pt x="4236529" y="1866"/>
                </a:lnTo>
                <a:lnTo>
                  <a:pt x="4181627" y="7442"/>
                </a:lnTo>
                <a:lnTo>
                  <a:pt x="4128795" y="16662"/>
                </a:lnTo>
                <a:lnTo>
                  <a:pt x="4078186" y="29502"/>
                </a:lnTo>
                <a:lnTo>
                  <a:pt x="4029913" y="45910"/>
                </a:lnTo>
                <a:lnTo>
                  <a:pt x="3984104" y="65849"/>
                </a:lnTo>
                <a:lnTo>
                  <a:pt x="3940911" y="89255"/>
                </a:lnTo>
                <a:lnTo>
                  <a:pt x="3900449" y="116103"/>
                </a:lnTo>
                <a:lnTo>
                  <a:pt x="3862857" y="146329"/>
                </a:lnTo>
                <a:lnTo>
                  <a:pt x="3828592" y="179717"/>
                </a:lnTo>
                <a:lnTo>
                  <a:pt x="3798024" y="215976"/>
                </a:lnTo>
                <a:lnTo>
                  <a:pt x="3771239" y="254889"/>
                </a:lnTo>
                <a:lnTo>
                  <a:pt x="3748328" y="296240"/>
                </a:lnTo>
                <a:lnTo>
                  <a:pt x="3729393" y="339839"/>
                </a:lnTo>
                <a:lnTo>
                  <a:pt x="3714496" y="385470"/>
                </a:lnTo>
                <a:lnTo>
                  <a:pt x="3703751" y="432930"/>
                </a:lnTo>
                <a:lnTo>
                  <a:pt x="3697236" y="482015"/>
                </a:lnTo>
                <a:lnTo>
                  <a:pt x="3695039" y="532498"/>
                </a:lnTo>
                <a:lnTo>
                  <a:pt x="3697236" y="582980"/>
                </a:lnTo>
                <a:lnTo>
                  <a:pt x="3703751" y="632053"/>
                </a:lnTo>
                <a:lnTo>
                  <a:pt x="3714496" y="679513"/>
                </a:lnTo>
                <a:lnTo>
                  <a:pt x="3729393" y="725144"/>
                </a:lnTo>
                <a:lnTo>
                  <a:pt x="3748328" y="768743"/>
                </a:lnTo>
                <a:lnTo>
                  <a:pt x="3771239" y="810094"/>
                </a:lnTo>
                <a:lnTo>
                  <a:pt x="3798024" y="849007"/>
                </a:lnTo>
                <a:lnTo>
                  <a:pt x="3828592" y="885253"/>
                </a:lnTo>
                <a:lnTo>
                  <a:pt x="3862857" y="918641"/>
                </a:lnTo>
                <a:lnTo>
                  <a:pt x="3900449" y="948880"/>
                </a:lnTo>
                <a:lnTo>
                  <a:pt x="3940911" y="975728"/>
                </a:lnTo>
                <a:lnTo>
                  <a:pt x="3984104" y="999147"/>
                </a:lnTo>
                <a:lnTo>
                  <a:pt x="4029913" y="1019073"/>
                </a:lnTo>
                <a:lnTo>
                  <a:pt x="4078186" y="1035481"/>
                </a:lnTo>
                <a:lnTo>
                  <a:pt x="4128795" y="1048334"/>
                </a:lnTo>
                <a:lnTo>
                  <a:pt x="4181627" y="1057554"/>
                </a:lnTo>
                <a:lnTo>
                  <a:pt x="4236529" y="1063129"/>
                </a:lnTo>
                <a:lnTo>
                  <a:pt x="4293374" y="1064996"/>
                </a:lnTo>
                <a:lnTo>
                  <a:pt x="4350207" y="1063129"/>
                </a:lnTo>
                <a:lnTo>
                  <a:pt x="4405109" y="1057554"/>
                </a:lnTo>
                <a:lnTo>
                  <a:pt x="4457941" y="1048334"/>
                </a:lnTo>
                <a:lnTo>
                  <a:pt x="4508563" y="1035481"/>
                </a:lnTo>
                <a:lnTo>
                  <a:pt x="4556836" y="1019073"/>
                </a:lnTo>
                <a:lnTo>
                  <a:pt x="4602645" y="999147"/>
                </a:lnTo>
                <a:lnTo>
                  <a:pt x="4645838" y="975728"/>
                </a:lnTo>
                <a:lnTo>
                  <a:pt x="4686300" y="948880"/>
                </a:lnTo>
                <a:lnTo>
                  <a:pt x="4723879" y="918641"/>
                </a:lnTo>
                <a:lnTo>
                  <a:pt x="4758131" y="885253"/>
                </a:lnTo>
                <a:lnTo>
                  <a:pt x="4788700" y="849007"/>
                </a:lnTo>
                <a:lnTo>
                  <a:pt x="4815497" y="810094"/>
                </a:lnTo>
                <a:lnTo>
                  <a:pt x="4838408" y="768743"/>
                </a:lnTo>
                <a:lnTo>
                  <a:pt x="4857369" y="725144"/>
                </a:lnTo>
                <a:lnTo>
                  <a:pt x="4872266" y="679513"/>
                </a:lnTo>
                <a:lnTo>
                  <a:pt x="4883023" y="632053"/>
                </a:lnTo>
                <a:lnTo>
                  <a:pt x="4889538" y="582980"/>
                </a:lnTo>
                <a:lnTo>
                  <a:pt x="4891735" y="5324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48575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  <p15:guide id="2" pos="7559">
          <p15:clr>
            <a:srgbClr val="FBAE40"/>
          </p15:clr>
        </p15:guide>
        <p15:guide id="3" orient="horz" pos="96">
          <p15:clr>
            <a:srgbClr val="FBAE40"/>
          </p15:clr>
        </p15:guide>
        <p15:guide id="4" pos="461">
          <p15:clr>
            <a:srgbClr val="FBAE40"/>
          </p15:clr>
        </p15:guide>
      </p15:sldGuideLst>
    </p:ext>
  </p:extLs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m 36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CDA188C2-FAB4-A07A-A11A-4501F93643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30"/>
          <a:stretch>
            <a:fillRect/>
          </a:stretch>
        </p:blipFill>
        <p:spPr>
          <a:xfrm>
            <a:off x="-1" y="-3352"/>
            <a:ext cx="12230469" cy="686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3235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071462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ítulo | 1 linha - Blac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8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42233D2-9F78-8FB4-6848-6FABD836DEBB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85000"/>
                <a:lumOff val="15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947203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319">
          <p15:clr>
            <a:srgbClr val="FBAE40"/>
          </p15:clr>
        </p15:guide>
        <p15:guide id="4" pos="189">
          <p15:clr>
            <a:srgbClr val="FBAE40"/>
          </p15:clr>
        </p15:guide>
        <p15:guide id="5" orient="horz" pos="6919">
          <p15:clr>
            <a:srgbClr val="FBAE40"/>
          </p15:clr>
        </p15:guide>
        <p15:guide id="6" orient="horz" pos="572">
          <p15:clr>
            <a:srgbClr val="FBAE40"/>
          </p15:clr>
        </p15:guide>
        <p15:guide id="7" orient="horz" pos="640">
          <p15:clr>
            <a:srgbClr val="FBAE40"/>
          </p15:clr>
        </p15:guide>
        <p15:guide id="8" orient="horz" pos="6714">
          <p15:clr>
            <a:srgbClr val="FBAE40"/>
          </p15:clr>
        </p15:guide>
        <p15:guide id="9" orient="horz" pos="504">
          <p15:clr>
            <a:srgbClr val="FBAE40"/>
          </p15:clr>
        </p15:guide>
        <p15:guide id="10" pos="7469">
          <p15:clr>
            <a:srgbClr val="FBAE40"/>
          </p15:clr>
        </p15:guide>
        <p15:guide id="11" orient="horz" pos="96">
          <p15:clr>
            <a:srgbClr val="FBAE40"/>
          </p15:clr>
        </p15:guide>
        <p15:guide id="12" orient="horz" pos="4201">
          <p15:clr>
            <a:srgbClr val="FBAE40"/>
          </p15:clr>
        </p15:guide>
        <p15:guide id="13" orient="horz" pos="4065">
          <p15:clr>
            <a:srgbClr val="FBAE40"/>
          </p15:clr>
        </p15:guide>
        <p15:guide id="14" orient="horz" pos="232">
          <p15:clr>
            <a:srgbClr val="FBAE40"/>
          </p15:clr>
        </p15:guide>
      </p15:sldGuideLst>
    </p:ext>
  </p:extLs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1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3481253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6820352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1212810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0715586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1513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lide de Título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4057D4E-F9E9-554F-9C08-DE8578AC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91384" y="6594949"/>
            <a:ext cx="663110" cy="9870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r">
              <a:defRPr sz="641">
                <a:solidFill>
                  <a:schemeClr val="bg1"/>
                </a:solidFill>
              </a:defRPr>
            </a:lvl1pPr>
          </a:lstStyle>
          <a:p>
            <a:fld id="{61A145B2-DE88-4296-A48E-C1DA3784F3C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F66CE7-FF4E-0C71-5F5C-9C1C414386B5}"/>
              </a:ext>
            </a:extLst>
          </p:cNvPr>
          <p:cNvSpPr/>
          <p:nvPr userDrawn="1"/>
        </p:nvSpPr>
        <p:spPr>
          <a:xfrm>
            <a:off x="1" y="6778297"/>
            <a:ext cx="12192000" cy="79703"/>
          </a:xfrm>
          <a:prstGeom prst="rect">
            <a:avLst/>
          </a:prstGeom>
          <a:gradFill>
            <a:gsLst>
              <a:gs pos="100000">
                <a:schemeClr val="tx1"/>
              </a:gs>
              <a:gs pos="44000">
                <a:schemeClr val="bg2">
                  <a:lumMod val="75000"/>
                </a:schemeClr>
              </a:gs>
              <a:gs pos="0">
                <a:srgbClr val="161B2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155"/>
          </a:p>
        </p:txBody>
      </p:sp>
    </p:spTree>
    <p:extLst>
      <p:ext uri="{BB962C8B-B14F-4D97-AF65-F5344CB8AC3E}">
        <p14:creationId xmlns:p14="http://schemas.microsoft.com/office/powerpoint/2010/main" val="1565325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8">
          <p15:clr>
            <a:srgbClr val="FBAE40"/>
          </p15:clr>
        </p15:guide>
        <p15:guide id="2" pos="249">
          <p15:clr>
            <a:srgbClr val="FBAE40"/>
          </p15:clr>
        </p15:guide>
        <p15:guide id="3" pos="4513">
          <p15:clr>
            <a:srgbClr val="FBAE40"/>
          </p15:clr>
        </p15:guide>
        <p15:guide id="4" orient="horz" pos="6475">
          <p15:clr>
            <a:srgbClr val="FBAE40"/>
          </p15:clr>
        </p15:guide>
        <p15:guide id="5" orient="horz" pos="737">
          <p15:clr>
            <a:srgbClr val="FBAE40"/>
          </p15:clr>
        </p15:guide>
        <p15:guide id="6" orient="horz" pos="442">
          <p15:clr>
            <a:srgbClr val="FBAE40"/>
          </p15:clr>
        </p15:guide>
        <p15:guide id="7" orient="horz" pos="6611">
          <p15:clr>
            <a:srgbClr val="FBAE40"/>
          </p15:clr>
        </p15:guide>
      </p15:sldGuideLst>
    </p:ext>
  </p:extLs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F0EE22-BD47-EB95-739B-A10F46BB27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05" b="3110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7912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1" cy="3825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3969522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8"/>
            <a:ext cx="4193648" cy="382541"/>
          </a:xfrm>
        </p:spPr>
        <p:txBody>
          <a:bodyPr lIns="0" tIns="0" rIns="0" bIns="0"/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362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12047">
          <p15:clr>
            <a:srgbClr val="FBAE40"/>
          </p15:clr>
        </p15:guide>
      </p15:sldGuideLst>
    </p:ext>
  </p:extLst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8"/>
            <a:ext cx="4193648" cy="382541"/>
          </a:xfrm>
        </p:spPr>
        <p:txBody>
          <a:bodyPr lIns="0" tIns="0" rIns="0" bIns="0"/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7518735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8"/>
            <a:ext cx="4193648" cy="382541"/>
          </a:xfrm>
        </p:spPr>
        <p:txBody>
          <a:bodyPr lIns="0" tIns="0" rIns="0" bIns="0"/>
          <a:lstStyle>
            <a:lvl1pPr>
              <a:defRPr sz="2486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9457897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4410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124">
          <p15:clr>
            <a:srgbClr val="FBAE40"/>
          </p15:clr>
        </p15:guide>
        <p15:guide id="2" pos="4">
          <p15:clr>
            <a:srgbClr val="FBAE40"/>
          </p15:clr>
        </p15:guide>
        <p15:guide id="3" pos="594">
          <p15:clr>
            <a:srgbClr val="FBAE40"/>
          </p15:clr>
        </p15:guide>
        <p15:guide id="4" pos="12047">
          <p15:clr>
            <a:srgbClr val="FBAE40"/>
          </p15:clr>
        </p15:guide>
        <p15:guide id="5" orient="horz" pos="1">
          <p15:clr>
            <a:srgbClr val="FBAE40"/>
          </p15:clr>
        </p15:guide>
        <p15:guide id="6" orient="horz" pos="500">
          <p15:clr>
            <a:srgbClr val="FBAE40"/>
          </p15:clr>
        </p15:guide>
        <p15:guide id="7" orient="horz" pos="659">
          <p15:clr>
            <a:srgbClr val="FBAE40"/>
          </p15:clr>
        </p15:guide>
        <p15:guide id="8" orient="horz" pos="818">
          <p15:clr>
            <a:srgbClr val="FBAE40"/>
          </p15:clr>
        </p15:guide>
        <p15:guide id="9" orient="horz" pos="7009">
          <p15:clr>
            <a:srgbClr val="FBAE40"/>
          </p15:clr>
        </p15:guide>
        <p15:guide id="10" orient="horz" pos="6601">
          <p15:clr>
            <a:srgbClr val="FBAE40"/>
          </p15:clr>
        </p15:guide>
      </p15:sldGuideLst>
    </p:ext>
  </p:extLst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m 36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CDA188C2-FAB4-A07A-A11A-4501F93643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530"/>
          <a:stretch>
            <a:fillRect/>
          </a:stretch>
        </p:blipFill>
        <p:spPr>
          <a:xfrm>
            <a:off x="-1" y="-3352"/>
            <a:ext cx="12230469" cy="686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06248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0685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576451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01 - Off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428926"/>
            <a:ext cx="8528622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4213225"/>
            <a:ext cx="8528622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934DB4E9-86EE-19B2-F28E-B6B39FA4B1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8" y="6296541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850383A8-9127-B34A-E6D1-F69E05D798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78071" y="6296541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85F8F009-E0C0-389F-A62C-DC5687737A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47996" y="6296541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40D0127-258A-5E7A-3C7D-AF1C84BD6C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6089649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A32E9CBC-834D-C50D-C2C9-565EFA05B7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78070" y="6089649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1D22D663-9C6A-0A9C-E296-B8F5A8C945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47995" y="6089649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48CDD840-EB84-76C6-6376-7AFDC5AF94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776796"/>
            <a:ext cx="6115360" cy="200722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935FC2-3F32-CBA6-4567-CD29DB2E616B}"/>
              </a:ext>
            </a:extLst>
          </p:cNvPr>
          <p:cNvGrpSpPr/>
          <p:nvPr userDrawn="1"/>
        </p:nvGrpSpPr>
        <p:grpSpPr>
          <a:xfrm>
            <a:off x="-62630" y="3261055"/>
            <a:ext cx="12291315" cy="3825292"/>
            <a:chOff x="-62630" y="3261055"/>
            <a:chExt cx="12291315" cy="3825292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F58F887-7E41-5E66-1A5E-8F80DCB30644}"/>
                </a:ext>
              </a:extLst>
            </p:cNvPr>
            <p:cNvSpPr/>
            <p:nvPr userDrawn="1"/>
          </p:nvSpPr>
          <p:spPr>
            <a:xfrm flipV="1">
              <a:off x="-62630" y="5210522"/>
              <a:ext cx="12254630" cy="200722"/>
            </a:xfrm>
            <a:custGeom>
              <a:avLst/>
              <a:gdLst>
                <a:gd name="connsiteX0" fmla="*/ 0 w 12225403"/>
                <a:gd name="connsiteY0" fmla="*/ 0 h 0"/>
                <a:gd name="connsiteX1" fmla="*/ 12225403 w 122254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225403">
                  <a:moveTo>
                    <a:pt x="0" y="0"/>
                  </a:moveTo>
                  <a:lnTo>
                    <a:pt x="12225403" y="0"/>
                  </a:lnTo>
                </a:path>
              </a:pathLst>
            </a:cu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8079FF5-2532-84E1-7456-BB6FC72227D3}"/>
                </a:ext>
              </a:extLst>
            </p:cNvPr>
            <p:cNvSpPr/>
            <p:nvPr userDrawn="1"/>
          </p:nvSpPr>
          <p:spPr>
            <a:xfrm>
              <a:off x="7240261" y="3261055"/>
              <a:ext cx="4988424" cy="3825292"/>
            </a:xfrm>
            <a:custGeom>
              <a:avLst/>
              <a:gdLst>
                <a:gd name="connsiteX0" fmla="*/ 0 w 5087815"/>
                <a:gd name="connsiteY0" fmla="*/ 3845169 h 3845169"/>
                <a:gd name="connsiteX1" fmla="*/ 5087815 w 5087815"/>
                <a:gd name="connsiteY1" fmla="*/ 0 h 3845169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5048059"/>
                <a:gd name="connsiteY0" fmla="*/ 3954500 h 3954500"/>
                <a:gd name="connsiteX1" fmla="*/ 5048059 w 5048059"/>
                <a:gd name="connsiteY1" fmla="*/ 0 h 3954500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35231 h 3835231"/>
                <a:gd name="connsiteX1" fmla="*/ 4988424 w 4988424"/>
                <a:gd name="connsiteY1" fmla="*/ 0 h 3835231"/>
                <a:gd name="connsiteX0" fmla="*/ 0 w 4988424"/>
                <a:gd name="connsiteY0" fmla="*/ 3825292 h 3825292"/>
                <a:gd name="connsiteX1" fmla="*/ 4988424 w 4988424"/>
                <a:gd name="connsiteY1" fmla="*/ 0 h 3825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988424" h="3825292">
                  <a:moveTo>
                    <a:pt x="0" y="3825292"/>
                  </a:moveTo>
                  <a:cubicBezTo>
                    <a:pt x="1384087" y="1839675"/>
                    <a:pt x="2310976" y="251621"/>
                    <a:pt x="4988424" y="0"/>
                  </a:cubicBezTo>
                </a:path>
              </a:pathLst>
            </a:custGeom>
            <a:noFill/>
            <a:ln w="19050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" name="Text Placeholder 20">
            <a:extLst>
              <a:ext uri="{FF2B5EF4-FFF2-40B4-BE49-F238E27FC236}">
                <a16:creationId xmlns:a16="http://schemas.microsoft.com/office/drawing/2014/main" id="{BE0605A0-B5C6-7ACB-6BC0-473556C05E5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75831" y="6296541"/>
            <a:ext cx="3186900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578E0E92-2BD9-4613-36C5-35EAB19449D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75830" y="6089649"/>
            <a:ext cx="3186900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346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Escur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0D851ABC-3092-734A-75EA-047777E4DF61}"/>
              </a:ext>
            </a:extLst>
          </p:cNvPr>
          <p:cNvGrpSpPr/>
          <p:nvPr userDrawn="1"/>
        </p:nvGrpSpPr>
        <p:grpSpPr>
          <a:xfrm>
            <a:off x="-373697" y="3628884"/>
            <a:ext cx="12157710" cy="4824127"/>
            <a:chOff x="17906" y="3628884"/>
            <a:chExt cx="12157710" cy="4824127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83BF53A-4149-75BA-1B12-A8B5CBAF6CE8}"/>
                </a:ext>
              </a:extLst>
            </p:cNvPr>
            <p:cNvSpPr/>
            <p:nvPr/>
          </p:nvSpPr>
          <p:spPr>
            <a:xfrm>
              <a:off x="2797968" y="3628884"/>
              <a:ext cx="9377648" cy="732186"/>
            </a:xfrm>
            <a:custGeom>
              <a:avLst/>
              <a:gdLst>
                <a:gd name="connsiteX0" fmla="*/ 68771 w 9377648"/>
                <a:gd name="connsiteY0" fmla="*/ 643223 h 732186"/>
                <a:gd name="connsiteX1" fmla="*/ 0 w 9377648"/>
                <a:gd name="connsiteY1" fmla="*/ 732187 h 732186"/>
                <a:gd name="connsiteX2" fmla="*/ 9377649 w 9377648"/>
                <a:gd name="connsiteY2" fmla="*/ 732187 h 732186"/>
                <a:gd name="connsiteX3" fmla="*/ 9377649 w 9377648"/>
                <a:gd name="connsiteY3" fmla="*/ 0 h 732186"/>
                <a:gd name="connsiteX4" fmla="*/ 1376839 w 9377648"/>
                <a:gd name="connsiteY4" fmla="*/ 0 h 732186"/>
                <a:gd name="connsiteX5" fmla="*/ 68771 w 9377648"/>
                <a:gd name="connsiteY5" fmla="*/ 643223 h 732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77648" h="732186">
                  <a:moveTo>
                    <a:pt x="68771" y="643223"/>
                  </a:moveTo>
                  <a:lnTo>
                    <a:pt x="0" y="732187"/>
                  </a:lnTo>
                  <a:lnTo>
                    <a:pt x="9377649" y="732187"/>
                  </a:lnTo>
                  <a:lnTo>
                    <a:pt x="9377649" y="0"/>
                  </a:lnTo>
                  <a:lnTo>
                    <a:pt x="1376839" y="0"/>
                  </a:lnTo>
                  <a:cubicBezTo>
                    <a:pt x="861441" y="0"/>
                    <a:pt x="384620" y="234410"/>
                    <a:pt x="68771" y="643223"/>
                  </a:cubicBezTo>
                </a:path>
              </a:pathLst>
            </a:custGeom>
            <a:noFill/>
            <a:ln w="38100" cap="flat">
              <a:gradFill>
                <a:gsLst>
                  <a:gs pos="100000">
                    <a:schemeClr val="bg2"/>
                  </a:gs>
                  <a:gs pos="0">
                    <a:schemeClr val="bg2">
                      <a:lumMod val="50000"/>
                    </a:schemeClr>
                  </a:gs>
                </a:gsLst>
                <a:lin ang="12000000" scaled="0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641ADBE-0408-C0C5-F954-7BB6ADD686C3}"/>
                </a:ext>
              </a:extLst>
            </p:cNvPr>
            <p:cNvSpPr/>
            <p:nvPr/>
          </p:nvSpPr>
          <p:spPr>
            <a:xfrm>
              <a:off x="2410395" y="4361071"/>
              <a:ext cx="775906" cy="4091940"/>
            </a:xfrm>
            <a:custGeom>
              <a:avLst/>
              <a:gdLst>
                <a:gd name="connsiteX0" fmla="*/ 0 w 775906"/>
                <a:gd name="connsiteY0" fmla="*/ 1065276 h 4091940"/>
                <a:gd name="connsiteX1" fmla="*/ 0 w 775906"/>
                <a:gd name="connsiteY1" fmla="*/ 4091940 h 4091940"/>
                <a:gd name="connsiteX2" fmla="*/ 775906 w 775906"/>
                <a:gd name="connsiteY2" fmla="*/ 4091940 h 4091940"/>
                <a:gd name="connsiteX3" fmla="*/ 775335 w 775906"/>
                <a:gd name="connsiteY3" fmla="*/ 1065276 h 4091940"/>
                <a:gd name="connsiteX4" fmla="*/ 431387 w 775906"/>
                <a:gd name="connsiteY4" fmla="*/ 56579 h 4091940"/>
                <a:gd name="connsiteX5" fmla="*/ 387668 w 775906"/>
                <a:gd name="connsiteY5" fmla="*/ 0 h 4091940"/>
                <a:gd name="connsiteX6" fmla="*/ 343948 w 775906"/>
                <a:gd name="connsiteY6" fmla="*/ 56579 h 4091940"/>
                <a:gd name="connsiteX7" fmla="*/ 0 w 775906"/>
                <a:gd name="connsiteY7" fmla="*/ 1065276 h 4091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906" h="4091940">
                  <a:moveTo>
                    <a:pt x="0" y="1065276"/>
                  </a:moveTo>
                  <a:lnTo>
                    <a:pt x="0" y="4091940"/>
                  </a:lnTo>
                  <a:cubicBezTo>
                    <a:pt x="0" y="4091940"/>
                    <a:pt x="775906" y="4091940"/>
                    <a:pt x="775906" y="4091940"/>
                  </a:cubicBezTo>
                  <a:lnTo>
                    <a:pt x="775335" y="1065276"/>
                  </a:lnTo>
                  <a:cubicBezTo>
                    <a:pt x="775335" y="696944"/>
                    <a:pt x="656368" y="348139"/>
                    <a:pt x="431387" y="56579"/>
                  </a:cubicBezTo>
                  <a:lnTo>
                    <a:pt x="387668" y="0"/>
                  </a:lnTo>
                  <a:lnTo>
                    <a:pt x="343948" y="56579"/>
                  </a:lnTo>
                  <a:cubicBezTo>
                    <a:pt x="118967" y="348044"/>
                    <a:pt x="0" y="696849"/>
                    <a:pt x="0" y="1065276"/>
                  </a:cubicBezTo>
                </a:path>
              </a:pathLst>
            </a:custGeom>
            <a:noFill/>
            <a:ln w="38100" cap="flat">
              <a:gradFill>
                <a:gsLst>
                  <a:gs pos="100000">
                    <a:schemeClr val="bg2">
                      <a:lumMod val="50000"/>
                    </a:schemeClr>
                  </a:gs>
                  <a:gs pos="0">
                    <a:schemeClr val="bg2"/>
                  </a:gs>
                </a:gsLst>
                <a:lin ang="5400000" scaled="1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75E8AA6-2704-C199-C6B2-802E014E1DD6}"/>
                </a:ext>
              </a:extLst>
            </p:cNvPr>
            <p:cNvSpPr/>
            <p:nvPr/>
          </p:nvSpPr>
          <p:spPr>
            <a:xfrm>
              <a:off x="17906" y="3628884"/>
              <a:ext cx="2780157" cy="732186"/>
            </a:xfrm>
            <a:custGeom>
              <a:avLst/>
              <a:gdLst>
                <a:gd name="connsiteX0" fmla="*/ 1403318 w 2780157"/>
                <a:gd name="connsiteY0" fmla="*/ 0 h 732186"/>
                <a:gd name="connsiteX1" fmla="*/ 0 w 2780157"/>
                <a:gd name="connsiteY1" fmla="*/ 0 h 732186"/>
                <a:gd name="connsiteX2" fmla="*/ 0 w 2780157"/>
                <a:gd name="connsiteY2" fmla="*/ 732187 h 732186"/>
                <a:gd name="connsiteX3" fmla="*/ 2780157 w 2780157"/>
                <a:gd name="connsiteY3" fmla="*/ 732187 h 732186"/>
                <a:gd name="connsiteX4" fmla="*/ 2711387 w 2780157"/>
                <a:gd name="connsiteY4" fmla="*/ 643223 h 732186"/>
                <a:gd name="connsiteX5" fmla="*/ 1403318 w 2780157"/>
                <a:gd name="connsiteY5" fmla="*/ 0 h 732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80157" h="732186">
                  <a:moveTo>
                    <a:pt x="1403318" y="0"/>
                  </a:moveTo>
                  <a:lnTo>
                    <a:pt x="0" y="0"/>
                  </a:lnTo>
                  <a:lnTo>
                    <a:pt x="0" y="732187"/>
                  </a:lnTo>
                  <a:lnTo>
                    <a:pt x="2780157" y="732187"/>
                  </a:lnTo>
                  <a:lnTo>
                    <a:pt x="2711387" y="643223"/>
                  </a:lnTo>
                  <a:cubicBezTo>
                    <a:pt x="2395538" y="234410"/>
                    <a:pt x="1918716" y="0"/>
                    <a:pt x="1403318" y="0"/>
                  </a:cubicBezTo>
                </a:path>
              </a:pathLst>
            </a:custGeom>
            <a:noFill/>
            <a:ln w="38100" cap="flat">
              <a:gradFill>
                <a:gsLst>
                  <a:gs pos="0">
                    <a:schemeClr val="bg2">
                      <a:lumMod val="50000"/>
                    </a:schemeClr>
                  </a:gs>
                  <a:gs pos="100000">
                    <a:schemeClr val="bg2"/>
                  </a:gs>
                </a:gsLst>
                <a:lin ang="2700000" scaled="0"/>
              </a:gradFill>
              <a:prstDash val="solid"/>
              <a:miter/>
            </a:ln>
          </p:spPr>
          <p:txBody>
            <a:bodyPr rtlCol="0" anchor="ctr"/>
            <a:lstStyle/>
            <a:p>
              <a:endParaRPr lang="pt-BR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9867E723-0F94-7045-5D14-68EB11D18D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89798" y="697832"/>
            <a:ext cx="4402200" cy="6160168"/>
          </a:xfrm>
          <a:prstGeom prst="rect">
            <a:avLst/>
          </a:prstGeom>
        </p:spPr>
      </p:pic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117" t="-23966" r="-8117" b="-23966"/>
          <a:stretch/>
        </p:blipFill>
        <p:spPr>
          <a:xfrm>
            <a:off x="10471520" y="304605"/>
            <a:ext cx="1428083" cy="618421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24980C9D-4D41-B17A-8A67-22E43D7DF67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75831" y="6296541"/>
            <a:ext cx="3186900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4999D09-56F6-319B-CE2A-FDBF50EE074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75830" y="6089649"/>
            <a:ext cx="3186900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1011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32">
          <p15:clr>
            <a:srgbClr val="FBAE40"/>
          </p15:clr>
        </p15:guide>
      </p15:sldGuideLst>
    </p:ext>
  </p:extLst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Imagem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CE25AA9-5507-D7AE-7A0F-6F730AB9E7E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pt-BR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428926"/>
            <a:ext cx="5331075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4213225"/>
            <a:ext cx="5331075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934DB4E9-86EE-19B2-F28E-B6B39FA4B1F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7988" y="6296541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850383A8-9127-B34A-E6D1-F69E05D7989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78071" y="6296541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85F8F009-E0C0-389F-A62C-DC5687737A0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47996" y="6296541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140D0127-258A-5E7A-3C7D-AF1C84BD6C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7988" y="6089649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A32E9CBC-834D-C50D-C2C9-565EFA05B7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078070" y="6089649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1D22D663-9C6A-0A9C-E296-B8F5A8C945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47995" y="6089649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41C09ACC-02F6-3AD2-5D5C-3A3C21574A4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776796"/>
            <a:ext cx="6115360" cy="200722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9B04EE8F-3EE7-08DA-E9BC-E70CF14BFD5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75831" y="6296541"/>
            <a:ext cx="3186900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05FE4C0A-8DA4-2E19-B615-8025ECABD75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75830" y="6089649"/>
            <a:ext cx="3186900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732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3 - Off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2DEBEA0F-4E1B-9808-C99B-E41F9970CFF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738640" y="838926"/>
            <a:ext cx="1715687" cy="74296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CB6E0B1-6C5C-8EAA-A4FE-6874C89277DD}"/>
              </a:ext>
            </a:extLst>
          </p:cNvPr>
          <p:cNvGrpSpPr/>
          <p:nvPr userDrawn="1"/>
        </p:nvGrpSpPr>
        <p:grpSpPr>
          <a:xfrm flipH="1" flipV="1">
            <a:off x="-2245849" y="188826"/>
            <a:ext cx="16683698" cy="8435291"/>
            <a:chOff x="-4315054" y="3467120"/>
            <a:chExt cx="10395022" cy="5255732"/>
          </a:xfrm>
          <a:noFill/>
        </p:grpSpPr>
        <p:sp>
          <p:nvSpPr>
            <p:cNvPr id="10" name="Google Shape;164;p7">
              <a:extLst>
                <a:ext uri="{FF2B5EF4-FFF2-40B4-BE49-F238E27FC236}">
                  <a16:creationId xmlns:a16="http://schemas.microsoft.com/office/drawing/2014/main" id="{709557B1-E813-ED30-6E19-09CE53F83F05}"/>
                </a:ext>
              </a:extLst>
            </p:cNvPr>
            <p:cNvSpPr>
              <a:spLocks/>
            </p:cNvSpPr>
            <p:nvPr/>
          </p:nvSpPr>
          <p:spPr>
            <a:xfrm>
              <a:off x="-4315054" y="3579352"/>
              <a:ext cx="8001000" cy="5143500"/>
            </a:xfrm>
            <a:custGeom>
              <a:avLst/>
              <a:gdLst/>
              <a:ahLst/>
              <a:cxnLst/>
              <a:rect l="l" t="t" r="r" b="b"/>
              <a:pathLst>
                <a:path w="10668000" h="6858000" extrusionOk="0">
                  <a:moveTo>
                    <a:pt x="10668000" y="3048000"/>
                  </a:moveTo>
                  <a:lnTo>
                    <a:pt x="7620000" y="0"/>
                  </a:lnTo>
                  <a:lnTo>
                    <a:pt x="0" y="0"/>
                  </a:lnTo>
                  <a:lnTo>
                    <a:pt x="0" y="6858000"/>
                  </a:lnTo>
                  <a:lnTo>
                    <a:pt x="5275072" y="6858000"/>
                  </a:lnTo>
                  <a:cubicBezTo>
                    <a:pt x="6288596" y="6858000"/>
                    <a:pt x="7260590" y="6455410"/>
                    <a:pt x="7977251" y="5738686"/>
                  </a:cubicBezTo>
                  <a:lnTo>
                    <a:pt x="10667936" y="3048000"/>
                  </a:lnTo>
                  <a:close/>
                </a:path>
              </a:pathLst>
            </a:custGeom>
            <a:grpFill/>
            <a:ln w="19050">
              <a:solidFill>
                <a:schemeClr val="tx2"/>
              </a:solidFill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Google Shape;163;p7">
              <a:extLst>
                <a:ext uri="{FF2B5EF4-FFF2-40B4-BE49-F238E27FC236}">
                  <a16:creationId xmlns:a16="http://schemas.microsoft.com/office/drawing/2014/main" id="{163B179E-000D-0A93-A099-1F2DD3405A63}"/>
                </a:ext>
              </a:extLst>
            </p:cNvPr>
            <p:cNvSpPr>
              <a:spLocks/>
            </p:cNvSpPr>
            <p:nvPr/>
          </p:nvSpPr>
          <p:spPr>
            <a:xfrm>
              <a:off x="3685946" y="3467120"/>
              <a:ext cx="2394022" cy="4788044"/>
            </a:xfrm>
            <a:custGeom>
              <a:avLst/>
              <a:gdLst/>
              <a:ahLst/>
              <a:cxnLst/>
              <a:rect l="l" t="t" r="r" b="b"/>
              <a:pathLst>
                <a:path w="1524000" h="3048000" extrusionOk="0">
                  <a:moveTo>
                    <a:pt x="1524000" y="0"/>
                  </a:moveTo>
                  <a:lnTo>
                    <a:pt x="0" y="1524000"/>
                  </a:lnTo>
                  <a:lnTo>
                    <a:pt x="1524000" y="3048000"/>
                  </a:lnTo>
                  <a:lnTo>
                    <a:pt x="1524000" y="0"/>
                  </a:lnTo>
                  <a:close/>
                </a:path>
              </a:pathLst>
            </a:custGeom>
            <a:grpFill/>
            <a:ln w="19050">
              <a:solidFill>
                <a:schemeClr val="tx2"/>
              </a:solidFill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</p:grp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F6397ED-D608-A754-01E3-E54481735F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25927" y="2279951"/>
            <a:ext cx="4167530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544F462-C3D0-3A99-CE21-80388166CF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25927" y="5064250"/>
            <a:ext cx="4167530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5F3DEE-BFFD-4F51-8E6D-21F8F5393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78241" y="3832328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72C5B231-DCCE-4C1F-607F-C0BF7E80DE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78242" y="4336763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0CE07D1D-E8D1-4A91-522C-CF94F53AF3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78242" y="4836532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E6FF7A22-891A-F86E-5FD7-CCADE47C44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78241" y="3625436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5739434A-89B9-197A-C954-C8C8400EA0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78241" y="4129871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E86E28AF-5895-145B-3E48-B69C6E087D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78241" y="4629640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AEF0A33D-9CDC-CEEC-25F1-D50C4A0AE0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78241" y="3328639"/>
            <a:ext cx="1773356" cy="200722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1916A49C-2CB2-080D-9837-92DC89445CE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78242" y="5882922"/>
            <a:ext cx="3186900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L="0" marR="3081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DE651AEE-6CAB-58D3-A876-CD9B9FA39B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78241" y="5676030"/>
            <a:ext cx="3186900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L="0" marR="3081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</a:pPr>
            <a:r>
              <a:rPr lang="en-US"/>
              <a:t>Nome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3620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05">
          <p15:clr>
            <a:srgbClr val="FBAE40"/>
          </p15:clr>
        </p15:guide>
        <p15:guide id="2" pos="529">
          <p15:clr>
            <a:srgbClr val="FBAE40"/>
          </p15:clr>
        </p15:guide>
        <p15:guide id="3" pos="6652">
          <p15:clr>
            <a:srgbClr val="FBAE40"/>
          </p15:clr>
        </p15:guide>
        <p15:guide id="4" orient="horz" pos="2183">
          <p15:clr>
            <a:srgbClr val="FBAE40"/>
          </p15:clr>
        </p15:guide>
        <p15:guide id="5" orient="horz" pos="3135">
          <p15:clr>
            <a:srgbClr val="FBAE40"/>
          </p15:clr>
        </p15:guide>
        <p15:guide id="6" pos="1481">
          <p15:clr>
            <a:srgbClr val="FBAE40"/>
          </p15:clr>
        </p15:guide>
      </p15:sldGuideLst>
    </p:ext>
  </p:extLst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3 - Escura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2DEBEA0F-4E1B-9808-C99B-E41F9970CFF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738640" y="838926"/>
            <a:ext cx="1715687" cy="74296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ECB6E0B1-6C5C-8EAA-A4FE-6874C89277DD}"/>
              </a:ext>
            </a:extLst>
          </p:cNvPr>
          <p:cNvGrpSpPr/>
          <p:nvPr userDrawn="1"/>
        </p:nvGrpSpPr>
        <p:grpSpPr>
          <a:xfrm flipH="1" flipV="1">
            <a:off x="-2245849" y="188826"/>
            <a:ext cx="16683698" cy="8435291"/>
            <a:chOff x="-4315054" y="3467120"/>
            <a:chExt cx="10395022" cy="5255732"/>
          </a:xfrm>
          <a:noFill/>
        </p:grpSpPr>
        <p:sp>
          <p:nvSpPr>
            <p:cNvPr id="10" name="Google Shape;164;p7">
              <a:extLst>
                <a:ext uri="{FF2B5EF4-FFF2-40B4-BE49-F238E27FC236}">
                  <a16:creationId xmlns:a16="http://schemas.microsoft.com/office/drawing/2014/main" id="{709557B1-E813-ED30-6E19-09CE53F83F05}"/>
                </a:ext>
              </a:extLst>
            </p:cNvPr>
            <p:cNvSpPr>
              <a:spLocks/>
            </p:cNvSpPr>
            <p:nvPr/>
          </p:nvSpPr>
          <p:spPr>
            <a:xfrm>
              <a:off x="-4315054" y="3579352"/>
              <a:ext cx="8001000" cy="5143500"/>
            </a:xfrm>
            <a:custGeom>
              <a:avLst/>
              <a:gdLst/>
              <a:ahLst/>
              <a:cxnLst/>
              <a:rect l="l" t="t" r="r" b="b"/>
              <a:pathLst>
                <a:path w="10668000" h="6858000" extrusionOk="0">
                  <a:moveTo>
                    <a:pt x="10668000" y="3048000"/>
                  </a:moveTo>
                  <a:lnTo>
                    <a:pt x="7620000" y="0"/>
                  </a:lnTo>
                  <a:lnTo>
                    <a:pt x="0" y="0"/>
                  </a:lnTo>
                  <a:lnTo>
                    <a:pt x="0" y="6858000"/>
                  </a:lnTo>
                  <a:lnTo>
                    <a:pt x="5275072" y="6858000"/>
                  </a:lnTo>
                  <a:cubicBezTo>
                    <a:pt x="6288596" y="6858000"/>
                    <a:pt x="7260590" y="6455410"/>
                    <a:pt x="7977251" y="5738686"/>
                  </a:cubicBezTo>
                  <a:lnTo>
                    <a:pt x="10667936" y="3048000"/>
                  </a:lnTo>
                  <a:close/>
                </a:path>
              </a:pathLst>
            </a:custGeom>
            <a:grpFill/>
            <a:ln w="19050">
              <a:solidFill>
                <a:schemeClr val="accent2"/>
              </a:solidFill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11" name="Google Shape;163;p7">
              <a:extLst>
                <a:ext uri="{FF2B5EF4-FFF2-40B4-BE49-F238E27FC236}">
                  <a16:creationId xmlns:a16="http://schemas.microsoft.com/office/drawing/2014/main" id="{163B179E-000D-0A93-A099-1F2DD3405A63}"/>
                </a:ext>
              </a:extLst>
            </p:cNvPr>
            <p:cNvSpPr>
              <a:spLocks/>
            </p:cNvSpPr>
            <p:nvPr/>
          </p:nvSpPr>
          <p:spPr>
            <a:xfrm>
              <a:off x="3685946" y="3467120"/>
              <a:ext cx="2394022" cy="4788044"/>
            </a:xfrm>
            <a:custGeom>
              <a:avLst/>
              <a:gdLst/>
              <a:ahLst/>
              <a:cxnLst/>
              <a:rect l="l" t="t" r="r" b="b"/>
              <a:pathLst>
                <a:path w="1524000" h="3048000" extrusionOk="0">
                  <a:moveTo>
                    <a:pt x="1524000" y="0"/>
                  </a:moveTo>
                  <a:lnTo>
                    <a:pt x="0" y="1524000"/>
                  </a:lnTo>
                  <a:lnTo>
                    <a:pt x="1524000" y="3048000"/>
                  </a:lnTo>
                  <a:lnTo>
                    <a:pt x="1524000" y="0"/>
                  </a:lnTo>
                  <a:close/>
                </a:path>
              </a:pathLst>
            </a:custGeom>
            <a:grpFill/>
            <a:ln w="19050">
              <a:solidFill>
                <a:schemeClr val="accent2"/>
              </a:solidFill>
            </a:ln>
          </p:spPr>
          <p:txBody>
            <a:bodyPr spcFirstLastPara="1" wrap="square" lIns="68569" tIns="34275" rIns="68569" bIns="34275" anchor="ctr" anchorCtr="0">
              <a:no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3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endParaRPr>
            </a:p>
          </p:txBody>
        </p:sp>
      </p:grp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F6397ED-D608-A754-01E3-E54481735F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25927" y="2279951"/>
            <a:ext cx="4167530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544F462-C3D0-3A99-CE21-80388166CF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25927" y="5064250"/>
            <a:ext cx="4167530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5F3DEE-BFFD-4F51-8E6D-21F8F5393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78241" y="3832328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72C5B231-DCCE-4C1F-607F-C0BF7E80DE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78242" y="4336763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0CE07D1D-E8D1-4A91-522C-CF94F53AF3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78242" y="4836532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E6FF7A22-891A-F86E-5FD7-CCADE47C44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78241" y="3625436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5739434A-89B9-197A-C954-C8C8400EA0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78241" y="4129871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E86E28AF-5895-145B-3E48-B69C6E087D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78241" y="4629640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AEF0A33D-9CDC-CEEC-25F1-D50C4A0AE0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78241" y="3328639"/>
            <a:ext cx="1773356" cy="200722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E42D91A7-19D0-58B4-A17F-19122F5E46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78242" y="5882922"/>
            <a:ext cx="3186900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F4A2F437-B55F-6DD8-8289-FCD3631492C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78241" y="5676030"/>
            <a:ext cx="3186900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161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05">
          <p15:clr>
            <a:srgbClr val="FBAE40"/>
          </p15:clr>
        </p15:guide>
        <p15:guide id="2" pos="529">
          <p15:clr>
            <a:srgbClr val="FBAE40"/>
          </p15:clr>
        </p15:guide>
        <p15:guide id="3" pos="1481">
          <p15:clr>
            <a:srgbClr val="FBAE40"/>
          </p15:clr>
        </p15:guide>
        <p15:guide id="4" orient="horz" pos="2183">
          <p15:clr>
            <a:srgbClr val="FBAE40"/>
          </p15:clr>
        </p15:guide>
        <p15:guide id="5" orient="horz" pos="3113">
          <p15:clr>
            <a:srgbClr val="FBAE40"/>
          </p15:clr>
        </p15:guide>
        <p15:guide id="6" pos="6652">
          <p15:clr>
            <a:srgbClr val="FBAE40"/>
          </p15:clr>
        </p15:guide>
      </p15:sldGuideLst>
    </p:ext>
  </p:extLst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3 - Imagem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71D9DDE-7386-ABE7-27BE-B636B984C93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pt-BR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F6397ED-D608-A754-01E3-E54481735F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25927" y="3805436"/>
            <a:ext cx="4167530" cy="1258492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544F462-C3D0-3A99-CE21-80388166CF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25927" y="5064250"/>
            <a:ext cx="4167530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BA5F3DEE-BFFD-4F51-8E6D-21F8F53938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78241" y="3832328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72C5B231-DCCE-4C1F-607F-C0BF7E80DE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78242" y="4336763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0CE07D1D-E8D1-4A91-522C-CF94F53AF3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78242" y="4836532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E6FF7A22-891A-F86E-5FD7-CCADE47C44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78241" y="3625436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5739434A-89B9-197A-C954-C8C8400EA0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78241" y="4129871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E86E28AF-5895-145B-3E48-B69C6E087D7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78241" y="4629640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AEF0A33D-9CDC-CEEC-25F1-D50C4A0AE0F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78241" y="3328639"/>
            <a:ext cx="1773356" cy="200722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23EA8F35-A116-C243-FB66-325BA6C5560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78242" y="5882922"/>
            <a:ext cx="3186900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9671512C-19B4-D1DD-B1BC-82CBD3FA48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78241" y="5676030"/>
            <a:ext cx="3186900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6587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005">
          <p15:clr>
            <a:srgbClr val="FBAE40"/>
          </p15:clr>
        </p15:guide>
        <p15:guide id="2" pos="529">
          <p15:clr>
            <a:srgbClr val="FBAE40"/>
          </p15:clr>
        </p15:guide>
        <p15:guide id="3" pos="1481">
          <p15:clr>
            <a:srgbClr val="FBAE40"/>
          </p15:clr>
        </p15:guide>
        <p15:guide id="4" orient="horz" pos="2183">
          <p15:clr>
            <a:srgbClr val="FBAE40"/>
          </p15:clr>
        </p15:guide>
        <p15:guide id="5" orient="horz" pos="3113">
          <p15:clr>
            <a:srgbClr val="FBAE40"/>
          </p15:clr>
        </p15:guide>
        <p15:guide id="6" pos="6652">
          <p15:clr>
            <a:srgbClr val="FBAE40"/>
          </p15:clr>
        </p15:guide>
      </p15:sldGuideLst>
    </p:ext>
  </p:extLst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sória - Off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ADEEF5FA-E06D-34B7-BB29-590E9E06012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221000" y="415511"/>
            <a:ext cx="1715687" cy="742966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4E931D96-188D-2C26-E83E-305868F1218B}"/>
              </a:ext>
            </a:extLst>
          </p:cNvPr>
          <p:cNvSpPr/>
          <p:nvPr userDrawn="1"/>
        </p:nvSpPr>
        <p:spPr>
          <a:xfrm flipV="1">
            <a:off x="-2086899" y="2985948"/>
            <a:ext cx="12224042" cy="5749856"/>
          </a:xfrm>
          <a:custGeom>
            <a:avLst/>
            <a:gdLst/>
            <a:ahLst/>
            <a:cxnLst/>
            <a:rect l="l" t="t" r="r" b="b"/>
            <a:pathLst>
              <a:path w="20104100" h="9456420">
                <a:moveTo>
                  <a:pt x="0" y="9456078"/>
                </a:moveTo>
                <a:lnTo>
                  <a:pt x="6945301" y="9456078"/>
                </a:lnTo>
                <a:lnTo>
                  <a:pt x="6995278" y="9455836"/>
                </a:lnTo>
                <a:lnTo>
                  <a:pt x="7045194" y="9455111"/>
                </a:lnTo>
                <a:lnTo>
                  <a:pt x="7095043" y="9453904"/>
                </a:lnTo>
                <a:lnTo>
                  <a:pt x="7144825" y="9452217"/>
                </a:lnTo>
                <a:lnTo>
                  <a:pt x="7194535" y="9450052"/>
                </a:lnTo>
                <a:lnTo>
                  <a:pt x="7244171" y="9447409"/>
                </a:lnTo>
                <a:lnTo>
                  <a:pt x="7293730" y="9444290"/>
                </a:lnTo>
                <a:lnTo>
                  <a:pt x="7343208" y="9440698"/>
                </a:lnTo>
                <a:lnTo>
                  <a:pt x="7392603" y="9436632"/>
                </a:lnTo>
                <a:lnTo>
                  <a:pt x="7441911" y="9432096"/>
                </a:lnTo>
                <a:lnTo>
                  <a:pt x="7491130" y="9427089"/>
                </a:lnTo>
                <a:lnTo>
                  <a:pt x="7540257" y="9421615"/>
                </a:lnTo>
                <a:lnTo>
                  <a:pt x="7589288" y="9415673"/>
                </a:lnTo>
                <a:lnTo>
                  <a:pt x="7638221" y="9409267"/>
                </a:lnTo>
                <a:lnTo>
                  <a:pt x="7687052" y="9402396"/>
                </a:lnTo>
                <a:lnTo>
                  <a:pt x="7735779" y="9395063"/>
                </a:lnTo>
                <a:lnTo>
                  <a:pt x="7784399" y="9387270"/>
                </a:lnTo>
                <a:lnTo>
                  <a:pt x="7832908" y="9379017"/>
                </a:lnTo>
                <a:lnTo>
                  <a:pt x="7881303" y="9370306"/>
                </a:lnTo>
                <a:lnTo>
                  <a:pt x="7929582" y="9361139"/>
                </a:lnTo>
                <a:lnTo>
                  <a:pt x="7977741" y="9351517"/>
                </a:lnTo>
                <a:lnTo>
                  <a:pt x="8025778" y="9341441"/>
                </a:lnTo>
                <a:lnTo>
                  <a:pt x="8073690" y="9330914"/>
                </a:lnTo>
                <a:lnTo>
                  <a:pt x="8121473" y="9319936"/>
                </a:lnTo>
                <a:lnTo>
                  <a:pt x="8169124" y="9308509"/>
                </a:lnTo>
                <a:lnTo>
                  <a:pt x="8216640" y="9296635"/>
                </a:lnTo>
                <a:lnTo>
                  <a:pt x="8264020" y="9284315"/>
                </a:lnTo>
                <a:lnTo>
                  <a:pt x="8311258" y="9271550"/>
                </a:lnTo>
                <a:lnTo>
                  <a:pt x="8358353" y="9258342"/>
                </a:lnTo>
                <a:lnTo>
                  <a:pt x="8405301" y="9244693"/>
                </a:lnTo>
                <a:lnTo>
                  <a:pt x="8452100" y="9230604"/>
                </a:lnTo>
                <a:lnTo>
                  <a:pt x="8498746" y="9216076"/>
                </a:lnTo>
                <a:lnTo>
                  <a:pt x="8545236" y="9201111"/>
                </a:lnTo>
                <a:lnTo>
                  <a:pt x="8591568" y="9185710"/>
                </a:lnTo>
                <a:lnTo>
                  <a:pt x="8637738" y="9169876"/>
                </a:lnTo>
                <a:lnTo>
                  <a:pt x="8683743" y="9153608"/>
                </a:lnTo>
                <a:lnTo>
                  <a:pt x="8729581" y="9136910"/>
                </a:lnTo>
                <a:lnTo>
                  <a:pt x="8775248" y="9119782"/>
                </a:lnTo>
                <a:lnTo>
                  <a:pt x="8820741" y="9102226"/>
                </a:lnTo>
                <a:lnTo>
                  <a:pt x="8866057" y="9084243"/>
                </a:lnTo>
                <a:lnTo>
                  <a:pt x="8911194" y="9065835"/>
                </a:lnTo>
                <a:lnTo>
                  <a:pt x="8956148" y="9047004"/>
                </a:lnTo>
                <a:lnTo>
                  <a:pt x="9000916" y="9027750"/>
                </a:lnTo>
                <a:lnTo>
                  <a:pt x="9045496" y="9008075"/>
                </a:lnTo>
                <a:lnTo>
                  <a:pt x="9089883" y="8987981"/>
                </a:lnTo>
                <a:lnTo>
                  <a:pt x="9134076" y="8967470"/>
                </a:lnTo>
                <a:lnTo>
                  <a:pt x="9178071" y="8946542"/>
                </a:lnTo>
                <a:lnTo>
                  <a:pt x="9221865" y="8925199"/>
                </a:lnTo>
                <a:lnTo>
                  <a:pt x="9265455" y="8903443"/>
                </a:lnTo>
                <a:lnTo>
                  <a:pt x="9308839" y="8881275"/>
                </a:lnTo>
                <a:lnTo>
                  <a:pt x="9352012" y="8858697"/>
                </a:lnTo>
                <a:lnTo>
                  <a:pt x="9394973" y="8835710"/>
                </a:lnTo>
                <a:lnTo>
                  <a:pt x="9437718" y="8812316"/>
                </a:lnTo>
                <a:lnTo>
                  <a:pt x="9480244" y="8788516"/>
                </a:lnTo>
                <a:lnTo>
                  <a:pt x="9522548" y="8764311"/>
                </a:lnTo>
                <a:lnTo>
                  <a:pt x="9564627" y="8739704"/>
                </a:lnTo>
                <a:lnTo>
                  <a:pt x="9606478" y="8714695"/>
                </a:lnTo>
                <a:lnTo>
                  <a:pt x="9648098" y="8689286"/>
                </a:lnTo>
                <a:lnTo>
                  <a:pt x="9689484" y="8663479"/>
                </a:lnTo>
                <a:lnTo>
                  <a:pt x="9730634" y="8637274"/>
                </a:lnTo>
                <a:lnTo>
                  <a:pt x="9771543" y="8610675"/>
                </a:lnTo>
                <a:lnTo>
                  <a:pt x="9812209" y="8583681"/>
                </a:lnTo>
                <a:lnTo>
                  <a:pt x="9852630" y="8556295"/>
                </a:lnTo>
                <a:lnTo>
                  <a:pt x="9892801" y="8528517"/>
                </a:lnTo>
                <a:lnTo>
                  <a:pt x="9932720" y="8500351"/>
                </a:lnTo>
                <a:lnTo>
                  <a:pt x="9972384" y="8471796"/>
                </a:lnTo>
                <a:lnTo>
                  <a:pt x="10011790" y="8442854"/>
                </a:lnTo>
                <a:lnTo>
                  <a:pt x="10050935" y="8413528"/>
                </a:lnTo>
                <a:lnTo>
                  <a:pt x="10089816" y="8383818"/>
                </a:lnTo>
                <a:lnTo>
                  <a:pt x="10128430" y="8353726"/>
                </a:lnTo>
                <a:lnTo>
                  <a:pt x="10166774" y="8323253"/>
                </a:lnTo>
                <a:lnTo>
                  <a:pt x="10204845" y="8292401"/>
                </a:lnTo>
                <a:lnTo>
                  <a:pt x="10242640" y="8261172"/>
                </a:lnTo>
                <a:lnTo>
                  <a:pt x="10280155" y="8229566"/>
                </a:lnTo>
                <a:lnTo>
                  <a:pt x="10317388" y="8197585"/>
                </a:lnTo>
                <a:lnTo>
                  <a:pt x="10354336" y="8165232"/>
                </a:lnTo>
                <a:lnTo>
                  <a:pt x="10390996" y="8132507"/>
                </a:lnTo>
                <a:lnTo>
                  <a:pt x="10427365" y="8099411"/>
                </a:lnTo>
                <a:lnTo>
                  <a:pt x="10463440" y="8065947"/>
                </a:lnTo>
                <a:lnTo>
                  <a:pt x="10499217" y="8032115"/>
                </a:lnTo>
                <a:lnTo>
                  <a:pt x="10534694" y="7997918"/>
                </a:lnTo>
                <a:lnTo>
                  <a:pt x="10569868" y="7963356"/>
                </a:lnTo>
                <a:lnTo>
                  <a:pt x="10604736" y="7928432"/>
                </a:lnTo>
                <a:lnTo>
                  <a:pt x="10639295" y="7893146"/>
                </a:lnTo>
                <a:lnTo>
                  <a:pt x="10673541" y="7857501"/>
                </a:lnTo>
                <a:lnTo>
                  <a:pt x="10707472" y="7821497"/>
                </a:lnTo>
                <a:lnTo>
                  <a:pt x="10741084" y="7785136"/>
                </a:lnTo>
                <a:lnTo>
                  <a:pt x="10774376" y="7748420"/>
                </a:lnTo>
                <a:lnTo>
                  <a:pt x="10807343" y="7711350"/>
                </a:lnTo>
                <a:lnTo>
                  <a:pt x="10839983" y="7673928"/>
                </a:lnTo>
                <a:lnTo>
                  <a:pt x="10872292" y="7636155"/>
                </a:lnTo>
                <a:lnTo>
                  <a:pt x="10904268" y="7598032"/>
                </a:lnTo>
                <a:lnTo>
                  <a:pt x="10935908" y="7559561"/>
                </a:lnTo>
                <a:lnTo>
                  <a:pt x="10967208" y="7520744"/>
                </a:lnTo>
                <a:lnTo>
                  <a:pt x="10998166" y="7481582"/>
                </a:lnTo>
                <a:lnTo>
                  <a:pt x="11028779" y="7442077"/>
                </a:lnTo>
                <a:lnTo>
                  <a:pt x="14967612" y="2307814"/>
                </a:lnTo>
                <a:lnTo>
                  <a:pt x="14998203" y="2268285"/>
                </a:lnTo>
                <a:lnTo>
                  <a:pt x="15029097" y="2229056"/>
                </a:lnTo>
                <a:lnTo>
                  <a:pt x="15060290" y="2190127"/>
                </a:lnTo>
                <a:lnTo>
                  <a:pt x="15091780" y="2151500"/>
                </a:lnTo>
                <a:lnTo>
                  <a:pt x="15123565" y="2113176"/>
                </a:lnTo>
                <a:lnTo>
                  <a:pt x="15155642" y="2075157"/>
                </a:lnTo>
                <a:lnTo>
                  <a:pt x="15188010" y="2037442"/>
                </a:lnTo>
                <a:lnTo>
                  <a:pt x="15220666" y="2000034"/>
                </a:lnTo>
                <a:lnTo>
                  <a:pt x="15253608" y="1962934"/>
                </a:lnTo>
                <a:lnTo>
                  <a:pt x="15286833" y="1926142"/>
                </a:lnTo>
                <a:lnTo>
                  <a:pt x="15320339" y="1889660"/>
                </a:lnTo>
                <a:lnTo>
                  <a:pt x="15354124" y="1853489"/>
                </a:lnTo>
                <a:lnTo>
                  <a:pt x="15388186" y="1817630"/>
                </a:lnTo>
                <a:lnTo>
                  <a:pt x="15422522" y="1782084"/>
                </a:lnTo>
                <a:lnTo>
                  <a:pt x="15457130" y="1746853"/>
                </a:lnTo>
                <a:lnTo>
                  <a:pt x="15492007" y="1711937"/>
                </a:lnTo>
                <a:lnTo>
                  <a:pt x="15527152" y="1677337"/>
                </a:lnTo>
                <a:lnTo>
                  <a:pt x="15562562" y="1643056"/>
                </a:lnTo>
                <a:lnTo>
                  <a:pt x="15598235" y="1609093"/>
                </a:lnTo>
                <a:lnTo>
                  <a:pt x="15634168" y="1575450"/>
                </a:lnTo>
                <a:lnTo>
                  <a:pt x="15670359" y="1542128"/>
                </a:lnTo>
                <a:lnTo>
                  <a:pt x="15706807" y="1509129"/>
                </a:lnTo>
                <a:lnTo>
                  <a:pt x="15743508" y="1476452"/>
                </a:lnTo>
                <a:lnTo>
                  <a:pt x="15780460" y="1444101"/>
                </a:lnTo>
                <a:lnTo>
                  <a:pt x="15817661" y="1412075"/>
                </a:lnTo>
                <a:lnTo>
                  <a:pt x="15855109" y="1380375"/>
                </a:lnTo>
                <a:lnTo>
                  <a:pt x="15892802" y="1349004"/>
                </a:lnTo>
                <a:lnTo>
                  <a:pt x="15930736" y="1317962"/>
                </a:lnTo>
                <a:lnTo>
                  <a:pt x="15968911" y="1287250"/>
                </a:lnTo>
                <a:lnTo>
                  <a:pt x="16007323" y="1256869"/>
                </a:lnTo>
                <a:lnTo>
                  <a:pt x="16045970" y="1226820"/>
                </a:lnTo>
                <a:lnTo>
                  <a:pt x="16084850" y="1197105"/>
                </a:lnTo>
                <a:lnTo>
                  <a:pt x="16123961" y="1167725"/>
                </a:lnTo>
                <a:lnTo>
                  <a:pt x="16163300" y="1138681"/>
                </a:lnTo>
                <a:lnTo>
                  <a:pt x="16202865" y="1109974"/>
                </a:lnTo>
                <a:lnTo>
                  <a:pt x="16242654" y="1081604"/>
                </a:lnTo>
                <a:lnTo>
                  <a:pt x="16282665" y="1053574"/>
                </a:lnTo>
                <a:lnTo>
                  <a:pt x="16322895" y="1025884"/>
                </a:lnTo>
                <a:lnTo>
                  <a:pt x="16363341" y="998536"/>
                </a:lnTo>
                <a:lnTo>
                  <a:pt x="16404003" y="971530"/>
                </a:lnTo>
                <a:lnTo>
                  <a:pt x="16444876" y="944868"/>
                </a:lnTo>
                <a:lnTo>
                  <a:pt x="16485960" y="918551"/>
                </a:lnTo>
                <a:lnTo>
                  <a:pt x="16527251" y="892580"/>
                </a:lnTo>
                <a:lnTo>
                  <a:pt x="16568748" y="866956"/>
                </a:lnTo>
                <a:lnTo>
                  <a:pt x="16610448" y="841681"/>
                </a:lnTo>
                <a:lnTo>
                  <a:pt x="16652349" y="816754"/>
                </a:lnTo>
                <a:lnTo>
                  <a:pt x="16694448" y="792179"/>
                </a:lnTo>
                <a:lnTo>
                  <a:pt x="16736744" y="767955"/>
                </a:lnTo>
                <a:lnTo>
                  <a:pt x="16779233" y="744083"/>
                </a:lnTo>
                <a:lnTo>
                  <a:pt x="16821914" y="720566"/>
                </a:lnTo>
                <a:lnTo>
                  <a:pt x="16864785" y="697404"/>
                </a:lnTo>
                <a:lnTo>
                  <a:pt x="16907843" y="674598"/>
                </a:lnTo>
                <a:lnTo>
                  <a:pt x="16951085" y="652149"/>
                </a:lnTo>
                <a:lnTo>
                  <a:pt x="16994510" y="630059"/>
                </a:lnTo>
                <a:lnTo>
                  <a:pt x="17038115" y="608328"/>
                </a:lnTo>
                <a:lnTo>
                  <a:pt x="17081898" y="586958"/>
                </a:lnTo>
                <a:lnTo>
                  <a:pt x="17125857" y="565950"/>
                </a:lnTo>
                <a:lnTo>
                  <a:pt x="17169989" y="545304"/>
                </a:lnTo>
                <a:lnTo>
                  <a:pt x="17214292" y="525023"/>
                </a:lnTo>
                <a:lnTo>
                  <a:pt x="17258764" y="505107"/>
                </a:lnTo>
                <a:lnTo>
                  <a:pt x="17303402" y="485558"/>
                </a:lnTo>
                <a:lnTo>
                  <a:pt x="17348204" y="466376"/>
                </a:lnTo>
                <a:lnTo>
                  <a:pt x="17393169" y="447563"/>
                </a:lnTo>
                <a:lnTo>
                  <a:pt x="17438292" y="429119"/>
                </a:lnTo>
                <a:lnTo>
                  <a:pt x="17483573" y="411046"/>
                </a:lnTo>
                <a:lnTo>
                  <a:pt x="17529009" y="393346"/>
                </a:lnTo>
                <a:lnTo>
                  <a:pt x="17574598" y="376018"/>
                </a:lnTo>
                <a:lnTo>
                  <a:pt x="17620337" y="359065"/>
                </a:lnTo>
                <a:lnTo>
                  <a:pt x="17666224" y="342487"/>
                </a:lnTo>
                <a:lnTo>
                  <a:pt x="17712257" y="326286"/>
                </a:lnTo>
                <a:lnTo>
                  <a:pt x="17758433" y="310462"/>
                </a:lnTo>
                <a:lnTo>
                  <a:pt x="17804751" y="295018"/>
                </a:lnTo>
                <a:lnTo>
                  <a:pt x="17851208" y="279953"/>
                </a:lnTo>
                <a:lnTo>
                  <a:pt x="17897801" y="265269"/>
                </a:lnTo>
                <a:lnTo>
                  <a:pt x="17944528" y="250968"/>
                </a:lnTo>
                <a:lnTo>
                  <a:pt x="17991388" y="237049"/>
                </a:lnTo>
                <a:lnTo>
                  <a:pt x="18038377" y="223516"/>
                </a:lnTo>
                <a:lnTo>
                  <a:pt x="18085494" y="210368"/>
                </a:lnTo>
                <a:lnTo>
                  <a:pt x="18132735" y="197606"/>
                </a:lnTo>
                <a:lnTo>
                  <a:pt x="18180100" y="185233"/>
                </a:lnTo>
                <a:lnTo>
                  <a:pt x="18227585" y="173248"/>
                </a:lnTo>
                <a:lnTo>
                  <a:pt x="18275189" y="161654"/>
                </a:lnTo>
                <a:lnTo>
                  <a:pt x="18322908" y="150451"/>
                </a:lnTo>
                <a:lnTo>
                  <a:pt x="18370741" y="139640"/>
                </a:lnTo>
                <a:lnTo>
                  <a:pt x="18418686" y="129223"/>
                </a:lnTo>
                <a:lnTo>
                  <a:pt x="18466740" y="119201"/>
                </a:lnTo>
                <a:lnTo>
                  <a:pt x="18514900" y="109574"/>
                </a:lnTo>
                <a:lnTo>
                  <a:pt x="18563165" y="100344"/>
                </a:lnTo>
                <a:lnTo>
                  <a:pt x="18611532" y="91512"/>
                </a:lnTo>
                <a:lnTo>
                  <a:pt x="18659999" y="83080"/>
                </a:lnTo>
                <a:lnTo>
                  <a:pt x="18708564" y="75047"/>
                </a:lnTo>
                <a:lnTo>
                  <a:pt x="18757224" y="67417"/>
                </a:lnTo>
                <a:lnTo>
                  <a:pt x="18805977" y="60188"/>
                </a:lnTo>
                <a:lnTo>
                  <a:pt x="18854820" y="53364"/>
                </a:lnTo>
                <a:lnTo>
                  <a:pt x="18903752" y="46944"/>
                </a:lnTo>
                <a:lnTo>
                  <a:pt x="18952771" y="40931"/>
                </a:lnTo>
                <a:lnTo>
                  <a:pt x="19001873" y="35324"/>
                </a:lnTo>
                <a:lnTo>
                  <a:pt x="19051057" y="30126"/>
                </a:lnTo>
                <a:lnTo>
                  <a:pt x="19100320" y="25337"/>
                </a:lnTo>
                <a:lnTo>
                  <a:pt x="19149660" y="20958"/>
                </a:lnTo>
                <a:lnTo>
                  <a:pt x="19199074" y="16991"/>
                </a:lnTo>
                <a:lnTo>
                  <a:pt x="19248561" y="13437"/>
                </a:lnTo>
                <a:lnTo>
                  <a:pt x="19298119" y="10297"/>
                </a:lnTo>
                <a:lnTo>
                  <a:pt x="19347744" y="7572"/>
                </a:lnTo>
                <a:lnTo>
                  <a:pt x="19397434" y="5263"/>
                </a:lnTo>
                <a:lnTo>
                  <a:pt x="19447188" y="3371"/>
                </a:lnTo>
                <a:lnTo>
                  <a:pt x="19497002" y="1898"/>
                </a:lnTo>
                <a:lnTo>
                  <a:pt x="19546875" y="844"/>
                </a:lnTo>
                <a:lnTo>
                  <a:pt x="19596805" y="211"/>
                </a:lnTo>
                <a:lnTo>
                  <a:pt x="19646788" y="0"/>
                </a:lnTo>
                <a:lnTo>
                  <a:pt x="20104099" y="0"/>
                </a:lnTo>
              </a:path>
            </a:pathLst>
          </a:custGeom>
          <a:ln w="19050"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D79B08D-8C32-FB4A-74B4-C76E2DB52D00}"/>
              </a:ext>
            </a:extLst>
          </p:cNvPr>
          <p:cNvSpPr/>
          <p:nvPr userDrawn="1"/>
        </p:nvSpPr>
        <p:spPr>
          <a:xfrm rot="10247908" flipH="1">
            <a:off x="5297646" y="-1969541"/>
            <a:ext cx="8001039" cy="5749648"/>
          </a:xfrm>
          <a:custGeom>
            <a:avLst/>
            <a:gdLst>
              <a:gd name="connsiteX0" fmla="*/ 0 w 13940157"/>
              <a:gd name="connsiteY0" fmla="*/ 9200719 h 9456078"/>
              <a:gd name="connsiteX1" fmla="*/ 781360 w 13940157"/>
              <a:gd name="connsiteY1" fmla="*/ 9456078 h 9456078"/>
              <a:gd name="connsiteX2" fmla="*/ 831337 w 13940157"/>
              <a:gd name="connsiteY2" fmla="*/ 9455836 h 9456078"/>
              <a:gd name="connsiteX3" fmla="*/ 881253 w 13940157"/>
              <a:gd name="connsiteY3" fmla="*/ 9455111 h 9456078"/>
              <a:gd name="connsiteX4" fmla="*/ 931102 w 13940157"/>
              <a:gd name="connsiteY4" fmla="*/ 9453904 h 9456078"/>
              <a:gd name="connsiteX5" fmla="*/ 980884 w 13940157"/>
              <a:gd name="connsiteY5" fmla="*/ 9452217 h 9456078"/>
              <a:gd name="connsiteX6" fmla="*/ 1030594 w 13940157"/>
              <a:gd name="connsiteY6" fmla="*/ 9450052 h 9456078"/>
              <a:gd name="connsiteX7" fmla="*/ 1080230 w 13940157"/>
              <a:gd name="connsiteY7" fmla="*/ 9447409 h 9456078"/>
              <a:gd name="connsiteX8" fmla="*/ 1129789 w 13940157"/>
              <a:gd name="connsiteY8" fmla="*/ 9444290 h 9456078"/>
              <a:gd name="connsiteX9" fmla="*/ 1179267 w 13940157"/>
              <a:gd name="connsiteY9" fmla="*/ 9440698 h 9456078"/>
              <a:gd name="connsiteX10" fmla="*/ 1228662 w 13940157"/>
              <a:gd name="connsiteY10" fmla="*/ 9436632 h 9456078"/>
              <a:gd name="connsiteX11" fmla="*/ 1277970 w 13940157"/>
              <a:gd name="connsiteY11" fmla="*/ 9432096 h 9456078"/>
              <a:gd name="connsiteX12" fmla="*/ 1327189 w 13940157"/>
              <a:gd name="connsiteY12" fmla="*/ 9427089 h 9456078"/>
              <a:gd name="connsiteX13" fmla="*/ 1376316 w 13940157"/>
              <a:gd name="connsiteY13" fmla="*/ 9421615 h 9456078"/>
              <a:gd name="connsiteX14" fmla="*/ 1425347 w 13940157"/>
              <a:gd name="connsiteY14" fmla="*/ 9415673 h 9456078"/>
              <a:gd name="connsiteX15" fmla="*/ 1474280 w 13940157"/>
              <a:gd name="connsiteY15" fmla="*/ 9409267 h 9456078"/>
              <a:gd name="connsiteX16" fmla="*/ 1523111 w 13940157"/>
              <a:gd name="connsiteY16" fmla="*/ 9402396 h 9456078"/>
              <a:gd name="connsiteX17" fmla="*/ 1571838 w 13940157"/>
              <a:gd name="connsiteY17" fmla="*/ 9395063 h 9456078"/>
              <a:gd name="connsiteX18" fmla="*/ 1620458 w 13940157"/>
              <a:gd name="connsiteY18" fmla="*/ 9387270 h 9456078"/>
              <a:gd name="connsiteX19" fmla="*/ 1668967 w 13940157"/>
              <a:gd name="connsiteY19" fmla="*/ 9379017 h 9456078"/>
              <a:gd name="connsiteX20" fmla="*/ 1717362 w 13940157"/>
              <a:gd name="connsiteY20" fmla="*/ 9370306 h 9456078"/>
              <a:gd name="connsiteX21" fmla="*/ 1765641 w 13940157"/>
              <a:gd name="connsiteY21" fmla="*/ 9361139 h 9456078"/>
              <a:gd name="connsiteX22" fmla="*/ 1813800 w 13940157"/>
              <a:gd name="connsiteY22" fmla="*/ 9351517 h 9456078"/>
              <a:gd name="connsiteX23" fmla="*/ 1861837 w 13940157"/>
              <a:gd name="connsiteY23" fmla="*/ 9341441 h 9456078"/>
              <a:gd name="connsiteX24" fmla="*/ 1909749 w 13940157"/>
              <a:gd name="connsiteY24" fmla="*/ 9330914 h 9456078"/>
              <a:gd name="connsiteX25" fmla="*/ 1957532 w 13940157"/>
              <a:gd name="connsiteY25" fmla="*/ 9319936 h 9456078"/>
              <a:gd name="connsiteX26" fmla="*/ 2005183 w 13940157"/>
              <a:gd name="connsiteY26" fmla="*/ 9308509 h 9456078"/>
              <a:gd name="connsiteX27" fmla="*/ 2052699 w 13940157"/>
              <a:gd name="connsiteY27" fmla="*/ 9296635 h 9456078"/>
              <a:gd name="connsiteX28" fmla="*/ 2100079 w 13940157"/>
              <a:gd name="connsiteY28" fmla="*/ 9284315 h 9456078"/>
              <a:gd name="connsiteX29" fmla="*/ 2147317 w 13940157"/>
              <a:gd name="connsiteY29" fmla="*/ 9271550 h 9456078"/>
              <a:gd name="connsiteX30" fmla="*/ 2194412 w 13940157"/>
              <a:gd name="connsiteY30" fmla="*/ 9258342 h 9456078"/>
              <a:gd name="connsiteX31" fmla="*/ 2241360 w 13940157"/>
              <a:gd name="connsiteY31" fmla="*/ 9244693 h 9456078"/>
              <a:gd name="connsiteX32" fmla="*/ 2288159 w 13940157"/>
              <a:gd name="connsiteY32" fmla="*/ 9230604 h 9456078"/>
              <a:gd name="connsiteX33" fmla="*/ 2334805 w 13940157"/>
              <a:gd name="connsiteY33" fmla="*/ 9216076 h 9456078"/>
              <a:gd name="connsiteX34" fmla="*/ 2381295 w 13940157"/>
              <a:gd name="connsiteY34" fmla="*/ 9201111 h 9456078"/>
              <a:gd name="connsiteX35" fmla="*/ 2427627 w 13940157"/>
              <a:gd name="connsiteY35" fmla="*/ 9185710 h 9456078"/>
              <a:gd name="connsiteX36" fmla="*/ 2473797 w 13940157"/>
              <a:gd name="connsiteY36" fmla="*/ 9169876 h 9456078"/>
              <a:gd name="connsiteX37" fmla="*/ 2519802 w 13940157"/>
              <a:gd name="connsiteY37" fmla="*/ 9153608 h 9456078"/>
              <a:gd name="connsiteX38" fmla="*/ 2565640 w 13940157"/>
              <a:gd name="connsiteY38" fmla="*/ 9136910 h 9456078"/>
              <a:gd name="connsiteX39" fmla="*/ 2611307 w 13940157"/>
              <a:gd name="connsiteY39" fmla="*/ 9119782 h 9456078"/>
              <a:gd name="connsiteX40" fmla="*/ 2656800 w 13940157"/>
              <a:gd name="connsiteY40" fmla="*/ 9102226 h 9456078"/>
              <a:gd name="connsiteX41" fmla="*/ 2702116 w 13940157"/>
              <a:gd name="connsiteY41" fmla="*/ 9084243 h 9456078"/>
              <a:gd name="connsiteX42" fmla="*/ 2747253 w 13940157"/>
              <a:gd name="connsiteY42" fmla="*/ 9065835 h 9456078"/>
              <a:gd name="connsiteX43" fmla="*/ 2792207 w 13940157"/>
              <a:gd name="connsiteY43" fmla="*/ 9047004 h 9456078"/>
              <a:gd name="connsiteX44" fmla="*/ 2836975 w 13940157"/>
              <a:gd name="connsiteY44" fmla="*/ 9027750 h 9456078"/>
              <a:gd name="connsiteX45" fmla="*/ 2881555 w 13940157"/>
              <a:gd name="connsiteY45" fmla="*/ 9008075 h 9456078"/>
              <a:gd name="connsiteX46" fmla="*/ 2925942 w 13940157"/>
              <a:gd name="connsiteY46" fmla="*/ 8987981 h 9456078"/>
              <a:gd name="connsiteX47" fmla="*/ 2970135 w 13940157"/>
              <a:gd name="connsiteY47" fmla="*/ 8967470 h 9456078"/>
              <a:gd name="connsiteX48" fmla="*/ 3014130 w 13940157"/>
              <a:gd name="connsiteY48" fmla="*/ 8946542 h 9456078"/>
              <a:gd name="connsiteX49" fmla="*/ 3057924 w 13940157"/>
              <a:gd name="connsiteY49" fmla="*/ 8925199 h 9456078"/>
              <a:gd name="connsiteX50" fmla="*/ 3101514 w 13940157"/>
              <a:gd name="connsiteY50" fmla="*/ 8903443 h 9456078"/>
              <a:gd name="connsiteX51" fmla="*/ 3144898 w 13940157"/>
              <a:gd name="connsiteY51" fmla="*/ 8881275 h 9456078"/>
              <a:gd name="connsiteX52" fmla="*/ 3188071 w 13940157"/>
              <a:gd name="connsiteY52" fmla="*/ 8858697 h 9456078"/>
              <a:gd name="connsiteX53" fmla="*/ 3231032 w 13940157"/>
              <a:gd name="connsiteY53" fmla="*/ 8835710 h 9456078"/>
              <a:gd name="connsiteX54" fmla="*/ 3273777 w 13940157"/>
              <a:gd name="connsiteY54" fmla="*/ 8812316 h 9456078"/>
              <a:gd name="connsiteX55" fmla="*/ 3316303 w 13940157"/>
              <a:gd name="connsiteY55" fmla="*/ 8788516 h 9456078"/>
              <a:gd name="connsiteX56" fmla="*/ 3358607 w 13940157"/>
              <a:gd name="connsiteY56" fmla="*/ 8764311 h 9456078"/>
              <a:gd name="connsiteX57" fmla="*/ 3400686 w 13940157"/>
              <a:gd name="connsiteY57" fmla="*/ 8739704 h 9456078"/>
              <a:gd name="connsiteX58" fmla="*/ 3442537 w 13940157"/>
              <a:gd name="connsiteY58" fmla="*/ 8714695 h 9456078"/>
              <a:gd name="connsiteX59" fmla="*/ 3484157 w 13940157"/>
              <a:gd name="connsiteY59" fmla="*/ 8689286 h 9456078"/>
              <a:gd name="connsiteX60" fmla="*/ 3525543 w 13940157"/>
              <a:gd name="connsiteY60" fmla="*/ 8663479 h 9456078"/>
              <a:gd name="connsiteX61" fmla="*/ 3566693 w 13940157"/>
              <a:gd name="connsiteY61" fmla="*/ 8637274 h 9456078"/>
              <a:gd name="connsiteX62" fmla="*/ 3607602 w 13940157"/>
              <a:gd name="connsiteY62" fmla="*/ 8610675 h 9456078"/>
              <a:gd name="connsiteX63" fmla="*/ 3648268 w 13940157"/>
              <a:gd name="connsiteY63" fmla="*/ 8583681 h 9456078"/>
              <a:gd name="connsiteX64" fmla="*/ 3688689 w 13940157"/>
              <a:gd name="connsiteY64" fmla="*/ 8556295 h 9456078"/>
              <a:gd name="connsiteX65" fmla="*/ 3728860 w 13940157"/>
              <a:gd name="connsiteY65" fmla="*/ 8528517 h 9456078"/>
              <a:gd name="connsiteX66" fmla="*/ 3768779 w 13940157"/>
              <a:gd name="connsiteY66" fmla="*/ 8500351 h 9456078"/>
              <a:gd name="connsiteX67" fmla="*/ 3808443 w 13940157"/>
              <a:gd name="connsiteY67" fmla="*/ 8471796 h 9456078"/>
              <a:gd name="connsiteX68" fmla="*/ 3847849 w 13940157"/>
              <a:gd name="connsiteY68" fmla="*/ 8442854 h 9456078"/>
              <a:gd name="connsiteX69" fmla="*/ 3886994 w 13940157"/>
              <a:gd name="connsiteY69" fmla="*/ 8413528 h 9456078"/>
              <a:gd name="connsiteX70" fmla="*/ 3925875 w 13940157"/>
              <a:gd name="connsiteY70" fmla="*/ 8383818 h 9456078"/>
              <a:gd name="connsiteX71" fmla="*/ 3964489 w 13940157"/>
              <a:gd name="connsiteY71" fmla="*/ 8353726 h 9456078"/>
              <a:gd name="connsiteX72" fmla="*/ 4002833 w 13940157"/>
              <a:gd name="connsiteY72" fmla="*/ 8323253 h 9456078"/>
              <a:gd name="connsiteX73" fmla="*/ 4040904 w 13940157"/>
              <a:gd name="connsiteY73" fmla="*/ 8292401 h 9456078"/>
              <a:gd name="connsiteX74" fmla="*/ 4078699 w 13940157"/>
              <a:gd name="connsiteY74" fmla="*/ 8261172 h 9456078"/>
              <a:gd name="connsiteX75" fmla="*/ 4116214 w 13940157"/>
              <a:gd name="connsiteY75" fmla="*/ 8229566 h 9456078"/>
              <a:gd name="connsiteX76" fmla="*/ 4153447 w 13940157"/>
              <a:gd name="connsiteY76" fmla="*/ 8197585 h 9456078"/>
              <a:gd name="connsiteX77" fmla="*/ 4190395 w 13940157"/>
              <a:gd name="connsiteY77" fmla="*/ 8165232 h 9456078"/>
              <a:gd name="connsiteX78" fmla="*/ 4227055 w 13940157"/>
              <a:gd name="connsiteY78" fmla="*/ 8132507 h 9456078"/>
              <a:gd name="connsiteX79" fmla="*/ 4263424 w 13940157"/>
              <a:gd name="connsiteY79" fmla="*/ 8099411 h 9456078"/>
              <a:gd name="connsiteX80" fmla="*/ 4299499 w 13940157"/>
              <a:gd name="connsiteY80" fmla="*/ 8065947 h 9456078"/>
              <a:gd name="connsiteX81" fmla="*/ 4335276 w 13940157"/>
              <a:gd name="connsiteY81" fmla="*/ 8032115 h 9456078"/>
              <a:gd name="connsiteX82" fmla="*/ 4370753 w 13940157"/>
              <a:gd name="connsiteY82" fmla="*/ 7997918 h 9456078"/>
              <a:gd name="connsiteX83" fmla="*/ 4405927 w 13940157"/>
              <a:gd name="connsiteY83" fmla="*/ 7963356 h 9456078"/>
              <a:gd name="connsiteX84" fmla="*/ 4440795 w 13940157"/>
              <a:gd name="connsiteY84" fmla="*/ 7928432 h 9456078"/>
              <a:gd name="connsiteX85" fmla="*/ 4475354 w 13940157"/>
              <a:gd name="connsiteY85" fmla="*/ 7893146 h 9456078"/>
              <a:gd name="connsiteX86" fmla="*/ 4509600 w 13940157"/>
              <a:gd name="connsiteY86" fmla="*/ 7857501 h 9456078"/>
              <a:gd name="connsiteX87" fmla="*/ 4543531 w 13940157"/>
              <a:gd name="connsiteY87" fmla="*/ 7821497 h 9456078"/>
              <a:gd name="connsiteX88" fmla="*/ 4577143 w 13940157"/>
              <a:gd name="connsiteY88" fmla="*/ 7785136 h 9456078"/>
              <a:gd name="connsiteX89" fmla="*/ 4610435 w 13940157"/>
              <a:gd name="connsiteY89" fmla="*/ 7748420 h 9456078"/>
              <a:gd name="connsiteX90" fmla="*/ 4643402 w 13940157"/>
              <a:gd name="connsiteY90" fmla="*/ 7711350 h 9456078"/>
              <a:gd name="connsiteX91" fmla="*/ 4676042 w 13940157"/>
              <a:gd name="connsiteY91" fmla="*/ 7673928 h 9456078"/>
              <a:gd name="connsiteX92" fmla="*/ 4708351 w 13940157"/>
              <a:gd name="connsiteY92" fmla="*/ 7636155 h 9456078"/>
              <a:gd name="connsiteX93" fmla="*/ 4740327 w 13940157"/>
              <a:gd name="connsiteY93" fmla="*/ 7598032 h 9456078"/>
              <a:gd name="connsiteX94" fmla="*/ 4771967 w 13940157"/>
              <a:gd name="connsiteY94" fmla="*/ 7559561 h 9456078"/>
              <a:gd name="connsiteX95" fmla="*/ 4803267 w 13940157"/>
              <a:gd name="connsiteY95" fmla="*/ 7520744 h 9456078"/>
              <a:gd name="connsiteX96" fmla="*/ 4834225 w 13940157"/>
              <a:gd name="connsiteY96" fmla="*/ 7481582 h 9456078"/>
              <a:gd name="connsiteX97" fmla="*/ 4864838 w 13940157"/>
              <a:gd name="connsiteY97" fmla="*/ 7442077 h 9456078"/>
              <a:gd name="connsiteX98" fmla="*/ 8803671 w 13940157"/>
              <a:gd name="connsiteY98" fmla="*/ 2307814 h 9456078"/>
              <a:gd name="connsiteX99" fmla="*/ 8834262 w 13940157"/>
              <a:gd name="connsiteY99" fmla="*/ 2268285 h 9456078"/>
              <a:gd name="connsiteX100" fmla="*/ 8865156 w 13940157"/>
              <a:gd name="connsiteY100" fmla="*/ 2229056 h 9456078"/>
              <a:gd name="connsiteX101" fmla="*/ 8896349 w 13940157"/>
              <a:gd name="connsiteY101" fmla="*/ 2190127 h 9456078"/>
              <a:gd name="connsiteX102" fmla="*/ 8927839 w 13940157"/>
              <a:gd name="connsiteY102" fmla="*/ 2151500 h 9456078"/>
              <a:gd name="connsiteX103" fmla="*/ 8959624 w 13940157"/>
              <a:gd name="connsiteY103" fmla="*/ 2113176 h 9456078"/>
              <a:gd name="connsiteX104" fmla="*/ 8991701 w 13940157"/>
              <a:gd name="connsiteY104" fmla="*/ 2075157 h 9456078"/>
              <a:gd name="connsiteX105" fmla="*/ 9024069 w 13940157"/>
              <a:gd name="connsiteY105" fmla="*/ 2037442 h 9456078"/>
              <a:gd name="connsiteX106" fmla="*/ 9056725 w 13940157"/>
              <a:gd name="connsiteY106" fmla="*/ 2000034 h 9456078"/>
              <a:gd name="connsiteX107" fmla="*/ 9089667 w 13940157"/>
              <a:gd name="connsiteY107" fmla="*/ 1962934 h 9456078"/>
              <a:gd name="connsiteX108" fmla="*/ 9122892 w 13940157"/>
              <a:gd name="connsiteY108" fmla="*/ 1926142 h 9456078"/>
              <a:gd name="connsiteX109" fmla="*/ 9156398 w 13940157"/>
              <a:gd name="connsiteY109" fmla="*/ 1889660 h 9456078"/>
              <a:gd name="connsiteX110" fmla="*/ 9190183 w 13940157"/>
              <a:gd name="connsiteY110" fmla="*/ 1853489 h 9456078"/>
              <a:gd name="connsiteX111" fmla="*/ 9224245 w 13940157"/>
              <a:gd name="connsiteY111" fmla="*/ 1817630 h 9456078"/>
              <a:gd name="connsiteX112" fmla="*/ 9258581 w 13940157"/>
              <a:gd name="connsiteY112" fmla="*/ 1782084 h 9456078"/>
              <a:gd name="connsiteX113" fmla="*/ 9293189 w 13940157"/>
              <a:gd name="connsiteY113" fmla="*/ 1746853 h 9456078"/>
              <a:gd name="connsiteX114" fmla="*/ 9328066 w 13940157"/>
              <a:gd name="connsiteY114" fmla="*/ 1711937 h 9456078"/>
              <a:gd name="connsiteX115" fmla="*/ 9363211 w 13940157"/>
              <a:gd name="connsiteY115" fmla="*/ 1677337 h 9456078"/>
              <a:gd name="connsiteX116" fmla="*/ 9398621 w 13940157"/>
              <a:gd name="connsiteY116" fmla="*/ 1643056 h 9456078"/>
              <a:gd name="connsiteX117" fmla="*/ 9434294 w 13940157"/>
              <a:gd name="connsiteY117" fmla="*/ 1609093 h 9456078"/>
              <a:gd name="connsiteX118" fmla="*/ 9470227 w 13940157"/>
              <a:gd name="connsiteY118" fmla="*/ 1575450 h 9456078"/>
              <a:gd name="connsiteX119" fmla="*/ 9506418 w 13940157"/>
              <a:gd name="connsiteY119" fmla="*/ 1542128 h 9456078"/>
              <a:gd name="connsiteX120" fmla="*/ 9542866 w 13940157"/>
              <a:gd name="connsiteY120" fmla="*/ 1509129 h 9456078"/>
              <a:gd name="connsiteX121" fmla="*/ 9579567 w 13940157"/>
              <a:gd name="connsiteY121" fmla="*/ 1476452 h 9456078"/>
              <a:gd name="connsiteX122" fmla="*/ 9616519 w 13940157"/>
              <a:gd name="connsiteY122" fmla="*/ 1444101 h 9456078"/>
              <a:gd name="connsiteX123" fmla="*/ 9653720 w 13940157"/>
              <a:gd name="connsiteY123" fmla="*/ 1412075 h 9456078"/>
              <a:gd name="connsiteX124" fmla="*/ 9691168 w 13940157"/>
              <a:gd name="connsiteY124" fmla="*/ 1380375 h 9456078"/>
              <a:gd name="connsiteX125" fmla="*/ 9728861 w 13940157"/>
              <a:gd name="connsiteY125" fmla="*/ 1349004 h 9456078"/>
              <a:gd name="connsiteX126" fmla="*/ 9766795 w 13940157"/>
              <a:gd name="connsiteY126" fmla="*/ 1317962 h 9456078"/>
              <a:gd name="connsiteX127" fmla="*/ 9804970 w 13940157"/>
              <a:gd name="connsiteY127" fmla="*/ 1287250 h 9456078"/>
              <a:gd name="connsiteX128" fmla="*/ 9843382 w 13940157"/>
              <a:gd name="connsiteY128" fmla="*/ 1256869 h 9456078"/>
              <a:gd name="connsiteX129" fmla="*/ 9882029 w 13940157"/>
              <a:gd name="connsiteY129" fmla="*/ 1226820 h 9456078"/>
              <a:gd name="connsiteX130" fmla="*/ 9920909 w 13940157"/>
              <a:gd name="connsiteY130" fmla="*/ 1197105 h 9456078"/>
              <a:gd name="connsiteX131" fmla="*/ 9960020 w 13940157"/>
              <a:gd name="connsiteY131" fmla="*/ 1167725 h 9456078"/>
              <a:gd name="connsiteX132" fmla="*/ 9999359 w 13940157"/>
              <a:gd name="connsiteY132" fmla="*/ 1138681 h 9456078"/>
              <a:gd name="connsiteX133" fmla="*/ 10038924 w 13940157"/>
              <a:gd name="connsiteY133" fmla="*/ 1109974 h 9456078"/>
              <a:gd name="connsiteX134" fmla="*/ 10078713 w 13940157"/>
              <a:gd name="connsiteY134" fmla="*/ 1081604 h 9456078"/>
              <a:gd name="connsiteX135" fmla="*/ 10118724 w 13940157"/>
              <a:gd name="connsiteY135" fmla="*/ 1053574 h 9456078"/>
              <a:gd name="connsiteX136" fmla="*/ 10158954 w 13940157"/>
              <a:gd name="connsiteY136" fmla="*/ 1025884 h 9456078"/>
              <a:gd name="connsiteX137" fmla="*/ 10199400 w 13940157"/>
              <a:gd name="connsiteY137" fmla="*/ 998536 h 9456078"/>
              <a:gd name="connsiteX138" fmla="*/ 10240062 w 13940157"/>
              <a:gd name="connsiteY138" fmla="*/ 971530 h 9456078"/>
              <a:gd name="connsiteX139" fmla="*/ 10280935 w 13940157"/>
              <a:gd name="connsiteY139" fmla="*/ 944868 h 9456078"/>
              <a:gd name="connsiteX140" fmla="*/ 10322019 w 13940157"/>
              <a:gd name="connsiteY140" fmla="*/ 918551 h 9456078"/>
              <a:gd name="connsiteX141" fmla="*/ 10363310 w 13940157"/>
              <a:gd name="connsiteY141" fmla="*/ 892580 h 9456078"/>
              <a:gd name="connsiteX142" fmla="*/ 10404807 w 13940157"/>
              <a:gd name="connsiteY142" fmla="*/ 866956 h 9456078"/>
              <a:gd name="connsiteX143" fmla="*/ 10446507 w 13940157"/>
              <a:gd name="connsiteY143" fmla="*/ 841681 h 9456078"/>
              <a:gd name="connsiteX144" fmla="*/ 10488408 w 13940157"/>
              <a:gd name="connsiteY144" fmla="*/ 816754 h 9456078"/>
              <a:gd name="connsiteX145" fmla="*/ 10530507 w 13940157"/>
              <a:gd name="connsiteY145" fmla="*/ 792179 h 9456078"/>
              <a:gd name="connsiteX146" fmla="*/ 10572803 w 13940157"/>
              <a:gd name="connsiteY146" fmla="*/ 767955 h 9456078"/>
              <a:gd name="connsiteX147" fmla="*/ 10615292 w 13940157"/>
              <a:gd name="connsiteY147" fmla="*/ 744083 h 9456078"/>
              <a:gd name="connsiteX148" fmla="*/ 10657973 w 13940157"/>
              <a:gd name="connsiteY148" fmla="*/ 720566 h 9456078"/>
              <a:gd name="connsiteX149" fmla="*/ 10700844 w 13940157"/>
              <a:gd name="connsiteY149" fmla="*/ 697404 h 9456078"/>
              <a:gd name="connsiteX150" fmla="*/ 10743902 w 13940157"/>
              <a:gd name="connsiteY150" fmla="*/ 674598 h 9456078"/>
              <a:gd name="connsiteX151" fmla="*/ 10787144 w 13940157"/>
              <a:gd name="connsiteY151" fmla="*/ 652149 h 9456078"/>
              <a:gd name="connsiteX152" fmla="*/ 10830569 w 13940157"/>
              <a:gd name="connsiteY152" fmla="*/ 630059 h 9456078"/>
              <a:gd name="connsiteX153" fmla="*/ 10874174 w 13940157"/>
              <a:gd name="connsiteY153" fmla="*/ 608328 h 9456078"/>
              <a:gd name="connsiteX154" fmla="*/ 10917957 w 13940157"/>
              <a:gd name="connsiteY154" fmla="*/ 586958 h 9456078"/>
              <a:gd name="connsiteX155" fmla="*/ 10961916 w 13940157"/>
              <a:gd name="connsiteY155" fmla="*/ 565950 h 9456078"/>
              <a:gd name="connsiteX156" fmla="*/ 11006048 w 13940157"/>
              <a:gd name="connsiteY156" fmla="*/ 545304 h 9456078"/>
              <a:gd name="connsiteX157" fmla="*/ 11050351 w 13940157"/>
              <a:gd name="connsiteY157" fmla="*/ 525023 h 9456078"/>
              <a:gd name="connsiteX158" fmla="*/ 11094823 w 13940157"/>
              <a:gd name="connsiteY158" fmla="*/ 505107 h 9456078"/>
              <a:gd name="connsiteX159" fmla="*/ 11139461 w 13940157"/>
              <a:gd name="connsiteY159" fmla="*/ 485558 h 9456078"/>
              <a:gd name="connsiteX160" fmla="*/ 11184263 w 13940157"/>
              <a:gd name="connsiteY160" fmla="*/ 466376 h 9456078"/>
              <a:gd name="connsiteX161" fmla="*/ 11229228 w 13940157"/>
              <a:gd name="connsiteY161" fmla="*/ 447563 h 9456078"/>
              <a:gd name="connsiteX162" fmla="*/ 11274351 w 13940157"/>
              <a:gd name="connsiteY162" fmla="*/ 429119 h 9456078"/>
              <a:gd name="connsiteX163" fmla="*/ 11319632 w 13940157"/>
              <a:gd name="connsiteY163" fmla="*/ 411046 h 9456078"/>
              <a:gd name="connsiteX164" fmla="*/ 11365068 w 13940157"/>
              <a:gd name="connsiteY164" fmla="*/ 393346 h 9456078"/>
              <a:gd name="connsiteX165" fmla="*/ 11410657 w 13940157"/>
              <a:gd name="connsiteY165" fmla="*/ 376018 h 9456078"/>
              <a:gd name="connsiteX166" fmla="*/ 11456396 w 13940157"/>
              <a:gd name="connsiteY166" fmla="*/ 359065 h 9456078"/>
              <a:gd name="connsiteX167" fmla="*/ 11502283 w 13940157"/>
              <a:gd name="connsiteY167" fmla="*/ 342487 h 9456078"/>
              <a:gd name="connsiteX168" fmla="*/ 11548316 w 13940157"/>
              <a:gd name="connsiteY168" fmla="*/ 326286 h 9456078"/>
              <a:gd name="connsiteX169" fmla="*/ 11594492 w 13940157"/>
              <a:gd name="connsiteY169" fmla="*/ 310462 h 9456078"/>
              <a:gd name="connsiteX170" fmla="*/ 11640810 w 13940157"/>
              <a:gd name="connsiteY170" fmla="*/ 295018 h 9456078"/>
              <a:gd name="connsiteX171" fmla="*/ 11687267 w 13940157"/>
              <a:gd name="connsiteY171" fmla="*/ 279953 h 9456078"/>
              <a:gd name="connsiteX172" fmla="*/ 11733860 w 13940157"/>
              <a:gd name="connsiteY172" fmla="*/ 265269 h 9456078"/>
              <a:gd name="connsiteX173" fmla="*/ 11780587 w 13940157"/>
              <a:gd name="connsiteY173" fmla="*/ 250968 h 9456078"/>
              <a:gd name="connsiteX174" fmla="*/ 11827447 w 13940157"/>
              <a:gd name="connsiteY174" fmla="*/ 237049 h 9456078"/>
              <a:gd name="connsiteX175" fmla="*/ 11874436 w 13940157"/>
              <a:gd name="connsiteY175" fmla="*/ 223516 h 9456078"/>
              <a:gd name="connsiteX176" fmla="*/ 11921553 w 13940157"/>
              <a:gd name="connsiteY176" fmla="*/ 210368 h 9456078"/>
              <a:gd name="connsiteX177" fmla="*/ 11968794 w 13940157"/>
              <a:gd name="connsiteY177" fmla="*/ 197606 h 9456078"/>
              <a:gd name="connsiteX178" fmla="*/ 12016159 w 13940157"/>
              <a:gd name="connsiteY178" fmla="*/ 185233 h 9456078"/>
              <a:gd name="connsiteX179" fmla="*/ 12063644 w 13940157"/>
              <a:gd name="connsiteY179" fmla="*/ 173248 h 9456078"/>
              <a:gd name="connsiteX180" fmla="*/ 12111248 w 13940157"/>
              <a:gd name="connsiteY180" fmla="*/ 161654 h 9456078"/>
              <a:gd name="connsiteX181" fmla="*/ 12158967 w 13940157"/>
              <a:gd name="connsiteY181" fmla="*/ 150451 h 9456078"/>
              <a:gd name="connsiteX182" fmla="*/ 12206800 w 13940157"/>
              <a:gd name="connsiteY182" fmla="*/ 139640 h 9456078"/>
              <a:gd name="connsiteX183" fmla="*/ 12254745 w 13940157"/>
              <a:gd name="connsiteY183" fmla="*/ 129223 h 9456078"/>
              <a:gd name="connsiteX184" fmla="*/ 12302799 w 13940157"/>
              <a:gd name="connsiteY184" fmla="*/ 119201 h 9456078"/>
              <a:gd name="connsiteX185" fmla="*/ 12350959 w 13940157"/>
              <a:gd name="connsiteY185" fmla="*/ 109574 h 9456078"/>
              <a:gd name="connsiteX186" fmla="*/ 12399224 w 13940157"/>
              <a:gd name="connsiteY186" fmla="*/ 100344 h 9456078"/>
              <a:gd name="connsiteX187" fmla="*/ 12447591 w 13940157"/>
              <a:gd name="connsiteY187" fmla="*/ 91512 h 9456078"/>
              <a:gd name="connsiteX188" fmla="*/ 12496058 w 13940157"/>
              <a:gd name="connsiteY188" fmla="*/ 83080 h 9456078"/>
              <a:gd name="connsiteX189" fmla="*/ 12544623 w 13940157"/>
              <a:gd name="connsiteY189" fmla="*/ 75047 h 9456078"/>
              <a:gd name="connsiteX190" fmla="*/ 12593283 w 13940157"/>
              <a:gd name="connsiteY190" fmla="*/ 67417 h 9456078"/>
              <a:gd name="connsiteX191" fmla="*/ 12642036 w 13940157"/>
              <a:gd name="connsiteY191" fmla="*/ 60188 h 9456078"/>
              <a:gd name="connsiteX192" fmla="*/ 12690879 w 13940157"/>
              <a:gd name="connsiteY192" fmla="*/ 53364 h 9456078"/>
              <a:gd name="connsiteX193" fmla="*/ 12739811 w 13940157"/>
              <a:gd name="connsiteY193" fmla="*/ 46944 h 9456078"/>
              <a:gd name="connsiteX194" fmla="*/ 12788830 w 13940157"/>
              <a:gd name="connsiteY194" fmla="*/ 40931 h 9456078"/>
              <a:gd name="connsiteX195" fmla="*/ 12837932 w 13940157"/>
              <a:gd name="connsiteY195" fmla="*/ 35324 h 9456078"/>
              <a:gd name="connsiteX196" fmla="*/ 12887116 w 13940157"/>
              <a:gd name="connsiteY196" fmla="*/ 30126 h 9456078"/>
              <a:gd name="connsiteX197" fmla="*/ 12936379 w 13940157"/>
              <a:gd name="connsiteY197" fmla="*/ 25337 h 9456078"/>
              <a:gd name="connsiteX198" fmla="*/ 12985719 w 13940157"/>
              <a:gd name="connsiteY198" fmla="*/ 20958 h 9456078"/>
              <a:gd name="connsiteX199" fmla="*/ 13035133 w 13940157"/>
              <a:gd name="connsiteY199" fmla="*/ 16991 h 9456078"/>
              <a:gd name="connsiteX200" fmla="*/ 13084620 w 13940157"/>
              <a:gd name="connsiteY200" fmla="*/ 13437 h 9456078"/>
              <a:gd name="connsiteX201" fmla="*/ 13134178 w 13940157"/>
              <a:gd name="connsiteY201" fmla="*/ 10297 h 9456078"/>
              <a:gd name="connsiteX202" fmla="*/ 13183803 w 13940157"/>
              <a:gd name="connsiteY202" fmla="*/ 7572 h 9456078"/>
              <a:gd name="connsiteX203" fmla="*/ 13233493 w 13940157"/>
              <a:gd name="connsiteY203" fmla="*/ 5263 h 9456078"/>
              <a:gd name="connsiteX204" fmla="*/ 13283247 w 13940157"/>
              <a:gd name="connsiteY204" fmla="*/ 3371 h 9456078"/>
              <a:gd name="connsiteX205" fmla="*/ 13333061 w 13940157"/>
              <a:gd name="connsiteY205" fmla="*/ 1898 h 9456078"/>
              <a:gd name="connsiteX206" fmla="*/ 13382934 w 13940157"/>
              <a:gd name="connsiteY206" fmla="*/ 844 h 9456078"/>
              <a:gd name="connsiteX207" fmla="*/ 13432864 w 13940157"/>
              <a:gd name="connsiteY207" fmla="*/ 211 h 9456078"/>
              <a:gd name="connsiteX208" fmla="*/ 13482847 w 13940157"/>
              <a:gd name="connsiteY208" fmla="*/ 0 h 9456078"/>
              <a:gd name="connsiteX209" fmla="*/ 13940158 w 13940157"/>
              <a:gd name="connsiteY209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49234 w 13158799"/>
              <a:gd name="connsiteY5" fmla="*/ 9450052 h 9456078"/>
              <a:gd name="connsiteX6" fmla="*/ 298870 w 13158799"/>
              <a:gd name="connsiteY6" fmla="*/ 9447409 h 9456078"/>
              <a:gd name="connsiteX7" fmla="*/ 348429 w 13158799"/>
              <a:gd name="connsiteY7" fmla="*/ 9444290 h 9456078"/>
              <a:gd name="connsiteX8" fmla="*/ 397907 w 13158799"/>
              <a:gd name="connsiteY8" fmla="*/ 9440698 h 9456078"/>
              <a:gd name="connsiteX9" fmla="*/ 447302 w 13158799"/>
              <a:gd name="connsiteY9" fmla="*/ 9436632 h 9456078"/>
              <a:gd name="connsiteX10" fmla="*/ 496610 w 13158799"/>
              <a:gd name="connsiteY10" fmla="*/ 9432096 h 9456078"/>
              <a:gd name="connsiteX11" fmla="*/ 545829 w 13158799"/>
              <a:gd name="connsiteY11" fmla="*/ 9427089 h 9456078"/>
              <a:gd name="connsiteX12" fmla="*/ 594956 w 13158799"/>
              <a:gd name="connsiteY12" fmla="*/ 9421615 h 9456078"/>
              <a:gd name="connsiteX13" fmla="*/ 643987 w 13158799"/>
              <a:gd name="connsiteY13" fmla="*/ 9415673 h 9456078"/>
              <a:gd name="connsiteX14" fmla="*/ 692920 w 13158799"/>
              <a:gd name="connsiteY14" fmla="*/ 9409267 h 9456078"/>
              <a:gd name="connsiteX15" fmla="*/ 741751 w 13158799"/>
              <a:gd name="connsiteY15" fmla="*/ 9402396 h 9456078"/>
              <a:gd name="connsiteX16" fmla="*/ 790478 w 13158799"/>
              <a:gd name="connsiteY16" fmla="*/ 9395063 h 9456078"/>
              <a:gd name="connsiteX17" fmla="*/ 839098 w 13158799"/>
              <a:gd name="connsiteY17" fmla="*/ 9387270 h 9456078"/>
              <a:gd name="connsiteX18" fmla="*/ 887607 w 13158799"/>
              <a:gd name="connsiteY18" fmla="*/ 9379017 h 9456078"/>
              <a:gd name="connsiteX19" fmla="*/ 936002 w 13158799"/>
              <a:gd name="connsiteY19" fmla="*/ 9370306 h 9456078"/>
              <a:gd name="connsiteX20" fmla="*/ 984281 w 13158799"/>
              <a:gd name="connsiteY20" fmla="*/ 9361139 h 9456078"/>
              <a:gd name="connsiteX21" fmla="*/ 1032440 w 13158799"/>
              <a:gd name="connsiteY21" fmla="*/ 9351517 h 9456078"/>
              <a:gd name="connsiteX22" fmla="*/ 1080477 w 13158799"/>
              <a:gd name="connsiteY22" fmla="*/ 9341441 h 9456078"/>
              <a:gd name="connsiteX23" fmla="*/ 1128389 w 13158799"/>
              <a:gd name="connsiteY23" fmla="*/ 9330914 h 9456078"/>
              <a:gd name="connsiteX24" fmla="*/ 1176172 w 13158799"/>
              <a:gd name="connsiteY24" fmla="*/ 9319936 h 9456078"/>
              <a:gd name="connsiteX25" fmla="*/ 1223823 w 13158799"/>
              <a:gd name="connsiteY25" fmla="*/ 9308509 h 9456078"/>
              <a:gd name="connsiteX26" fmla="*/ 1271339 w 13158799"/>
              <a:gd name="connsiteY26" fmla="*/ 9296635 h 9456078"/>
              <a:gd name="connsiteX27" fmla="*/ 1318719 w 13158799"/>
              <a:gd name="connsiteY27" fmla="*/ 9284315 h 9456078"/>
              <a:gd name="connsiteX28" fmla="*/ 1365957 w 13158799"/>
              <a:gd name="connsiteY28" fmla="*/ 9271550 h 9456078"/>
              <a:gd name="connsiteX29" fmla="*/ 1413052 w 13158799"/>
              <a:gd name="connsiteY29" fmla="*/ 9258342 h 9456078"/>
              <a:gd name="connsiteX30" fmla="*/ 1460000 w 13158799"/>
              <a:gd name="connsiteY30" fmla="*/ 9244693 h 9456078"/>
              <a:gd name="connsiteX31" fmla="*/ 1506799 w 13158799"/>
              <a:gd name="connsiteY31" fmla="*/ 9230604 h 9456078"/>
              <a:gd name="connsiteX32" fmla="*/ 1553445 w 13158799"/>
              <a:gd name="connsiteY32" fmla="*/ 9216076 h 9456078"/>
              <a:gd name="connsiteX33" fmla="*/ 1599935 w 13158799"/>
              <a:gd name="connsiteY33" fmla="*/ 9201111 h 9456078"/>
              <a:gd name="connsiteX34" fmla="*/ 1646267 w 13158799"/>
              <a:gd name="connsiteY34" fmla="*/ 9185710 h 9456078"/>
              <a:gd name="connsiteX35" fmla="*/ 1692437 w 13158799"/>
              <a:gd name="connsiteY35" fmla="*/ 9169876 h 9456078"/>
              <a:gd name="connsiteX36" fmla="*/ 1738442 w 13158799"/>
              <a:gd name="connsiteY36" fmla="*/ 9153608 h 9456078"/>
              <a:gd name="connsiteX37" fmla="*/ 1784280 w 13158799"/>
              <a:gd name="connsiteY37" fmla="*/ 9136910 h 9456078"/>
              <a:gd name="connsiteX38" fmla="*/ 1829947 w 13158799"/>
              <a:gd name="connsiteY38" fmla="*/ 9119782 h 9456078"/>
              <a:gd name="connsiteX39" fmla="*/ 1875440 w 13158799"/>
              <a:gd name="connsiteY39" fmla="*/ 9102226 h 9456078"/>
              <a:gd name="connsiteX40" fmla="*/ 1920756 w 13158799"/>
              <a:gd name="connsiteY40" fmla="*/ 9084243 h 9456078"/>
              <a:gd name="connsiteX41" fmla="*/ 1965893 w 13158799"/>
              <a:gd name="connsiteY41" fmla="*/ 9065835 h 9456078"/>
              <a:gd name="connsiteX42" fmla="*/ 2010847 w 13158799"/>
              <a:gd name="connsiteY42" fmla="*/ 9047004 h 9456078"/>
              <a:gd name="connsiteX43" fmla="*/ 2055615 w 13158799"/>
              <a:gd name="connsiteY43" fmla="*/ 9027750 h 9456078"/>
              <a:gd name="connsiteX44" fmla="*/ 2100195 w 13158799"/>
              <a:gd name="connsiteY44" fmla="*/ 9008075 h 9456078"/>
              <a:gd name="connsiteX45" fmla="*/ 2144582 w 13158799"/>
              <a:gd name="connsiteY45" fmla="*/ 8987981 h 9456078"/>
              <a:gd name="connsiteX46" fmla="*/ 2188775 w 13158799"/>
              <a:gd name="connsiteY46" fmla="*/ 8967470 h 9456078"/>
              <a:gd name="connsiteX47" fmla="*/ 2232770 w 13158799"/>
              <a:gd name="connsiteY47" fmla="*/ 8946542 h 9456078"/>
              <a:gd name="connsiteX48" fmla="*/ 2276564 w 13158799"/>
              <a:gd name="connsiteY48" fmla="*/ 8925199 h 9456078"/>
              <a:gd name="connsiteX49" fmla="*/ 2320154 w 13158799"/>
              <a:gd name="connsiteY49" fmla="*/ 8903443 h 9456078"/>
              <a:gd name="connsiteX50" fmla="*/ 2363538 w 13158799"/>
              <a:gd name="connsiteY50" fmla="*/ 8881275 h 9456078"/>
              <a:gd name="connsiteX51" fmla="*/ 2406711 w 13158799"/>
              <a:gd name="connsiteY51" fmla="*/ 8858697 h 9456078"/>
              <a:gd name="connsiteX52" fmla="*/ 2449672 w 13158799"/>
              <a:gd name="connsiteY52" fmla="*/ 8835710 h 9456078"/>
              <a:gd name="connsiteX53" fmla="*/ 2492417 w 13158799"/>
              <a:gd name="connsiteY53" fmla="*/ 8812316 h 9456078"/>
              <a:gd name="connsiteX54" fmla="*/ 2534943 w 13158799"/>
              <a:gd name="connsiteY54" fmla="*/ 8788516 h 9456078"/>
              <a:gd name="connsiteX55" fmla="*/ 2577247 w 13158799"/>
              <a:gd name="connsiteY55" fmla="*/ 8764311 h 9456078"/>
              <a:gd name="connsiteX56" fmla="*/ 2619326 w 13158799"/>
              <a:gd name="connsiteY56" fmla="*/ 8739704 h 9456078"/>
              <a:gd name="connsiteX57" fmla="*/ 2661177 w 13158799"/>
              <a:gd name="connsiteY57" fmla="*/ 8714695 h 9456078"/>
              <a:gd name="connsiteX58" fmla="*/ 2702797 w 13158799"/>
              <a:gd name="connsiteY58" fmla="*/ 8689286 h 9456078"/>
              <a:gd name="connsiteX59" fmla="*/ 2744183 w 13158799"/>
              <a:gd name="connsiteY59" fmla="*/ 8663479 h 9456078"/>
              <a:gd name="connsiteX60" fmla="*/ 2785333 w 13158799"/>
              <a:gd name="connsiteY60" fmla="*/ 8637274 h 9456078"/>
              <a:gd name="connsiteX61" fmla="*/ 2826242 w 13158799"/>
              <a:gd name="connsiteY61" fmla="*/ 8610675 h 9456078"/>
              <a:gd name="connsiteX62" fmla="*/ 2866908 w 13158799"/>
              <a:gd name="connsiteY62" fmla="*/ 8583681 h 9456078"/>
              <a:gd name="connsiteX63" fmla="*/ 2907329 w 13158799"/>
              <a:gd name="connsiteY63" fmla="*/ 8556295 h 9456078"/>
              <a:gd name="connsiteX64" fmla="*/ 2947500 w 13158799"/>
              <a:gd name="connsiteY64" fmla="*/ 8528517 h 9456078"/>
              <a:gd name="connsiteX65" fmla="*/ 2987419 w 13158799"/>
              <a:gd name="connsiteY65" fmla="*/ 8500351 h 9456078"/>
              <a:gd name="connsiteX66" fmla="*/ 3027083 w 13158799"/>
              <a:gd name="connsiteY66" fmla="*/ 8471796 h 9456078"/>
              <a:gd name="connsiteX67" fmla="*/ 3066489 w 13158799"/>
              <a:gd name="connsiteY67" fmla="*/ 8442854 h 9456078"/>
              <a:gd name="connsiteX68" fmla="*/ 3105634 w 13158799"/>
              <a:gd name="connsiteY68" fmla="*/ 8413528 h 9456078"/>
              <a:gd name="connsiteX69" fmla="*/ 3144515 w 13158799"/>
              <a:gd name="connsiteY69" fmla="*/ 8383818 h 9456078"/>
              <a:gd name="connsiteX70" fmla="*/ 3183129 w 13158799"/>
              <a:gd name="connsiteY70" fmla="*/ 8353726 h 9456078"/>
              <a:gd name="connsiteX71" fmla="*/ 3221473 w 13158799"/>
              <a:gd name="connsiteY71" fmla="*/ 8323253 h 9456078"/>
              <a:gd name="connsiteX72" fmla="*/ 3259544 w 13158799"/>
              <a:gd name="connsiteY72" fmla="*/ 8292401 h 9456078"/>
              <a:gd name="connsiteX73" fmla="*/ 3297339 w 13158799"/>
              <a:gd name="connsiteY73" fmla="*/ 8261172 h 9456078"/>
              <a:gd name="connsiteX74" fmla="*/ 3334854 w 13158799"/>
              <a:gd name="connsiteY74" fmla="*/ 8229566 h 9456078"/>
              <a:gd name="connsiteX75" fmla="*/ 3372087 w 13158799"/>
              <a:gd name="connsiteY75" fmla="*/ 8197585 h 9456078"/>
              <a:gd name="connsiteX76" fmla="*/ 3409035 w 13158799"/>
              <a:gd name="connsiteY76" fmla="*/ 8165232 h 9456078"/>
              <a:gd name="connsiteX77" fmla="*/ 3445695 w 13158799"/>
              <a:gd name="connsiteY77" fmla="*/ 8132507 h 9456078"/>
              <a:gd name="connsiteX78" fmla="*/ 3482064 w 13158799"/>
              <a:gd name="connsiteY78" fmla="*/ 8099411 h 9456078"/>
              <a:gd name="connsiteX79" fmla="*/ 3518139 w 13158799"/>
              <a:gd name="connsiteY79" fmla="*/ 8065947 h 9456078"/>
              <a:gd name="connsiteX80" fmla="*/ 3553916 w 13158799"/>
              <a:gd name="connsiteY80" fmla="*/ 8032115 h 9456078"/>
              <a:gd name="connsiteX81" fmla="*/ 3589393 w 13158799"/>
              <a:gd name="connsiteY81" fmla="*/ 7997918 h 9456078"/>
              <a:gd name="connsiteX82" fmla="*/ 3624567 w 13158799"/>
              <a:gd name="connsiteY82" fmla="*/ 7963356 h 9456078"/>
              <a:gd name="connsiteX83" fmla="*/ 3659435 w 13158799"/>
              <a:gd name="connsiteY83" fmla="*/ 7928432 h 9456078"/>
              <a:gd name="connsiteX84" fmla="*/ 3693994 w 13158799"/>
              <a:gd name="connsiteY84" fmla="*/ 7893146 h 9456078"/>
              <a:gd name="connsiteX85" fmla="*/ 3728240 w 13158799"/>
              <a:gd name="connsiteY85" fmla="*/ 7857501 h 9456078"/>
              <a:gd name="connsiteX86" fmla="*/ 3762171 w 13158799"/>
              <a:gd name="connsiteY86" fmla="*/ 7821497 h 9456078"/>
              <a:gd name="connsiteX87" fmla="*/ 3795783 w 13158799"/>
              <a:gd name="connsiteY87" fmla="*/ 7785136 h 9456078"/>
              <a:gd name="connsiteX88" fmla="*/ 3829075 w 13158799"/>
              <a:gd name="connsiteY88" fmla="*/ 7748420 h 9456078"/>
              <a:gd name="connsiteX89" fmla="*/ 3862042 w 13158799"/>
              <a:gd name="connsiteY89" fmla="*/ 7711350 h 9456078"/>
              <a:gd name="connsiteX90" fmla="*/ 3894682 w 13158799"/>
              <a:gd name="connsiteY90" fmla="*/ 7673928 h 9456078"/>
              <a:gd name="connsiteX91" fmla="*/ 3926991 w 13158799"/>
              <a:gd name="connsiteY91" fmla="*/ 7636155 h 9456078"/>
              <a:gd name="connsiteX92" fmla="*/ 3958967 w 13158799"/>
              <a:gd name="connsiteY92" fmla="*/ 7598032 h 9456078"/>
              <a:gd name="connsiteX93" fmla="*/ 3990607 w 13158799"/>
              <a:gd name="connsiteY93" fmla="*/ 7559561 h 9456078"/>
              <a:gd name="connsiteX94" fmla="*/ 4021907 w 13158799"/>
              <a:gd name="connsiteY94" fmla="*/ 7520744 h 9456078"/>
              <a:gd name="connsiteX95" fmla="*/ 4052865 w 13158799"/>
              <a:gd name="connsiteY95" fmla="*/ 7481582 h 9456078"/>
              <a:gd name="connsiteX96" fmla="*/ 4083478 w 13158799"/>
              <a:gd name="connsiteY96" fmla="*/ 7442077 h 9456078"/>
              <a:gd name="connsiteX97" fmla="*/ 8022311 w 13158799"/>
              <a:gd name="connsiteY97" fmla="*/ 2307814 h 9456078"/>
              <a:gd name="connsiteX98" fmla="*/ 8052902 w 13158799"/>
              <a:gd name="connsiteY98" fmla="*/ 2268285 h 9456078"/>
              <a:gd name="connsiteX99" fmla="*/ 8083796 w 13158799"/>
              <a:gd name="connsiteY99" fmla="*/ 2229056 h 9456078"/>
              <a:gd name="connsiteX100" fmla="*/ 8114989 w 13158799"/>
              <a:gd name="connsiteY100" fmla="*/ 2190127 h 9456078"/>
              <a:gd name="connsiteX101" fmla="*/ 8146479 w 13158799"/>
              <a:gd name="connsiteY101" fmla="*/ 2151500 h 9456078"/>
              <a:gd name="connsiteX102" fmla="*/ 8178264 w 13158799"/>
              <a:gd name="connsiteY102" fmla="*/ 2113176 h 9456078"/>
              <a:gd name="connsiteX103" fmla="*/ 8210341 w 13158799"/>
              <a:gd name="connsiteY103" fmla="*/ 2075157 h 9456078"/>
              <a:gd name="connsiteX104" fmla="*/ 8242709 w 13158799"/>
              <a:gd name="connsiteY104" fmla="*/ 2037442 h 9456078"/>
              <a:gd name="connsiteX105" fmla="*/ 8275365 w 13158799"/>
              <a:gd name="connsiteY105" fmla="*/ 2000034 h 9456078"/>
              <a:gd name="connsiteX106" fmla="*/ 8308307 w 13158799"/>
              <a:gd name="connsiteY106" fmla="*/ 1962934 h 9456078"/>
              <a:gd name="connsiteX107" fmla="*/ 8341532 w 13158799"/>
              <a:gd name="connsiteY107" fmla="*/ 1926142 h 9456078"/>
              <a:gd name="connsiteX108" fmla="*/ 8375038 w 13158799"/>
              <a:gd name="connsiteY108" fmla="*/ 1889660 h 9456078"/>
              <a:gd name="connsiteX109" fmla="*/ 8408823 w 13158799"/>
              <a:gd name="connsiteY109" fmla="*/ 1853489 h 9456078"/>
              <a:gd name="connsiteX110" fmla="*/ 8442885 w 13158799"/>
              <a:gd name="connsiteY110" fmla="*/ 1817630 h 9456078"/>
              <a:gd name="connsiteX111" fmla="*/ 8477221 w 13158799"/>
              <a:gd name="connsiteY111" fmla="*/ 1782084 h 9456078"/>
              <a:gd name="connsiteX112" fmla="*/ 8511829 w 13158799"/>
              <a:gd name="connsiteY112" fmla="*/ 1746853 h 9456078"/>
              <a:gd name="connsiteX113" fmla="*/ 8546706 w 13158799"/>
              <a:gd name="connsiteY113" fmla="*/ 1711937 h 9456078"/>
              <a:gd name="connsiteX114" fmla="*/ 8581851 w 13158799"/>
              <a:gd name="connsiteY114" fmla="*/ 1677337 h 9456078"/>
              <a:gd name="connsiteX115" fmla="*/ 8617261 w 13158799"/>
              <a:gd name="connsiteY115" fmla="*/ 1643056 h 9456078"/>
              <a:gd name="connsiteX116" fmla="*/ 8652934 w 13158799"/>
              <a:gd name="connsiteY116" fmla="*/ 1609093 h 9456078"/>
              <a:gd name="connsiteX117" fmla="*/ 8688867 w 13158799"/>
              <a:gd name="connsiteY117" fmla="*/ 1575450 h 9456078"/>
              <a:gd name="connsiteX118" fmla="*/ 8725058 w 13158799"/>
              <a:gd name="connsiteY118" fmla="*/ 1542128 h 9456078"/>
              <a:gd name="connsiteX119" fmla="*/ 8761506 w 13158799"/>
              <a:gd name="connsiteY119" fmla="*/ 1509129 h 9456078"/>
              <a:gd name="connsiteX120" fmla="*/ 8798207 w 13158799"/>
              <a:gd name="connsiteY120" fmla="*/ 1476452 h 9456078"/>
              <a:gd name="connsiteX121" fmla="*/ 8835159 w 13158799"/>
              <a:gd name="connsiteY121" fmla="*/ 1444101 h 9456078"/>
              <a:gd name="connsiteX122" fmla="*/ 8872360 w 13158799"/>
              <a:gd name="connsiteY122" fmla="*/ 1412075 h 9456078"/>
              <a:gd name="connsiteX123" fmla="*/ 8909808 w 13158799"/>
              <a:gd name="connsiteY123" fmla="*/ 1380375 h 9456078"/>
              <a:gd name="connsiteX124" fmla="*/ 8947501 w 13158799"/>
              <a:gd name="connsiteY124" fmla="*/ 1349004 h 9456078"/>
              <a:gd name="connsiteX125" fmla="*/ 8985435 w 13158799"/>
              <a:gd name="connsiteY125" fmla="*/ 1317962 h 9456078"/>
              <a:gd name="connsiteX126" fmla="*/ 9023610 w 13158799"/>
              <a:gd name="connsiteY126" fmla="*/ 1287250 h 9456078"/>
              <a:gd name="connsiteX127" fmla="*/ 9062022 w 13158799"/>
              <a:gd name="connsiteY127" fmla="*/ 1256869 h 9456078"/>
              <a:gd name="connsiteX128" fmla="*/ 9100669 w 13158799"/>
              <a:gd name="connsiteY128" fmla="*/ 1226820 h 9456078"/>
              <a:gd name="connsiteX129" fmla="*/ 9139549 w 13158799"/>
              <a:gd name="connsiteY129" fmla="*/ 1197105 h 9456078"/>
              <a:gd name="connsiteX130" fmla="*/ 9178660 w 13158799"/>
              <a:gd name="connsiteY130" fmla="*/ 1167725 h 9456078"/>
              <a:gd name="connsiteX131" fmla="*/ 9217999 w 13158799"/>
              <a:gd name="connsiteY131" fmla="*/ 1138681 h 9456078"/>
              <a:gd name="connsiteX132" fmla="*/ 9257564 w 13158799"/>
              <a:gd name="connsiteY132" fmla="*/ 1109974 h 9456078"/>
              <a:gd name="connsiteX133" fmla="*/ 9297353 w 13158799"/>
              <a:gd name="connsiteY133" fmla="*/ 1081604 h 9456078"/>
              <a:gd name="connsiteX134" fmla="*/ 9337364 w 13158799"/>
              <a:gd name="connsiteY134" fmla="*/ 1053574 h 9456078"/>
              <a:gd name="connsiteX135" fmla="*/ 9377594 w 13158799"/>
              <a:gd name="connsiteY135" fmla="*/ 1025884 h 9456078"/>
              <a:gd name="connsiteX136" fmla="*/ 9418040 w 13158799"/>
              <a:gd name="connsiteY136" fmla="*/ 998536 h 9456078"/>
              <a:gd name="connsiteX137" fmla="*/ 9458702 w 13158799"/>
              <a:gd name="connsiteY137" fmla="*/ 971530 h 9456078"/>
              <a:gd name="connsiteX138" fmla="*/ 9499575 w 13158799"/>
              <a:gd name="connsiteY138" fmla="*/ 944868 h 9456078"/>
              <a:gd name="connsiteX139" fmla="*/ 9540659 w 13158799"/>
              <a:gd name="connsiteY139" fmla="*/ 918551 h 9456078"/>
              <a:gd name="connsiteX140" fmla="*/ 9581950 w 13158799"/>
              <a:gd name="connsiteY140" fmla="*/ 892580 h 9456078"/>
              <a:gd name="connsiteX141" fmla="*/ 9623447 w 13158799"/>
              <a:gd name="connsiteY141" fmla="*/ 866956 h 9456078"/>
              <a:gd name="connsiteX142" fmla="*/ 9665147 w 13158799"/>
              <a:gd name="connsiteY142" fmla="*/ 841681 h 9456078"/>
              <a:gd name="connsiteX143" fmla="*/ 9707048 w 13158799"/>
              <a:gd name="connsiteY143" fmla="*/ 816754 h 9456078"/>
              <a:gd name="connsiteX144" fmla="*/ 9749147 w 13158799"/>
              <a:gd name="connsiteY144" fmla="*/ 792179 h 9456078"/>
              <a:gd name="connsiteX145" fmla="*/ 9791443 w 13158799"/>
              <a:gd name="connsiteY145" fmla="*/ 767955 h 9456078"/>
              <a:gd name="connsiteX146" fmla="*/ 9833932 w 13158799"/>
              <a:gd name="connsiteY146" fmla="*/ 744083 h 9456078"/>
              <a:gd name="connsiteX147" fmla="*/ 9876613 w 13158799"/>
              <a:gd name="connsiteY147" fmla="*/ 720566 h 9456078"/>
              <a:gd name="connsiteX148" fmla="*/ 9919484 w 13158799"/>
              <a:gd name="connsiteY148" fmla="*/ 697404 h 9456078"/>
              <a:gd name="connsiteX149" fmla="*/ 9962542 w 13158799"/>
              <a:gd name="connsiteY149" fmla="*/ 674598 h 9456078"/>
              <a:gd name="connsiteX150" fmla="*/ 10005784 w 13158799"/>
              <a:gd name="connsiteY150" fmla="*/ 652149 h 9456078"/>
              <a:gd name="connsiteX151" fmla="*/ 10049209 w 13158799"/>
              <a:gd name="connsiteY151" fmla="*/ 630059 h 9456078"/>
              <a:gd name="connsiteX152" fmla="*/ 10092814 w 13158799"/>
              <a:gd name="connsiteY152" fmla="*/ 608328 h 9456078"/>
              <a:gd name="connsiteX153" fmla="*/ 10136597 w 13158799"/>
              <a:gd name="connsiteY153" fmla="*/ 586958 h 9456078"/>
              <a:gd name="connsiteX154" fmla="*/ 10180556 w 13158799"/>
              <a:gd name="connsiteY154" fmla="*/ 565950 h 9456078"/>
              <a:gd name="connsiteX155" fmla="*/ 10224688 w 13158799"/>
              <a:gd name="connsiteY155" fmla="*/ 545304 h 9456078"/>
              <a:gd name="connsiteX156" fmla="*/ 10268991 w 13158799"/>
              <a:gd name="connsiteY156" fmla="*/ 525023 h 9456078"/>
              <a:gd name="connsiteX157" fmla="*/ 10313463 w 13158799"/>
              <a:gd name="connsiteY157" fmla="*/ 505107 h 9456078"/>
              <a:gd name="connsiteX158" fmla="*/ 10358101 w 13158799"/>
              <a:gd name="connsiteY158" fmla="*/ 485558 h 9456078"/>
              <a:gd name="connsiteX159" fmla="*/ 10402903 w 13158799"/>
              <a:gd name="connsiteY159" fmla="*/ 466376 h 9456078"/>
              <a:gd name="connsiteX160" fmla="*/ 10447868 w 13158799"/>
              <a:gd name="connsiteY160" fmla="*/ 447563 h 9456078"/>
              <a:gd name="connsiteX161" fmla="*/ 10492991 w 13158799"/>
              <a:gd name="connsiteY161" fmla="*/ 429119 h 9456078"/>
              <a:gd name="connsiteX162" fmla="*/ 10538272 w 13158799"/>
              <a:gd name="connsiteY162" fmla="*/ 411046 h 9456078"/>
              <a:gd name="connsiteX163" fmla="*/ 10583708 w 13158799"/>
              <a:gd name="connsiteY163" fmla="*/ 393346 h 9456078"/>
              <a:gd name="connsiteX164" fmla="*/ 10629297 w 13158799"/>
              <a:gd name="connsiteY164" fmla="*/ 376018 h 9456078"/>
              <a:gd name="connsiteX165" fmla="*/ 10675036 w 13158799"/>
              <a:gd name="connsiteY165" fmla="*/ 359065 h 9456078"/>
              <a:gd name="connsiteX166" fmla="*/ 10720923 w 13158799"/>
              <a:gd name="connsiteY166" fmla="*/ 342487 h 9456078"/>
              <a:gd name="connsiteX167" fmla="*/ 10766956 w 13158799"/>
              <a:gd name="connsiteY167" fmla="*/ 326286 h 9456078"/>
              <a:gd name="connsiteX168" fmla="*/ 10813132 w 13158799"/>
              <a:gd name="connsiteY168" fmla="*/ 310462 h 9456078"/>
              <a:gd name="connsiteX169" fmla="*/ 10859450 w 13158799"/>
              <a:gd name="connsiteY169" fmla="*/ 295018 h 9456078"/>
              <a:gd name="connsiteX170" fmla="*/ 10905907 w 13158799"/>
              <a:gd name="connsiteY170" fmla="*/ 279953 h 9456078"/>
              <a:gd name="connsiteX171" fmla="*/ 10952500 w 13158799"/>
              <a:gd name="connsiteY171" fmla="*/ 265269 h 9456078"/>
              <a:gd name="connsiteX172" fmla="*/ 10999227 w 13158799"/>
              <a:gd name="connsiteY172" fmla="*/ 250968 h 9456078"/>
              <a:gd name="connsiteX173" fmla="*/ 11046087 w 13158799"/>
              <a:gd name="connsiteY173" fmla="*/ 237049 h 9456078"/>
              <a:gd name="connsiteX174" fmla="*/ 11093076 w 13158799"/>
              <a:gd name="connsiteY174" fmla="*/ 223516 h 9456078"/>
              <a:gd name="connsiteX175" fmla="*/ 11140193 w 13158799"/>
              <a:gd name="connsiteY175" fmla="*/ 210368 h 9456078"/>
              <a:gd name="connsiteX176" fmla="*/ 11187434 w 13158799"/>
              <a:gd name="connsiteY176" fmla="*/ 197606 h 9456078"/>
              <a:gd name="connsiteX177" fmla="*/ 11234799 w 13158799"/>
              <a:gd name="connsiteY177" fmla="*/ 185233 h 9456078"/>
              <a:gd name="connsiteX178" fmla="*/ 11282284 w 13158799"/>
              <a:gd name="connsiteY178" fmla="*/ 173248 h 9456078"/>
              <a:gd name="connsiteX179" fmla="*/ 11329888 w 13158799"/>
              <a:gd name="connsiteY179" fmla="*/ 161654 h 9456078"/>
              <a:gd name="connsiteX180" fmla="*/ 11377607 w 13158799"/>
              <a:gd name="connsiteY180" fmla="*/ 150451 h 9456078"/>
              <a:gd name="connsiteX181" fmla="*/ 11425440 w 13158799"/>
              <a:gd name="connsiteY181" fmla="*/ 139640 h 9456078"/>
              <a:gd name="connsiteX182" fmla="*/ 11473385 w 13158799"/>
              <a:gd name="connsiteY182" fmla="*/ 129223 h 9456078"/>
              <a:gd name="connsiteX183" fmla="*/ 11521439 w 13158799"/>
              <a:gd name="connsiteY183" fmla="*/ 119201 h 9456078"/>
              <a:gd name="connsiteX184" fmla="*/ 11569599 w 13158799"/>
              <a:gd name="connsiteY184" fmla="*/ 109574 h 9456078"/>
              <a:gd name="connsiteX185" fmla="*/ 11617864 w 13158799"/>
              <a:gd name="connsiteY185" fmla="*/ 100344 h 9456078"/>
              <a:gd name="connsiteX186" fmla="*/ 11666231 w 13158799"/>
              <a:gd name="connsiteY186" fmla="*/ 91512 h 9456078"/>
              <a:gd name="connsiteX187" fmla="*/ 11714698 w 13158799"/>
              <a:gd name="connsiteY187" fmla="*/ 83080 h 9456078"/>
              <a:gd name="connsiteX188" fmla="*/ 11763263 w 13158799"/>
              <a:gd name="connsiteY188" fmla="*/ 75047 h 9456078"/>
              <a:gd name="connsiteX189" fmla="*/ 11811923 w 13158799"/>
              <a:gd name="connsiteY189" fmla="*/ 67417 h 9456078"/>
              <a:gd name="connsiteX190" fmla="*/ 11860676 w 13158799"/>
              <a:gd name="connsiteY190" fmla="*/ 60188 h 9456078"/>
              <a:gd name="connsiteX191" fmla="*/ 11909519 w 13158799"/>
              <a:gd name="connsiteY191" fmla="*/ 53364 h 9456078"/>
              <a:gd name="connsiteX192" fmla="*/ 11958451 w 13158799"/>
              <a:gd name="connsiteY192" fmla="*/ 46944 h 9456078"/>
              <a:gd name="connsiteX193" fmla="*/ 12007470 w 13158799"/>
              <a:gd name="connsiteY193" fmla="*/ 40931 h 9456078"/>
              <a:gd name="connsiteX194" fmla="*/ 12056572 w 13158799"/>
              <a:gd name="connsiteY194" fmla="*/ 35324 h 9456078"/>
              <a:gd name="connsiteX195" fmla="*/ 12105756 w 13158799"/>
              <a:gd name="connsiteY195" fmla="*/ 30126 h 9456078"/>
              <a:gd name="connsiteX196" fmla="*/ 12155019 w 13158799"/>
              <a:gd name="connsiteY196" fmla="*/ 25337 h 9456078"/>
              <a:gd name="connsiteX197" fmla="*/ 12204359 w 13158799"/>
              <a:gd name="connsiteY197" fmla="*/ 20958 h 9456078"/>
              <a:gd name="connsiteX198" fmla="*/ 12253773 w 13158799"/>
              <a:gd name="connsiteY198" fmla="*/ 16991 h 9456078"/>
              <a:gd name="connsiteX199" fmla="*/ 12303260 w 13158799"/>
              <a:gd name="connsiteY199" fmla="*/ 13437 h 9456078"/>
              <a:gd name="connsiteX200" fmla="*/ 12352818 w 13158799"/>
              <a:gd name="connsiteY200" fmla="*/ 10297 h 9456078"/>
              <a:gd name="connsiteX201" fmla="*/ 12402443 w 13158799"/>
              <a:gd name="connsiteY201" fmla="*/ 7572 h 9456078"/>
              <a:gd name="connsiteX202" fmla="*/ 12452133 w 13158799"/>
              <a:gd name="connsiteY202" fmla="*/ 5263 h 9456078"/>
              <a:gd name="connsiteX203" fmla="*/ 12501887 w 13158799"/>
              <a:gd name="connsiteY203" fmla="*/ 3371 h 9456078"/>
              <a:gd name="connsiteX204" fmla="*/ 12551701 w 13158799"/>
              <a:gd name="connsiteY204" fmla="*/ 1898 h 9456078"/>
              <a:gd name="connsiteX205" fmla="*/ 12601574 w 13158799"/>
              <a:gd name="connsiteY205" fmla="*/ 844 h 9456078"/>
              <a:gd name="connsiteX206" fmla="*/ 12651504 w 13158799"/>
              <a:gd name="connsiteY206" fmla="*/ 211 h 9456078"/>
              <a:gd name="connsiteX207" fmla="*/ 12701487 w 13158799"/>
              <a:gd name="connsiteY207" fmla="*/ 0 h 9456078"/>
              <a:gd name="connsiteX208" fmla="*/ 13158798 w 13158799"/>
              <a:gd name="connsiteY208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28389 w 13158797"/>
              <a:gd name="connsiteY22" fmla="*/ 9330914 h 9456078"/>
              <a:gd name="connsiteX23" fmla="*/ 1176172 w 13158797"/>
              <a:gd name="connsiteY23" fmla="*/ 9319936 h 9456078"/>
              <a:gd name="connsiteX24" fmla="*/ 1223823 w 13158797"/>
              <a:gd name="connsiteY24" fmla="*/ 9308509 h 9456078"/>
              <a:gd name="connsiteX25" fmla="*/ 1271339 w 13158797"/>
              <a:gd name="connsiteY25" fmla="*/ 9296635 h 9456078"/>
              <a:gd name="connsiteX26" fmla="*/ 1318719 w 13158797"/>
              <a:gd name="connsiteY26" fmla="*/ 9284315 h 9456078"/>
              <a:gd name="connsiteX27" fmla="*/ 1365957 w 13158797"/>
              <a:gd name="connsiteY27" fmla="*/ 9271550 h 9456078"/>
              <a:gd name="connsiteX28" fmla="*/ 1413052 w 13158797"/>
              <a:gd name="connsiteY28" fmla="*/ 9258342 h 9456078"/>
              <a:gd name="connsiteX29" fmla="*/ 1460000 w 13158797"/>
              <a:gd name="connsiteY29" fmla="*/ 9244693 h 9456078"/>
              <a:gd name="connsiteX30" fmla="*/ 1506799 w 13158797"/>
              <a:gd name="connsiteY30" fmla="*/ 9230604 h 9456078"/>
              <a:gd name="connsiteX31" fmla="*/ 1553445 w 13158797"/>
              <a:gd name="connsiteY31" fmla="*/ 9216076 h 9456078"/>
              <a:gd name="connsiteX32" fmla="*/ 1599935 w 13158797"/>
              <a:gd name="connsiteY32" fmla="*/ 9201111 h 9456078"/>
              <a:gd name="connsiteX33" fmla="*/ 1646267 w 13158797"/>
              <a:gd name="connsiteY33" fmla="*/ 9185710 h 9456078"/>
              <a:gd name="connsiteX34" fmla="*/ 1692437 w 13158797"/>
              <a:gd name="connsiteY34" fmla="*/ 9169876 h 9456078"/>
              <a:gd name="connsiteX35" fmla="*/ 1738442 w 13158797"/>
              <a:gd name="connsiteY35" fmla="*/ 9153608 h 9456078"/>
              <a:gd name="connsiteX36" fmla="*/ 1784280 w 13158797"/>
              <a:gd name="connsiteY36" fmla="*/ 9136910 h 9456078"/>
              <a:gd name="connsiteX37" fmla="*/ 1829947 w 13158797"/>
              <a:gd name="connsiteY37" fmla="*/ 9119782 h 9456078"/>
              <a:gd name="connsiteX38" fmla="*/ 1875440 w 13158797"/>
              <a:gd name="connsiteY38" fmla="*/ 9102226 h 9456078"/>
              <a:gd name="connsiteX39" fmla="*/ 1920756 w 13158797"/>
              <a:gd name="connsiteY39" fmla="*/ 9084243 h 9456078"/>
              <a:gd name="connsiteX40" fmla="*/ 1965893 w 13158797"/>
              <a:gd name="connsiteY40" fmla="*/ 9065835 h 9456078"/>
              <a:gd name="connsiteX41" fmla="*/ 2010847 w 13158797"/>
              <a:gd name="connsiteY41" fmla="*/ 9047004 h 9456078"/>
              <a:gd name="connsiteX42" fmla="*/ 2055615 w 13158797"/>
              <a:gd name="connsiteY42" fmla="*/ 9027750 h 9456078"/>
              <a:gd name="connsiteX43" fmla="*/ 2100195 w 13158797"/>
              <a:gd name="connsiteY43" fmla="*/ 9008075 h 9456078"/>
              <a:gd name="connsiteX44" fmla="*/ 2144582 w 13158797"/>
              <a:gd name="connsiteY44" fmla="*/ 8987981 h 9456078"/>
              <a:gd name="connsiteX45" fmla="*/ 2188775 w 13158797"/>
              <a:gd name="connsiteY45" fmla="*/ 8967470 h 9456078"/>
              <a:gd name="connsiteX46" fmla="*/ 2232770 w 13158797"/>
              <a:gd name="connsiteY46" fmla="*/ 8946542 h 9456078"/>
              <a:gd name="connsiteX47" fmla="*/ 2276564 w 13158797"/>
              <a:gd name="connsiteY47" fmla="*/ 8925199 h 9456078"/>
              <a:gd name="connsiteX48" fmla="*/ 2320154 w 13158797"/>
              <a:gd name="connsiteY48" fmla="*/ 8903443 h 9456078"/>
              <a:gd name="connsiteX49" fmla="*/ 2363538 w 13158797"/>
              <a:gd name="connsiteY49" fmla="*/ 8881275 h 9456078"/>
              <a:gd name="connsiteX50" fmla="*/ 2406711 w 13158797"/>
              <a:gd name="connsiteY50" fmla="*/ 8858697 h 9456078"/>
              <a:gd name="connsiteX51" fmla="*/ 2449672 w 13158797"/>
              <a:gd name="connsiteY51" fmla="*/ 8835710 h 9456078"/>
              <a:gd name="connsiteX52" fmla="*/ 2492417 w 13158797"/>
              <a:gd name="connsiteY52" fmla="*/ 8812316 h 9456078"/>
              <a:gd name="connsiteX53" fmla="*/ 2534943 w 13158797"/>
              <a:gd name="connsiteY53" fmla="*/ 8788516 h 9456078"/>
              <a:gd name="connsiteX54" fmla="*/ 2577247 w 13158797"/>
              <a:gd name="connsiteY54" fmla="*/ 8764311 h 9456078"/>
              <a:gd name="connsiteX55" fmla="*/ 2619326 w 13158797"/>
              <a:gd name="connsiteY55" fmla="*/ 8739704 h 9456078"/>
              <a:gd name="connsiteX56" fmla="*/ 2661177 w 13158797"/>
              <a:gd name="connsiteY56" fmla="*/ 8714695 h 9456078"/>
              <a:gd name="connsiteX57" fmla="*/ 2702797 w 13158797"/>
              <a:gd name="connsiteY57" fmla="*/ 8689286 h 9456078"/>
              <a:gd name="connsiteX58" fmla="*/ 2744183 w 13158797"/>
              <a:gd name="connsiteY58" fmla="*/ 8663479 h 9456078"/>
              <a:gd name="connsiteX59" fmla="*/ 2785333 w 13158797"/>
              <a:gd name="connsiteY59" fmla="*/ 8637274 h 9456078"/>
              <a:gd name="connsiteX60" fmla="*/ 2826242 w 13158797"/>
              <a:gd name="connsiteY60" fmla="*/ 8610675 h 9456078"/>
              <a:gd name="connsiteX61" fmla="*/ 2866908 w 13158797"/>
              <a:gd name="connsiteY61" fmla="*/ 8583681 h 9456078"/>
              <a:gd name="connsiteX62" fmla="*/ 2907329 w 13158797"/>
              <a:gd name="connsiteY62" fmla="*/ 8556295 h 9456078"/>
              <a:gd name="connsiteX63" fmla="*/ 2947500 w 13158797"/>
              <a:gd name="connsiteY63" fmla="*/ 8528517 h 9456078"/>
              <a:gd name="connsiteX64" fmla="*/ 2987419 w 13158797"/>
              <a:gd name="connsiteY64" fmla="*/ 8500351 h 9456078"/>
              <a:gd name="connsiteX65" fmla="*/ 3027083 w 13158797"/>
              <a:gd name="connsiteY65" fmla="*/ 8471796 h 9456078"/>
              <a:gd name="connsiteX66" fmla="*/ 3066489 w 13158797"/>
              <a:gd name="connsiteY66" fmla="*/ 8442854 h 9456078"/>
              <a:gd name="connsiteX67" fmla="*/ 3105634 w 13158797"/>
              <a:gd name="connsiteY67" fmla="*/ 8413528 h 9456078"/>
              <a:gd name="connsiteX68" fmla="*/ 3144515 w 13158797"/>
              <a:gd name="connsiteY68" fmla="*/ 8383818 h 9456078"/>
              <a:gd name="connsiteX69" fmla="*/ 3183129 w 13158797"/>
              <a:gd name="connsiteY69" fmla="*/ 8353726 h 9456078"/>
              <a:gd name="connsiteX70" fmla="*/ 3221473 w 13158797"/>
              <a:gd name="connsiteY70" fmla="*/ 8323253 h 9456078"/>
              <a:gd name="connsiteX71" fmla="*/ 3259544 w 13158797"/>
              <a:gd name="connsiteY71" fmla="*/ 8292401 h 9456078"/>
              <a:gd name="connsiteX72" fmla="*/ 3297339 w 13158797"/>
              <a:gd name="connsiteY72" fmla="*/ 8261172 h 9456078"/>
              <a:gd name="connsiteX73" fmla="*/ 3334854 w 13158797"/>
              <a:gd name="connsiteY73" fmla="*/ 8229566 h 9456078"/>
              <a:gd name="connsiteX74" fmla="*/ 3372087 w 13158797"/>
              <a:gd name="connsiteY74" fmla="*/ 8197585 h 9456078"/>
              <a:gd name="connsiteX75" fmla="*/ 3409035 w 13158797"/>
              <a:gd name="connsiteY75" fmla="*/ 8165232 h 9456078"/>
              <a:gd name="connsiteX76" fmla="*/ 3445695 w 13158797"/>
              <a:gd name="connsiteY76" fmla="*/ 8132507 h 9456078"/>
              <a:gd name="connsiteX77" fmla="*/ 3482064 w 13158797"/>
              <a:gd name="connsiteY77" fmla="*/ 8099411 h 9456078"/>
              <a:gd name="connsiteX78" fmla="*/ 3518139 w 13158797"/>
              <a:gd name="connsiteY78" fmla="*/ 8065947 h 9456078"/>
              <a:gd name="connsiteX79" fmla="*/ 3553916 w 13158797"/>
              <a:gd name="connsiteY79" fmla="*/ 8032115 h 9456078"/>
              <a:gd name="connsiteX80" fmla="*/ 3589393 w 13158797"/>
              <a:gd name="connsiteY80" fmla="*/ 7997918 h 9456078"/>
              <a:gd name="connsiteX81" fmla="*/ 3624567 w 13158797"/>
              <a:gd name="connsiteY81" fmla="*/ 7963356 h 9456078"/>
              <a:gd name="connsiteX82" fmla="*/ 3659435 w 13158797"/>
              <a:gd name="connsiteY82" fmla="*/ 7928432 h 9456078"/>
              <a:gd name="connsiteX83" fmla="*/ 3693994 w 13158797"/>
              <a:gd name="connsiteY83" fmla="*/ 7893146 h 9456078"/>
              <a:gd name="connsiteX84" fmla="*/ 3728240 w 13158797"/>
              <a:gd name="connsiteY84" fmla="*/ 7857501 h 9456078"/>
              <a:gd name="connsiteX85" fmla="*/ 3762171 w 13158797"/>
              <a:gd name="connsiteY85" fmla="*/ 7821497 h 9456078"/>
              <a:gd name="connsiteX86" fmla="*/ 3795783 w 13158797"/>
              <a:gd name="connsiteY86" fmla="*/ 7785136 h 9456078"/>
              <a:gd name="connsiteX87" fmla="*/ 3829075 w 13158797"/>
              <a:gd name="connsiteY87" fmla="*/ 7748420 h 9456078"/>
              <a:gd name="connsiteX88" fmla="*/ 3862042 w 13158797"/>
              <a:gd name="connsiteY88" fmla="*/ 7711350 h 9456078"/>
              <a:gd name="connsiteX89" fmla="*/ 3894682 w 13158797"/>
              <a:gd name="connsiteY89" fmla="*/ 7673928 h 9456078"/>
              <a:gd name="connsiteX90" fmla="*/ 3926991 w 13158797"/>
              <a:gd name="connsiteY90" fmla="*/ 7636155 h 9456078"/>
              <a:gd name="connsiteX91" fmla="*/ 3958967 w 13158797"/>
              <a:gd name="connsiteY91" fmla="*/ 7598032 h 9456078"/>
              <a:gd name="connsiteX92" fmla="*/ 3990607 w 13158797"/>
              <a:gd name="connsiteY92" fmla="*/ 7559561 h 9456078"/>
              <a:gd name="connsiteX93" fmla="*/ 4021907 w 13158797"/>
              <a:gd name="connsiteY93" fmla="*/ 7520744 h 9456078"/>
              <a:gd name="connsiteX94" fmla="*/ 4052865 w 13158797"/>
              <a:gd name="connsiteY94" fmla="*/ 7481582 h 9456078"/>
              <a:gd name="connsiteX95" fmla="*/ 4083478 w 13158797"/>
              <a:gd name="connsiteY95" fmla="*/ 7442077 h 9456078"/>
              <a:gd name="connsiteX96" fmla="*/ 8022311 w 13158797"/>
              <a:gd name="connsiteY96" fmla="*/ 2307814 h 9456078"/>
              <a:gd name="connsiteX97" fmla="*/ 8052902 w 13158797"/>
              <a:gd name="connsiteY97" fmla="*/ 2268285 h 9456078"/>
              <a:gd name="connsiteX98" fmla="*/ 8083796 w 13158797"/>
              <a:gd name="connsiteY98" fmla="*/ 2229056 h 9456078"/>
              <a:gd name="connsiteX99" fmla="*/ 8114989 w 13158797"/>
              <a:gd name="connsiteY99" fmla="*/ 2190127 h 9456078"/>
              <a:gd name="connsiteX100" fmla="*/ 8146479 w 13158797"/>
              <a:gd name="connsiteY100" fmla="*/ 2151500 h 9456078"/>
              <a:gd name="connsiteX101" fmla="*/ 8178264 w 13158797"/>
              <a:gd name="connsiteY101" fmla="*/ 2113176 h 9456078"/>
              <a:gd name="connsiteX102" fmla="*/ 8210341 w 13158797"/>
              <a:gd name="connsiteY102" fmla="*/ 2075157 h 9456078"/>
              <a:gd name="connsiteX103" fmla="*/ 8242709 w 13158797"/>
              <a:gd name="connsiteY103" fmla="*/ 2037442 h 9456078"/>
              <a:gd name="connsiteX104" fmla="*/ 8275365 w 13158797"/>
              <a:gd name="connsiteY104" fmla="*/ 2000034 h 9456078"/>
              <a:gd name="connsiteX105" fmla="*/ 8308307 w 13158797"/>
              <a:gd name="connsiteY105" fmla="*/ 1962934 h 9456078"/>
              <a:gd name="connsiteX106" fmla="*/ 8341532 w 13158797"/>
              <a:gd name="connsiteY106" fmla="*/ 1926142 h 9456078"/>
              <a:gd name="connsiteX107" fmla="*/ 8375038 w 13158797"/>
              <a:gd name="connsiteY107" fmla="*/ 1889660 h 9456078"/>
              <a:gd name="connsiteX108" fmla="*/ 8408823 w 13158797"/>
              <a:gd name="connsiteY108" fmla="*/ 1853489 h 9456078"/>
              <a:gd name="connsiteX109" fmla="*/ 8442885 w 13158797"/>
              <a:gd name="connsiteY109" fmla="*/ 1817630 h 9456078"/>
              <a:gd name="connsiteX110" fmla="*/ 8477221 w 13158797"/>
              <a:gd name="connsiteY110" fmla="*/ 1782084 h 9456078"/>
              <a:gd name="connsiteX111" fmla="*/ 8511829 w 13158797"/>
              <a:gd name="connsiteY111" fmla="*/ 1746853 h 9456078"/>
              <a:gd name="connsiteX112" fmla="*/ 8546706 w 13158797"/>
              <a:gd name="connsiteY112" fmla="*/ 1711937 h 9456078"/>
              <a:gd name="connsiteX113" fmla="*/ 8581851 w 13158797"/>
              <a:gd name="connsiteY113" fmla="*/ 1677337 h 9456078"/>
              <a:gd name="connsiteX114" fmla="*/ 8617261 w 13158797"/>
              <a:gd name="connsiteY114" fmla="*/ 1643056 h 9456078"/>
              <a:gd name="connsiteX115" fmla="*/ 8652934 w 13158797"/>
              <a:gd name="connsiteY115" fmla="*/ 1609093 h 9456078"/>
              <a:gd name="connsiteX116" fmla="*/ 8688867 w 13158797"/>
              <a:gd name="connsiteY116" fmla="*/ 1575450 h 9456078"/>
              <a:gd name="connsiteX117" fmla="*/ 8725058 w 13158797"/>
              <a:gd name="connsiteY117" fmla="*/ 1542128 h 9456078"/>
              <a:gd name="connsiteX118" fmla="*/ 8761506 w 13158797"/>
              <a:gd name="connsiteY118" fmla="*/ 1509129 h 9456078"/>
              <a:gd name="connsiteX119" fmla="*/ 8798207 w 13158797"/>
              <a:gd name="connsiteY119" fmla="*/ 1476452 h 9456078"/>
              <a:gd name="connsiteX120" fmla="*/ 8835159 w 13158797"/>
              <a:gd name="connsiteY120" fmla="*/ 1444101 h 9456078"/>
              <a:gd name="connsiteX121" fmla="*/ 8872360 w 13158797"/>
              <a:gd name="connsiteY121" fmla="*/ 1412075 h 9456078"/>
              <a:gd name="connsiteX122" fmla="*/ 8909808 w 13158797"/>
              <a:gd name="connsiteY122" fmla="*/ 1380375 h 9456078"/>
              <a:gd name="connsiteX123" fmla="*/ 8947501 w 13158797"/>
              <a:gd name="connsiteY123" fmla="*/ 1349004 h 9456078"/>
              <a:gd name="connsiteX124" fmla="*/ 8985435 w 13158797"/>
              <a:gd name="connsiteY124" fmla="*/ 1317962 h 9456078"/>
              <a:gd name="connsiteX125" fmla="*/ 9023610 w 13158797"/>
              <a:gd name="connsiteY125" fmla="*/ 1287250 h 9456078"/>
              <a:gd name="connsiteX126" fmla="*/ 9062022 w 13158797"/>
              <a:gd name="connsiteY126" fmla="*/ 1256869 h 9456078"/>
              <a:gd name="connsiteX127" fmla="*/ 9100669 w 13158797"/>
              <a:gd name="connsiteY127" fmla="*/ 1226820 h 9456078"/>
              <a:gd name="connsiteX128" fmla="*/ 9139549 w 13158797"/>
              <a:gd name="connsiteY128" fmla="*/ 1197105 h 9456078"/>
              <a:gd name="connsiteX129" fmla="*/ 9178660 w 13158797"/>
              <a:gd name="connsiteY129" fmla="*/ 1167725 h 9456078"/>
              <a:gd name="connsiteX130" fmla="*/ 9217999 w 13158797"/>
              <a:gd name="connsiteY130" fmla="*/ 1138681 h 9456078"/>
              <a:gd name="connsiteX131" fmla="*/ 9257564 w 13158797"/>
              <a:gd name="connsiteY131" fmla="*/ 1109974 h 9456078"/>
              <a:gd name="connsiteX132" fmla="*/ 9297353 w 13158797"/>
              <a:gd name="connsiteY132" fmla="*/ 1081604 h 9456078"/>
              <a:gd name="connsiteX133" fmla="*/ 9337364 w 13158797"/>
              <a:gd name="connsiteY133" fmla="*/ 1053574 h 9456078"/>
              <a:gd name="connsiteX134" fmla="*/ 9377594 w 13158797"/>
              <a:gd name="connsiteY134" fmla="*/ 1025884 h 9456078"/>
              <a:gd name="connsiteX135" fmla="*/ 9418040 w 13158797"/>
              <a:gd name="connsiteY135" fmla="*/ 998536 h 9456078"/>
              <a:gd name="connsiteX136" fmla="*/ 9458702 w 13158797"/>
              <a:gd name="connsiteY136" fmla="*/ 971530 h 9456078"/>
              <a:gd name="connsiteX137" fmla="*/ 9499575 w 13158797"/>
              <a:gd name="connsiteY137" fmla="*/ 944868 h 9456078"/>
              <a:gd name="connsiteX138" fmla="*/ 9540659 w 13158797"/>
              <a:gd name="connsiteY138" fmla="*/ 918551 h 9456078"/>
              <a:gd name="connsiteX139" fmla="*/ 9581950 w 13158797"/>
              <a:gd name="connsiteY139" fmla="*/ 892580 h 9456078"/>
              <a:gd name="connsiteX140" fmla="*/ 9623447 w 13158797"/>
              <a:gd name="connsiteY140" fmla="*/ 866956 h 9456078"/>
              <a:gd name="connsiteX141" fmla="*/ 9665147 w 13158797"/>
              <a:gd name="connsiteY141" fmla="*/ 841681 h 9456078"/>
              <a:gd name="connsiteX142" fmla="*/ 9707048 w 13158797"/>
              <a:gd name="connsiteY142" fmla="*/ 816754 h 9456078"/>
              <a:gd name="connsiteX143" fmla="*/ 9749147 w 13158797"/>
              <a:gd name="connsiteY143" fmla="*/ 792179 h 9456078"/>
              <a:gd name="connsiteX144" fmla="*/ 9791443 w 13158797"/>
              <a:gd name="connsiteY144" fmla="*/ 767955 h 9456078"/>
              <a:gd name="connsiteX145" fmla="*/ 9833932 w 13158797"/>
              <a:gd name="connsiteY145" fmla="*/ 744083 h 9456078"/>
              <a:gd name="connsiteX146" fmla="*/ 9876613 w 13158797"/>
              <a:gd name="connsiteY146" fmla="*/ 720566 h 9456078"/>
              <a:gd name="connsiteX147" fmla="*/ 9919484 w 13158797"/>
              <a:gd name="connsiteY147" fmla="*/ 697404 h 9456078"/>
              <a:gd name="connsiteX148" fmla="*/ 9962542 w 13158797"/>
              <a:gd name="connsiteY148" fmla="*/ 674598 h 9456078"/>
              <a:gd name="connsiteX149" fmla="*/ 10005784 w 13158797"/>
              <a:gd name="connsiteY149" fmla="*/ 652149 h 9456078"/>
              <a:gd name="connsiteX150" fmla="*/ 10049209 w 13158797"/>
              <a:gd name="connsiteY150" fmla="*/ 630059 h 9456078"/>
              <a:gd name="connsiteX151" fmla="*/ 10092814 w 13158797"/>
              <a:gd name="connsiteY151" fmla="*/ 608328 h 9456078"/>
              <a:gd name="connsiteX152" fmla="*/ 10136597 w 13158797"/>
              <a:gd name="connsiteY152" fmla="*/ 586958 h 9456078"/>
              <a:gd name="connsiteX153" fmla="*/ 10180556 w 13158797"/>
              <a:gd name="connsiteY153" fmla="*/ 565950 h 9456078"/>
              <a:gd name="connsiteX154" fmla="*/ 10224688 w 13158797"/>
              <a:gd name="connsiteY154" fmla="*/ 545304 h 9456078"/>
              <a:gd name="connsiteX155" fmla="*/ 10268991 w 13158797"/>
              <a:gd name="connsiteY155" fmla="*/ 525023 h 9456078"/>
              <a:gd name="connsiteX156" fmla="*/ 10313463 w 13158797"/>
              <a:gd name="connsiteY156" fmla="*/ 505107 h 9456078"/>
              <a:gd name="connsiteX157" fmla="*/ 10358101 w 13158797"/>
              <a:gd name="connsiteY157" fmla="*/ 485558 h 9456078"/>
              <a:gd name="connsiteX158" fmla="*/ 10402903 w 13158797"/>
              <a:gd name="connsiteY158" fmla="*/ 466376 h 9456078"/>
              <a:gd name="connsiteX159" fmla="*/ 10447868 w 13158797"/>
              <a:gd name="connsiteY159" fmla="*/ 447563 h 9456078"/>
              <a:gd name="connsiteX160" fmla="*/ 10492991 w 13158797"/>
              <a:gd name="connsiteY160" fmla="*/ 429119 h 9456078"/>
              <a:gd name="connsiteX161" fmla="*/ 10538272 w 13158797"/>
              <a:gd name="connsiteY161" fmla="*/ 411046 h 9456078"/>
              <a:gd name="connsiteX162" fmla="*/ 10583708 w 13158797"/>
              <a:gd name="connsiteY162" fmla="*/ 393346 h 9456078"/>
              <a:gd name="connsiteX163" fmla="*/ 10629297 w 13158797"/>
              <a:gd name="connsiteY163" fmla="*/ 376018 h 9456078"/>
              <a:gd name="connsiteX164" fmla="*/ 10675036 w 13158797"/>
              <a:gd name="connsiteY164" fmla="*/ 359065 h 9456078"/>
              <a:gd name="connsiteX165" fmla="*/ 10720923 w 13158797"/>
              <a:gd name="connsiteY165" fmla="*/ 342487 h 9456078"/>
              <a:gd name="connsiteX166" fmla="*/ 10766956 w 13158797"/>
              <a:gd name="connsiteY166" fmla="*/ 326286 h 9456078"/>
              <a:gd name="connsiteX167" fmla="*/ 10813132 w 13158797"/>
              <a:gd name="connsiteY167" fmla="*/ 310462 h 9456078"/>
              <a:gd name="connsiteX168" fmla="*/ 10859450 w 13158797"/>
              <a:gd name="connsiteY168" fmla="*/ 295018 h 9456078"/>
              <a:gd name="connsiteX169" fmla="*/ 10905907 w 13158797"/>
              <a:gd name="connsiteY169" fmla="*/ 279953 h 9456078"/>
              <a:gd name="connsiteX170" fmla="*/ 10952500 w 13158797"/>
              <a:gd name="connsiteY170" fmla="*/ 265269 h 9456078"/>
              <a:gd name="connsiteX171" fmla="*/ 10999227 w 13158797"/>
              <a:gd name="connsiteY171" fmla="*/ 250968 h 9456078"/>
              <a:gd name="connsiteX172" fmla="*/ 11046087 w 13158797"/>
              <a:gd name="connsiteY172" fmla="*/ 237049 h 9456078"/>
              <a:gd name="connsiteX173" fmla="*/ 11093076 w 13158797"/>
              <a:gd name="connsiteY173" fmla="*/ 223516 h 9456078"/>
              <a:gd name="connsiteX174" fmla="*/ 11140193 w 13158797"/>
              <a:gd name="connsiteY174" fmla="*/ 210368 h 9456078"/>
              <a:gd name="connsiteX175" fmla="*/ 11187434 w 13158797"/>
              <a:gd name="connsiteY175" fmla="*/ 197606 h 9456078"/>
              <a:gd name="connsiteX176" fmla="*/ 11234799 w 13158797"/>
              <a:gd name="connsiteY176" fmla="*/ 185233 h 9456078"/>
              <a:gd name="connsiteX177" fmla="*/ 11282284 w 13158797"/>
              <a:gd name="connsiteY177" fmla="*/ 173248 h 9456078"/>
              <a:gd name="connsiteX178" fmla="*/ 11329888 w 13158797"/>
              <a:gd name="connsiteY178" fmla="*/ 161654 h 9456078"/>
              <a:gd name="connsiteX179" fmla="*/ 11377607 w 13158797"/>
              <a:gd name="connsiteY179" fmla="*/ 150451 h 9456078"/>
              <a:gd name="connsiteX180" fmla="*/ 11425440 w 13158797"/>
              <a:gd name="connsiteY180" fmla="*/ 139640 h 9456078"/>
              <a:gd name="connsiteX181" fmla="*/ 11473385 w 13158797"/>
              <a:gd name="connsiteY181" fmla="*/ 129223 h 9456078"/>
              <a:gd name="connsiteX182" fmla="*/ 11521439 w 13158797"/>
              <a:gd name="connsiteY182" fmla="*/ 119201 h 9456078"/>
              <a:gd name="connsiteX183" fmla="*/ 11569599 w 13158797"/>
              <a:gd name="connsiteY183" fmla="*/ 109574 h 9456078"/>
              <a:gd name="connsiteX184" fmla="*/ 11617864 w 13158797"/>
              <a:gd name="connsiteY184" fmla="*/ 100344 h 9456078"/>
              <a:gd name="connsiteX185" fmla="*/ 11666231 w 13158797"/>
              <a:gd name="connsiteY185" fmla="*/ 91512 h 9456078"/>
              <a:gd name="connsiteX186" fmla="*/ 11714698 w 13158797"/>
              <a:gd name="connsiteY186" fmla="*/ 83080 h 9456078"/>
              <a:gd name="connsiteX187" fmla="*/ 11763263 w 13158797"/>
              <a:gd name="connsiteY187" fmla="*/ 75047 h 9456078"/>
              <a:gd name="connsiteX188" fmla="*/ 11811923 w 13158797"/>
              <a:gd name="connsiteY188" fmla="*/ 67417 h 9456078"/>
              <a:gd name="connsiteX189" fmla="*/ 11860676 w 13158797"/>
              <a:gd name="connsiteY189" fmla="*/ 60188 h 9456078"/>
              <a:gd name="connsiteX190" fmla="*/ 11909519 w 13158797"/>
              <a:gd name="connsiteY190" fmla="*/ 53364 h 9456078"/>
              <a:gd name="connsiteX191" fmla="*/ 11958451 w 13158797"/>
              <a:gd name="connsiteY191" fmla="*/ 46944 h 9456078"/>
              <a:gd name="connsiteX192" fmla="*/ 12007470 w 13158797"/>
              <a:gd name="connsiteY192" fmla="*/ 40931 h 9456078"/>
              <a:gd name="connsiteX193" fmla="*/ 12056572 w 13158797"/>
              <a:gd name="connsiteY193" fmla="*/ 35324 h 9456078"/>
              <a:gd name="connsiteX194" fmla="*/ 12105756 w 13158797"/>
              <a:gd name="connsiteY194" fmla="*/ 30126 h 9456078"/>
              <a:gd name="connsiteX195" fmla="*/ 12155019 w 13158797"/>
              <a:gd name="connsiteY195" fmla="*/ 25337 h 9456078"/>
              <a:gd name="connsiteX196" fmla="*/ 12204359 w 13158797"/>
              <a:gd name="connsiteY196" fmla="*/ 20958 h 9456078"/>
              <a:gd name="connsiteX197" fmla="*/ 12253773 w 13158797"/>
              <a:gd name="connsiteY197" fmla="*/ 16991 h 9456078"/>
              <a:gd name="connsiteX198" fmla="*/ 12303260 w 13158797"/>
              <a:gd name="connsiteY198" fmla="*/ 13437 h 9456078"/>
              <a:gd name="connsiteX199" fmla="*/ 12352818 w 13158797"/>
              <a:gd name="connsiteY199" fmla="*/ 10297 h 9456078"/>
              <a:gd name="connsiteX200" fmla="*/ 12402443 w 13158797"/>
              <a:gd name="connsiteY200" fmla="*/ 7572 h 9456078"/>
              <a:gd name="connsiteX201" fmla="*/ 12452133 w 13158797"/>
              <a:gd name="connsiteY201" fmla="*/ 5263 h 9456078"/>
              <a:gd name="connsiteX202" fmla="*/ 12501887 w 13158797"/>
              <a:gd name="connsiteY202" fmla="*/ 3371 h 9456078"/>
              <a:gd name="connsiteX203" fmla="*/ 12551701 w 13158797"/>
              <a:gd name="connsiteY203" fmla="*/ 1898 h 9456078"/>
              <a:gd name="connsiteX204" fmla="*/ 12601574 w 13158797"/>
              <a:gd name="connsiteY204" fmla="*/ 844 h 9456078"/>
              <a:gd name="connsiteX205" fmla="*/ 12651504 w 13158797"/>
              <a:gd name="connsiteY205" fmla="*/ 211 h 9456078"/>
              <a:gd name="connsiteX206" fmla="*/ 12701487 w 13158797"/>
              <a:gd name="connsiteY206" fmla="*/ 0 h 9456078"/>
              <a:gd name="connsiteX207" fmla="*/ 13158798 w 13158797"/>
              <a:gd name="connsiteY207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98870 w 13158799"/>
              <a:gd name="connsiteY5" fmla="*/ 9447409 h 9456078"/>
              <a:gd name="connsiteX6" fmla="*/ 348429 w 13158799"/>
              <a:gd name="connsiteY6" fmla="*/ 9444290 h 9456078"/>
              <a:gd name="connsiteX7" fmla="*/ 397907 w 13158799"/>
              <a:gd name="connsiteY7" fmla="*/ 9440698 h 9456078"/>
              <a:gd name="connsiteX8" fmla="*/ 447302 w 13158799"/>
              <a:gd name="connsiteY8" fmla="*/ 9436632 h 9456078"/>
              <a:gd name="connsiteX9" fmla="*/ 496610 w 13158799"/>
              <a:gd name="connsiteY9" fmla="*/ 9432096 h 9456078"/>
              <a:gd name="connsiteX10" fmla="*/ 545829 w 13158799"/>
              <a:gd name="connsiteY10" fmla="*/ 9427089 h 9456078"/>
              <a:gd name="connsiteX11" fmla="*/ 594956 w 13158799"/>
              <a:gd name="connsiteY11" fmla="*/ 9421615 h 9456078"/>
              <a:gd name="connsiteX12" fmla="*/ 643987 w 13158799"/>
              <a:gd name="connsiteY12" fmla="*/ 9415673 h 9456078"/>
              <a:gd name="connsiteX13" fmla="*/ 692920 w 13158799"/>
              <a:gd name="connsiteY13" fmla="*/ 9409267 h 9456078"/>
              <a:gd name="connsiteX14" fmla="*/ 741751 w 13158799"/>
              <a:gd name="connsiteY14" fmla="*/ 9402396 h 9456078"/>
              <a:gd name="connsiteX15" fmla="*/ 790478 w 13158799"/>
              <a:gd name="connsiteY15" fmla="*/ 9395063 h 9456078"/>
              <a:gd name="connsiteX16" fmla="*/ 839098 w 13158799"/>
              <a:gd name="connsiteY16" fmla="*/ 9387270 h 9456078"/>
              <a:gd name="connsiteX17" fmla="*/ 887607 w 13158799"/>
              <a:gd name="connsiteY17" fmla="*/ 9379017 h 9456078"/>
              <a:gd name="connsiteX18" fmla="*/ 936002 w 13158799"/>
              <a:gd name="connsiteY18" fmla="*/ 9370306 h 9456078"/>
              <a:gd name="connsiteX19" fmla="*/ 984281 w 13158799"/>
              <a:gd name="connsiteY19" fmla="*/ 9361139 h 9456078"/>
              <a:gd name="connsiteX20" fmla="*/ 1032440 w 13158799"/>
              <a:gd name="connsiteY20" fmla="*/ 9351517 h 9456078"/>
              <a:gd name="connsiteX21" fmla="*/ 1080477 w 13158799"/>
              <a:gd name="connsiteY21" fmla="*/ 9341441 h 9456078"/>
              <a:gd name="connsiteX22" fmla="*/ 1176172 w 13158799"/>
              <a:gd name="connsiteY22" fmla="*/ 9319936 h 9456078"/>
              <a:gd name="connsiteX23" fmla="*/ 1223823 w 13158799"/>
              <a:gd name="connsiteY23" fmla="*/ 9308509 h 9456078"/>
              <a:gd name="connsiteX24" fmla="*/ 1271339 w 13158799"/>
              <a:gd name="connsiteY24" fmla="*/ 9296635 h 9456078"/>
              <a:gd name="connsiteX25" fmla="*/ 1318719 w 13158799"/>
              <a:gd name="connsiteY25" fmla="*/ 9284315 h 9456078"/>
              <a:gd name="connsiteX26" fmla="*/ 1365957 w 13158799"/>
              <a:gd name="connsiteY26" fmla="*/ 9271550 h 9456078"/>
              <a:gd name="connsiteX27" fmla="*/ 1413052 w 13158799"/>
              <a:gd name="connsiteY27" fmla="*/ 9258342 h 9456078"/>
              <a:gd name="connsiteX28" fmla="*/ 1460000 w 13158799"/>
              <a:gd name="connsiteY28" fmla="*/ 9244693 h 9456078"/>
              <a:gd name="connsiteX29" fmla="*/ 1506799 w 13158799"/>
              <a:gd name="connsiteY29" fmla="*/ 9230604 h 9456078"/>
              <a:gd name="connsiteX30" fmla="*/ 1553445 w 13158799"/>
              <a:gd name="connsiteY30" fmla="*/ 9216076 h 9456078"/>
              <a:gd name="connsiteX31" fmla="*/ 1599935 w 13158799"/>
              <a:gd name="connsiteY31" fmla="*/ 9201111 h 9456078"/>
              <a:gd name="connsiteX32" fmla="*/ 1646267 w 13158799"/>
              <a:gd name="connsiteY32" fmla="*/ 9185710 h 9456078"/>
              <a:gd name="connsiteX33" fmla="*/ 1692437 w 13158799"/>
              <a:gd name="connsiteY33" fmla="*/ 9169876 h 9456078"/>
              <a:gd name="connsiteX34" fmla="*/ 1738442 w 13158799"/>
              <a:gd name="connsiteY34" fmla="*/ 9153608 h 9456078"/>
              <a:gd name="connsiteX35" fmla="*/ 1784280 w 13158799"/>
              <a:gd name="connsiteY35" fmla="*/ 9136910 h 9456078"/>
              <a:gd name="connsiteX36" fmla="*/ 1829947 w 13158799"/>
              <a:gd name="connsiteY36" fmla="*/ 9119782 h 9456078"/>
              <a:gd name="connsiteX37" fmla="*/ 1875440 w 13158799"/>
              <a:gd name="connsiteY37" fmla="*/ 9102226 h 9456078"/>
              <a:gd name="connsiteX38" fmla="*/ 1920756 w 13158799"/>
              <a:gd name="connsiteY38" fmla="*/ 9084243 h 9456078"/>
              <a:gd name="connsiteX39" fmla="*/ 1965893 w 13158799"/>
              <a:gd name="connsiteY39" fmla="*/ 9065835 h 9456078"/>
              <a:gd name="connsiteX40" fmla="*/ 2010847 w 13158799"/>
              <a:gd name="connsiteY40" fmla="*/ 9047004 h 9456078"/>
              <a:gd name="connsiteX41" fmla="*/ 2055615 w 13158799"/>
              <a:gd name="connsiteY41" fmla="*/ 9027750 h 9456078"/>
              <a:gd name="connsiteX42" fmla="*/ 2100195 w 13158799"/>
              <a:gd name="connsiteY42" fmla="*/ 9008075 h 9456078"/>
              <a:gd name="connsiteX43" fmla="*/ 2144582 w 13158799"/>
              <a:gd name="connsiteY43" fmla="*/ 8987981 h 9456078"/>
              <a:gd name="connsiteX44" fmla="*/ 2188775 w 13158799"/>
              <a:gd name="connsiteY44" fmla="*/ 8967470 h 9456078"/>
              <a:gd name="connsiteX45" fmla="*/ 2232770 w 13158799"/>
              <a:gd name="connsiteY45" fmla="*/ 8946542 h 9456078"/>
              <a:gd name="connsiteX46" fmla="*/ 2276564 w 13158799"/>
              <a:gd name="connsiteY46" fmla="*/ 8925199 h 9456078"/>
              <a:gd name="connsiteX47" fmla="*/ 2320154 w 13158799"/>
              <a:gd name="connsiteY47" fmla="*/ 8903443 h 9456078"/>
              <a:gd name="connsiteX48" fmla="*/ 2363538 w 13158799"/>
              <a:gd name="connsiteY48" fmla="*/ 8881275 h 9456078"/>
              <a:gd name="connsiteX49" fmla="*/ 2406711 w 13158799"/>
              <a:gd name="connsiteY49" fmla="*/ 8858697 h 9456078"/>
              <a:gd name="connsiteX50" fmla="*/ 2449672 w 13158799"/>
              <a:gd name="connsiteY50" fmla="*/ 8835710 h 9456078"/>
              <a:gd name="connsiteX51" fmla="*/ 2492417 w 13158799"/>
              <a:gd name="connsiteY51" fmla="*/ 8812316 h 9456078"/>
              <a:gd name="connsiteX52" fmla="*/ 2534943 w 13158799"/>
              <a:gd name="connsiteY52" fmla="*/ 8788516 h 9456078"/>
              <a:gd name="connsiteX53" fmla="*/ 2577247 w 13158799"/>
              <a:gd name="connsiteY53" fmla="*/ 8764311 h 9456078"/>
              <a:gd name="connsiteX54" fmla="*/ 2619326 w 13158799"/>
              <a:gd name="connsiteY54" fmla="*/ 8739704 h 9456078"/>
              <a:gd name="connsiteX55" fmla="*/ 2661177 w 13158799"/>
              <a:gd name="connsiteY55" fmla="*/ 8714695 h 9456078"/>
              <a:gd name="connsiteX56" fmla="*/ 2702797 w 13158799"/>
              <a:gd name="connsiteY56" fmla="*/ 8689286 h 9456078"/>
              <a:gd name="connsiteX57" fmla="*/ 2744183 w 13158799"/>
              <a:gd name="connsiteY57" fmla="*/ 8663479 h 9456078"/>
              <a:gd name="connsiteX58" fmla="*/ 2785333 w 13158799"/>
              <a:gd name="connsiteY58" fmla="*/ 8637274 h 9456078"/>
              <a:gd name="connsiteX59" fmla="*/ 2826242 w 13158799"/>
              <a:gd name="connsiteY59" fmla="*/ 8610675 h 9456078"/>
              <a:gd name="connsiteX60" fmla="*/ 2866908 w 13158799"/>
              <a:gd name="connsiteY60" fmla="*/ 8583681 h 9456078"/>
              <a:gd name="connsiteX61" fmla="*/ 2907329 w 13158799"/>
              <a:gd name="connsiteY61" fmla="*/ 8556295 h 9456078"/>
              <a:gd name="connsiteX62" fmla="*/ 2947500 w 13158799"/>
              <a:gd name="connsiteY62" fmla="*/ 8528517 h 9456078"/>
              <a:gd name="connsiteX63" fmla="*/ 2987419 w 13158799"/>
              <a:gd name="connsiteY63" fmla="*/ 8500351 h 9456078"/>
              <a:gd name="connsiteX64" fmla="*/ 3027083 w 13158799"/>
              <a:gd name="connsiteY64" fmla="*/ 8471796 h 9456078"/>
              <a:gd name="connsiteX65" fmla="*/ 3066489 w 13158799"/>
              <a:gd name="connsiteY65" fmla="*/ 8442854 h 9456078"/>
              <a:gd name="connsiteX66" fmla="*/ 3105634 w 13158799"/>
              <a:gd name="connsiteY66" fmla="*/ 8413528 h 9456078"/>
              <a:gd name="connsiteX67" fmla="*/ 3144515 w 13158799"/>
              <a:gd name="connsiteY67" fmla="*/ 8383818 h 9456078"/>
              <a:gd name="connsiteX68" fmla="*/ 3183129 w 13158799"/>
              <a:gd name="connsiteY68" fmla="*/ 8353726 h 9456078"/>
              <a:gd name="connsiteX69" fmla="*/ 3221473 w 13158799"/>
              <a:gd name="connsiteY69" fmla="*/ 8323253 h 9456078"/>
              <a:gd name="connsiteX70" fmla="*/ 3259544 w 13158799"/>
              <a:gd name="connsiteY70" fmla="*/ 8292401 h 9456078"/>
              <a:gd name="connsiteX71" fmla="*/ 3297339 w 13158799"/>
              <a:gd name="connsiteY71" fmla="*/ 8261172 h 9456078"/>
              <a:gd name="connsiteX72" fmla="*/ 3334854 w 13158799"/>
              <a:gd name="connsiteY72" fmla="*/ 8229566 h 9456078"/>
              <a:gd name="connsiteX73" fmla="*/ 3372087 w 13158799"/>
              <a:gd name="connsiteY73" fmla="*/ 8197585 h 9456078"/>
              <a:gd name="connsiteX74" fmla="*/ 3409035 w 13158799"/>
              <a:gd name="connsiteY74" fmla="*/ 8165232 h 9456078"/>
              <a:gd name="connsiteX75" fmla="*/ 3445695 w 13158799"/>
              <a:gd name="connsiteY75" fmla="*/ 8132507 h 9456078"/>
              <a:gd name="connsiteX76" fmla="*/ 3482064 w 13158799"/>
              <a:gd name="connsiteY76" fmla="*/ 8099411 h 9456078"/>
              <a:gd name="connsiteX77" fmla="*/ 3518139 w 13158799"/>
              <a:gd name="connsiteY77" fmla="*/ 8065947 h 9456078"/>
              <a:gd name="connsiteX78" fmla="*/ 3553916 w 13158799"/>
              <a:gd name="connsiteY78" fmla="*/ 8032115 h 9456078"/>
              <a:gd name="connsiteX79" fmla="*/ 3589393 w 13158799"/>
              <a:gd name="connsiteY79" fmla="*/ 7997918 h 9456078"/>
              <a:gd name="connsiteX80" fmla="*/ 3624567 w 13158799"/>
              <a:gd name="connsiteY80" fmla="*/ 7963356 h 9456078"/>
              <a:gd name="connsiteX81" fmla="*/ 3659435 w 13158799"/>
              <a:gd name="connsiteY81" fmla="*/ 7928432 h 9456078"/>
              <a:gd name="connsiteX82" fmla="*/ 3693994 w 13158799"/>
              <a:gd name="connsiteY82" fmla="*/ 7893146 h 9456078"/>
              <a:gd name="connsiteX83" fmla="*/ 3728240 w 13158799"/>
              <a:gd name="connsiteY83" fmla="*/ 7857501 h 9456078"/>
              <a:gd name="connsiteX84" fmla="*/ 3762171 w 13158799"/>
              <a:gd name="connsiteY84" fmla="*/ 7821497 h 9456078"/>
              <a:gd name="connsiteX85" fmla="*/ 3795783 w 13158799"/>
              <a:gd name="connsiteY85" fmla="*/ 7785136 h 9456078"/>
              <a:gd name="connsiteX86" fmla="*/ 3829075 w 13158799"/>
              <a:gd name="connsiteY86" fmla="*/ 7748420 h 9456078"/>
              <a:gd name="connsiteX87" fmla="*/ 3862042 w 13158799"/>
              <a:gd name="connsiteY87" fmla="*/ 7711350 h 9456078"/>
              <a:gd name="connsiteX88" fmla="*/ 3894682 w 13158799"/>
              <a:gd name="connsiteY88" fmla="*/ 7673928 h 9456078"/>
              <a:gd name="connsiteX89" fmla="*/ 3926991 w 13158799"/>
              <a:gd name="connsiteY89" fmla="*/ 7636155 h 9456078"/>
              <a:gd name="connsiteX90" fmla="*/ 3958967 w 13158799"/>
              <a:gd name="connsiteY90" fmla="*/ 7598032 h 9456078"/>
              <a:gd name="connsiteX91" fmla="*/ 3990607 w 13158799"/>
              <a:gd name="connsiteY91" fmla="*/ 7559561 h 9456078"/>
              <a:gd name="connsiteX92" fmla="*/ 4021907 w 13158799"/>
              <a:gd name="connsiteY92" fmla="*/ 7520744 h 9456078"/>
              <a:gd name="connsiteX93" fmla="*/ 4052865 w 13158799"/>
              <a:gd name="connsiteY93" fmla="*/ 7481582 h 9456078"/>
              <a:gd name="connsiteX94" fmla="*/ 4083478 w 13158799"/>
              <a:gd name="connsiteY94" fmla="*/ 7442077 h 9456078"/>
              <a:gd name="connsiteX95" fmla="*/ 8022311 w 13158799"/>
              <a:gd name="connsiteY95" fmla="*/ 2307814 h 9456078"/>
              <a:gd name="connsiteX96" fmla="*/ 8052902 w 13158799"/>
              <a:gd name="connsiteY96" fmla="*/ 2268285 h 9456078"/>
              <a:gd name="connsiteX97" fmla="*/ 8083796 w 13158799"/>
              <a:gd name="connsiteY97" fmla="*/ 2229056 h 9456078"/>
              <a:gd name="connsiteX98" fmla="*/ 8114989 w 13158799"/>
              <a:gd name="connsiteY98" fmla="*/ 2190127 h 9456078"/>
              <a:gd name="connsiteX99" fmla="*/ 8146479 w 13158799"/>
              <a:gd name="connsiteY99" fmla="*/ 2151500 h 9456078"/>
              <a:gd name="connsiteX100" fmla="*/ 8178264 w 13158799"/>
              <a:gd name="connsiteY100" fmla="*/ 2113176 h 9456078"/>
              <a:gd name="connsiteX101" fmla="*/ 8210341 w 13158799"/>
              <a:gd name="connsiteY101" fmla="*/ 2075157 h 9456078"/>
              <a:gd name="connsiteX102" fmla="*/ 8242709 w 13158799"/>
              <a:gd name="connsiteY102" fmla="*/ 2037442 h 9456078"/>
              <a:gd name="connsiteX103" fmla="*/ 8275365 w 13158799"/>
              <a:gd name="connsiteY103" fmla="*/ 2000034 h 9456078"/>
              <a:gd name="connsiteX104" fmla="*/ 8308307 w 13158799"/>
              <a:gd name="connsiteY104" fmla="*/ 1962934 h 9456078"/>
              <a:gd name="connsiteX105" fmla="*/ 8341532 w 13158799"/>
              <a:gd name="connsiteY105" fmla="*/ 1926142 h 9456078"/>
              <a:gd name="connsiteX106" fmla="*/ 8375038 w 13158799"/>
              <a:gd name="connsiteY106" fmla="*/ 1889660 h 9456078"/>
              <a:gd name="connsiteX107" fmla="*/ 8408823 w 13158799"/>
              <a:gd name="connsiteY107" fmla="*/ 1853489 h 9456078"/>
              <a:gd name="connsiteX108" fmla="*/ 8442885 w 13158799"/>
              <a:gd name="connsiteY108" fmla="*/ 1817630 h 9456078"/>
              <a:gd name="connsiteX109" fmla="*/ 8477221 w 13158799"/>
              <a:gd name="connsiteY109" fmla="*/ 1782084 h 9456078"/>
              <a:gd name="connsiteX110" fmla="*/ 8511829 w 13158799"/>
              <a:gd name="connsiteY110" fmla="*/ 1746853 h 9456078"/>
              <a:gd name="connsiteX111" fmla="*/ 8546706 w 13158799"/>
              <a:gd name="connsiteY111" fmla="*/ 1711937 h 9456078"/>
              <a:gd name="connsiteX112" fmla="*/ 8581851 w 13158799"/>
              <a:gd name="connsiteY112" fmla="*/ 1677337 h 9456078"/>
              <a:gd name="connsiteX113" fmla="*/ 8617261 w 13158799"/>
              <a:gd name="connsiteY113" fmla="*/ 1643056 h 9456078"/>
              <a:gd name="connsiteX114" fmla="*/ 8652934 w 13158799"/>
              <a:gd name="connsiteY114" fmla="*/ 1609093 h 9456078"/>
              <a:gd name="connsiteX115" fmla="*/ 8688867 w 13158799"/>
              <a:gd name="connsiteY115" fmla="*/ 1575450 h 9456078"/>
              <a:gd name="connsiteX116" fmla="*/ 8725058 w 13158799"/>
              <a:gd name="connsiteY116" fmla="*/ 1542128 h 9456078"/>
              <a:gd name="connsiteX117" fmla="*/ 8761506 w 13158799"/>
              <a:gd name="connsiteY117" fmla="*/ 1509129 h 9456078"/>
              <a:gd name="connsiteX118" fmla="*/ 8798207 w 13158799"/>
              <a:gd name="connsiteY118" fmla="*/ 1476452 h 9456078"/>
              <a:gd name="connsiteX119" fmla="*/ 8835159 w 13158799"/>
              <a:gd name="connsiteY119" fmla="*/ 1444101 h 9456078"/>
              <a:gd name="connsiteX120" fmla="*/ 8872360 w 13158799"/>
              <a:gd name="connsiteY120" fmla="*/ 1412075 h 9456078"/>
              <a:gd name="connsiteX121" fmla="*/ 8909808 w 13158799"/>
              <a:gd name="connsiteY121" fmla="*/ 1380375 h 9456078"/>
              <a:gd name="connsiteX122" fmla="*/ 8947501 w 13158799"/>
              <a:gd name="connsiteY122" fmla="*/ 1349004 h 9456078"/>
              <a:gd name="connsiteX123" fmla="*/ 8985435 w 13158799"/>
              <a:gd name="connsiteY123" fmla="*/ 1317962 h 9456078"/>
              <a:gd name="connsiteX124" fmla="*/ 9023610 w 13158799"/>
              <a:gd name="connsiteY124" fmla="*/ 1287250 h 9456078"/>
              <a:gd name="connsiteX125" fmla="*/ 9062022 w 13158799"/>
              <a:gd name="connsiteY125" fmla="*/ 1256869 h 9456078"/>
              <a:gd name="connsiteX126" fmla="*/ 9100669 w 13158799"/>
              <a:gd name="connsiteY126" fmla="*/ 1226820 h 9456078"/>
              <a:gd name="connsiteX127" fmla="*/ 9139549 w 13158799"/>
              <a:gd name="connsiteY127" fmla="*/ 1197105 h 9456078"/>
              <a:gd name="connsiteX128" fmla="*/ 9178660 w 13158799"/>
              <a:gd name="connsiteY128" fmla="*/ 1167725 h 9456078"/>
              <a:gd name="connsiteX129" fmla="*/ 9217999 w 13158799"/>
              <a:gd name="connsiteY129" fmla="*/ 1138681 h 9456078"/>
              <a:gd name="connsiteX130" fmla="*/ 9257564 w 13158799"/>
              <a:gd name="connsiteY130" fmla="*/ 1109974 h 9456078"/>
              <a:gd name="connsiteX131" fmla="*/ 9297353 w 13158799"/>
              <a:gd name="connsiteY131" fmla="*/ 1081604 h 9456078"/>
              <a:gd name="connsiteX132" fmla="*/ 9337364 w 13158799"/>
              <a:gd name="connsiteY132" fmla="*/ 1053574 h 9456078"/>
              <a:gd name="connsiteX133" fmla="*/ 9377594 w 13158799"/>
              <a:gd name="connsiteY133" fmla="*/ 1025884 h 9456078"/>
              <a:gd name="connsiteX134" fmla="*/ 9418040 w 13158799"/>
              <a:gd name="connsiteY134" fmla="*/ 998536 h 9456078"/>
              <a:gd name="connsiteX135" fmla="*/ 9458702 w 13158799"/>
              <a:gd name="connsiteY135" fmla="*/ 971530 h 9456078"/>
              <a:gd name="connsiteX136" fmla="*/ 9499575 w 13158799"/>
              <a:gd name="connsiteY136" fmla="*/ 944868 h 9456078"/>
              <a:gd name="connsiteX137" fmla="*/ 9540659 w 13158799"/>
              <a:gd name="connsiteY137" fmla="*/ 918551 h 9456078"/>
              <a:gd name="connsiteX138" fmla="*/ 9581950 w 13158799"/>
              <a:gd name="connsiteY138" fmla="*/ 892580 h 9456078"/>
              <a:gd name="connsiteX139" fmla="*/ 9623447 w 13158799"/>
              <a:gd name="connsiteY139" fmla="*/ 866956 h 9456078"/>
              <a:gd name="connsiteX140" fmla="*/ 9665147 w 13158799"/>
              <a:gd name="connsiteY140" fmla="*/ 841681 h 9456078"/>
              <a:gd name="connsiteX141" fmla="*/ 9707048 w 13158799"/>
              <a:gd name="connsiteY141" fmla="*/ 816754 h 9456078"/>
              <a:gd name="connsiteX142" fmla="*/ 9749147 w 13158799"/>
              <a:gd name="connsiteY142" fmla="*/ 792179 h 9456078"/>
              <a:gd name="connsiteX143" fmla="*/ 9791443 w 13158799"/>
              <a:gd name="connsiteY143" fmla="*/ 767955 h 9456078"/>
              <a:gd name="connsiteX144" fmla="*/ 9833932 w 13158799"/>
              <a:gd name="connsiteY144" fmla="*/ 744083 h 9456078"/>
              <a:gd name="connsiteX145" fmla="*/ 9876613 w 13158799"/>
              <a:gd name="connsiteY145" fmla="*/ 720566 h 9456078"/>
              <a:gd name="connsiteX146" fmla="*/ 9919484 w 13158799"/>
              <a:gd name="connsiteY146" fmla="*/ 697404 h 9456078"/>
              <a:gd name="connsiteX147" fmla="*/ 9962542 w 13158799"/>
              <a:gd name="connsiteY147" fmla="*/ 674598 h 9456078"/>
              <a:gd name="connsiteX148" fmla="*/ 10005784 w 13158799"/>
              <a:gd name="connsiteY148" fmla="*/ 652149 h 9456078"/>
              <a:gd name="connsiteX149" fmla="*/ 10049209 w 13158799"/>
              <a:gd name="connsiteY149" fmla="*/ 630059 h 9456078"/>
              <a:gd name="connsiteX150" fmla="*/ 10092814 w 13158799"/>
              <a:gd name="connsiteY150" fmla="*/ 608328 h 9456078"/>
              <a:gd name="connsiteX151" fmla="*/ 10136597 w 13158799"/>
              <a:gd name="connsiteY151" fmla="*/ 586958 h 9456078"/>
              <a:gd name="connsiteX152" fmla="*/ 10180556 w 13158799"/>
              <a:gd name="connsiteY152" fmla="*/ 565950 h 9456078"/>
              <a:gd name="connsiteX153" fmla="*/ 10224688 w 13158799"/>
              <a:gd name="connsiteY153" fmla="*/ 545304 h 9456078"/>
              <a:gd name="connsiteX154" fmla="*/ 10268991 w 13158799"/>
              <a:gd name="connsiteY154" fmla="*/ 525023 h 9456078"/>
              <a:gd name="connsiteX155" fmla="*/ 10313463 w 13158799"/>
              <a:gd name="connsiteY155" fmla="*/ 505107 h 9456078"/>
              <a:gd name="connsiteX156" fmla="*/ 10358101 w 13158799"/>
              <a:gd name="connsiteY156" fmla="*/ 485558 h 9456078"/>
              <a:gd name="connsiteX157" fmla="*/ 10402903 w 13158799"/>
              <a:gd name="connsiteY157" fmla="*/ 466376 h 9456078"/>
              <a:gd name="connsiteX158" fmla="*/ 10447868 w 13158799"/>
              <a:gd name="connsiteY158" fmla="*/ 447563 h 9456078"/>
              <a:gd name="connsiteX159" fmla="*/ 10492991 w 13158799"/>
              <a:gd name="connsiteY159" fmla="*/ 429119 h 9456078"/>
              <a:gd name="connsiteX160" fmla="*/ 10538272 w 13158799"/>
              <a:gd name="connsiteY160" fmla="*/ 411046 h 9456078"/>
              <a:gd name="connsiteX161" fmla="*/ 10583708 w 13158799"/>
              <a:gd name="connsiteY161" fmla="*/ 393346 h 9456078"/>
              <a:gd name="connsiteX162" fmla="*/ 10629297 w 13158799"/>
              <a:gd name="connsiteY162" fmla="*/ 376018 h 9456078"/>
              <a:gd name="connsiteX163" fmla="*/ 10675036 w 13158799"/>
              <a:gd name="connsiteY163" fmla="*/ 359065 h 9456078"/>
              <a:gd name="connsiteX164" fmla="*/ 10720923 w 13158799"/>
              <a:gd name="connsiteY164" fmla="*/ 342487 h 9456078"/>
              <a:gd name="connsiteX165" fmla="*/ 10766956 w 13158799"/>
              <a:gd name="connsiteY165" fmla="*/ 326286 h 9456078"/>
              <a:gd name="connsiteX166" fmla="*/ 10813132 w 13158799"/>
              <a:gd name="connsiteY166" fmla="*/ 310462 h 9456078"/>
              <a:gd name="connsiteX167" fmla="*/ 10859450 w 13158799"/>
              <a:gd name="connsiteY167" fmla="*/ 295018 h 9456078"/>
              <a:gd name="connsiteX168" fmla="*/ 10905907 w 13158799"/>
              <a:gd name="connsiteY168" fmla="*/ 279953 h 9456078"/>
              <a:gd name="connsiteX169" fmla="*/ 10952500 w 13158799"/>
              <a:gd name="connsiteY169" fmla="*/ 265269 h 9456078"/>
              <a:gd name="connsiteX170" fmla="*/ 10999227 w 13158799"/>
              <a:gd name="connsiteY170" fmla="*/ 250968 h 9456078"/>
              <a:gd name="connsiteX171" fmla="*/ 11046087 w 13158799"/>
              <a:gd name="connsiteY171" fmla="*/ 237049 h 9456078"/>
              <a:gd name="connsiteX172" fmla="*/ 11093076 w 13158799"/>
              <a:gd name="connsiteY172" fmla="*/ 223516 h 9456078"/>
              <a:gd name="connsiteX173" fmla="*/ 11140193 w 13158799"/>
              <a:gd name="connsiteY173" fmla="*/ 210368 h 9456078"/>
              <a:gd name="connsiteX174" fmla="*/ 11187434 w 13158799"/>
              <a:gd name="connsiteY174" fmla="*/ 197606 h 9456078"/>
              <a:gd name="connsiteX175" fmla="*/ 11234799 w 13158799"/>
              <a:gd name="connsiteY175" fmla="*/ 185233 h 9456078"/>
              <a:gd name="connsiteX176" fmla="*/ 11282284 w 13158799"/>
              <a:gd name="connsiteY176" fmla="*/ 173248 h 9456078"/>
              <a:gd name="connsiteX177" fmla="*/ 11329888 w 13158799"/>
              <a:gd name="connsiteY177" fmla="*/ 161654 h 9456078"/>
              <a:gd name="connsiteX178" fmla="*/ 11377607 w 13158799"/>
              <a:gd name="connsiteY178" fmla="*/ 150451 h 9456078"/>
              <a:gd name="connsiteX179" fmla="*/ 11425440 w 13158799"/>
              <a:gd name="connsiteY179" fmla="*/ 139640 h 9456078"/>
              <a:gd name="connsiteX180" fmla="*/ 11473385 w 13158799"/>
              <a:gd name="connsiteY180" fmla="*/ 129223 h 9456078"/>
              <a:gd name="connsiteX181" fmla="*/ 11521439 w 13158799"/>
              <a:gd name="connsiteY181" fmla="*/ 119201 h 9456078"/>
              <a:gd name="connsiteX182" fmla="*/ 11569599 w 13158799"/>
              <a:gd name="connsiteY182" fmla="*/ 109574 h 9456078"/>
              <a:gd name="connsiteX183" fmla="*/ 11617864 w 13158799"/>
              <a:gd name="connsiteY183" fmla="*/ 100344 h 9456078"/>
              <a:gd name="connsiteX184" fmla="*/ 11666231 w 13158799"/>
              <a:gd name="connsiteY184" fmla="*/ 91512 h 9456078"/>
              <a:gd name="connsiteX185" fmla="*/ 11714698 w 13158799"/>
              <a:gd name="connsiteY185" fmla="*/ 83080 h 9456078"/>
              <a:gd name="connsiteX186" fmla="*/ 11763263 w 13158799"/>
              <a:gd name="connsiteY186" fmla="*/ 75047 h 9456078"/>
              <a:gd name="connsiteX187" fmla="*/ 11811923 w 13158799"/>
              <a:gd name="connsiteY187" fmla="*/ 67417 h 9456078"/>
              <a:gd name="connsiteX188" fmla="*/ 11860676 w 13158799"/>
              <a:gd name="connsiteY188" fmla="*/ 60188 h 9456078"/>
              <a:gd name="connsiteX189" fmla="*/ 11909519 w 13158799"/>
              <a:gd name="connsiteY189" fmla="*/ 53364 h 9456078"/>
              <a:gd name="connsiteX190" fmla="*/ 11958451 w 13158799"/>
              <a:gd name="connsiteY190" fmla="*/ 46944 h 9456078"/>
              <a:gd name="connsiteX191" fmla="*/ 12007470 w 13158799"/>
              <a:gd name="connsiteY191" fmla="*/ 40931 h 9456078"/>
              <a:gd name="connsiteX192" fmla="*/ 12056572 w 13158799"/>
              <a:gd name="connsiteY192" fmla="*/ 35324 h 9456078"/>
              <a:gd name="connsiteX193" fmla="*/ 12105756 w 13158799"/>
              <a:gd name="connsiteY193" fmla="*/ 30126 h 9456078"/>
              <a:gd name="connsiteX194" fmla="*/ 12155019 w 13158799"/>
              <a:gd name="connsiteY194" fmla="*/ 25337 h 9456078"/>
              <a:gd name="connsiteX195" fmla="*/ 12204359 w 13158799"/>
              <a:gd name="connsiteY195" fmla="*/ 20958 h 9456078"/>
              <a:gd name="connsiteX196" fmla="*/ 12253773 w 13158799"/>
              <a:gd name="connsiteY196" fmla="*/ 16991 h 9456078"/>
              <a:gd name="connsiteX197" fmla="*/ 12303260 w 13158799"/>
              <a:gd name="connsiteY197" fmla="*/ 13437 h 9456078"/>
              <a:gd name="connsiteX198" fmla="*/ 12352818 w 13158799"/>
              <a:gd name="connsiteY198" fmla="*/ 10297 h 9456078"/>
              <a:gd name="connsiteX199" fmla="*/ 12402443 w 13158799"/>
              <a:gd name="connsiteY199" fmla="*/ 7572 h 9456078"/>
              <a:gd name="connsiteX200" fmla="*/ 12452133 w 13158799"/>
              <a:gd name="connsiteY200" fmla="*/ 5263 h 9456078"/>
              <a:gd name="connsiteX201" fmla="*/ 12501887 w 13158799"/>
              <a:gd name="connsiteY201" fmla="*/ 3371 h 9456078"/>
              <a:gd name="connsiteX202" fmla="*/ 12551701 w 13158799"/>
              <a:gd name="connsiteY202" fmla="*/ 1898 h 9456078"/>
              <a:gd name="connsiteX203" fmla="*/ 12601574 w 13158799"/>
              <a:gd name="connsiteY203" fmla="*/ 844 h 9456078"/>
              <a:gd name="connsiteX204" fmla="*/ 12651504 w 13158799"/>
              <a:gd name="connsiteY204" fmla="*/ 211 h 9456078"/>
              <a:gd name="connsiteX205" fmla="*/ 12701487 w 13158799"/>
              <a:gd name="connsiteY205" fmla="*/ 0 h 9456078"/>
              <a:gd name="connsiteX206" fmla="*/ 13158798 w 13158799"/>
              <a:gd name="connsiteY206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76172 w 13158797"/>
              <a:gd name="connsiteY22" fmla="*/ 9319936 h 9456078"/>
              <a:gd name="connsiteX23" fmla="*/ 1223823 w 13158797"/>
              <a:gd name="connsiteY23" fmla="*/ 9308509 h 9456078"/>
              <a:gd name="connsiteX24" fmla="*/ 1271339 w 13158797"/>
              <a:gd name="connsiteY24" fmla="*/ 9296635 h 9456078"/>
              <a:gd name="connsiteX25" fmla="*/ 1318719 w 13158797"/>
              <a:gd name="connsiteY25" fmla="*/ 9284315 h 9456078"/>
              <a:gd name="connsiteX26" fmla="*/ 1365957 w 13158797"/>
              <a:gd name="connsiteY26" fmla="*/ 9271550 h 9456078"/>
              <a:gd name="connsiteX27" fmla="*/ 1413052 w 13158797"/>
              <a:gd name="connsiteY27" fmla="*/ 9258342 h 9456078"/>
              <a:gd name="connsiteX28" fmla="*/ 1460000 w 13158797"/>
              <a:gd name="connsiteY28" fmla="*/ 9244693 h 9456078"/>
              <a:gd name="connsiteX29" fmla="*/ 1506799 w 13158797"/>
              <a:gd name="connsiteY29" fmla="*/ 9230604 h 9456078"/>
              <a:gd name="connsiteX30" fmla="*/ 1553445 w 13158797"/>
              <a:gd name="connsiteY30" fmla="*/ 9216076 h 9456078"/>
              <a:gd name="connsiteX31" fmla="*/ 1599935 w 13158797"/>
              <a:gd name="connsiteY31" fmla="*/ 9201111 h 9456078"/>
              <a:gd name="connsiteX32" fmla="*/ 1646267 w 13158797"/>
              <a:gd name="connsiteY32" fmla="*/ 9185710 h 9456078"/>
              <a:gd name="connsiteX33" fmla="*/ 1692437 w 13158797"/>
              <a:gd name="connsiteY33" fmla="*/ 9169876 h 9456078"/>
              <a:gd name="connsiteX34" fmla="*/ 1738442 w 13158797"/>
              <a:gd name="connsiteY34" fmla="*/ 9153608 h 9456078"/>
              <a:gd name="connsiteX35" fmla="*/ 1784280 w 13158797"/>
              <a:gd name="connsiteY35" fmla="*/ 9136910 h 9456078"/>
              <a:gd name="connsiteX36" fmla="*/ 1829947 w 13158797"/>
              <a:gd name="connsiteY36" fmla="*/ 9119782 h 9456078"/>
              <a:gd name="connsiteX37" fmla="*/ 1875440 w 13158797"/>
              <a:gd name="connsiteY37" fmla="*/ 9102226 h 9456078"/>
              <a:gd name="connsiteX38" fmla="*/ 1920756 w 13158797"/>
              <a:gd name="connsiteY38" fmla="*/ 9084243 h 9456078"/>
              <a:gd name="connsiteX39" fmla="*/ 1965893 w 13158797"/>
              <a:gd name="connsiteY39" fmla="*/ 9065835 h 9456078"/>
              <a:gd name="connsiteX40" fmla="*/ 2055615 w 13158797"/>
              <a:gd name="connsiteY40" fmla="*/ 9027750 h 9456078"/>
              <a:gd name="connsiteX41" fmla="*/ 2100195 w 13158797"/>
              <a:gd name="connsiteY41" fmla="*/ 9008075 h 9456078"/>
              <a:gd name="connsiteX42" fmla="*/ 2144582 w 13158797"/>
              <a:gd name="connsiteY42" fmla="*/ 8987981 h 9456078"/>
              <a:gd name="connsiteX43" fmla="*/ 2188775 w 13158797"/>
              <a:gd name="connsiteY43" fmla="*/ 8967470 h 9456078"/>
              <a:gd name="connsiteX44" fmla="*/ 2232770 w 13158797"/>
              <a:gd name="connsiteY44" fmla="*/ 8946542 h 9456078"/>
              <a:gd name="connsiteX45" fmla="*/ 2276564 w 13158797"/>
              <a:gd name="connsiteY45" fmla="*/ 8925199 h 9456078"/>
              <a:gd name="connsiteX46" fmla="*/ 2320154 w 13158797"/>
              <a:gd name="connsiteY46" fmla="*/ 8903443 h 9456078"/>
              <a:gd name="connsiteX47" fmla="*/ 2363538 w 13158797"/>
              <a:gd name="connsiteY47" fmla="*/ 8881275 h 9456078"/>
              <a:gd name="connsiteX48" fmla="*/ 2406711 w 13158797"/>
              <a:gd name="connsiteY48" fmla="*/ 8858697 h 9456078"/>
              <a:gd name="connsiteX49" fmla="*/ 2449672 w 13158797"/>
              <a:gd name="connsiteY49" fmla="*/ 8835710 h 9456078"/>
              <a:gd name="connsiteX50" fmla="*/ 2492417 w 13158797"/>
              <a:gd name="connsiteY50" fmla="*/ 8812316 h 9456078"/>
              <a:gd name="connsiteX51" fmla="*/ 2534943 w 13158797"/>
              <a:gd name="connsiteY51" fmla="*/ 8788516 h 9456078"/>
              <a:gd name="connsiteX52" fmla="*/ 2577247 w 13158797"/>
              <a:gd name="connsiteY52" fmla="*/ 8764311 h 9456078"/>
              <a:gd name="connsiteX53" fmla="*/ 2619326 w 13158797"/>
              <a:gd name="connsiteY53" fmla="*/ 8739704 h 9456078"/>
              <a:gd name="connsiteX54" fmla="*/ 2661177 w 13158797"/>
              <a:gd name="connsiteY54" fmla="*/ 8714695 h 9456078"/>
              <a:gd name="connsiteX55" fmla="*/ 2702797 w 13158797"/>
              <a:gd name="connsiteY55" fmla="*/ 8689286 h 9456078"/>
              <a:gd name="connsiteX56" fmla="*/ 2744183 w 13158797"/>
              <a:gd name="connsiteY56" fmla="*/ 8663479 h 9456078"/>
              <a:gd name="connsiteX57" fmla="*/ 2785333 w 13158797"/>
              <a:gd name="connsiteY57" fmla="*/ 8637274 h 9456078"/>
              <a:gd name="connsiteX58" fmla="*/ 2826242 w 13158797"/>
              <a:gd name="connsiteY58" fmla="*/ 8610675 h 9456078"/>
              <a:gd name="connsiteX59" fmla="*/ 2866908 w 13158797"/>
              <a:gd name="connsiteY59" fmla="*/ 8583681 h 9456078"/>
              <a:gd name="connsiteX60" fmla="*/ 2907329 w 13158797"/>
              <a:gd name="connsiteY60" fmla="*/ 8556295 h 9456078"/>
              <a:gd name="connsiteX61" fmla="*/ 2947500 w 13158797"/>
              <a:gd name="connsiteY61" fmla="*/ 8528517 h 9456078"/>
              <a:gd name="connsiteX62" fmla="*/ 2987419 w 13158797"/>
              <a:gd name="connsiteY62" fmla="*/ 8500351 h 9456078"/>
              <a:gd name="connsiteX63" fmla="*/ 3027083 w 13158797"/>
              <a:gd name="connsiteY63" fmla="*/ 8471796 h 9456078"/>
              <a:gd name="connsiteX64" fmla="*/ 3066489 w 13158797"/>
              <a:gd name="connsiteY64" fmla="*/ 8442854 h 9456078"/>
              <a:gd name="connsiteX65" fmla="*/ 3105634 w 13158797"/>
              <a:gd name="connsiteY65" fmla="*/ 8413528 h 9456078"/>
              <a:gd name="connsiteX66" fmla="*/ 3144515 w 13158797"/>
              <a:gd name="connsiteY66" fmla="*/ 8383818 h 9456078"/>
              <a:gd name="connsiteX67" fmla="*/ 3183129 w 13158797"/>
              <a:gd name="connsiteY67" fmla="*/ 8353726 h 9456078"/>
              <a:gd name="connsiteX68" fmla="*/ 3221473 w 13158797"/>
              <a:gd name="connsiteY68" fmla="*/ 8323253 h 9456078"/>
              <a:gd name="connsiteX69" fmla="*/ 3259544 w 13158797"/>
              <a:gd name="connsiteY69" fmla="*/ 8292401 h 9456078"/>
              <a:gd name="connsiteX70" fmla="*/ 3297339 w 13158797"/>
              <a:gd name="connsiteY70" fmla="*/ 8261172 h 9456078"/>
              <a:gd name="connsiteX71" fmla="*/ 3334854 w 13158797"/>
              <a:gd name="connsiteY71" fmla="*/ 8229566 h 9456078"/>
              <a:gd name="connsiteX72" fmla="*/ 3372087 w 13158797"/>
              <a:gd name="connsiteY72" fmla="*/ 8197585 h 9456078"/>
              <a:gd name="connsiteX73" fmla="*/ 3409035 w 13158797"/>
              <a:gd name="connsiteY73" fmla="*/ 8165232 h 9456078"/>
              <a:gd name="connsiteX74" fmla="*/ 3445695 w 13158797"/>
              <a:gd name="connsiteY74" fmla="*/ 8132507 h 9456078"/>
              <a:gd name="connsiteX75" fmla="*/ 3482064 w 13158797"/>
              <a:gd name="connsiteY75" fmla="*/ 8099411 h 9456078"/>
              <a:gd name="connsiteX76" fmla="*/ 3518139 w 13158797"/>
              <a:gd name="connsiteY76" fmla="*/ 8065947 h 9456078"/>
              <a:gd name="connsiteX77" fmla="*/ 3553916 w 13158797"/>
              <a:gd name="connsiteY77" fmla="*/ 8032115 h 9456078"/>
              <a:gd name="connsiteX78" fmla="*/ 3589393 w 13158797"/>
              <a:gd name="connsiteY78" fmla="*/ 7997918 h 9456078"/>
              <a:gd name="connsiteX79" fmla="*/ 3624567 w 13158797"/>
              <a:gd name="connsiteY79" fmla="*/ 7963356 h 9456078"/>
              <a:gd name="connsiteX80" fmla="*/ 3659435 w 13158797"/>
              <a:gd name="connsiteY80" fmla="*/ 7928432 h 9456078"/>
              <a:gd name="connsiteX81" fmla="*/ 3693994 w 13158797"/>
              <a:gd name="connsiteY81" fmla="*/ 7893146 h 9456078"/>
              <a:gd name="connsiteX82" fmla="*/ 3728240 w 13158797"/>
              <a:gd name="connsiteY82" fmla="*/ 7857501 h 9456078"/>
              <a:gd name="connsiteX83" fmla="*/ 3762171 w 13158797"/>
              <a:gd name="connsiteY83" fmla="*/ 7821497 h 9456078"/>
              <a:gd name="connsiteX84" fmla="*/ 3795783 w 13158797"/>
              <a:gd name="connsiteY84" fmla="*/ 7785136 h 9456078"/>
              <a:gd name="connsiteX85" fmla="*/ 3829075 w 13158797"/>
              <a:gd name="connsiteY85" fmla="*/ 7748420 h 9456078"/>
              <a:gd name="connsiteX86" fmla="*/ 3862042 w 13158797"/>
              <a:gd name="connsiteY86" fmla="*/ 7711350 h 9456078"/>
              <a:gd name="connsiteX87" fmla="*/ 3894682 w 13158797"/>
              <a:gd name="connsiteY87" fmla="*/ 7673928 h 9456078"/>
              <a:gd name="connsiteX88" fmla="*/ 3926991 w 13158797"/>
              <a:gd name="connsiteY88" fmla="*/ 7636155 h 9456078"/>
              <a:gd name="connsiteX89" fmla="*/ 3958967 w 13158797"/>
              <a:gd name="connsiteY89" fmla="*/ 7598032 h 9456078"/>
              <a:gd name="connsiteX90" fmla="*/ 3990607 w 13158797"/>
              <a:gd name="connsiteY90" fmla="*/ 7559561 h 9456078"/>
              <a:gd name="connsiteX91" fmla="*/ 4021907 w 13158797"/>
              <a:gd name="connsiteY91" fmla="*/ 7520744 h 9456078"/>
              <a:gd name="connsiteX92" fmla="*/ 4052865 w 13158797"/>
              <a:gd name="connsiteY92" fmla="*/ 7481582 h 9456078"/>
              <a:gd name="connsiteX93" fmla="*/ 4083478 w 13158797"/>
              <a:gd name="connsiteY93" fmla="*/ 7442077 h 9456078"/>
              <a:gd name="connsiteX94" fmla="*/ 8022311 w 13158797"/>
              <a:gd name="connsiteY94" fmla="*/ 2307814 h 9456078"/>
              <a:gd name="connsiteX95" fmla="*/ 8052902 w 13158797"/>
              <a:gd name="connsiteY95" fmla="*/ 2268285 h 9456078"/>
              <a:gd name="connsiteX96" fmla="*/ 8083796 w 13158797"/>
              <a:gd name="connsiteY96" fmla="*/ 2229056 h 9456078"/>
              <a:gd name="connsiteX97" fmla="*/ 8114989 w 13158797"/>
              <a:gd name="connsiteY97" fmla="*/ 2190127 h 9456078"/>
              <a:gd name="connsiteX98" fmla="*/ 8146479 w 13158797"/>
              <a:gd name="connsiteY98" fmla="*/ 2151500 h 9456078"/>
              <a:gd name="connsiteX99" fmla="*/ 8178264 w 13158797"/>
              <a:gd name="connsiteY99" fmla="*/ 2113176 h 9456078"/>
              <a:gd name="connsiteX100" fmla="*/ 8210341 w 13158797"/>
              <a:gd name="connsiteY100" fmla="*/ 2075157 h 9456078"/>
              <a:gd name="connsiteX101" fmla="*/ 8242709 w 13158797"/>
              <a:gd name="connsiteY101" fmla="*/ 2037442 h 9456078"/>
              <a:gd name="connsiteX102" fmla="*/ 8275365 w 13158797"/>
              <a:gd name="connsiteY102" fmla="*/ 2000034 h 9456078"/>
              <a:gd name="connsiteX103" fmla="*/ 8308307 w 13158797"/>
              <a:gd name="connsiteY103" fmla="*/ 1962934 h 9456078"/>
              <a:gd name="connsiteX104" fmla="*/ 8341532 w 13158797"/>
              <a:gd name="connsiteY104" fmla="*/ 1926142 h 9456078"/>
              <a:gd name="connsiteX105" fmla="*/ 8375038 w 13158797"/>
              <a:gd name="connsiteY105" fmla="*/ 1889660 h 9456078"/>
              <a:gd name="connsiteX106" fmla="*/ 8408823 w 13158797"/>
              <a:gd name="connsiteY106" fmla="*/ 1853489 h 9456078"/>
              <a:gd name="connsiteX107" fmla="*/ 8442885 w 13158797"/>
              <a:gd name="connsiteY107" fmla="*/ 1817630 h 9456078"/>
              <a:gd name="connsiteX108" fmla="*/ 8477221 w 13158797"/>
              <a:gd name="connsiteY108" fmla="*/ 1782084 h 9456078"/>
              <a:gd name="connsiteX109" fmla="*/ 8511829 w 13158797"/>
              <a:gd name="connsiteY109" fmla="*/ 1746853 h 9456078"/>
              <a:gd name="connsiteX110" fmla="*/ 8546706 w 13158797"/>
              <a:gd name="connsiteY110" fmla="*/ 1711937 h 9456078"/>
              <a:gd name="connsiteX111" fmla="*/ 8581851 w 13158797"/>
              <a:gd name="connsiteY111" fmla="*/ 1677337 h 9456078"/>
              <a:gd name="connsiteX112" fmla="*/ 8617261 w 13158797"/>
              <a:gd name="connsiteY112" fmla="*/ 1643056 h 9456078"/>
              <a:gd name="connsiteX113" fmla="*/ 8652934 w 13158797"/>
              <a:gd name="connsiteY113" fmla="*/ 1609093 h 9456078"/>
              <a:gd name="connsiteX114" fmla="*/ 8688867 w 13158797"/>
              <a:gd name="connsiteY114" fmla="*/ 1575450 h 9456078"/>
              <a:gd name="connsiteX115" fmla="*/ 8725058 w 13158797"/>
              <a:gd name="connsiteY115" fmla="*/ 1542128 h 9456078"/>
              <a:gd name="connsiteX116" fmla="*/ 8761506 w 13158797"/>
              <a:gd name="connsiteY116" fmla="*/ 1509129 h 9456078"/>
              <a:gd name="connsiteX117" fmla="*/ 8798207 w 13158797"/>
              <a:gd name="connsiteY117" fmla="*/ 1476452 h 9456078"/>
              <a:gd name="connsiteX118" fmla="*/ 8835159 w 13158797"/>
              <a:gd name="connsiteY118" fmla="*/ 1444101 h 9456078"/>
              <a:gd name="connsiteX119" fmla="*/ 8872360 w 13158797"/>
              <a:gd name="connsiteY119" fmla="*/ 1412075 h 9456078"/>
              <a:gd name="connsiteX120" fmla="*/ 8909808 w 13158797"/>
              <a:gd name="connsiteY120" fmla="*/ 1380375 h 9456078"/>
              <a:gd name="connsiteX121" fmla="*/ 8947501 w 13158797"/>
              <a:gd name="connsiteY121" fmla="*/ 1349004 h 9456078"/>
              <a:gd name="connsiteX122" fmla="*/ 8985435 w 13158797"/>
              <a:gd name="connsiteY122" fmla="*/ 1317962 h 9456078"/>
              <a:gd name="connsiteX123" fmla="*/ 9023610 w 13158797"/>
              <a:gd name="connsiteY123" fmla="*/ 1287250 h 9456078"/>
              <a:gd name="connsiteX124" fmla="*/ 9062022 w 13158797"/>
              <a:gd name="connsiteY124" fmla="*/ 1256869 h 9456078"/>
              <a:gd name="connsiteX125" fmla="*/ 9100669 w 13158797"/>
              <a:gd name="connsiteY125" fmla="*/ 1226820 h 9456078"/>
              <a:gd name="connsiteX126" fmla="*/ 9139549 w 13158797"/>
              <a:gd name="connsiteY126" fmla="*/ 1197105 h 9456078"/>
              <a:gd name="connsiteX127" fmla="*/ 9178660 w 13158797"/>
              <a:gd name="connsiteY127" fmla="*/ 1167725 h 9456078"/>
              <a:gd name="connsiteX128" fmla="*/ 9217999 w 13158797"/>
              <a:gd name="connsiteY128" fmla="*/ 1138681 h 9456078"/>
              <a:gd name="connsiteX129" fmla="*/ 9257564 w 13158797"/>
              <a:gd name="connsiteY129" fmla="*/ 1109974 h 9456078"/>
              <a:gd name="connsiteX130" fmla="*/ 9297353 w 13158797"/>
              <a:gd name="connsiteY130" fmla="*/ 1081604 h 9456078"/>
              <a:gd name="connsiteX131" fmla="*/ 9337364 w 13158797"/>
              <a:gd name="connsiteY131" fmla="*/ 1053574 h 9456078"/>
              <a:gd name="connsiteX132" fmla="*/ 9377594 w 13158797"/>
              <a:gd name="connsiteY132" fmla="*/ 1025884 h 9456078"/>
              <a:gd name="connsiteX133" fmla="*/ 9418040 w 13158797"/>
              <a:gd name="connsiteY133" fmla="*/ 998536 h 9456078"/>
              <a:gd name="connsiteX134" fmla="*/ 9458702 w 13158797"/>
              <a:gd name="connsiteY134" fmla="*/ 971530 h 9456078"/>
              <a:gd name="connsiteX135" fmla="*/ 9499575 w 13158797"/>
              <a:gd name="connsiteY135" fmla="*/ 944868 h 9456078"/>
              <a:gd name="connsiteX136" fmla="*/ 9540659 w 13158797"/>
              <a:gd name="connsiteY136" fmla="*/ 918551 h 9456078"/>
              <a:gd name="connsiteX137" fmla="*/ 9581950 w 13158797"/>
              <a:gd name="connsiteY137" fmla="*/ 892580 h 9456078"/>
              <a:gd name="connsiteX138" fmla="*/ 9623447 w 13158797"/>
              <a:gd name="connsiteY138" fmla="*/ 866956 h 9456078"/>
              <a:gd name="connsiteX139" fmla="*/ 9665147 w 13158797"/>
              <a:gd name="connsiteY139" fmla="*/ 841681 h 9456078"/>
              <a:gd name="connsiteX140" fmla="*/ 9707048 w 13158797"/>
              <a:gd name="connsiteY140" fmla="*/ 816754 h 9456078"/>
              <a:gd name="connsiteX141" fmla="*/ 9749147 w 13158797"/>
              <a:gd name="connsiteY141" fmla="*/ 792179 h 9456078"/>
              <a:gd name="connsiteX142" fmla="*/ 9791443 w 13158797"/>
              <a:gd name="connsiteY142" fmla="*/ 767955 h 9456078"/>
              <a:gd name="connsiteX143" fmla="*/ 9833932 w 13158797"/>
              <a:gd name="connsiteY143" fmla="*/ 744083 h 9456078"/>
              <a:gd name="connsiteX144" fmla="*/ 9876613 w 13158797"/>
              <a:gd name="connsiteY144" fmla="*/ 720566 h 9456078"/>
              <a:gd name="connsiteX145" fmla="*/ 9919484 w 13158797"/>
              <a:gd name="connsiteY145" fmla="*/ 697404 h 9456078"/>
              <a:gd name="connsiteX146" fmla="*/ 9962542 w 13158797"/>
              <a:gd name="connsiteY146" fmla="*/ 674598 h 9456078"/>
              <a:gd name="connsiteX147" fmla="*/ 10005784 w 13158797"/>
              <a:gd name="connsiteY147" fmla="*/ 652149 h 9456078"/>
              <a:gd name="connsiteX148" fmla="*/ 10049209 w 13158797"/>
              <a:gd name="connsiteY148" fmla="*/ 630059 h 9456078"/>
              <a:gd name="connsiteX149" fmla="*/ 10092814 w 13158797"/>
              <a:gd name="connsiteY149" fmla="*/ 608328 h 9456078"/>
              <a:gd name="connsiteX150" fmla="*/ 10136597 w 13158797"/>
              <a:gd name="connsiteY150" fmla="*/ 586958 h 9456078"/>
              <a:gd name="connsiteX151" fmla="*/ 10180556 w 13158797"/>
              <a:gd name="connsiteY151" fmla="*/ 565950 h 9456078"/>
              <a:gd name="connsiteX152" fmla="*/ 10224688 w 13158797"/>
              <a:gd name="connsiteY152" fmla="*/ 545304 h 9456078"/>
              <a:gd name="connsiteX153" fmla="*/ 10268991 w 13158797"/>
              <a:gd name="connsiteY153" fmla="*/ 525023 h 9456078"/>
              <a:gd name="connsiteX154" fmla="*/ 10313463 w 13158797"/>
              <a:gd name="connsiteY154" fmla="*/ 505107 h 9456078"/>
              <a:gd name="connsiteX155" fmla="*/ 10358101 w 13158797"/>
              <a:gd name="connsiteY155" fmla="*/ 485558 h 9456078"/>
              <a:gd name="connsiteX156" fmla="*/ 10402903 w 13158797"/>
              <a:gd name="connsiteY156" fmla="*/ 466376 h 9456078"/>
              <a:gd name="connsiteX157" fmla="*/ 10447868 w 13158797"/>
              <a:gd name="connsiteY157" fmla="*/ 447563 h 9456078"/>
              <a:gd name="connsiteX158" fmla="*/ 10492991 w 13158797"/>
              <a:gd name="connsiteY158" fmla="*/ 429119 h 9456078"/>
              <a:gd name="connsiteX159" fmla="*/ 10538272 w 13158797"/>
              <a:gd name="connsiteY159" fmla="*/ 411046 h 9456078"/>
              <a:gd name="connsiteX160" fmla="*/ 10583708 w 13158797"/>
              <a:gd name="connsiteY160" fmla="*/ 393346 h 9456078"/>
              <a:gd name="connsiteX161" fmla="*/ 10629297 w 13158797"/>
              <a:gd name="connsiteY161" fmla="*/ 376018 h 9456078"/>
              <a:gd name="connsiteX162" fmla="*/ 10675036 w 13158797"/>
              <a:gd name="connsiteY162" fmla="*/ 359065 h 9456078"/>
              <a:gd name="connsiteX163" fmla="*/ 10720923 w 13158797"/>
              <a:gd name="connsiteY163" fmla="*/ 342487 h 9456078"/>
              <a:gd name="connsiteX164" fmla="*/ 10766956 w 13158797"/>
              <a:gd name="connsiteY164" fmla="*/ 326286 h 9456078"/>
              <a:gd name="connsiteX165" fmla="*/ 10813132 w 13158797"/>
              <a:gd name="connsiteY165" fmla="*/ 310462 h 9456078"/>
              <a:gd name="connsiteX166" fmla="*/ 10859450 w 13158797"/>
              <a:gd name="connsiteY166" fmla="*/ 295018 h 9456078"/>
              <a:gd name="connsiteX167" fmla="*/ 10905907 w 13158797"/>
              <a:gd name="connsiteY167" fmla="*/ 279953 h 9456078"/>
              <a:gd name="connsiteX168" fmla="*/ 10952500 w 13158797"/>
              <a:gd name="connsiteY168" fmla="*/ 265269 h 9456078"/>
              <a:gd name="connsiteX169" fmla="*/ 10999227 w 13158797"/>
              <a:gd name="connsiteY169" fmla="*/ 250968 h 9456078"/>
              <a:gd name="connsiteX170" fmla="*/ 11046087 w 13158797"/>
              <a:gd name="connsiteY170" fmla="*/ 237049 h 9456078"/>
              <a:gd name="connsiteX171" fmla="*/ 11093076 w 13158797"/>
              <a:gd name="connsiteY171" fmla="*/ 223516 h 9456078"/>
              <a:gd name="connsiteX172" fmla="*/ 11140193 w 13158797"/>
              <a:gd name="connsiteY172" fmla="*/ 210368 h 9456078"/>
              <a:gd name="connsiteX173" fmla="*/ 11187434 w 13158797"/>
              <a:gd name="connsiteY173" fmla="*/ 197606 h 9456078"/>
              <a:gd name="connsiteX174" fmla="*/ 11234799 w 13158797"/>
              <a:gd name="connsiteY174" fmla="*/ 185233 h 9456078"/>
              <a:gd name="connsiteX175" fmla="*/ 11282284 w 13158797"/>
              <a:gd name="connsiteY175" fmla="*/ 173248 h 9456078"/>
              <a:gd name="connsiteX176" fmla="*/ 11329888 w 13158797"/>
              <a:gd name="connsiteY176" fmla="*/ 161654 h 9456078"/>
              <a:gd name="connsiteX177" fmla="*/ 11377607 w 13158797"/>
              <a:gd name="connsiteY177" fmla="*/ 150451 h 9456078"/>
              <a:gd name="connsiteX178" fmla="*/ 11425440 w 13158797"/>
              <a:gd name="connsiteY178" fmla="*/ 139640 h 9456078"/>
              <a:gd name="connsiteX179" fmla="*/ 11473385 w 13158797"/>
              <a:gd name="connsiteY179" fmla="*/ 129223 h 9456078"/>
              <a:gd name="connsiteX180" fmla="*/ 11521439 w 13158797"/>
              <a:gd name="connsiteY180" fmla="*/ 119201 h 9456078"/>
              <a:gd name="connsiteX181" fmla="*/ 11569599 w 13158797"/>
              <a:gd name="connsiteY181" fmla="*/ 109574 h 9456078"/>
              <a:gd name="connsiteX182" fmla="*/ 11617864 w 13158797"/>
              <a:gd name="connsiteY182" fmla="*/ 100344 h 9456078"/>
              <a:gd name="connsiteX183" fmla="*/ 11666231 w 13158797"/>
              <a:gd name="connsiteY183" fmla="*/ 91512 h 9456078"/>
              <a:gd name="connsiteX184" fmla="*/ 11714698 w 13158797"/>
              <a:gd name="connsiteY184" fmla="*/ 83080 h 9456078"/>
              <a:gd name="connsiteX185" fmla="*/ 11763263 w 13158797"/>
              <a:gd name="connsiteY185" fmla="*/ 75047 h 9456078"/>
              <a:gd name="connsiteX186" fmla="*/ 11811923 w 13158797"/>
              <a:gd name="connsiteY186" fmla="*/ 67417 h 9456078"/>
              <a:gd name="connsiteX187" fmla="*/ 11860676 w 13158797"/>
              <a:gd name="connsiteY187" fmla="*/ 60188 h 9456078"/>
              <a:gd name="connsiteX188" fmla="*/ 11909519 w 13158797"/>
              <a:gd name="connsiteY188" fmla="*/ 53364 h 9456078"/>
              <a:gd name="connsiteX189" fmla="*/ 11958451 w 13158797"/>
              <a:gd name="connsiteY189" fmla="*/ 46944 h 9456078"/>
              <a:gd name="connsiteX190" fmla="*/ 12007470 w 13158797"/>
              <a:gd name="connsiteY190" fmla="*/ 40931 h 9456078"/>
              <a:gd name="connsiteX191" fmla="*/ 12056572 w 13158797"/>
              <a:gd name="connsiteY191" fmla="*/ 35324 h 9456078"/>
              <a:gd name="connsiteX192" fmla="*/ 12105756 w 13158797"/>
              <a:gd name="connsiteY192" fmla="*/ 30126 h 9456078"/>
              <a:gd name="connsiteX193" fmla="*/ 12155019 w 13158797"/>
              <a:gd name="connsiteY193" fmla="*/ 25337 h 9456078"/>
              <a:gd name="connsiteX194" fmla="*/ 12204359 w 13158797"/>
              <a:gd name="connsiteY194" fmla="*/ 20958 h 9456078"/>
              <a:gd name="connsiteX195" fmla="*/ 12253773 w 13158797"/>
              <a:gd name="connsiteY195" fmla="*/ 16991 h 9456078"/>
              <a:gd name="connsiteX196" fmla="*/ 12303260 w 13158797"/>
              <a:gd name="connsiteY196" fmla="*/ 13437 h 9456078"/>
              <a:gd name="connsiteX197" fmla="*/ 12352818 w 13158797"/>
              <a:gd name="connsiteY197" fmla="*/ 10297 h 9456078"/>
              <a:gd name="connsiteX198" fmla="*/ 12402443 w 13158797"/>
              <a:gd name="connsiteY198" fmla="*/ 7572 h 9456078"/>
              <a:gd name="connsiteX199" fmla="*/ 12452133 w 13158797"/>
              <a:gd name="connsiteY199" fmla="*/ 5263 h 9456078"/>
              <a:gd name="connsiteX200" fmla="*/ 12501887 w 13158797"/>
              <a:gd name="connsiteY200" fmla="*/ 3371 h 9456078"/>
              <a:gd name="connsiteX201" fmla="*/ 12551701 w 13158797"/>
              <a:gd name="connsiteY201" fmla="*/ 1898 h 9456078"/>
              <a:gd name="connsiteX202" fmla="*/ 12601574 w 13158797"/>
              <a:gd name="connsiteY202" fmla="*/ 844 h 9456078"/>
              <a:gd name="connsiteX203" fmla="*/ 12651504 w 13158797"/>
              <a:gd name="connsiteY203" fmla="*/ 211 h 9456078"/>
              <a:gd name="connsiteX204" fmla="*/ 12701487 w 13158797"/>
              <a:gd name="connsiteY204" fmla="*/ 0 h 9456078"/>
              <a:gd name="connsiteX205" fmla="*/ 13158798 w 13158797"/>
              <a:gd name="connsiteY205" fmla="*/ 0 h 9456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</a:cxnLst>
            <a:rect l="l" t="t" r="r" b="b"/>
            <a:pathLst>
              <a:path w="13158797" h="9456078">
                <a:moveTo>
                  <a:pt x="0" y="9456078"/>
                </a:moveTo>
                <a:lnTo>
                  <a:pt x="49977" y="9455836"/>
                </a:lnTo>
                <a:lnTo>
                  <a:pt x="99893" y="9455111"/>
                </a:lnTo>
                <a:lnTo>
                  <a:pt x="149742" y="9453904"/>
                </a:lnTo>
                <a:lnTo>
                  <a:pt x="199524" y="9452217"/>
                </a:lnTo>
                <a:lnTo>
                  <a:pt x="298870" y="9447409"/>
                </a:lnTo>
                <a:lnTo>
                  <a:pt x="348429" y="9444290"/>
                </a:lnTo>
                <a:lnTo>
                  <a:pt x="397907" y="9440698"/>
                </a:lnTo>
                <a:lnTo>
                  <a:pt x="447302" y="9436632"/>
                </a:lnTo>
                <a:lnTo>
                  <a:pt x="496610" y="9432096"/>
                </a:lnTo>
                <a:lnTo>
                  <a:pt x="545829" y="9427089"/>
                </a:lnTo>
                <a:lnTo>
                  <a:pt x="594956" y="9421615"/>
                </a:lnTo>
                <a:lnTo>
                  <a:pt x="643987" y="9415673"/>
                </a:lnTo>
                <a:lnTo>
                  <a:pt x="692920" y="9409267"/>
                </a:lnTo>
                <a:lnTo>
                  <a:pt x="741751" y="9402396"/>
                </a:lnTo>
                <a:lnTo>
                  <a:pt x="790478" y="9395063"/>
                </a:lnTo>
                <a:lnTo>
                  <a:pt x="839098" y="9387270"/>
                </a:lnTo>
                <a:lnTo>
                  <a:pt x="887607" y="9379017"/>
                </a:lnTo>
                <a:lnTo>
                  <a:pt x="936002" y="9370306"/>
                </a:lnTo>
                <a:lnTo>
                  <a:pt x="984281" y="9361139"/>
                </a:lnTo>
                <a:lnTo>
                  <a:pt x="1032440" y="9351517"/>
                </a:lnTo>
                <a:lnTo>
                  <a:pt x="1080477" y="9341441"/>
                </a:lnTo>
                <a:lnTo>
                  <a:pt x="1176172" y="9319936"/>
                </a:lnTo>
                <a:lnTo>
                  <a:pt x="1223823" y="9308509"/>
                </a:lnTo>
                <a:lnTo>
                  <a:pt x="1271339" y="9296635"/>
                </a:lnTo>
                <a:lnTo>
                  <a:pt x="1318719" y="9284315"/>
                </a:lnTo>
                <a:lnTo>
                  <a:pt x="1365957" y="9271550"/>
                </a:lnTo>
                <a:lnTo>
                  <a:pt x="1413052" y="9258342"/>
                </a:lnTo>
                <a:lnTo>
                  <a:pt x="1460000" y="9244693"/>
                </a:lnTo>
                <a:lnTo>
                  <a:pt x="1506799" y="9230604"/>
                </a:lnTo>
                <a:lnTo>
                  <a:pt x="1553445" y="9216076"/>
                </a:lnTo>
                <a:lnTo>
                  <a:pt x="1599935" y="9201111"/>
                </a:lnTo>
                <a:lnTo>
                  <a:pt x="1646267" y="9185710"/>
                </a:lnTo>
                <a:lnTo>
                  <a:pt x="1692437" y="9169876"/>
                </a:lnTo>
                <a:lnTo>
                  <a:pt x="1738442" y="9153608"/>
                </a:lnTo>
                <a:lnTo>
                  <a:pt x="1784280" y="9136910"/>
                </a:lnTo>
                <a:lnTo>
                  <a:pt x="1829947" y="9119782"/>
                </a:lnTo>
                <a:lnTo>
                  <a:pt x="1875440" y="9102226"/>
                </a:lnTo>
                <a:lnTo>
                  <a:pt x="1920756" y="9084243"/>
                </a:lnTo>
                <a:lnTo>
                  <a:pt x="1965893" y="9065835"/>
                </a:lnTo>
                <a:lnTo>
                  <a:pt x="2055615" y="9027750"/>
                </a:lnTo>
                <a:lnTo>
                  <a:pt x="2100195" y="9008075"/>
                </a:lnTo>
                <a:lnTo>
                  <a:pt x="2144582" y="8987981"/>
                </a:lnTo>
                <a:lnTo>
                  <a:pt x="2188775" y="8967470"/>
                </a:lnTo>
                <a:lnTo>
                  <a:pt x="2232770" y="8946542"/>
                </a:lnTo>
                <a:lnTo>
                  <a:pt x="2276564" y="8925199"/>
                </a:lnTo>
                <a:lnTo>
                  <a:pt x="2320154" y="8903443"/>
                </a:lnTo>
                <a:lnTo>
                  <a:pt x="2363538" y="8881275"/>
                </a:lnTo>
                <a:lnTo>
                  <a:pt x="2406711" y="8858697"/>
                </a:lnTo>
                <a:lnTo>
                  <a:pt x="2449672" y="8835710"/>
                </a:lnTo>
                <a:lnTo>
                  <a:pt x="2492417" y="8812316"/>
                </a:lnTo>
                <a:lnTo>
                  <a:pt x="2534943" y="8788516"/>
                </a:lnTo>
                <a:lnTo>
                  <a:pt x="2577247" y="8764311"/>
                </a:lnTo>
                <a:lnTo>
                  <a:pt x="2619326" y="8739704"/>
                </a:lnTo>
                <a:lnTo>
                  <a:pt x="2661177" y="8714695"/>
                </a:lnTo>
                <a:lnTo>
                  <a:pt x="2702797" y="8689286"/>
                </a:lnTo>
                <a:lnTo>
                  <a:pt x="2744183" y="8663479"/>
                </a:lnTo>
                <a:lnTo>
                  <a:pt x="2785333" y="8637274"/>
                </a:lnTo>
                <a:lnTo>
                  <a:pt x="2826242" y="8610675"/>
                </a:lnTo>
                <a:lnTo>
                  <a:pt x="2866908" y="8583681"/>
                </a:lnTo>
                <a:lnTo>
                  <a:pt x="2907329" y="8556295"/>
                </a:lnTo>
                <a:lnTo>
                  <a:pt x="2947500" y="8528517"/>
                </a:lnTo>
                <a:lnTo>
                  <a:pt x="2987419" y="8500351"/>
                </a:lnTo>
                <a:lnTo>
                  <a:pt x="3027083" y="8471796"/>
                </a:lnTo>
                <a:lnTo>
                  <a:pt x="3066489" y="8442854"/>
                </a:lnTo>
                <a:lnTo>
                  <a:pt x="3105634" y="8413528"/>
                </a:lnTo>
                <a:lnTo>
                  <a:pt x="3144515" y="8383818"/>
                </a:lnTo>
                <a:lnTo>
                  <a:pt x="3183129" y="8353726"/>
                </a:lnTo>
                <a:lnTo>
                  <a:pt x="3221473" y="8323253"/>
                </a:lnTo>
                <a:lnTo>
                  <a:pt x="3259544" y="8292401"/>
                </a:lnTo>
                <a:lnTo>
                  <a:pt x="3297339" y="8261172"/>
                </a:lnTo>
                <a:lnTo>
                  <a:pt x="3334854" y="8229566"/>
                </a:lnTo>
                <a:lnTo>
                  <a:pt x="3372087" y="8197585"/>
                </a:lnTo>
                <a:lnTo>
                  <a:pt x="3409035" y="8165232"/>
                </a:lnTo>
                <a:lnTo>
                  <a:pt x="3445695" y="8132507"/>
                </a:lnTo>
                <a:lnTo>
                  <a:pt x="3482064" y="8099411"/>
                </a:lnTo>
                <a:lnTo>
                  <a:pt x="3518139" y="8065947"/>
                </a:lnTo>
                <a:lnTo>
                  <a:pt x="3553916" y="8032115"/>
                </a:lnTo>
                <a:lnTo>
                  <a:pt x="3589393" y="7997918"/>
                </a:lnTo>
                <a:lnTo>
                  <a:pt x="3624567" y="7963356"/>
                </a:lnTo>
                <a:lnTo>
                  <a:pt x="3659435" y="7928432"/>
                </a:lnTo>
                <a:lnTo>
                  <a:pt x="3693994" y="7893146"/>
                </a:lnTo>
                <a:lnTo>
                  <a:pt x="3728240" y="7857501"/>
                </a:lnTo>
                <a:lnTo>
                  <a:pt x="3762171" y="7821497"/>
                </a:lnTo>
                <a:lnTo>
                  <a:pt x="3795783" y="7785136"/>
                </a:lnTo>
                <a:lnTo>
                  <a:pt x="3829075" y="7748420"/>
                </a:lnTo>
                <a:lnTo>
                  <a:pt x="3862042" y="7711350"/>
                </a:lnTo>
                <a:lnTo>
                  <a:pt x="3894682" y="7673928"/>
                </a:lnTo>
                <a:lnTo>
                  <a:pt x="3926991" y="7636155"/>
                </a:lnTo>
                <a:lnTo>
                  <a:pt x="3958967" y="7598032"/>
                </a:lnTo>
                <a:lnTo>
                  <a:pt x="3990607" y="7559561"/>
                </a:lnTo>
                <a:lnTo>
                  <a:pt x="4021907" y="7520744"/>
                </a:lnTo>
                <a:lnTo>
                  <a:pt x="4052865" y="7481582"/>
                </a:lnTo>
                <a:lnTo>
                  <a:pt x="4083478" y="7442077"/>
                </a:lnTo>
                <a:lnTo>
                  <a:pt x="8022311" y="2307814"/>
                </a:lnTo>
                <a:lnTo>
                  <a:pt x="8052902" y="2268285"/>
                </a:lnTo>
                <a:lnTo>
                  <a:pt x="8083796" y="2229056"/>
                </a:lnTo>
                <a:lnTo>
                  <a:pt x="8114989" y="2190127"/>
                </a:lnTo>
                <a:lnTo>
                  <a:pt x="8146479" y="2151500"/>
                </a:lnTo>
                <a:lnTo>
                  <a:pt x="8178264" y="2113176"/>
                </a:lnTo>
                <a:lnTo>
                  <a:pt x="8210341" y="2075157"/>
                </a:lnTo>
                <a:lnTo>
                  <a:pt x="8242709" y="2037442"/>
                </a:lnTo>
                <a:lnTo>
                  <a:pt x="8275365" y="2000034"/>
                </a:lnTo>
                <a:lnTo>
                  <a:pt x="8308307" y="1962934"/>
                </a:lnTo>
                <a:lnTo>
                  <a:pt x="8341532" y="1926142"/>
                </a:lnTo>
                <a:lnTo>
                  <a:pt x="8375038" y="1889660"/>
                </a:lnTo>
                <a:lnTo>
                  <a:pt x="8408823" y="1853489"/>
                </a:lnTo>
                <a:lnTo>
                  <a:pt x="8442885" y="1817630"/>
                </a:lnTo>
                <a:lnTo>
                  <a:pt x="8477221" y="1782084"/>
                </a:lnTo>
                <a:lnTo>
                  <a:pt x="8511829" y="1746853"/>
                </a:lnTo>
                <a:lnTo>
                  <a:pt x="8546706" y="1711937"/>
                </a:lnTo>
                <a:lnTo>
                  <a:pt x="8581851" y="1677337"/>
                </a:lnTo>
                <a:lnTo>
                  <a:pt x="8617261" y="1643056"/>
                </a:lnTo>
                <a:lnTo>
                  <a:pt x="8652934" y="1609093"/>
                </a:lnTo>
                <a:lnTo>
                  <a:pt x="8688867" y="1575450"/>
                </a:lnTo>
                <a:lnTo>
                  <a:pt x="8725058" y="1542128"/>
                </a:lnTo>
                <a:lnTo>
                  <a:pt x="8761506" y="1509129"/>
                </a:lnTo>
                <a:lnTo>
                  <a:pt x="8798207" y="1476452"/>
                </a:lnTo>
                <a:lnTo>
                  <a:pt x="8835159" y="1444101"/>
                </a:lnTo>
                <a:lnTo>
                  <a:pt x="8872360" y="1412075"/>
                </a:lnTo>
                <a:lnTo>
                  <a:pt x="8909808" y="1380375"/>
                </a:lnTo>
                <a:lnTo>
                  <a:pt x="8947501" y="1349004"/>
                </a:lnTo>
                <a:lnTo>
                  <a:pt x="8985435" y="1317962"/>
                </a:lnTo>
                <a:lnTo>
                  <a:pt x="9023610" y="1287250"/>
                </a:lnTo>
                <a:lnTo>
                  <a:pt x="9062022" y="1256869"/>
                </a:lnTo>
                <a:lnTo>
                  <a:pt x="9100669" y="1226820"/>
                </a:lnTo>
                <a:lnTo>
                  <a:pt x="9139549" y="1197105"/>
                </a:lnTo>
                <a:lnTo>
                  <a:pt x="9178660" y="1167725"/>
                </a:lnTo>
                <a:lnTo>
                  <a:pt x="9217999" y="1138681"/>
                </a:lnTo>
                <a:lnTo>
                  <a:pt x="9257564" y="1109974"/>
                </a:lnTo>
                <a:lnTo>
                  <a:pt x="9297353" y="1081604"/>
                </a:lnTo>
                <a:lnTo>
                  <a:pt x="9337364" y="1053574"/>
                </a:lnTo>
                <a:lnTo>
                  <a:pt x="9377594" y="1025884"/>
                </a:lnTo>
                <a:lnTo>
                  <a:pt x="9418040" y="998536"/>
                </a:lnTo>
                <a:lnTo>
                  <a:pt x="9458702" y="971530"/>
                </a:lnTo>
                <a:lnTo>
                  <a:pt x="9499575" y="944868"/>
                </a:lnTo>
                <a:lnTo>
                  <a:pt x="9540659" y="918551"/>
                </a:lnTo>
                <a:lnTo>
                  <a:pt x="9581950" y="892580"/>
                </a:lnTo>
                <a:lnTo>
                  <a:pt x="9623447" y="866956"/>
                </a:lnTo>
                <a:lnTo>
                  <a:pt x="9665147" y="841681"/>
                </a:lnTo>
                <a:lnTo>
                  <a:pt x="9707048" y="816754"/>
                </a:lnTo>
                <a:lnTo>
                  <a:pt x="9749147" y="792179"/>
                </a:lnTo>
                <a:lnTo>
                  <a:pt x="9791443" y="767955"/>
                </a:lnTo>
                <a:lnTo>
                  <a:pt x="9833932" y="744083"/>
                </a:lnTo>
                <a:lnTo>
                  <a:pt x="9876613" y="720566"/>
                </a:lnTo>
                <a:lnTo>
                  <a:pt x="9919484" y="697404"/>
                </a:lnTo>
                <a:lnTo>
                  <a:pt x="9962542" y="674598"/>
                </a:lnTo>
                <a:lnTo>
                  <a:pt x="10005784" y="652149"/>
                </a:lnTo>
                <a:lnTo>
                  <a:pt x="10049209" y="630059"/>
                </a:lnTo>
                <a:lnTo>
                  <a:pt x="10092814" y="608328"/>
                </a:lnTo>
                <a:lnTo>
                  <a:pt x="10136597" y="586958"/>
                </a:lnTo>
                <a:lnTo>
                  <a:pt x="10180556" y="565950"/>
                </a:lnTo>
                <a:lnTo>
                  <a:pt x="10224688" y="545304"/>
                </a:lnTo>
                <a:lnTo>
                  <a:pt x="10268991" y="525023"/>
                </a:lnTo>
                <a:lnTo>
                  <a:pt x="10313463" y="505107"/>
                </a:lnTo>
                <a:lnTo>
                  <a:pt x="10358101" y="485558"/>
                </a:lnTo>
                <a:lnTo>
                  <a:pt x="10402903" y="466376"/>
                </a:lnTo>
                <a:lnTo>
                  <a:pt x="10447868" y="447563"/>
                </a:lnTo>
                <a:lnTo>
                  <a:pt x="10492991" y="429119"/>
                </a:lnTo>
                <a:lnTo>
                  <a:pt x="10538272" y="411046"/>
                </a:lnTo>
                <a:lnTo>
                  <a:pt x="10583708" y="393346"/>
                </a:lnTo>
                <a:lnTo>
                  <a:pt x="10629297" y="376018"/>
                </a:lnTo>
                <a:lnTo>
                  <a:pt x="10675036" y="359065"/>
                </a:lnTo>
                <a:lnTo>
                  <a:pt x="10720923" y="342487"/>
                </a:lnTo>
                <a:lnTo>
                  <a:pt x="10766956" y="326286"/>
                </a:lnTo>
                <a:lnTo>
                  <a:pt x="10813132" y="310462"/>
                </a:lnTo>
                <a:lnTo>
                  <a:pt x="10859450" y="295018"/>
                </a:lnTo>
                <a:lnTo>
                  <a:pt x="10905907" y="279953"/>
                </a:lnTo>
                <a:lnTo>
                  <a:pt x="10952500" y="265269"/>
                </a:lnTo>
                <a:lnTo>
                  <a:pt x="10999227" y="250968"/>
                </a:lnTo>
                <a:lnTo>
                  <a:pt x="11046087" y="237049"/>
                </a:lnTo>
                <a:lnTo>
                  <a:pt x="11093076" y="223516"/>
                </a:lnTo>
                <a:lnTo>
                  <a:pt x="11140193" y="210368"/>
                </a:lnTo>
                <a:lnTo>
                  <a:pt x="11187434" y="197606"/>
                </a:lnTo>
                <a:lnTo>
                  <a:pt x="11234799" y="185233"/>
                </a:lnTo>
                <a:lnTo>
                  <a:pt x="11282284" y="173248"/>
                </a:lnTo>
                <a:lnTo>
                  <a:pt x="11329888" y="161654"/>
                </a:lnTo>
                <a:lnTo>
                  <a:pt x="11377607" y="150451"/>
                </a:lnTo>
                <a:lnTo>
                  <a:pt x="11425440" y="139640"/>
                </a:lnTo>
                <a:lnTo>
                  <a:pt x="11473385" y="129223"/>
                </a:lnTo>
                <a:lnTo>
                  <a:pt x="11521439" y="119201"/>
                </a:lnTo>
                <a:lnTo>
                  <a:pt x="11569599" y="109574"/>
                </a:lnTo>
                <a:lnTo>
                  <a:pt x="11617864" y="100344"/>
                </a:lnTo>
                <a:lnTo>
                  <a:pt x="11666231" y="91512"/>
                </a:lnTo>
                <a:lnTo>
                  <a:pt x="11714698" y="83080"/>
                </a:lnTo>
                <a:lnTo>
                  <a:pt x="11763263" y="75047"/>
                </a:lnTo>
                <a:lnTo>
                  <a:pt x="11811923" y="67417"/>
                </a:lnTo>
                <a:lnTo>
                  <a:pt x="11860676" y="60188"/>
                </a:lnTo>
                <a:lnTo>
                  <a:pt x="11909519" y="53364"/>
                </a:lnTo>
                <a:lnTo>
                  <a:pt x="11958451" y="46944"/>
                </a:lnTo>
                <a:lnTo>
                  <a:pt x="12007470" y="40931"/>
                </a:lnTo>
                <a:lnTo>
                  <a:pt x="12056572" y="35324"/>
                </a:lnTo>
                <a:lnTo>
                  <a:pt x="12105756" y="30126"/>
                </a:lnTo>
                <a:lnTo>
                  <a:pt x="12155019" y="25337"/>
                </a:lnTo>
                <a:lnTo>
                  <a:pt x="12204359" y="20958"/>
                </a:lnTo>
                <a:lnTo>
                  <a:pt x="12253773" y="16991"/>
                </a:lnTo>
                <a:lnTo>
                  <a:pt x="12303260" y="13437"/>
                </a:lnTo>
                <a:lnTo>
                  <a:pt x="12352818" y="10297"/>
                </a:lnTo>
                <a:lnTo>
                  <a:pt x="12402443" y="7572"/>
                </a:lnTo>
                <a:lnTo>
                  <a:pt x="12452133" y="5263"/>
                </a:lnTo>
                <a:lnTo>
                  <a:pt x="12501887" y="3371"/>
                </a:lnTo>
                <a:lnTo>
                  <a:pt x="12551701" y="1898"/>
                </a:lnTo>
                <a:lnTo>
                  <a:pt x="12601574" y="844"/>
                </a:lnTo>
                <a:lnTo>
                  <a:pt x="12651504" y="211"/>
                </a:lnTo>
                <a:lnTo>
                  <a:pt x="12701487" y="0"/>
                </a:lnTo>
                <a:lnTo>
                  <a:pt x="13158798" y="0"/>
                </a:lnTo>
              </a:path>
            </a:pathLst>
          </a:custGeom>
          <a:ln w="19050">
            <a:solidFill>
              <a:schemeClr val="tx2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938015"/>
            <a:ext cx="4167530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5722314"/>
            <a:ext cx="4167530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6083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36008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66082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6007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5300937"/>
            <a:ext cx="4789394" cy="200722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3627880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ADEEF5FA-E06D-34B7-BB29-590E9E06012B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221000" y="415511"/>
            <a:ext cx="1715687" cy="742966"/>
          </a:xfrm>
          <a:prstGeom prst="rect">
            <a:avLst/>
          </a:prstGeom>
        </p:spPr>
      </p:pic>
      <p:sp>
        <p:nvSpPr>
          <p:cNvPr id="3" name="object 4">
            <a:extLst>
              <a:ext uri="{FF2B5EF4-FFF2-40B4-BE49-F238E27FC236}">
                <a16:creationId xmlns:a16="http://schemas.microsoft.com/office/drawing/2014/main" id="{4E931D96-188D-2C26-E83E-305868F1218B}"/>
              </a:ext>
            </a:extLst>
          </p:cNvPr>
          <p:cNvSpPr/>
          <p:nvPr userDrawn="1"/>
        </p:nvSpPr>
        <p:spPr>
          <a:xfrm flipV="1">
            <a:off x="-2086899" y="2985948"/>
            <a:ext cx="12224042" cy="5749856"/>
          </a:xfrm>
          <a:custGeom>
            <a:avLst/>
            <a:gdLst/>
            <a:ahLst/>
            <a:cxnLst/>
            <a:rect l="l" t="t" r="r" b="b"/>
            <a:pathLst>
              <a:path w="20104100" h="9456420">
                <a:moveTo>
                  <a:pt x="0" y="9456078"/>
                </a:moveTo>
                <a:lnTo>
                  <a:pt x="6945301" y="9456078"/>
                </a:lnTo>
                <a:lnTo>
                  <a:pt x="6995278" y="9455836"/>
                </a:lnTo>
                <a:lnTo>
                  <a:pt x="7045194" y="9455111"/>
                </a:lnTo>
                <a:lnTo>
                  <a:pt x="7095043" y="9453904"/>
                </a:lnTo>
                <a:lnTo>
                  <a:pt x="7144825" y="9452217"/>
                </a:lnTo>
                <a:lnTo>
                  <a:pt x="7194535" y="9450052"/>
                </a:lnTo>
                <a:lnTo>
                  <a:pt x="7244171" y="9447409"/>
                </a:lnTo>
                <a:lnTo>
                  <a:pt x="7293730" y="9444290"/>
                </a:lnTo>
                <a:lnTo>
                  <a:pt x="7343208" y="9440698"/>
                </a:lnTo>
                <a:lnTo>
                  <a:pt x="7392603" y="9436632"/>
                </a:lnTo>
                <a:lnTo>
                  <a:pt x="7441911" y="9432096"/>
                </a:lnTo>
                <a:lnTo>
                  <a:pt x="7491130" y="9427089"/>
                </a:lnTo>
                <a:lnTo>
                  <a:pt x="7540257" y="9421615"/>
                </a:lnTo>
                <a:lnTo>
                  <a:pt x="7589288" y="9415673"/>
                </a:lnTo>
                <a:lnTo>
                  <a:pt x="7638221" y="9409267"/>
                </a:lnTo>
                <a:lnTo>
                  <a:pt x="7687052" y="9402396"/>
                </a:lnTo>
                <a:lnTo>
                  <a:pt x="7735779" y="9395063"/>
                </a:lnTo>
                <a:lnTo>
                  <a:pt x="7784399" y="9387270"/>
                </a:lnTo>
                <a:lnTo>
                  <a:pt x="7832908" y="9379017"/>
                </a:lnTo>
                <a:lnTo>
                  <a:pt x="7881303" y="9370306"/>
                </a:lnTo>
                <a:lnTo>
                  <a:pt x="7929582" y="9361139"/>
                </a:lnTo>
                <a:lnTo>
                  <a:pt x="7977741" y="9351517"/>
                </a:lnTo>
                <a:lnTo>
                  <a:pt x="8025778" y="9341441"/>
                </a:lnTo>
                <a:lnTo>
                  <a:pt x="8073690" y="9330914"/>
                </a:lnTo>
                <a:lnTo>
                  <a:pt x="8121473" y="9319936"/>
                </a:lnTo>
                <a:lnTo>
                  <a:pt x="8169124" y="9308509"/>
                </a:lnTo>
                <a:lnTo>
                  <a:pt x="8216640" y="9296635"/>
                </a:lnTo>
                <a:lnTo>
                  <a:pt x="8264020" y="9284315"/>
                </a:lnTo>
                <a:lnTo>
                  <a:pt x="8311258" y="9271550"/>
                </a:lnTo>
                <a:lnTo>
                  <a:pt x="8358353" y="9258342"/>
                </a:lnTo>
                <a:lnTo>
                  <a:pt x="8405301" y="9244693"/>
                </a:lnTo>
                <a:lnTo>
                  <a:pt x="8452100" y="9230604"/>
                </a:lnTo>
                <a:lnTo>
                  <a:pt x="8498746" y="9216076"/>
                </a:lnTo>
                <a:lnTo>
                  <a:pt x="8545236" y="9201111"/>
                </a:lnTo>
                <a:lnTo>
                  <a:pt x="8591568" y="9185710"/>
                </a:lnTo>
                <a:lnTo>
                  <a:pt x="8637738" y="9169876"/>
                </a:lnTo>
                <a:lnTo>
                  <a:pt x="8683743" y="9153608"/>
                </a:lnTo>
                <a:lnTo>
                  <a:pt x="8729581" y="9136910"/>
                </a:lnTo>
                <a:lnTo>
                  <a:pt x="8775248" y="9119782"/>
                </a:lnTo>
                <a:lnTo>
                  <a:pt x="8820741" y="9102226"/>
                </a:lnTo>
                <a:lnTo>
                  <a:pt x="8866057" y="9084243"/>
                </a:lnTo>
                <a:lnTo>
                  <a:pt x="8911194" y="9065835"/>
                </a:lnTo>
                <a:lnTo>
                  <a:pt x="8956148" y="9047004"/>
                </a:lnTo>
                <a:lnTo>
                  <a:pt x="9000916" y="9027750"/>
                </a:lnTo>
                <a:lnTo>
                  <a:pt x="9045496" y="9008075"/>
                </a:lnTo>
                <a:lnTo>
                  <a:pt x="9089883" y="8987981"/>
                </a:lnTo>
                <a:lnTo>
                  <a:pt x="9134076" y="8967470"/>
                </a:lnTo>
                <a:lnTo>
                  <a:pt x="9178071" y="8946542"/>
                </a:lnTo>
                <a:lnTo>
                  <a:pt x="9221865" y="8925199"/>
                </a:lnTo>
                <a:lnTo>
                  <a:pt x="9265455" y="8903443"/>
                </a:lnTo>
                <a:lnTo>
                  <a:pt x="9308839" y="8881275"/>
                </a:lnTo>
                <a:lnTo>
                  <a:pt x="9352012" y="8858697"/>
                </a:lnTo>
                <a:lnTo>
                  <a:pt x="9394973" y="8835710"/>
                </a:lnTo>
                <a:lnTo>
                  <a:pt x="9437718" y="8812316"/>
                </a:lnTo>
                <a:lnTo>
                  <a:pt x="9480244" y="8788516"/>
                </a:lnTo>
                <a:lnTo>
                  <a:pt x="9522548" y="8764311"/>
                </a:lnTo>
                <a:lnTo>
                  <a:pt x="9564627" y="8739704"/>
                </a:lnTo>
                <a:lnTo>
                  <a:pt x="9606478" y="8714695"/>
                </a:lnTo>
                <a:lnTo>
                  <a:pt x="9648098" y="8689286"/>
                </a:lnTo>
                <a:lnTo>
                  <a:pt x="9689484" y="8663479"/>
                </a:lnTo>
                <a:lnTo>
                  <a:pt x="9730634" y="8637274"/>
                </a:lnTo>
                <a:lnTo>
                  <a:pt x="9771543" y="8610675"/>
                </a:lnTo>
                <a:lnTo>
                  <a:pt x="9812209" y="8583681"/>
                </a:lnTo>
                <a:lnTo>
                  <a:pt x="9852630" y="8556295"/>
                </a:lnTo>
                <a:lnTo>
                  <a:pt x="9892801" y="8528517"/>
                </a:lnTo>
                <a:lnTo>
                  <a:pt x="9932720" y="8500351"/>
                </a:lnTo>
                <a:lnTo>
                  <a:pt x="9972384" y="8471796"/>
                </a:lnTo>
                <a:lnTo>
                  <a:pt x="10011790" y="8442854"/>
                </a:lnTo>
                <a:lnTo>
                  <a:pt x="10050935" y="8413528"/>
                </a:lnTo>
                <a:lnTo>
                  <a:pt x="10089816" y="8383818"/>
                </a:lnTo>
                <a:lnTo>
                  <a:pt x="10128430" y="8353726"/>
                </a:lnTo>
                <a:lnTo>
                  <a:pt x="10166774" y="8323253"/>
                </a:lnTo>
                <a:lnTo>
                  <a:pt x="10204845" y="8292401"/>
                </a:lnTo>
                <a:lnTo>
                  <a:pt x="10242640" y="8261172"/>
                </a:lnTo>
                <a:lnTo>
                  <a:pt x="10280155" y="8229566"/>
                </a:lnTo>
                <a:lnTo>
                  <a:pt x="10317388" y="8197585"/>
                </a:lnTo>
                <a:lnTo>
                  <a:pt x="10354336" y="8165232"/>
                </a:lnTo>
                <a:lnTo>
                  <a:pt x="10390996" y="8132507"/>
                </a:lnTo>
                <a:lnTo>
                  <a:pt x="10427365" y="8099411"/>
                </a:lnTo>
                <a:lnTo>
                  <a:pt x="10463440" y="8065947"/>
                </a:lnTo>
                <a:lnTo>
                  <a:pt x="10499217" y="8032115"/>
                </a:lnTo>
                <a:lnTo>
                  <a:pt x="10534694" y="7997918"/>
                </a:lnTo>
                <a:lnTo>
                  <a:pt x="10569868" y="7963356"/>
                </a:lnTo>
                <a:lnTo>
                  <a:pt x="10604736" y="7928432"/>
                </a:lnTo>
                <a:lnTo>
                  <a:pt x="10639295" y="7893146"/>
                </a:lnTo>
                <a:lnTo>
                  <a:pt x="10673541" y="7857501"/>
                </a:lnTo>
                <a:lnTo>
                  <a:pt x="10707472" y="7821497"/>
                </a:lnTo>
                <a:lnTo>
                  <a:pt x="10741084" y="7785136"/>
                </a:lnTo>
                <a:lnTo>
                  <a:pt x="10774376" y="7748420"/>
                </a:lnTo>
                <a:lnTo>
                  <a:pt x="10807343" y="7711350"/>
                </a:lnTo>
                <a:lnTo>
                  <a:pt x="10839983" y="7673928"/>
                </a:lnTo>
                <a:lnTo>
                  <a:pt x="10872292" y="7636155"/>
                </a:lnTo>
                <a:lnTo>
                  <a:pt x="10904268" y="7598032"/>
                </a:lnTo>
                <a:lnTo>
                  <a:pt x="10935908" y="7559561"/>
                </a:lnTo>
                <a:lnTo>
                  <a:pt x="10967208" y="7520744"/>
                </a:lnTo>
                <a:lnTo>
                  <a:pt x="10998166" y="7481582"/>
                </a:lnTo>
                <a:lnTo>
                  <a:pt x="11028779" y="7442077"/>
                </a:lnTo>
                <a:lnTo>
                  <a:pt x="14967612" y="2307814"/>
                </a:lnTo>
                <a:lnTo>
                  <a:pt x="14998203" y="2268285"/>
                </a:lnTo>
                <a:lnTo>
                  <a:pt x="15029097" y="2229056"/>
                </a:lnTo>
                <a:lnTo>
                  <a:pt x="15060290" y="2190127"/>
                </a:lnTo>
                <a:lnTo>
                  <a:pt x="15091780" y="2151500"/>
                </a:lnTo>
                <a:lnTo>
                  <a:pt x="15123565" y="2113176"/>
                </a:lnTo>
                <a:lnTo>
                  <a:pt x="15155642" y="2075157"/>
                </a:lnTo>
                <a:lnTo>
                  <a:pt x="15188010" y="2037442"/>
                </a:lnTo>
                <a:lnTo>
                  <a:pt x="15220666" y="2000034"/>
                </a:lnTo>
                <a:lnTo>
                  <a:pt x="15253608" y="1962934"/>
                </a:lnTo>
                <a:lnTo>
                  <a:pt x="15286833" y="1926142"/>
                </a:lnTo>
                <a:lnTo>
                  <a:pt x="15320339" y="1889660"/>
                </a:lnTo>
                <a:lnTo>
                  <a:pt x="15354124" y="1853489"/>
                </a:lnTo>
                <a:lnTo>
                  <a:pt x="15388186" y="1817630"/>
                </a:lnTo>
                <a:lnTo>
                  <a:pt x="15422522" y="1782084"/>
                </a:lnTo>
                <a:lnTo>
                  <a:pt x="15457130" y="1746853"/>
                </a:lnTo>
                <a:lnTo>
                  <a:pt x="15492007" y="1711937"/>
                </a:lnTo>
                <a:lnTo>
                  <a:pt x="15527152" y="1677337"/>
                </a:lnTo>
                <a:lnTo>
                  <a:pt x="15562562" y="1643056"/>
                </a:lnTo>
                <a:lnTo>
                  <a:pt x="15598235" y="1609093"/>
                </a:lnTo>
                <a:lnTo>
                  <a:pt x="15634168" y="1575450"/>
                </a:lnTo>
                <a:lnTo>
                  <a:pt x="15670359" y="1542128"/>
                </a:lnTo>
                <a:lnTo>
                  <a:pt x="15706807" y="1509129"/>
                </a:lnTo>
                <a:lnTo>
                  <a:pt x="15743508" y="1476452"/>
                </a:lnTo>
                <a:lnTo>
                  <a:pt x="15780460" y="1444101"/>
                </a:lnTo>
                <a:lnTo>
                  <a:pt x="15817661" y="1412075"/>
                </a:lnTo>
                <a:lnTo>
                  <a:pt x="15855109" y="1380375"/>
                </a:lnTo>
                <a:lnTo>
                  <a:pt x="15892802" y="1349004"/>
                </a:lnTo>
                <a:lnTo>
                  <a:pt x="15930736" y="1317962"/>
                </a:lnTo>
                <a:lnTo>
                  <a:pt x="15968911" y="1287250"/>
                </a:lnTo>
                <a:lnTo>
                  <a:pt x="16007323" y="1256869"/>
                </a:lnTo>
                <a:lnTo>
                  <a:pt x="16045970" y="1226820"/>
                </a:lnTo>
                <a:lnTo>
                  <a:pt x="16084850" y="1197105"/>
                </a:lnTo>
                <a:lnTo>
                  <a:pt x="16123961" y="1167725"/>
                </a:lnTo>
                <a:lnTo>
                  <a:pt x="16163300" y="1138681"/>
                </a:lnTo>
                <a:lnTo>
                  <a:pt x="16202865" y="1109974"/>
                </a:lnTo>
                <a:lnTo>
                  <a:pt x="16242654" y="1081604"/>
                </a:lnTo>
                <a:lnTo>
                  <a:pt x="16282665" y="1053574"/>
                </a:lnTo>
                <a:lnTo>
                  <a:pt x="16322895" y="1025884"/>
                </a:lnTo>
                <a:lnTo>
                  <a:pt x="16363341" y="998536"/>
                </a:lnTo>
                <a:lnTo>
                  <a:pt x="16404003" y="971530"/>
                </a:lnTo>
                <a:lnTo>
                  <a:pt x="16444876" y="944868"/>
                </a:lnTo>
                <a:lnTo>
                  <a:pt x="16485960" y="918551"/>
                </a:lnTo>
                <a:lnTo>
                  <a:pt x="16527251" y="892580"/>
                </a:lnTo>
                <a:lnTo>
                  <a:pt x="16568748" y="866956"/>
                </a:lnTo>
                <a:lnTo>
                  <a:pt x="16610448" y="841681"/>
                </a:lnTo>
                <a:lnTo>
                  <a:pt x="16652349" y="816754"/>
                </a:lnTo>
                <a:lnTo>
                  <a:pt x="16694448" y="792179"/>
                </a:lnTo>
                <a:lnTo>
                  <a:pt x="16736744" y="767955"/>
                </a:lnTo>
                <a:lnTo>
                  <a:pt x="16779233" y="744083"/>
                </a:lnTo>
                <a:lnTo>
                  <a:pt x="16821914" y="720566"/>
                </a:lnTo>
                <a:lnTo>
                  <a:pt x="16864785" y="697404"/>
                </a:lnTo>
                <a:lnTo>
                  <a:pt x="16907843" y="674598"/>
                </a:lnTo>
                <a:lnTo>
                  <a:pt x="16951085" y="652149"/>
                </a:lnTo>
                <a:lnTo>
                  <a:pt x="16994510" y="630059"/>
                </a:lnTo>
                <a:lnTo>
                  <a:pt x="17038115" y="608328"/>
                </a:lnTo>
                <a:lnTo>
                  <a:pt x="17081898" y="586958"/>
                </a:lnTo>
                <a:lnTo>
                  <a:pt x="17125857" y="565950"/>
                </a:lnTo>
                <a:lnTo>
                  <a:pt x="17169989" y="545304"/>
                </a:lnTo>
                <a:lnTo>
                  <a:pt x="17214292" y="525023"/>
                </a:lnTo>
                <a:lnTo>
                  <a:pt x="17258764" y="505107"/>
                </a:lnTo>
                <a:lnTo>
                  <a:pt x="17303402" y="485558"/>
                </a:lnTo>
                <a:lnTo>
                  <a:pt x="17348204" y="466376"/>
                </a:lnTo>
                <a:lnTo>
                  <a:pt x="17393169" y="447563"/>
                </a:lnTo>
                <a:lnTo>
                  <a:pt x="17438292" y="429119"/>
                </a:lnTo>
                <a:lnTo>
                  <a:pt x="17483573" y="411046"/>
                </a:lnTo>
                <a:lnTo>
                  <a:pt x="17529009" y="393346"/>
                </a:lnTo>
                <a:lnTo>
                  <a:pt x="17574598" y="376018"/>
                </a:lnTo>
                <a:lnTo>
                  <a:pt x="17620337" y="359065"/>
                </a:lnTo>
                <a:lnTo>
                  <a:pt x="17666224" y="342487"/>
                </a:lnTo>
                <a:lnTo>
                  <a:pt x="17712257" y="326286"/>
                </a:lnTo>
                <a:lnTo>
                  <a:pt x="17758433" y="310462"/>
                </a:lnTo>
                <a:lnTo>
                  <a:pt x="17804751" y="295018"/>
                </a:lnTo>
                <a:lnTo>
                  <a:pt x="17851208" y="279953"/>
                </a:lnTo>
                <a:lnTo>
                  <a:pt x="17897801" y="265269"/>
                </a:lnTo>
                <a:lnTo>
                  <a:pt x="17944528" y="250968"/>
                </a:lnTo>
                <a:lnTo>
                  <a:pt x="17991388" y="237049"/>
                </a:lnTo>
                <a:lnTo>
                  <a:pt x="18038377" y="223516"/>
                </a:lnTo>
                <a:lnTo>
                  <a:pt x="18085494" y="210368"/>
                </a:lnTo>
                <a:lnTo>
                  <a:pt x="18132735" y="197606"/>
                </a:lnTo>
                <a:lnTo>
                  <a:pt x="18180100" y="185233"/>
                </a:lnTo>
                <a:lnTo>
                  <a:pt x="18227585" y="173248"/>
                </a:lnTo>
                <a:lnTo>
                  <a:pt x="18275189" y="161654"/>
                </a:lnTo>
                <a:lnTo>
                  <a:pt x="18322908" y="150451"/>
                </a:lnTo>
                <a:lnTo>
                  <a:pt x="18370741" y="139640"/>
                </a:lnTo>
                <a:lnTo>
                  <a:pt x="18418686" y="129223"/>
                </a:lnTo>
                <a:lnTo>
                  <a:pt x="18466740" y="119201"/>
                </a:lnTo>
                <a:lnTo>
                  <a:pt x="18514900" y="109574"/>
                </a:lnTo>
                <a:lnTo>
                  <a:pt x="18563165" y="100344"/>
                </a:lnTo>
                <a:lnTo>
                  <a:pt x="18611532" y="91512"/>
                </a:lnTo>
                <a:lnTo>
                  <a:pt x="18659999" y="83080"/>
                </a:lnTo>
                <a:lnTo>
                  <a:pt x="18708564" y="75047"/>
                </a:lnTo>
                <a:lnTo>
                  <a:pt x="18757224" y="67417"/>
                </a:lnTo>
                <a:lnTo>
                  <a:pt x="18805977" y="60188"/>
                </a:lnTo>
                <a:lnTo>
                  <a:pt x="18854820" y="53364"/>
                </a:lnTo>
                <a:lnTo>
                  <a:pt x="18903752" y="46944"/>
                </a:lnTo>
                <a:lnTo>
                  <a:pt x="18952771" y="40931"/>
                </a:lnTo>
                <a:lnTo>
                  <a:pt x="19001873" y="35324"/>
                </a:lnTo>
                <a:lnTo>
                  <a:pt x="19051057" y="30126"/>
                </a:lnTo>
                <a:lnTo>
                  <a:pt x="19100320" y="25337"/>
                </a:lnTo>
                <a:lnTo>
                  <a:pt x="19149660" y="20958"/>
                </a:lnTo>
                <a:lnTo>
                  <a:pt x="19199074" y="16991"/>
                </a:lnTo>
                <a:lnTo>
                  <a:pt x="19248561" y="13437"/>
                </a:lnTo>
                <a:lnTo>
                  <a:pt x="19298119" y="10297"/>
                </a:lnTo>
                <a:lnTo>
                  <a:pt x="19347744" y="7572"/>
                </a:lnTo>
                <a:lnTo>
                  <a:pt x="19397434" y="5263"/>
                </a:lnTo>
                <a:lnTo>
                  <a:pt x="19447188" y="3371"/>
                </a:lnTo>
                <a:lnTo>
                  <a:pt x="19497002" y="1898"/>
                </a:lnTo>
                <a:lnTo>
                  <a:pt x="19546875" y="844"/>
                </a:lnTo>
                <a:lnTo>
                  <a:pt x="19596805" y="211"/>
                </a:lnTo>
                <a:lnTo>
                  <a:pt x="19646788" y="0"/>
                </a:lnTo>
                <a:lnTo>
                  <a:pt x="20104099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4D79B08D-8C32-FB4A-74B4-C76E2DB52D00}"/>
              </a:ext>
            </a:extLst>
          </p:cNvPr>
          <p:cNvSpPr/>
          <p:nvPr userDrawn="1"/>
        </p:nvSpPr>
        <p:spPr>
          <a:xfrm rot="10247908" flipH="1">
            <a:off x="5297646" y="-1969541"/>
            <a:ext cx="8001039" cy="5749648"/>
          </a:xfrm>
          <a:custGeom>
            <a:avLst/>
            <a:gdLst>
              <a:gd name="connsiteX0" fmla="*/ 0 w 13940157"/>
              <a:gd name="connsiteY0" fmla="*/ 9200719 h 9456078"/>
              <a:gd name="connsiteX1" fmla="*/ 781360 w 13940157"/>
              <a:gd name="connsiteY1" fmla="*/ 9456078 h 9456078"/>
              <a:gd name="connsiteX2" fmla="*/ 831337 w 13940157"/>
              <a:gd name="connsiteY2" fmla="*/ 9455836 h 9456078"/>
              <a:gd name="connsiteX3" fmla="*/ 881253 w 13940157"/>
              <a:gd name="connsiteY3" fmla="*/ 9455111 h 9456078"/>
              <a:gd name="connsiteX4" fmla="*/ 931102 w 13940157"/>
              <a:gd name="connsiteY4" fmla="*/ 9453904 h 9456078"/>
              <a:gd name="connsiteX5" fmla="*/ 980884 w 13940157"/>
              <a:gd name="connsiteY5" fmla="*/ 9452217 h 9456078"/>
              <a:gd name="connsiteX6" fmla="*/ 1030594 w 13940157"/>
              <a:gd name="connsiteY6" fmla="*/ 9450052 h 9456078"/>
              <a:gd name="connsiteX7" fmla="*/ 1080230 w 13940157"/>
              <a:gd name="connsiteY7" fmla="*/ 9447409 h 9456078"/>
              <a:gd name="connsiteX8" fmla="*/ 1129789 w 13940157"/>
              <a:gd name="connsiteY8" fmla="*/ 9444290 h 9456078"/>
              <a:gd name="connsiteX9" fmla="*/ 1179267 w 13940157"/>
              <a:gd name="connsiteY9" fmla="*/ 9440698 h 9456078"/>
              <a:gd name="connsiteX10" fmla="*/ 1228662 w 13940157"/>
              <a:gd name="connsiteY10" fmla="*/ 9436632 h 9456078"/>
              <a:gd name="connsiteX11" fmla="*/ 1277970 w 13940157"/>
              <a:gd name="connsiteY11" fmla="*/ 9432096 h 9456078"/>
              <a:gd name="connsiteX12" fmla="*/ 1327189 w 13940157"/>
              <a:gd name="connsiteY12" fmla="*/ 9427089 h 9456078"/>
              <a:gd name="connsiteX13" fmla="*/ 1376316 w 13940157"/>
              <a:gd name="connsiteY13" fmla="*/ 9421615 h 9456078"/>
              <a:gd name="connsiteX14" fmla="*/ 1425347 w 13940157"/>
              <a:gd name="connsiteY14" fmla="*/ 9415673 h 9456078"/>
              <a:gd name="connsiteX15" fmla="*/ 1474280 w 13940157"/>
              <a:gd name="connsiteY15" fmla="*/ 9409267 h 9456078"/>
              <a:gd name="connsiteX16" fmla="*/ 1523111 w 13940157"/>
              <a:gd name="connsiteY16" fmla="*/ 9402396 h 9456078"/>
              <a:gd name="connsiteX17" fmla="*/ 1571838 w 13940157"/>
              <a:gd name="connsiteY17" fmla="*/ 9395063 h 9456078"/>
              <a:gd name="connsiteX18" fmla="*/ 1620458 w 13940157"/>
              <a:gd name="connsiteY18" fmla="*/ 9387270 h 9456078"/>
              <a:gd name="connsiteX19" fmla="*/ 1668967 w 13940157"/>
              <a:gd name="connsiteY19" fmla="*/ 9379017 h 9456078"/>
              <a:gd name="connsiteX20" fmla="*/ 1717362 w 13940157"/>
              <a:gd name="connsiteY20" fmla="*/ 9370306 h 9456078"/>
              <a:gd name="connsiteX21" fmla="*/ 1765641 w 13940157"/>
              <a:gd name="connsiteY21" fmla="*/ 9361139 h 9456078"/>
              <a:gd name="connsiteX22" fmla="*/ 1813800 w 13940157"/>
              <a:gd name="connsiteY22" fmla="*/ 9351517 h 9456078"/>
              <a:gd name="connsiteX23" fmla="*/ 1861837 w 13940157"/>
              <a:gd name="connsiteY23" fmla="*/ 9341441 h 9456078"/>
              <a:gd name="connsiteX24" fmla="*/ 1909749 w 13940157"/>
              <a:gd name="connsiteY24" fmla="*/ 9330914 h 9456078"/>
              <a:gd name="connsiteX25" fmla="*/ 1957532 w 13940157"/>
              <a:gd name="connsiteY25" fmla="*/ 9319936 h 9456078"/>
              <a:gd name="connsiteX26" fmla="*/ 2005183 w 13940157"/>
              <a:gd name="connsiteY26" fmla="*/ 9308509 h 9456078"/>
              <a:gd name="connsiteX27" fmla="*/ 2052699 w 13940157"/>
              <a:gd name="connsiteY27" fmla="*/ 9296635 h 9456078"/>
              <a:gd name="connsiteX28" fmla="*/ 2100079 w 13940157"/>
              <a:gd name="connsiteY28" fmla="*/ 9284315 h 9456078"/>
              <a:gd name="connsiteX29" fmla="*/ 2147317 w 13940157"/>
              <a:gd name="connsiteY29" fmla="*/ 9271550 h 9456078"/>
              <a:gd name="connsiteX30" fmla="*/ 2194412 w 13940157"/>
              <a:gd name="connsiteY30" fmla="*/ 9258342 h 9456078"/>
              <a:gd name="connsiteX31" fmla="*/ 2241360 w 13940157"/>
              <a:gd name="connsiteY31" fmla="*/ 9244693 h 9456078"/>
              <a:gd name="connsiteX32" fmla="*/ 2288159 w 13940157"/>
              <a:gd name="connsiteY32" fmla="*/ 9230604 h 9456078"/>
              <a:gd name="connsiteX33" fmla="*/ 2334805 w 13940157"/>
              <a:gd name="connsiteY33" fmla="*/ 9216076 h 9456078"/>
              <a:gd name="connsiteX34" fmla="*/ 2381295 w 13940157"/>
              <a:gd name="connsiteY34" fmla="*/ 9201111 h 9456078"/>
              <a:gd name="connsiteX35" fmla="*/ 2427627 w 13940157"/>
              <a:gd name="connsiteY35" fmla="*/ 9185710 h 9456078"/>
              <a:gd name="connsiteX36" fmla="*/ 2473797 w 13940157"/>
              <a:gd name="connsiteY36" fmla="*/ 9169876 h 9456078"/>
              <a:gd name="connsiteX37" fmla="*/ 2519802 w 13940157"/>
              <a:gd name="connsiteY37" fmla="*/ 9153608 h 9456078"/>
              <a:gd name="connsiteX38" fmla="*/ 2565640 w 13940157"/>
              <a:gd name="connsiteY38" fmla="*/ 9136910 h 9456078"/>
              <a:gd name="connsiteX39" fmla="*/ 2611307 w 13940157"/>
              <a:gd name="connsiteY39" fmla="*/ 9119782 h 9456078"/>
              <a:gd name="connsiteX40" fmla="*/ 2656800 w 13940157"/>
              <a:gd name="connsiteY40" fmla="*/ 9102226 h 9456078"/>
              <a:gd name="connsiteX41" fmla="*/ 2702116 w 13940157"/>
              <a:gd name="connsiteY41" fmla="*/ 9084243 h 9456078"/>
              <a:gd name="connsiteX42" fmla="*/ 2747253 w 13940157"/>
              <a:gd name="connsiteY42" fmla="*/ 9065835 h 9456078"/>
              <a:gd name="connsiteX43" fmla="*/ 2792207 w 13940157"/>
              <a:gd name="connsiteY43" fmla="*/ 9047004 h 9456078"/>
              <a:gd name="connsiteX44" fmla="*/ 2836975 w 13940157"/>
              <a:gd name="connsiteY44" fmla="*/ 9027750 h 9456078"/>
              <a:gd name="connsiteX45" fmla="*/ 2881555 w 13940157"/>
              <a:gd name="connsiteY45" fmla="*/ 9008075 h 9456078"/>
              <a:gd name="connsiteX46" fmla="*/ 2925942 w 13940157"/>
              <a:gd name="connsiteY46" fmla="*/ 8987981 h 9456078"/>
              <a:gd name="connsiteX47" fmla="*/ 2970135 w 13940157"/>
              <a:gd name="connsiteY47" fmla="*/ 8967470 h 9456078"/>
              <a:gd name="connsiteX48" fmla="*/ 3014130 w 13940157"/>
              <a:gd name="connsiteY48" fmla="*/ 8946542 h 9456078"/>
              <a:gd name="connsiteX49" fmla="*/ 3057924 w 13940157"/>
              <a:gd name="connsiteY49" fmla="*/ 8925199 h 9456078"/>
              <a:gd name="connsiteX50" fmla="*/ 3101514 w 13940157"/>
              <a:gd name="connsiteY50" fmla="*/ 8903443 h 9456078"/>
              <a:gd name="connsiteX51" fmla="*/ 3144898 w 13940157"/>
              <a:gd name="connsiteY51" fmla="*/ 8881275 h 9456078"/>
              <a:gd name="connsiteX52" fmla="*/ 3188071 w 13940157"/>
              <a:gd name="connsiteY52" fmla="*/ 8858697 h 9456078"/>
              <a:gd name="connsiteX53" fmla="*/ 3231032 w 13940157"/>
              <a:gd name="connsiteY53" fmla="*/ 8835710 h 9456078"/>
              <a:gd name="connsiteX54" fmla="*/ 3273777 w 13940157"/>
              <a:gd name="connsiteY54" fmla="*/ 8812316 h 9456078"/>
              <a:gd name="connsiteX55" fmla="*/ 3316303 w 13940157"/>
              <a:gd name="connsiteY55" fmla="*/ 8788516 h 9456078"/>
              <a:gd name="connsiteX56" fmla="*/ 3358607 w 13940157"/>
              <a:gd name="connsiteY56" fmla="*/ 8764311 h 9456078"/>
              <a:gd name="connsiteX57" fmla="*/ 3400686 w 13940157"/>
              <a:gd name="connsiteY57" fmla="*/ 8739704 h 9456078"/>
              <a:gd name="connsiteX58" fmla="*/ 3442537 w 13940157"/>
              <a:gd name="connsiteY58" fmla="*/ 8714695 h 9456078"/>
              <a:gd name="connsiteX59" fmla="*/ 3484157 w 13940157"/>
              <a:gd name="connsiteY59" fmla="*/ 8689286 h 9456078"/>
              <a:gd name="connsiteX60" fmla="*/ 3525543 w 13940157"/>
              <a:gd name="connsiteY60" fmla="*/ 8663479 h 9456078"/>
              <a:gd name="connsiteX61" fmla="*/ 3566693 w 13940157"/>
              <a:gd name="connsiteY61" fmla="*/ 8637274 h 9456078"/>
              <a:gd name="connsiteX62" fmla="*/ 3607602 w 13940157"/>
              <a:gd name="connsiteY62" fmla="*/ 8610675 h 9456078"/>
              <a:gd name="connsiteX63" fmla="*/ 3648268 w 13940157"/>
              <a:gd name="connsiteY63" fmla="*/ 8583681 h 9456078"/>
              <a:gd name="connsiteX64" fmla="*/ 3688689 w 13940157"/>
              <a:gd name="connsiteY64" fmla="*/ 8556295 h 9456078"/>
              <a:gd name="connsiteX65" fmla="*/ 3728860 w 13940157"/>
              <a:gd name="connsiteY65" fmla="*/ 8528517 h 9456078"/>
              <a:gd name="connsiteX66" fmla="*/ 3768779 w 13940157"/>
              <a:gd name="connsiteY66" fmla="*/ 8500351 h 9456078"/>
              <a:gd name="connsiteX67" fmla="*/ 3808443 w 13940157"/>
              <a:gd name="connsiteY67" fmla="*/ 8471796 h 9456078"/>
              <a:gd name="connsiteX68" fmla="*/ 3847849 w 13940157"/>
              <a:gd name="connsiteY68" fmla="*/ 8442854 h 9456078"/>
              <a:gd name="connsiteX69" fmla="*/ 3886994 w 13940157"/>
              <a:gd name="connsiteY69" fmla="*/ 8413528 h 9456078"/>
              <a:gd name="connsiteX70" fmla="*/ 3925875 w 13940157"/>
              <a:gd name="connsiteY70" fmla="*/ 8383818 h 9456078"/>
              <a:gd name="connsiteX71" fmla="*/ 3964489 w 13940157"/>
              <a:gd name="connsiteY71" fmla="*/ 8353726 h 9456078"/>
              <a:gd name="connsiteX72" fmla="*/ 4002833 w 13940157"/>
              <a:gd name="connsiteY72" fmla="*/ 8323253 h 9456078"/>
              <a:gd name="connsiteX73" fmla="*/ 4040904 w 13940157"/>
              <a:gd name="connsiteY73" fmla="*/ 8292401 h 9456078"/>
              <a:gd name="connsiteX74" fmla="*/ 4078699 w 13940157"/>
              <a:gd name="connsiteY74" fmla="*/ 8261172 h 9456078"/>
              <a:gd name="connsiteX75" fmla="*/ 4116214 w 13940157"/>
              <a:gd name="connsiteY75" fmla="*/ 8229566 h 9456078"/>
              <a:gd name="connsiteX76" fmla="*/ 4153447 w 13940157"/>
              <a:gd name="connsiteY76" fmla="*/ 8197585 h 9456078"/>
              <a:gd name="connsiteX77" fmla="*/ 4190395 w 13940157"/>
              <a:gd name="connsiteY77" fmla="*/ 8165232 h 9456078"/>
              <a:gd name="connsiteX78" fmla="*/ 4227055 w 13940157"/>
              <a:gd name="connsiteY78" fmla="*/ 8132507 h 9456078"/>
              <a:gd name="connsiteX79" fmla="*/ 4263424 w 13940157"/>
              <a:gd name="connsiteY79" fmla="*/ 8099411 h 9456078"/>
              <a:gd name="connsiteX80" fmla="*/ 4299499 w 13940157"/>
              <a:gd name="connsiteY80" fmla="*/ 8065947 h 9456078"/>
              <a:gd name="connsiteX81" fmla="*/ 4335276 w 13940157"/>
              <a:gd name="connsiteY81" fmla="*/ 8032115 h 9456078"/>
              <a:gd name="connsiteX82" fmla="*/ 4370753 w 13940157"/>
              <a:gd name="connsiteY82" fmla="*/ 7997918 h 9456078"/>
              <a:gd name="connsiteX83" fmla="*/ 4405927 w 13940157"/>
              <a:gd name="connsiteY83" fmla="*/ 7963356 h 9456078"/>
              <a:gd name="connsiteX84" fmla="*/ 4440795 w 13940157"/>
              <a:gd name="connsiteY84" fmla="*/ 7928432 h 9456078"/>
              <a:gd name="connsiteX85" fmla="*/ 4475354 w 13940157"/>
              <a:gd name="connsiteY85" fmla="*/ 7893146 h 9456078"/>
              <a:gd name="connsiteX86" fmla="*/ 4509600 w 13940157"/>
              <a:gd name="connsiteY86" fmla="*/ 7857501 h 9456078"/>
              <a:gd name="connsiteX87" fmla="*/ 4543531 w 13940157"/>
              <a:gd name="connsiteY87" fmla="*/ 7821497 h 9456078"/>
              <a:gd name="connsiteX88" fmla="*/ 4577143 w 13940157"/>
              <a:gd name="connsiteY88" fmla="*/ 7785136 h 9456078"/>
              <a:gd name="connsiteX89" fmla="*/ 4610435 w 13940157"/>
              <a:gd name="connsiteY89" fmla="*/ 7748420 h 9456078"/>
              <a:gd name="connsiteX90" fmla="*/ 4643402 w 13940157"/>
              <a:gd name="connsiteY90" fmla="*/ 7711350 h 9456078"/>
              <a:gd name="connsiteX91" fmla="*/ 4676042 w 13940157"/>
              <a:gd name="connsiteY91" fmla="*/ 7673928 h 9456078"/>
              <a:gd name="connsiteX92" fmla="*/ 4708351 w 13940157"/>
              <a:gd name="connsiteY92" fmla="*/ 7636155 h 9456078"/>
              <a:gd name="connsiteX93" fmla="*/ 4740327 w 13940157"/>
              <a:gd name="connsiteY93" fmla="*/ 7598032 h 9456078"/>
              <a:gd name="connsiteX94" fmla="*/ 4771967 w 13940157"/>
              <a:gd name="connsiteY94" fmla="*/ 7559561 h 9456078"/>
              <a:gd name="connsiteX95" fmla="*/ 4803267 w 13940157"/>
              <a:gd name="connsiteY95" fmla="*/ 7520744 h 9456078"/>
              <a:gd name="connsiteX96" fmla="*/ 4834225 w 13940157"/>
              <a:gd name="connsiteY96" fmla="*/ 7481582 h 9456078"/>
              <a:gd name="connsiteX97" fmla="*/ 4864838 w 13940157"/>
              <a:gd name="connsiteY97" fmla="*/ 7442077 h 9456078"/>
              <a:gd name="connsiteX98" fmla="*/ 8803671 w 13940157"/>
              <a:gd name="connsiteY98" fmla="*/ 2307814 h 9456078"/>
              <a:gd name="connsiteX99" fmla="*/ 8834262 w 13940157"/>
              <a:gd name="connsiteY99" fmla="*/ 2268285 h 9456078"/>
              <a:gd name="connsiteX100" fmla="*/ 8865156 w 13940157"/>
              <a:gd name="connsiteY100" fmla="*/ 2229056 h 9456078"/>
              <a:gd name="connsiteX101" fmla="*/ 8896349 w 13940157"/>
              <a:gd name="connsiteY101" fmla="*/ 2190127 h 9456078"/>
              <a:gd name="connsiteX102" fmla="*/ 8927839 w 13940157"/>
              <a:gd name="connsiteY102" fmla="*/ 2151500 h 9456078"/>
              <a:gd name="connsiteX103" fmla="*/ 8959624 w 13940157"/>
              <a:gd name="connsiteY103" fmla="*/ 2113176 h 9456078"/>
              <a:gd name="connsiteX104" fmla="*/ 8991701 w 13940157"/>
              <a:gd name="connsiteY104" fmla="*/ 2075157 h 9456078"/>
              <a:gd name="connsiteX105" fmla="*/ 9024069 w 13940157"/>
              <a:gd name="connsiteY105" fmla="*/ 2037442 h 9456078"/>
              <a:gd name="connsiteX106" fmla="*/ 9056725 w 13940157"/>
              <a:gd name="connsiteY106" fmla="*/ 2000034 h 9456078"/>
              <a:gd name="connsiteX107" fmla="*/ 9089667 w 13940157"/>
              <a:gd name="connsiteY107" fmla="*/ 1962934 h 9456078"/>
              <a:gd name="connsiteX108" fmla="*/ 9122892 w 13940157"/>
              <a:gd name="connsiteY108" fmla="*/ 1926142 h 9456078"/>
              <a:gd name="connsiteX109" fmla="*/ 9156398 w 13940157"/>
              <a:gd name="connsiteY109" fmla="*/ 1889660 h 9456078"/>
              <a:gd name="connsiteX110" fmla="*/ 9190183 w 13940157"/>
              <a:gd name="connsiteY110" fmla="*/ 1853489 h 9456078"/>
              <a:gd name="connsiteX111" fmla="*/ 9224245 w 13940157"/>
              <a:gd name="connsiteY111" fmla="*/ 1817630 h 9456078"/>
              <a:gd name="connsiteX112" fmla="*/ 9258581 w 13940157"/>
              <a:gd name="connsiteY112" fmla="*/ 1782084 h 9456078"/>
              <a:gd name="connsiteX113" fmla="*/ 9293189 w 13940157"/>
              <a:gd name="connsiteY113" fmla="*/ 1746853 h 9456078"/>
              <a:gd name="connsiteX114" fmla="*/ 9328066 w 13940157"/>
              <a:gd name="connsiteY114" fmla="*/ 1711937 h 9456078"/>
              <a:gd name="connsiteX115" fmla="*/ 9363211 w 13940157"/>
              <a:gd name="connsiteY115" fmla="*/ 1677337 h 9456078"/>
              <a:gd name="connsiteX116" fmla="*/ 9398621 w 13940157"/>
              <a:gd name="connsiteY116" fmla="*/ 1643056 h 9456078"/>
              <a:gd name="connsiteX117" fmla="*/ 9434294 w 13940157"/>
              <a:gd name="connsiteY117" fmla="*/ 1609093 h 9456078"/>
              <a:gd name="connsiteX118" fmla="*/ 9470227 w 13940157"/>
              <a:gd name="connsiteY118" fmla="*/ 1575450 h 9456078"/>
              <a:gd name="connsiteX119" fmla="*/ 9506418 w 13940157"/>
              <a:gd name="connsiteY119" fmla="*/ 1542128 h 9456078"/>
              <a:gd name="connsiteX120" fmla="*/ 9542866 w 13940157"/>
              <a:gd name="connsiteY120" fmla="*/ 1509129 h 9456078"/>
              <a:gd name="connsiteX121" fmla="*/ 9579567 w 13940157"/>
              <a:gd name="connsiteY121" fmla="*/ 1476452 h 9456078"/>
              <a:gd name="connsiteX122" fmla="*/ 9616519 w 13940157"/>
              <a:gd name="connsiteY122" fmla="*/ 1444101 h 9456078"/>
              <a:gd name="connsiteX123" fmla="*/ 9653720 w 13940157"/>
              <a:gd name="connsiteY123" fmla="*/ 1412075 h 9456078"/>
              <a:gd name="connsiteX124" fmla="*/ 9691168 w 13940157"/>
              <a:gd name="connsiteY124" fmla="*/ 1380375 h 9456078"/>
              <a:gd name="connsiteX125" fmla="*/ 9728861 w 13940157"/>
              <a:gd name="connsiteY125" fmla="*/ 1349004 h 9456078"/>
              <a:gd name="connsiteX126" fmla="*/ 9766795 w 13940157"/>
              <a:gd name="connsiteY126" fmla="*/ 1317962 h 9456078"/>
              <a:gd name="connsiteX127" fmla="*/ 9804970 w 13940157"/>
              <a:gd name="connsiteY127" fmla="*/ 1287250 h 9456078"/>
              <a:gd name="connsiteX128" fmla="*/ 9843382 w 13940157"/>
              <a:gd name="connsiteY128" fmla="*/ 1256869 h 9456078"/>
              <a:gd name="connsiteX129" fmla="*/ 9882029 w 13940157"/>
              <a:gd name="connsiteY129" fmla="*/ 1226820 h 9456078"/>
              <a:gd name="connsiteX130" fmla="*/ 9920909 w 13940157"/>
              <a:gd name="connsiteY130" fmla="*/ 1197105 h 9456078"/>
              <a:gd name="connsiteX131" fmla="*/ 9960020 w 13940157"/>
              <a:gd name="connsiteY131" fmla="*/ 1167725 h 9456078"/>
              <a:gd name="connsiteX132" fmla="*/ 9999359 w 13940157"/>
              <a:gd name="connsiteY132" fmla="*/ 1138681 h 9456078"/>
              <a:gd name="connsiteX133" fmla="*/ 10038924 w 13940157"/>
              <a:gd name="connsiteY133" fmla="*/ 1109974 h 9456078"/>
              <a:gd name="connsiteX134" fmla="*/ 10078713 w 13940157"/>
              <a:gd name="connsiteY134" fmla="*/ 1081604 h 9456078"/>
              <a:gd name="connsiteX135" fmla="*/ 10118724 w 13940157"/>
              <a:gd name="connsiteY135" fmla="*/ 1053574 h 9456078"/>
              <a:gd name="connsiteX136" fmla="*/ 10158954 w 13940157"/>
              <a:gd name="connsiteY136" fmla="*/ 1025884 h 9456078"/>
              <a:gd name="connsiteX137" fmla="*/ 10199400 w 13940157"/>
              <a:gd name="connsiteY137" fmla="*/ 998536 h 9456078"/>
              <a:gd name="connsiteX138" fmla="*/ 10240062 w 13940157"/>
              <a:gd name="connsiteY138" fmla="*/ 971530 h 9456078"/>
              <a:gd name="connsiteX139" fmla="*/ 10280935 w 13940157"/>
              <a:gd name="connsiteY139" fmla="*/ 944868 h 9456078"/>
              <a:gd name="connsiteX140" fmla="*/ 10322019 w 13940157"/>
              <a:gd name="connsiteY140" fmla="*/ 918551 h 9456078"/>
              <a:gd name="connsiteX141" fmla="*/ 10363310 w 13940157"/>
              <a:gd name="connsiteY141" fmla="*/ 892580 h 9456078"/>
              <a:gd name="connsiteX142" fmla="*/ 10404807 w 13940157"/>
              <a:gd name="connsiteY142" fmla="*/ 866956 h 9456078"/>
              <a:gd name="connsiteX143" fmla="*/ 10446507 w 13940157"/>
              <a:gd name="connsiteY143" fmla="*/ 841681 h 9456078"/>
              <a:gd name="connsiteX144" fmla="*/ 10488408 w 13940157"/>
              <a:gd name="connsiteY144" fmla="*/ 816754 h 9456078"/>
              <a:gd name="connsiteX145" fmla="*/ 10530507 w 13940157"/>
              <a:gd name="connsiteY145" fmla="*/ 792179 h 9456078"/>
              <a:gd name="connsiteX146" fmla="*/ 10572803 w 13940157"/>
              <a:gd name="connsiteY146" fmla="*/ 767955 h 9456078"/>
              <a:gd name="connsiteX147" fmla="*/ 10615292 w 13940157"/>
              <a:gd name="connsiteY147" fmla="*/ 744083 h 9456078"/>
              <a:gd name="connsiteX148" fmla="*/ 10657973 w 13940157"/>
              <a:gd name="connsiteY148" fmla="*/ 720566 h 9456078"/>
              <a:gd name="connsiteX149" fmla="*/ 10700844 w 13940157"/>
              <a:gd name="connsiteY149" fmla="*/ 697404 h 9456078"/>
              <a:gd name="connsiteX150" fmla="*/ 10743902 w 13940157"/>
              <a:gd name="connsiteY150" fmla="*/ 674598 h 9456078"/>
              <a:gd name="connsiteX151" fmla="*/ 10787144 w 13940157"/>
              <a:gd name="connsiteY151" fmla="*/ 652149 h 9456078"/>
              <a:gd name="connsiteX152" fmla="*/ 10830569 w 13940157"/>
              <a:gd name="connsiteY152" fmla="*/ 630059 h 9456078"/>
              <a:gd name="connsiteX153" fmla="*/ 10874174 w 13940157"/>
              <a:gd name="connsiteY153" fmla="*/ 608328 h 9456078"/>
              <a:gd name="connsiteX154" fmla="*/ 10917957 w 13940157"/>
              <a:gd name="connsiteY154" fmla="*/ 586958 h 9456078"/>
              <a:gd name="connsiteX155" fmla="*/ 10961916 w 13940157"/>
              <a:gd name="connsiteY155" fmla="*/ 565950 h 9456078"/>
              <a:gd name="connsiteX156" fmla="*/ 11006048 w 13940157"/>
              <a:gd name="connsiteY156" fmla="*/ 545304 h 9456078"/>
              <a:gd name="connsiteX157" fmla="*/ 11050351 w 13940157"/>
              <a:gd name="connsiteY157" fmla="*/ 525023 h 9456078"/>
              <a:gd name="connsiteX158" fmla="*/ 11094823 w 13940157"/>
              <a:gd name="connsiteY158" fmla="*/ 505107 h 9456078"/>
              <a:gd name="connsiteX159" fmla="*/ 11139461 w 13940157"/>
              <a:gd name="connsiteY159" fmla="*/ 485558 h 9456078"/>
              <a:gd name="connsiteX160" fmla="*/ 11184263 w 13940157"/>
              <a:gd name="connsiteY160" fmla="*/ 466376 h 9456078"/>
              <a:gd name="connsiteX161" fmla="*/ 11229228 w 13940157"/>
              <a:gd name="connsiteY161" fmla="*/ 447563 h 9456078"/>
              <a:gd name="connsiteX162" fmla="*/ 11274351 w 13940157"/>
              <a:gd name="connsiteY162" fmla="*/ 429119 h 9456078"/>
              <a:gd name="connsiteX163" fmla="*/ 11319632 w 13940157"/>
              <a:gd name="connsiteY163" fmla="*/ 411046 h 9456078"/>
              <a:gd name="connsiteX164" fmla="*/ 11365068 w 13940157"/>
              <a:gd name="connsiteY164" fmla="*/ 393346 h 9456078"/>
              <a:gd name="connsiteX165" fmla="*/ 11410657 w 13940157"/>
              <a:gd name="connsiteY165" fmla="*/ 376018 h 9456078"/>
              <a:gd name="connsiteX166" fmla="*/ 11456396 w 13940157"/>
              <a:gd name="connsiteY166" fmla="*/ 359065 h 9456078"/>
              <a:gd name="connsiteX167" fmla="*/ 11502283 w 13940157"/>
              <a:gd name="connsiteY167" fmla="*/ 342487 h 9456078"/>
              <a:gd name="connsiteX168" fmla="*/ 11548316 w 13940157"/>
              <a:gd name="connsiteY168" fmla="*/ 326286 h 9456078"/>
              <a:gd name="connsiteX169" fmla="*/ 11594492 w 13940157"/>
              <a:gd name="connsiteY169" fmla="*/ 310462 h 9456078"/>
              <a:gd name="connsiteX170" fmla="*/ 11640810 w 13940157"/>
              <a:gd name="connsiteY170" fmla="*/ 295018 h 9456078"/>
              <a:gd name="connsiteX171" fmla="*/ 11687267 w 13940157"/>
              <a:gd name="connsiteY171" fmla="*/ 279953 h 9456078"/>
              <a:gd name="connsiteX172" fmla="*/ 11733860 w 13940157"/>
              <a:gd name="connsiteY172" fmla="*/ 265269 h 9456078"/>
              <a:gd name="connsiteX173" fmla="*/ 11780587 w 13940157"/>
              <a:gd name="connsiteY173" fmla="*/ 250968 h 9456078"/>
              <a:gd name="connsiteX174" fmla="*/ 11827447 w 13940157"/>
              <a:gd name="connsiteY174" fmla="*/ 237049 h 9456078"/>
              <a:gd name="connsiteX175" fmla="*/ 11874436 w 13940157"/>
              <a:gd name="connsiteY175" fmla="*/ 223516 h 9456078"/>
              <a:gd name="connsiteX176" fmla="*/ 11921553 w 13940157"/>
              <a:gd name="connsiteY176" fmla="*/ 210368 h 9456078"/>
              <a:gd name="connsiteX177" fmla="*/ 11968794 w 13940157"/>
              <a:gd name="connsiteY177" fmla="*/ 197606 h 9456078"/>
              <a:gd name="connsiteX178" fmla="*/ 12016159 w 13940157"/>
              <a:gd name="connsiteY178" fmla="*/ 185233 h 9456078"/>
              <a:gd name="connsiteX179" fmla="*/ 12063644 w 13940157"/>
              <a:gd name="connsiteY179" fmla="*/ 173248 h 9456078"/>
              <a:gd name="connsiteX180" fmla="*/ 12111248 w 13940157"/>
              <a:gd name="connsiteY180" fmla="*/ 161654 h 9456078"/>
              <a:gd name="connsiteX181" fmla="*/ 12158967 w 13940157"/>
              <a:gd name="connsiteY181" fmla="*/ 150451 h 9456078"/>
              <a:gd name="connsiteX182" fmla="*/ 12206800 w 13940157"/>
              <a:gd name="connsiteY182" fmla="*/ 139640 h 9456078"/>
              <a:gd name="connsiteX183" fmla="*/ 12254745 w 13940157"/>
              <a:gd name="connsiteY183" fmla="*/ 129223 h 9456078"/>
              <a:gd name="connsiteX184" fmla="*/ 12302799 w 13940157"/>
              <a:gd name="connsiteY184" fmla="*/ 119201 h 9456078"/>
              <a:gd name="connsiteX185" fmla="*/ 12350959 w 13940157"/>
              <a:gd name="connsiteY185" fmla="*/ 109574 h 9456078"/>
              <a:gd name="connsiteX186" fmla="*/ 12399224 w 13940157"/>
              <a:gd name="connsiteY186" fmla="*/ 100344 h 9456078"/>
              <a:gd name="connsiteX187" fmla="*/ 12447591 w 13940157"/>
              <a:gd name="connsiteY187" fmla="*/ 91512 h 9456078"/>
              <a:gd name="connsiteX188" fmla="*/ 12496058 w 13940157"/>
              <a:gd name="connsiteY188" fmla="*/ 83080 h 9456078"/>
              <a:gd name="connsiteX189" fmla="*/ 12544623 w 13940157"/>
              <a:gd name="connsiteY189" fmla="*/ 75047 h 9456078"/>
              <a:gd name="connsiteX190" fmla="*/ 12593283 w 13940157"/>
              <a:gd name="connsiteY190" fmla="*/ 67417 h 9456078"/>
              <a:gd name="connsiteX191" fmla="*/ 12642036 w 13940157"/>
              <a:gd name="connsiteY191" fmla="*/ 60188 h 9456078"/>
              <a:gd name="connsiteX192" fmla="*/ 12690879 w 13940157"/>
              <a:gd name="connsiteY192" fmla="*/ 53364 h 9456078"/>
              <a:gd name="connsiteX193" fmla="*/ 12739811 w 13940157"/>
              <a:gd name="connsiteY193" fmla="*/ 46944 h 9456078"/>
              <a:gd name="connsiteX194" fmla="*/ 12788830 w 13940157"/>
              <a:gd name="connsiteY194" fmla="*/ 40931 h 9456078"/>
              <a:gd name="connsiteX195" fmla="*/ 12837932 w 13940157"/>
              <a:gd name="connsiteY195" fmla="*/ 35324 h 9456078"/>
              <a:gd name="connsiteX196" fmla="*/ 12887116 w 13940157"/>
              <a:gd name="connsiteY196" fmla="*/ 30126 h 9456078"/>
              <a:gd name="connsiteX197" fmla="*/ 12936379 w 13940157"/>
              <a:gd name="connsiteY197" fmla="*/ 25337 h 9456078"/>
              <a:gd name="connsiteX198" fmla="*/ 12985719 w 13940157"/>
              <a:gd name="connsiteY198" fmla="*/ 20958 h 9456078"/>
              <a:gd name="connsiteX199" fmla="*/ 13035133 w 13940157"/>
              <a:gd name="connsiteY199" fmla="*/ 16991 h 9456078"/>
              <a:gd name="connsiteX200" fmla="*/ 13084620 w 13940157"/>
              <a:gd name="connsiteY200" fmla="*/ 13437 h 9456078"/>
              <a:gd name="connsiteX201" fmla="*/ 13134178 w 13940157"/>
              <a:gd name="connsiteY201" fmla="*/ 10297 h 9456078"/>
              <a:gd name="connsiteX202" fmla="*/ 13183803 w 13940157"/>
              <a:gd name="connsiteY202" fmla="*/ 7572 h 9456078"/>
              <a:gd name="connsiteX203" fmla="*/ 13233493 w 13940157"/>
              <a:gd name="connsiteY203" fmla="*/ 5263 h 9456078"/>
              <a:gd name="connsiteX204" fmla="*/ 13283247 w 13940157"/>
              <a:gd name="connsiteY204" fmla="*/ 3371 h 9456078"/>
              <a:gd name="connsiteX205" fmla="*/ 13333061 w 13940157"/>
              <a:gd name="connsiteY205" fmla="*/ 1898 h 9456078"/>
              <a:gd name="connsiteX206" fmla="*/ 13382934 w 13940157"/>
              <a:gd name="connsiteY206" fmla="*/ 844 h 9456078"/>
              <a:gd name="connsiteX207" fmla="*/ 13432864 w 13940157"/>
              <a:gd name="connsiteY207" fmla="*/ 211 h 9456078"/>
              <a:gd name="connsiteX208" fmla="*/ 13482847 w 13940157"/>
              <a:gd name="connsiteY208" fmla="*/ 0 h 9456078"/>
              <a:gd name="connsiteX209" fmla="*/ 13940158 w 13940157"/>
              <a:gd name="connsiteY209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49234 w 13158799"/>
              <a:gd name="connsiteY5" fmla="*/ 9450052 h 9456078"/>
              <a:gd name="connsiteX6" fmla="*/ 298870 w 13158799"/>
              <a:gd name="connsiteY6" fmla="*/ 9447409 h 9456078"/>
              <a:gd name="connsiteX7" fmla="*/ 348429 w 13158799"/>
              <a:gd name="connsiteY7" fmla="*/ 9444290 h 9456078"/>
              <a:gd name="connsiteX8" fmla="*/ 397907 w 13158799"/>
              <a:gd name="connsiteY8" fmla="*/ 9440698 h 9456078"/>
              <a:gd name="connsiteX9" fmla="*/ 447302 w 13158799"/>
              <a:gd name="connsiteY9" fmla="*/ 9436632 h 9456078"/>
              <a:gd name="connsiteX10" fmla="*/ 496610 w 13158799"/>
              <a:gd name="connsiteY10" fmla="*/ 9432096 h 9456078"/>
              <a:gd name="connsiteX11" fmla="*/ 545829 w 13158799"/>
              <a:gd name="connsiteY11" fmla="*/ 9427089 h 9456078"/>
              <a:gd name="connsiteX12" fmla="*/ 594956 w 13158799"/>
              <a:gd name="connsiteY12" fmla="*/ 9421615 h 9456078"/>
              <a:gd name="connsiteX13" fmla="*/ 643987 w 13158799"/>
              <a:gd name="connsiteY13" fmla="*/ 9415673 h 9456078"/>
              <a:gd name="connsiteX14" fmla="*/ 692920 w 13158799"/>
              <a:gd name="connsiteY14" fmla="*/ 9409267 h 9456078"/>
              <a:gd name="connsiteX15" fmla="*/ 741751 w 13158799"/>
              <a:gd name="connsiteY15" fmla="*/ 9402396 h 9456078"/>
              <a:gd name="connsiteX16" fmla="*/ 790478 w 13158799"/>
              <a:gd name="connsiteY16" fmla="*/ 9395063 h 9456078"/>
              <a:gd name="connsiteX17" fmla="*/ 839098 w 13158799"/>
              <a:gd name="connsiteY17" fmla="*/ 9387270 h 9456078"/>
              <a:gd name="connsiteX18" fmla="*/ 887607 w 13158799"/>
              <a:gd name="connsiteY18" fmla="*/ 9379017 h 9456078"/>
              <a:gd name="connsiteX19" fmla="*/ 936002 w 13158799"/>
              <a:gd name="connsiteY19" fmla="*/ 9370306 h 9456078"/>
              <a:gd name="connsiteX20" fmla="*/ 984281 w 13158799"/>
              <a:gd name="connsiteY20" fmla="*/ 9361139 h 9456078"/>
              <a:gd name="connsiteX21" fmla="*/ 1032440 w 13158799"/>
              <a:gd name="connsiteY21" fmla="*/ 9351517 h 9456078"/>
              <a:gd name="connsiteX22" fmla="*/ 1080477 w 13158799"/>
              <a:gd name="connsiteY22" fmla="*/ 9341441 h 9456078"/>
              <a:gd name="connsiteX23" fmla="*/ 1128389 w 13158799"/>
              <a:gd name="connsiteY23" fmla="*/ 9330914 h 9456078"/>
              <a:gd name="connsiteX24" fmla="*/ 1176172 w 13158799"/>
              <a:gd name="connsiteY24" fmla="*/ 9319936 h 9456078"/>
              <a:gd name="connsiteX25" fmla="*/ 1223823 w 13158799"/>
              <a:gd name="connsiteY25" fmla="*/ 9308509 h 9456078"/>
              <a:gd name="connsiteX26" fmla="*/ 1271339 w 13158799"/>
              <a:gd name="connsiteY26" fmla="*/ 9296635 h 9456078"/>
              <a:gd name="connsiteX27" fmla="*/ 1318719 w 13158799"/>
              <a:gd name="connsiteY27" fmla="*/ 9284315 h 9456078"/>
              <a:gd name="connsiteX28" fmla="*/ 1365957 w 13158799"/>
              <a:gd name="connsiteY28" fmla="*/ 9271550 h 9456078"/>
              <a:gd name="connsiteX29" fmla="*/ 1413052 w 13158799"/>
              <a:gd name="connsiteY29" fmla="*/ 9258342 h 9456078"/>
              <a:gd name="connsiteX30" fmla="*/ 1460000 w 13158799"/>
              <a:gd name="connsiteY30" fmla="*/ 9244693 h 9456078"/>
              <a:gd name="connsiteX31" fmla="*/ 1506799 w 13158799"/>
              <a:gd name="connsiteY31" fmla="*/ 9230604 h 9456078"/>
              <a:gd name="connsiteX32" fmla="*/ 1553445 w 13158799"/>
              <a:gd name="connsiteY32" fmla="*/ 9216076 h 9456078"/>
              <a:gd name="connsiteX33" fmla="*/ 1599935 w 13158799"/>
              <a:gd name="connsiteY33" fmla="*/ 9201111 h 9456078"/>
              <a:gd name="connsiteX34" fmla="*/ 1646267 w 13158799"/>
              <a:gd name="connsiteY34" fmla="*/ 9185710 h 9456078"/>
              <a:gd name="connsiteX35" fmla="*/ 1692437 w 13158799"/>
              <a:gd name="connsiteY35" fmla="*/ 9169876 h 9456078"/>
              <a:gd name="connsiteX36" fmla="*/ 1738442 w 13158799"/>
              <a:gd name="connsiteY36" fmla="*/ 9153608 h 9456078"/>
              <a:gd name="connsiteX37" fmla="*/ 1784280 w 13158799"/>
              <a:gd name="connsiteY37" fmla="*/ 9136910 h 9456078"/>
              <a:gd name="connsiteX38" fmla="*/ 1829947 w 13158799"/>
              <a:gd name="connsiteY38" fmla="*/ 9119782 h 9456078"/>
              <a:gd name="connsiteX39" fmla="*/ 1875440 w 13158799"/>
              <a:gd name="connsiteY39" fmla="*/ 9102226 h 9456078"/>
              <a:gd name="connsiteX40" fmla="*/ 1920756 w 13158799"/>
              <a:gd name="connsiteY40" fmla="*/ 9084243 h 9456078"/>
              <a:gd name="connsiteX41" fmla="*/ 1965893 w 13158799"/>
              <a:gd name="connsiteY41" fmla="*/ 9065835 h 9456078"/>
              <a:gd name="connsiteX42" fmla="*/ 2010847 w 13158799"/>
              <a:gd name="connsiteY42" fmla="*/ 9047004 h 9456078"/>
              <a:gd name="connsiteX43" fmla="*/ 2055615 w 13158799"/>
              <a:gd name="connsiteY43" fmla="*/ 9027750 h 9456078"/>
              <a:gd name="connsiteX44" fmla="*/ 2100195 w 13158799"/>
              <a:gd name="connsiteY44" fmla="*/ 9008075 h 9456078"/>
              <a:gd name="connsiteX45" fmla="*/ 2144582 w 13158799"/>
              <a:gd name="connsiteY45" fmla="*/ 8987981 h 9456078"/>
              <a:gd name="connsiteX46" fmla="*/ 2188775 w 13158799"/>
              <a:gd name="connsiteY46" fmla="*/ 8967470 h 9456078"/>
              <a:gd name="connsiteX47" fmla="*/ 2232770 w 13158799"/>
              <a:gd name="connsiteY47" fmla="*/ 8946542 h 9456078"/>
              <a:gd name="connsiteX48" fmla="*/ 2276564 w 13158799"/>
              <a:gd name="connsiteY48" fmla="*/ 8925199 h 9456078"/>
              <a:gd name="connsiteX49" fmla="*/ 2320154 w 13158799"/>
              <a:gd name="connsiteY49" fmla="*/ 8903443 h 9456078"/>
              <a:gd name="connsiteX50" fmla="*/ 2363538 w 13158799"/>
              <a:gd name="connsiteY50" fmla="*/ 8881275 h 9456078"/>
              <a:gd name="connsiteX51" fmla="*/ 2406711 w 13158799"/>
              <a:gd name="connsiteY51" fmla="*/ 8858697 h 9456078"/>
              <a:gd name="connsiteX52" fmla="*/ 2449672 w 13158799"/>
              <a:gd name="connsiteY52" fmla="*/ 8835710 h 9456078"/>
              <a:gd name="connsiteX53" fmla="*/ 2492417 w 13158799"/>
              <a:gd name="connsiteY53" fmla="*/ 8812316 h 9456078"/>
              <a:gd name="connsiteX54" fmla="*/ 2534943 w 13158799"/>
              <a:gd name="connsiteY54" fmla="*/ 8788516 h 9456078"/>
              <a:gd name="connsiteX55" fmla="*/ 2577247 w 13158799"/>
              <a:gd name="connsiteY55" fmla="*/ 8764311 h 9456078"/>
              <a:gd name="connsiteX56" fmla="*/ 2619326 w 13158799"/>
              <a:gd name="connsiteY56" fmla="*/ 8739704 h 9456078"/>
              <a:gd name="connsiteX57" fmla="*/ 2661177 w 13158799"/>
              <a:gd name="connsiteY57" fmla="*/ 8714695 h 9456078"/>
              <a:gd name="connsiteX58" fmla="*/ 2702797 w 13158799"/>
              <a:gd name="connsiteY58" fmla="*/ 8689286 h 9456078"/>
              <a:gd name="connsiteX59" fmla="*/ 2744183 w 13158799"/>
              <a:gd name="connsiteY59" fmla="*/ 8663479 h 9456078"/>
              <a:gd name="connsiteX60" fmla="*/ 2785333 w 13158799"/>
              <a:gd name="connsiteY60" fmla="*/ 8637274 h 9456078"/>
              <a:gd name="connsiteX61" fmla="*/ 2826242 w 13158799"/>
              <a:gd name="connsiteY61" fmla="*/ 8610675 h 9456078"/>
              <a:gd name="connsiteX62" fmla="*/ 2866908 w 13158799"/>
              <a:gd name="connsiteY62" fmla="*/ 8583681 h 9456078"/>
              <a:gd name="connsiteX63" fmla="*/ 2907329 w 13158799"/>
              <a:gd name="connsiteY63" fmla="*/ 8556295 h 9456078"/>
              <a:gd name="connsiteX64" fmla="*/ 2947500 w 13158799"/>
              <a:gd name="connsiteY64" fmla="*/ 8528517 h 9456078"/>
              <a:gd name="connsiteX65" fmla="*/ 2987419 w 13158799"/>
              <a:gd name="connsiteY65" fmla="*/ 8500351 h 9456078"/>
              <a:gd name="connsiteX66" fmla="*/ 3027083 w 13158799"/>
              <a:gd name="connsiteY66" fmla="*/ 8471796 h 9456078"/>
              <a:gd name="connsiteX67" fmla="*/ 3066489 w 13158799"/>
              <a:gd name="connsiteY67" fmla="*/ 8442854 h 9456078"/>
              <a:gd name="connsiteX68" fmla="*/ 3105634 w 13158799"/>
              <a:gd name="connsiteY68" fmla="*/ 8413528 h 9456078"/>
              <a:gd name="connsiteX69" fmla="*/ 3144515 w 13158799"/>
              <a:gd name="connsiteY69" fmla="*/ 8383818 h 9456078"/>
              <a:gd name="connsiteX70" fmla="*/ 3183129 w 13158799"/>
              <a:gd name="connsiteY70" fmla="*/ 8353726 h 9456078"/>
              <a:gd name="connsiteX71" fmla="*/ 3221473 w 13158799"/>
              <a:gd name="connsiteY71" fmla="*/ 8323253 h 9456078"/>
              <a:gd name="connsiteX72" fmla="*/ 3259544 w 13158799"/>
              <a:gd name="connsiteY72" fmla="*/ 8292401 h 9456078"/>
              <a:gd name="connsiteX73" fmla="*/ 3297339 w 13158799"/>
              <a:gd name="connsiteY73" fmla="*/ 8261172 h 9456078"/>
              <a:gd name="connsiteX74" fmla="*/ 3334854 w 13158799"/>
              <a:gd name="connsiteY74" fmla="*/ 8229566 h 9456078"/>
              <a:gd name="connsiteX75" fmla="*/ 3372087 w 13158799"/>
              <a:gd name="connsiteY75" fmla="*/ 8197585 h 9456078"/>
              <a:gd name="connsiteX76" fmla="*/ 3409035 w 13158799"/>
              <a:gd name="connsiteY76" fmla="*/ 8165232 h 9456078"/>
              <a:gd name="connsiteX77" fmla="*/ 3445695 w 13158799"/>
              <a:gd name="connsiteY77" fmla="*/ 8132507 h 9456078"/>
              <a:gd name="connsiteX78" fmla="*/ 3482064 w 13158799"/>
              <a:gd name="connsiteY78" fmla="*/ 8099411 h 9456078"/>
              <a:gd name="connsiteX79" fmla="*/ 3518139 w 13158799"/>
              <a:gd name="connsiteY79" fmla="*/ 8065947 h 9456078"/>
              <a:gd name="connsiteX80" fmla="*/ 3553916 w 13158799"/>
              <a:gd name="connsiteY80" fmla="*/ 8032115 h 9456078"/>
              <a:gd name="connsiteX81" fmla="*/ 3589393 w 13158799"/>
              <a:gd name="connsiteY81" fmla="*/ 7997918 h 9456078"/>
              <a:gd name="connsiteX82" fmla="*/ 3624567 w 13158799"/>
              <a:gd name="connsiteY82" fmla="*/ 7963356 h 9456078"/>
              <a:gd name="connsiteX83" fmla="*/ 3659435 w 13158799"/>
              <a:gd name="connsiteY83" fmla="*/ 7928432 h 9456078"/>
              <a:gd name="connsiteX84" fmla="*/ 3693994 w 13158799"/>
              <a:gd name="connsiteY84" fmla="*/ 7893146 h 9456078"/>
              <a:gd name="connsiteX85" fmla="*/ 3728240 w 13158799"/>
              <a:gd name="connsiteY85" fmla="*/ 7857501 h 9456078"/>
              <a:gd name="connsiteX86" fmla="*/ 3762171 w 13158799"/>
              <a:gd name="connsiteY86" fmla="*/ 7821497 h 9456078"/>
              <a:gd name="connsiteX87" fmla="*/ 3795783 w 13158799"/>
              <a:gd name="connsiteY87" fmla="*/ 7785136 h 9456078"/>
              <a:gd name="connsiteX88" fmla="*/ 3829075 w 13158799"/>
              <a:gd name="connsiteY88" fmla="*/ 7748420 h 9456078"/>
              <a:gd name="connsiteX89" fmla="*/ 3862042 w 13158799"/>
              <a:gd name="connsiteY89" fmla="*/ 7711350 h 9456078"/>
              <a:gd name="connsiteX90" fmla="*/ 3894682 w 13158799"/>
              <a:gd name="connsiteY90" fmla="*/ 7673928 h 9456078"/>
              <a:gd name="connsiteX91" fmla="*/ 3926991 w 13158799"/>
              <a:gd name="connsiteY91" fmla="*/ 7636155 h 9456078"/>
              <a:gd name="connsiteX92" fmla="*/ 3958967 w 13158799"/>
              <a:gd name="connsiteY92" fmla="*/ 7598032 h 9456078"/>
              <a:gd name="connsiteX93" fmla="*/ 3990607 w 13158799"/>
              <a:gd name="connsiteY93" fmla="*/ 7559561 h 9456078"/>
              <a:gd name="connsiteX94" fmla="*/ 4021907 w 13158799"/>
              <a:gd name="connsiteY94" fmla="*/ 7520744 h 9456078"/>
              <a:gd name="connsiteX95" fmla="*/ 4052865 w 13158799"/>
              <a:gd name="connsiteY95" fmla="*/ 7481582 h 9456078"/>
              <a:gd name="connsiteX96" fmla="*/ 4083478 w 13158799"/>
              <a:gd name="connsiteY96" fmla="*/ 7442077 h 9456078"/>
              <a:gd name="connsiteX97" fmla="*/ 8022311 w 13158799"/>
              <a:gd name="connsiteY97" fmla="*/ 2307814 h 9456078"/>
              <a:gd name="connsiteX98" fmla="*/ 8052902 w 13158799"/>
              <a:gd name="connsiteY98" fmla="*/ 2268285 h 9456078"/>
              <a:gd name="connsiteX99" fmla="*/ 8083796 w 13158799"/>
              <a:gd name="connsiteY99" fmla="*/ 2229056 h 9456078"/>
              <a:gd name="connsiteX100" fmla="*/ 8114989 w 13158799"/>
              <a:gd name="connsiteY100" fmla="*/ 2190127 h 9456078"/>
              <a:gd name="connsiteX101" fmla="*/ 8146479 w 13158799"/>
              <a:gd name="connsiteY101" fmla="*/ 2151500 h 9456078"/>
              <a:gd name="connsiteX102" fmla="*/ 8178264 w 13158799"/>
              <a:gd name="connsiteY102" fmla="*/ 2113176 h 9456078"/>
              <a:gd name="connsiteX103" fmla="*/ 8210341 w 13158799"/>
              <a:gd name="connsiteY103" fmla="*/ 2075157 h 9456078"/>
              <a:gd name="connsiteX104" fmla="*/ 8242709 w 13158799"/>
              <a:gd name="connsiteY104" fmla="*/ 2037442 h 9456078"/>
              <a:gd name="connsiteX105" fmla="*/ 8275365 w 13158799"/>
              <a:gd name="connsiteY105" fmla="*/ 2000034 h 9456078"/>
              <a:gd name="connsiteX106" fmla="*/ 8308307 w 13158799"/>
              <a:gd name="connsiteY106" fmla="*/ 1962934 h 9456078"/>
              <a:gd name="connsiteX107" fmla="*/ 8341532 w 13158799"/>
              <a:gd name="connsiteY107" fmla="*/ 1926142 h 9456078"/>
              <a:gd name="connsiteX108" fmla="*/ 8375038 w 13158799"/>
              <a:gd name="connsiteY108" fmla="*/ 1889660 h 9456078"/>
              <a:gd name="connsiteX109" fmla="*/ 8408823 w 13158799"/>
              <a:gd name="connsiteY109" fmla="*/ 1853489 h 9456078"/>
              <a:gd name="connsiteX110" fmla="*/ 8442885 w 13158799"/>
              <a:gd name="connsiteY110" fmla="*/ 1817630 h 9456078"/>
              <a:gd name="connsiteX111" fmla="*/ 8477221 w 13158799"/>
              <a:gd name="connsiteY111" fmla="*/ 1782084 h 9456078"/>
              <a:gd name="connsiteX112" fmla="*/ 8511829 w 13158799"/>
              <a:gd name="connsiteY112" fmla="*/ 1746853 h 9456078"/>
              <a:gd name="connsiteX113" fmla="*/ 8546706 w 13158799"/>
              <a:gd name="connsiteY113" fmla="*/ 1711937 h 9456078"/>
              <a:gd name="connsiteX114" fmla="*/ 8581851 w 13158799"/>
              <a:gd name="connsiteY114" fmla="*/ 1677337 h 9456078"/>
              <a:gd name="connsiteX115" fmla="*/ 8617261 w 13158799"/>
              <a:gd name="connsiteY115" fmla="*/ 1643056 h 9456078"/>
              <a:gd name="connsiteX116" fmla="*/ 8652934 w 13158799"/>
              <a:gd name="connsiteY116" fmla="*/ 1609093 h 9456078"/>
              <a:gd name="connsiteX117" fmla="*/ 8688867 w 13158799"/>
              <a:gd name="connsiteY117" fmla="*/ 1575450 h 9456078"/>
              <a:gd name="connsiteX118" fmla="*/ 8725058 w 13158799"/>
              <a:gd name="connsiteY118" fmla="*/ 1542128 h 9456078"/>
              <a:gd name="connsiteX119" fmla="*/ 8761506 w 13158799"/>
              <a:gd name="connsiteY119" fmla="*/ 1509129 h 9456078"/>
              <a:gd name="connsiteX120" fmla="*/ 8798207 w 13158799"/>
              <a:gd name="connsiteY120" fmla="*/ 1476452 h 9456078"/>
              <a:gd name="connsiteX121" fmla="*/ 8835159 w 13158799"/>
              <a:gd name="connsiteY121" fmla="*/ 1444101 h 9456078"/>
              <a:gd name="connsiteX122" fmla="*/ 8872360 w 13158799"/>
              <a:gd name="connsiteY122" fmla="*/ 1412075 h 9456078"/>
              <a:gd name="connsiteX123" fmla="*/ 8909808 w 13158799"/>
              <a:gd name="connsiteY123" fmla="*/ 1380375 h 9456078"/>
              <a:gd name="connsiteX124" fmla="*/ 8947501 w 13158799"/>
              <a:gd name="connsiteY124" fmla="*/ 1349004 h 9456078"/>
              <a:gd name="connsiteX125" fmla="*/ 8985435 w 13158799"/>
              <a:gd name="connsiteY125" fmla="*/ 1317962 h 9456078"/>
              <a:gd name="connsiteX126" fmla="*/ 9023610 w 13158799"/>
              <a:gd name="connsiteY126" fmla="*/ 1287250 h 9456078"/>
              <a:gd name="connsiteX127" fmla="*/ 9062022 w 13158799"/>
              <a:gd name="connsiteY127" fmla="*/ 1256869 h 9456078"/>
              <a:gd name="connsiteX128" fmla="*/ 9100669 w 13158799"/>
              <a:gd name="connsiteY128" fmla="*/ 1226820 h 9456078"/>
              <a:gd name="connsiteX129" fmla="*/ 9139549 w 13158799"/>
              <a:gd name="connsiteY129" fmla="*/ 1197105 h 9456078"/>
              <a:gd name="connsiteX130" fmla="*/ 9178660 w 13158799"/>
              <a:gd name="connsiteY130" fmla="*/ 1167725 h 9456078"/>
              <a:gd name="connsiteX131" fmla="*/ 9217999 w 13158799"/>
              <a:gd name="connsiteY131" fmla="*/ 1138681 h 9456078"/>
              <a:gd name="connsiteX132" fmla="*/ 9257564 w 13158799"/>
              <a:gd name="connsiteY132" fmla="*/ 1109974 h 9456078"/>
              <a:gd name="connsiteX133" fmla="*/ 9297353 w 13158799"/>
              <a:gd name="connsiteY133" fmla="*/ 1081604 h 9456078"/>
              <a:gd name="connsiteX134" fmla="*/ 9337364 w 13158799"/>
              <a:gd name="connsiteY134" fmla="*/ 1053574 h 9456078"/>
              <a:gd name="connsiteX135" fmla="*/ 9377594 w 13158799"/>
              <a:gd name="connsiteY135" fmla="*/ 1025884 h 9456078"/>
              <a:gd name="connsiteX136" fmla="*/ 9418040 w 13158799"/>
              <a:gd name="connsiteY136" fmla="*/ 998536 h 9456078"/>
              <a:gd name="connsiteX137" fmla="*/ 9458702 w 13158799"/>
              <a:gd name="connsiteY137" fmla="*/ 971530 h 9456078"/>
              <a:gd name="connsiteX138" fmla="*/ 9499575 w 13158799"/>
              <a:gd name="connsiteY138" fmla="*/ 944868 h 9456078"/>
              <a:gd name="connsiteX139" fmla="*/ 9540659 w 13158799"/>
              <a:gd name="connsiteY139" fmla="*/ 918551 h 9456078"/>
              <a:gd name="connsiteX140" fmla="*/ 9581950 w 13158799"/>
              <a:gd name="connsiteY140" fmla="*/ 892580 h 9456078"/>
              <a:gd name="connsiteX141" fmla="*/ 9623447 w 13158799"/>
              <a:gd name="connsiteY141" fmla="*/ 866956 h 9456078"/>
              <a:gd name="connsiteX142" fmla="*/ 9665147 w 13158799"/>
              <a:gd name="connsiteY142" fmla="*/ 841681 h 9456078"/>
              <a:gd name="connsiteX143" fmla="*/ 9707048 w 13158799"/>
              <a:gd name="connsiteY143" fmla="*/ 816754 h 9456078"/>
              <a:gd name="connsiteX144" fmla="*/ 9749147 w 13158799"/>
              <a:gd name="connsiteY144" fmla="*/ 792179 h 9456078"/>
              <a:gd name="connsiteX145" fmla="*/ 9791443 w 13158799"/>
              <a:gd name="connsiteY145" fmla="*/ 767955 h 9456078"/>
              <a:gd name="connsiteX146" fmla="*/ 9833932 w 13158799"/>
              <a:gd name="connsiteY146" fmla="*/ 744083 h 9456078"/>
              <a:gd name="connsiteX147" fmla="*/ 9876613 w 13158799"/>
              <a:gd name="connsiteY147" fmla="*/ 720566 h 9456078"/>
              <a:gd name="connsiteX148" fmla="*/ 9919484 w 13158799"/>
              <a:gd name="connsiteY148" fmla="*/ 697404 h 9456078"/>
              <a:gd name="connsiteX149" fmla="*/ 9962542 w 13158799"/>
              <a:gd name="connsiteY149" fmla="*/ 674598 h 9456078"/>
              <a:gd name="connsiteX150" fmla="*/ 10005784 w 13158799"/>
              <a:gd name="connsiteY150" fmla="*/ 652149 h 9456078"/>
              <a:gd name="connsiteX151" fmla="*/ 10049209 w 13158799"/>
              <a:gd name="connsiteY151" fmla="*/ 630059 h 9456078"/>
              <a:gd name="connsiteX152" fmla="*/ 10092814 w 13158799"/>
              <a:gd name="connsiteY152" fmla="*/ 608328 h 9456078"/>
              <a:gd name="connsiteX153" fmla="*/ 10136597 w 13158799"/>
              <a:gd name="connsiteY153" fmla="*/ 586958 h 9456078"/>
              <a:gd name="connsiteX154" fmla="*/ 10180556 w 13158799"/>
              <a:gd name="connsiteY154" fmla="*/ 565950 h 9456078"/>
              <a:gd name="connsiteX155" fmla="*/ 10224688 w 13158799"/>
              <a:gd name="connsiteY155" fmla="*/ 545304 h 9456078"/>
              <a:gd name="connsiteX156" fmla="*/ 10268991 w 13158799"/>
              <a:gd name="connsiteY156" fmla="*/ 525023 h 9456078"/>
              <a:gd name="connsiteX157" fmla="*/ 10313463 w 13158799"/>
              <a:gd name="connsiteY157" fmla="*/ 505107 h 9456078"/>
              <a:gd name="connsiteX158" fmla="*/ 10358101 w 13158799"/>
              <a:gd name="connsiteY158" fmla="*/ 485558 h 9456078"/>
              <a:gd name="connsiteX159" fmla="*/ 10402903 w 13158799"/>
              <a:gd name="connsiteY159" fmla="*/ 466376 h 9456078"/>
              <a:gd name="connsiteX160" fmla="*/ 10447868 w 13158799"/>
              <a:gd name="connsiteY160" fmla="*/ 447563 h 9456078"/>
              <a:gd name="connsiteX161" fmla="*/ 10492991 w 13158799"/>
              <a:gd name="connsiteY161" fmla="*/ 429119 h 9456078"/>
              <a:gd name="connsiteX162" fmla="*/ 10538272 w 13158799"/>
              <a:gd name="connsiteY162" fmla="*/ 411046 h 9456078"/>
              <a:gd name="connsiteX163" fmla="*/ 10583708 w 13158799"/>
              <a:gd name="connsiteY163" fmla="*/ 393346 h 9456078"/>
              <a:gd name="connsiteX164" fmla="*/ 10629297 w 13158799"/>
              <a:gd name="connsiteY164" fmla="*/ 376018 h 9456078"/>
              <a:gd name="connsiteX165" fmla="*/ 10675036 w 13158799"/>
              <a:gd name="connsiteY165" fmla="*/ 359065 h 9456078"/>
              <a:gd name="connsiteX166" fmla="*/ 10720923 w 13158799"/>
              <a:gd name="connsiteY166" fmla="*/ 342487 h 9456078"/>
              <a:gd name="connsiteX167" fmla="*/ 10766956 w 13158799"/>
              <a:gd name="connsiteY167" fmla="*/ 326286 h 9456078"/>
              <a:gd name="connsiteX168" fmla="*/ 10813132 w 13158799"/>
              <a:gd name="connsiteY168" fmla="*/ 310462 h 9456078"/>
              <a:gd name="connsiteX169" fmla="*/ 10859450 w 13158799"/>
              <a:gd name="connsiteY169" fmla="*/ 295018 h 9456078"/>
              <a:gd name="connsiteX170" fmla="*/ 10905907 w 13158799"/>
              <a:gd name="connsiteY170" fmla="*/ 279953 h 9456078"/>
              <a:gd name="connsiteX171" fmla="*/ 10952500 w 13158799"/>
              <a:gd name="connsiteY171" fmla="*/ 265269 h 9456078"/>
              <a:gd name="connsiteX172" fmla="*/ 10999227 w 13158799"/>
              <a:gd name="connsiteY172" fmla="*/ 250968 h 9456078"/>
              <a:gd name="connsiteX173" fmla="*/ 11046087 w 13158799"/>
              <a:gd name="connsiteY173" fmla="*/ 237049 h 9456078"/>
              <a:gd name="connsiteX174" fmla="*/ 11093076 w 13158799"/>
              <a:gd name="connsiteY174" fmla="*/ 223516 h 9456078"/>
              <a:gd name="connsiteX175" fmla="*/ 11140193 w 13158799"/>
              <a:gd name="connsiteY175" fmla="*/ 210368 h 9456078"/>
              <a:gd name="connsiteX176" fmla="*/ 11187434 w 13158799"/>
              <a:gd name="connsiteY176" fmla="*/ 197606 h 9456078"/>
              <a:gd name="connsiteX177" fmla="*/ 11234799 w 13158799"/>
              <a:gd name="connsiteY177" fmla="*/ 185233 h 9456078"/>
              <a:gd name="connsiteX178" fmla="*/ 11282284 w 13158799"/>
              <a:gd name="connsiteY178" fmla="*/ 173248 h 9456078"/>
              <a:gd name="connsiteX179" fmla="*/ 11329888 w 13158799"/>
              <a:gd name="connsiteY179" fmla="*/ 161654 h 9456078"/>
              <a:gd name="connsiteX180" fmla="*/ 11377607 w 13158799"/>
              <a:gd name="connsiteY180" fmla="*/ 150451 h 9456078"/>
              <a:gd name="connsiteX181" fmla="*/ 11425440 w 13158799"/>
              <a:gd name="connsiteY181" fmla="*/ 139640 h 9456078"/>
              <a:gd name="connsiteX182" fmla="*/ 11473385 w 13158799"/>
              <a:gd name="connsiteY182" fmla="*/ 129223 h 9456078"/>
              <a:gd name="connsiteX183" fmla="*/ 11521439 w 13158799"/>
              <a:gd name="connsiteY183" fmla="*/ 119201 h 9456078"/>
              <a:gd name="connsiteX184" fmla="*/ 11569599 w 13158799"/>
              <a:gd name="connsiteY184" fmla="*/ 109574 h 9456078"/>
              <a:gd name="connsiteX185" fmla="*/ 11617864 w 13158799"/>
              <a:gd name="connsiteY185" fmla="*/ 100344 h 9456078"/>
              <a:gd name="connsiteX186" fmla="*/ 11666231 w 13158799"/>
              <a:gd name="connsiteY186" fmla="*/ 91512 h 9456078"/>
              <a:gd name="connsiteX187" fmla="*/ 11714698 w 13158799"/>
              <a:gd name="connsiteY187" fmla="*/ 83080 h 9456078"/>
              <a:gd name="connsiteX188" fmla="*/ 11763263 w 13158799"/>
              <a:gd name="connsiteY188" fmla="*/ 75047 h 9456078"/>
              <a:gd name="connsiteX189" fmla="*/ 11811923 w 13158799"/>
              <a:gd name="connsiteY189" fmla="*/ 67417 h 9456078"/>
              <a:gd name="connsiteX190" fmla="*/ 11860676 w 13158799"/>
              <a:gd name="connsiteY190" fmla="*/ 60188 h 9456078"/>
              <a:gd name="connsiteX191" fmla="*/ 11909519 w 13158799"/>
              <a:gd name="connsiteY191" fmla="*/ 53364 h 9456078"/>
              <a:gd name="connsiteX192" fmla="*/ 11958451 w 13158799"/>
              <a:gd name="connsiteY192" fmla="*/ 46944 h 9456078"/>
              <a:gd name="connsiteX193" fmla="*/ 12007470 w 13158799"/>
              <a:gd name="connsiteY193" fmla="*/ 40931 h 9456078"/>
              <a:gd name="connsiteX194" fmla="*/ 12056572 w 13158799"/>
              <a:gd name="connsiteY194" fmla="*/ 35324 h 9456078"/>
              <a:gd name="connsiteX195" fmla="*/ 12105756 w 13158799"/>
              <a:gd name="connsiteY195" fmla="*/ 30126 h 9456078"/>
              <a:gd name="connsiteX196" fmla="*/ 12155019 w 13158799"/>
              <a:gd name="connsiteY196" fmla="*/ 25337 h 9456078"/>
              <a:gd name="connsiteX197" fmla="*/ 12204359 w 13158799"/>
              <a:gd name="connsiteY197" fmla="*/ 20958 h 9456078"/>
              <a:gd name="connsiteX198" fmla="*/ 12253773 w 13158799"/>
              <a:gd name="connsiteY198" fmla="*/ 16991 h 9456078"/>
              <a:gd name="connsiteX199" fmla="*/ 12303260 w 13158799"/>
              <a:gd name="connsiteY199" fmla="*/ 13437 h 9456078"/>
              <a:gd name="connsiteX200" fmla="*/ 12352818 w 13158799"/>
              <a:gd name="connsiteY200" fmla="*/ 10297 h 9456078"/>
              <a:gd name="connsiteX201" fmla="*/ 12402443 w 13158799"/>
              <a:gd name="connsiteY201" fmla="*/ 7572 h 9456078"/>
              <a:gd name="connsiteX202" fmla="*/ 12452133 w 13158799"/>
              <a:gd name="connsiteY202" fmla="*/ 5263 h 9456078"/>
              <a:gd name="connsiteX203" fmla="*/ 12501887 w 13158799"/>
              <a:gd name="connsiteY203" fmla="*/ 3371 h 9456078"/>
              <a:gd name="connsiteX204" fmla="*/ 12551701 w 13158799"/>
              <a:gd name="connsiteY204" fmla="*/ 1898 h 9456078"/>
              <a:gd name="connsiteX205" fmla="*/ 12601574 w 13158799"/>
              <a:gd name="connsiteY205" fmla="*/ 844 h 9456078"/>
              <a:gd name="connsiteX206" fmla="*/ 12651504 w 13158799"/>
              <a:gd name="connsiteY206" fmla="*/ 211 h 9456078"/>
              <a:gd name="connsiteX207" fmla="*/ 12701487 w 13158799"/>
              <a:gd name="connsiteY207" fmla="*/ 0 h 9456078"/>
              <a:gd name="connsiteX208" fmla="*/ 13158798 w 13158799"/>
              <a:gd name="connsiteY208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28389 w 13158797"/>
              <a:gd name="connsiteY22" fmla="*/ 9330914 h 9456078"/>
              <a:gd name="connsiteX23" fmla="*/ 1176172 w 13158797"/>
              <a:gd name="connsiteY23" fmla="*/ 9319936 h 9456078"/>
              <a:gd name="connsiteX24" fmla="*/ 1223823 w 13158797"/>
              <a:gd name="connsiteY24" fmla="*/ 9308509 h 9456078"/>
              <a:gd name="connsiteX25" fmla="*/ 1271339 w 13158797"/>
              <a:gd name="connsiteY25" fmla="*/ 9296635 h 9456078"/>
              <a:gd name="connsiteX26" fmla="*/ 1318719 w 13158797"/>
              <a:gd name="connsiteY26" fmla="*/ 9284315 h 9456078"/>
              <a:gd name="connsiteX27" fmla="*/ 1365957 w 13158797"/>
              <a:gd name="connsiteY27" fmla="*/ 9271550 h 9456078"/>
              <a:gd name="connsiteX28" fmla="*/ 1413052 w 13158797"/>
              <a:gd name="connsiteY28" fmla="*/ 9258342 h 9456078"/>
              <a:gd name="connsiteX29" fmla="*/ 1460000 w 13158797"/>
              <a:gd name="connsiteY29" fmla="*/ 9244693 h 9456078"/>
              <a:gd name="connsiteX30" fmla="*/ 1506799 w 13158797"/>
              <a:gd name="connsiteY30" fmla="*/ 9230604 h 9456078"/>
              <a:gd name="connsiteX31" fmla="*/ 1553445 w 13158797"/>
              <a:gd name="connsiteY31" fmla="*/ 9216076 h 9456078"/>
              <a:gd name="connsiteX32" fmla="*/ 1599935 w 13158797"/>
              <a:gd name="connsiteY32" fmla="*/ 9201111 h 9456078"/>
              <a:gd name="connsiteX33" fmla="*/ 1646267 w 13158797"/>
              <a:gd name="connsiteY33" fmla="*/ 9185710 h 9456078"/>
              <a:gd name="connsiteX34" fmla="*/ 1692437 w 13158797"/>
              <a:gd name="connsiteY34" fmla="*/ 9169876 h 9456078"/>
              <a:gd name="connsiteX35" fmla="*/ 1738442 w 13158797"/>
              <a:gd name="connsiteY35" fmla="*/ 9153608 h 9456078"/>
              <a:gd name="connsiteX36" fmla="*/ 1784280 w 13158797"/>
              <a:gd name="connsiteY36" fmla="*/ 9136910 h 9456078"/>
              <a:gd name="connsiteX37" fmla="*/ 1829947 w 13158797"/>
              <a:gd name="connsiteY37" fmla="*/ 9119782 h 9456078"/>
              <a:gd name="connsiteX38" fmla="*/ 1875440 w 13158797"/>
              <a:gd name="connsiteY38" fmla="*/ 9102226 h 9456078"/>
              <a:gd name="connsiteX39" fmla="*/ 1920756 w 13158797"/>
              <a:gd name="connsiteY39" fmla="*/ 9084243 h 9456078"/>
              <a:gd name="connsiteX40" fmla="*/ 1965893 w 13158797"/>
              <a:gd name="connsiteY40" fmla="*/ 9065835 h 9456078"/>
              <a:gd name="connsiteX41" fmla="*/ 2010847 w 13158797"/>
              <a:gd name="connsiteY41" fmla="*/ 9047004 h 9456078"/>
              <a:gd name="connsiteX42" fmla="*/ 2055615 w 13158797"/>
              <a:gd name="connsiteY42" fmla="*/ 9027750 h 9456078"/>
              <a:gd name="connsiteX43" fmla="*/ 2100195 w 13158797"/>
              <a:gd name="connsiteY43" fmla="*/ 9008075 h 9456078"/>
              <a:gd name="connsiteX44" fmla="*/ 2144582 w 13158797"/>
              <a:gd name="connsiteY44" fmla="*/ 8987981 h 9456078"/>
              <a:gd name="connsiteX45" fmla="*/ 2188775 w 13158797"/>
              <a:gd name="connsiteY45" fmla="*/ 8967470 h 9456078"/>
              <a:gd name="connsiteX46" fmla="*/ 2232770 w 13158797"/>
              <a:gd name="connsiteY46" fmla="*/ 8946542 h 9456078"/>
              <a:gd name="connsiteX47" fmla="*/ 2276564 w 13158797"/>
              <a:gd name="connsiteY47" fmla="*/ 8925199 h 9456078"/>
              <a:gd name="connsiteX48" fmla="*/ 2320154 w 13158797"/>
              <a:gd name="connsiteY48" fmla="*/ 8903443 h 9456078"/>
              <a:gd name="connsiteX49" fmla="*/ 2363538 w 13158797"/>
              <a:gd name="connsiteY49" fmla="*/ 8881275 h 9456078"/>
              <a:gd name="connsiteX50" fmla="*/ 2406711 w 13158797"/>
              <a:gd name="connsiteY50" fmla="*/ 8858697 h 9456078"/>
              <a:gd name="connsiteX51" fmla="*/ 2449672 w 13158797"/>
              <a:gd name="connsiteY51" fmla="*/ 8835710 h 9456078"/>
              <a:gd name="connsiteX52" fmla="*/ 2492417 w 13158797"/>
              <a:gd name="connsiteY52" fmla="*/ 8812316 h 9456078"/>
              <a:gd name="connsiteX53" fmla="*/ 2534943 w 13158797"/>
              <a:gd name="connsiteY53" fmla="*/ 8788516 h 9456078"/>
              <a:gd name="connsiteX54" fmla="*/ 2577247 w 13158797"/>
              <a:gd name="connsiteY54" fmla="*/ 8764311 h 9456078"/>
              <a:gd name="connsiteX55" fmla="*/ 2619326 w 13158797"/>
              <a:gd name="connsiteY55" fmla="*/ 8739704 h 9456078"/>
              <a:gd name="connsiteX56" fmla="*/ 2661177 w 13158797"/>
              <a:gd name="connsiteY56" fmla="*/ 8714695 h 9456078"/>
              <a:gd name="connsiteX57" fmla="*/ 2702797 w 13158797"/>
              <a:gd name="connsiteY57" fmla="*/ 8689286 h 9456078"/>
              <a:gd name="connsiteX58" fmla="*/ 2744183 w 13158797"/>
              <a:gd name="connsiteY58" fmla="*/ 8663479 h 9456078"/>
              <a:gd name="connsiteX59" fmla="*/ 2785333 w 13158797"/>
              <a:gd name="connsiteY59" fmla="*/ 8637274 h 9456078"/>
              <a:gd name="connsiteX60" fmla="*/ 2826242 w 13158797"/>
              <a:gd name="connsiteY60" fmla="*/ 8610675 h 9456078"/>
              <a:gd name="connsiteX61" fmla="*/ 2866908 w 13158797"/>
              <a:gd name="connsiteY61" fmla="*/ 8583681 h 9456078"/>
              <a:gd name="connsiteX62" fmla="*/ 2907329 w 13158797"/>
              <a:gd name="connsiteY62" fmla="*/ 8556295 h 9456078"/>
              <a:gd name="connsiteX63" fmla="*/ 2947500 w 13158797"/>
              <a:gd name="connsiteY63" fmla="*/ 8528517 h 9456078"/>
              <a:gd name="connsiteX64" fmla="*/ 2987419 w 13158797"/>
              <a:gd name="connsiteY64" fmla="*/ 8500351 h 9456078"/>
              <a:gd name="connsiteX65" fmla="*/ 3027083 w 13158797"/>
              <a:gd name="connsiteY65" fmla="*/ 8471796 h 9456078"/>
              <a:gd name="connsiteX66" fmla="*/ 3066489 w 13158797"/>
              <a:gd name="connsiteY66" fmla="*/ 8442854 h 9456078"/>
              <a:gd name="connsiteX67" fmla="*/ 3105634 w 13158797"/>
              <a:gd name="connsiteY67" fmla="*/ 8413528 h 9456078"/>
              <a:gd name="connsiteX68" fmla="*/ 3144515 w 13158797"/>
              <a:gd name="connsiteY68" fmla="*/ 8383818 h 9456078"/>
              <a:gd name="connsiteX69" fmla="*/ 3183129 w 13158797"/>
              <a:gd name="connsiteY69" fmla="*/ 8353726 h 9456078"/>
              <a:gd name="connsiteX70" fmla="*/ 3221473 w 13158797"/>
              <a:gd name="connsiteY70" fmla="*/ 8323253 h 9456078"/>
              <a:gd name="connsiteX71" fmla="*/ 3259544 w 13158797"/>
              <a:gd name="connsiteY71" fmla="*/ 8292401 h 9456078"/>
              <a:gd name="connsiteX72" fmla="*/ 3297339 w 13158797"/>
              <a:gd name="connsiteY72" fmla="*/ 8261172 h 9456078"/>
              <a:gd name="connsiteX73" fmla="*/ 3334854 w 13158797"/>
              <a:gd name="connsiteY73" fmla="*/ 8229566 h 9456078"/>
              <a:gd name="connsiteX74" fmla="*/ 3372087 w 13158797"/>
              <a:gd name="connsiteY74" fmla="*/ 8197585 h 9456078"/>
              <a:gd name="connsiteX75" fmla="*/ 3409035 w 13158797"/>
              <a:gd name="connsiteY75" fmla="*/ 8165232 h 9456078"/>
              <a:gd name="connsiteX76" fmla="*/ 3445695 w 13158797"/>
              <a:gd name="connsiteY76" fmla="*/ 8132507 h 9456078"/>
              <a:gd name="connsiteX77" fmla="*/ 3482064 w 13158797"/>
              <a:gd name="connsiteY77" fmla="*/ 8099411 h 9456078"/>
              <a:gd name="connsiteX78" fmla="*/ 3518139 w 13158797"/>
              <a:gd name="connsiteY78" fmla="*/ 8065947 h 9456078"/>
              <a:gd name="connsiteX79" fmla="*/ 3553916 w 13158797"/>
              <a:gd name="connsiteY79" fmla="*/ 8032115 h 9456078"/>
              <a:gd name="connsiteX80" fmla="*/ 3589393 w 13158797"/>
              <a:gd name="connsiteY80" fmla="*/ 7997918 h 9456078"/>
              <a:gd name="connsiteX81" fmla="*/ 3624567 w 13158797"/>
              <a:gd name="connsiteY81" fmla="*/ 7963356 h 9456078"/>
              <a:gd name="connsiteX82" fmla="*/ 3659435 w 13158797"/>
              <a:gd name="connsiteY82" fmla="*/ 7928432 h 9456078"/>
              <a:gd name="connsiteX83" fmla="*/ 3693994 w 13158797"/>
              <a:gd name="connsiteY83" fmla="*/ 7893146 h 9456078"/>
              <a:gd name="connsiteX84" fmla="*/ 3728240 w 13158797"/>
              <a:gd name="connsiteY84" fmla="*/ 7857501 h 9456078"/>
              <a:gd name="connsiteX85" fmla="*/ 3762171 w 13158797"/>
              <a:gd name="connsiteY85" fmla="*/ 7821497 h 9456078"/>
              <a:gd name="connsiteX86" fmla="*/ 3795783 w 13158797"/>
              <a:gd name="connsiteY86" fmla="*/ 7785136 h 9456078"/>
              <a:gd name="connsiteX87" fmla="*/ 3829075 w 13158797"/>
              <a:gd name="connsiteY87" fmla="*/ 7748420 h 9456078"/>
              <a:gd name="connsiteX88" fmla="*/ 3862042 w 13158797"/>
              <a:gd name="connsiteY88" fmla="*/ 7711350 h 9456078"/>
              <a:gd name="connsiteX89" fmla="*/ 3894682 w 13158797"/>
              <a:gd name="connsiteY89" fmla="*/ 7673928 h 9456078"/>
              <a:gd name="connsiteX90" fmla="*/ 3926991 w 13158797"/>
              <a:gd name="connsiteY90" fmla="*/ 7636155 h 9456078"/>
              <a:gd name="connsiteX91" fmla="*/ 3958967 w 13158797"/>
              <a:gd name="connsiteY91" fmla="*/ 7598032 h 9456078"/>
              <a:gd name="connsiteX92" fmla="*/ 3990607 w 13158797"/>
              <a:gd name="connsiteY92" fmla="*/ 7559561 h 9456078"/>
              <a:gd name="connsiteX93" fmla="*/ 4021907 w 13158797"/>
              <a:gd name="connsiteY93" fmla="*/ 7520744 h 9456078"/>
              <a:gd name="connsiteX94" fmla="*/ 4052865 w 13158797"/>
              <a:gd name="connsiteY94" fmla="*/ 7481582 h 9456078"/>
              <a:gd name="connsiteX95" fmla="*/ 4083478 w 13158797"/>
              <a:gd name="connsiteY95" fmla="*/ 7442077 h 9456078"/>
              <a:gd name="connsiteX96" fmla="*/ 8022311 w 13158797"/>
              <a:gd name="connsiteY96" fmla="*/ 2307814 h 9456078"/>
              <a:gd name="connsiteX97" fmla="*/ 8052902 w 13158797"/>
              <a:gd name="connsiteY97" fmla="*/ 2268285 h 9456078"/>
              <a:gd name="connsiteX98" fmla="*/ 8083796 w 13158797"/>
              <a:gd name="connsiteY98" fmla="*/ 2229056 h 9456078"/>
              <a:gd name="connsiteX99" fmla="*/ 8114989 w 13158797"/>
              <a:gd name="connsiteY99" fmla="*/ 2190127 h 9456078"/>
              <a:gd name="connsiteX100" fmla="*/ 8146479 w 13158797"/>
              <a:gd name="connsiteY100" fmla="*/ 2151500 h 9456078"/>
              <a:gd name="connsiteX101" fmla="*/ 8178264 w 13158797"/>
              <a:gd name="connsiteY101" fmla="*/ 2113176 h 9456078"/>
              <a:gd name="connsiteX102" fmla="*/ 8210341 w 13158797"/>
              <a:gd name="connsiteY102" fmla="*/ 2075157 h 9456078"/>
              <a:gd name="connsiteX103" fmla="*/ 8242709 w 13158797"/>
              <a:gd name="connsiteY103" fmla="*/ 2037442 h 9456078"/>
              <a:gd name="connsiteX104" fmla="*/ 8275365 w 13158797"/>
              <a:gd name="connsiteY104" fmla="*/ 2000034 h 9456078"/>
              <a:gd name="connsiteX105" fmla="*/ 8308307 w 13158797"/>
              <a:gd name="connsiteY105" fmla="*/ 1962934 h 9456078"/>
              <a:gd name="connsiteX106" fmla="*/ 8341532 w 13158797"/>
              <a:gd name="connsiteY106" fmla="*/ 1926142 h 9456078"/>
              <a:gd name="connsiteX107" fmla="*/ 8375038 w 13158797"/>
              <a:gd name="connsiteY107" fmla="*/ 1889660 h 9456078"/>
              <a:gd name="connsiteX108" fmla="*/ 8408823 w 13158797"/>
              <a:gd name="connsiteY108" fmla="*/ 1853489 h 9456078"/>
              <a:gd name="connsiteX109" fmla="*/ 8442885 w 13158797"/>
              <a:gd name="connsiteY109" fmla="*/ 1817630 h 9456078"/>
              <a:gd name="connsiteX110" fmla="*/ 8477221 w 13158797"/>
              <a:gd name="connsiteY110" fmla="*/ 1782084 h 9456078"/>
              <a:gd name="connsiteX111" fmla="*/ 8511829 w 13158797"/>
              <a:gd name="connsiteY111" fmla="*/ 1746853 h 9456078"/>
              <a:gd name="connsiteX112" fmla="*/ 8546706 w 13158797"/>
              <a:gd name="connsiteY112" fmla="*/ 1711937 h 9456078"/>
              <a:gd name="connsiteX113" fmla="*/ 8581851 w 13158797"/>
              <a:gd name="connsiteY113" fmla="*/ 1677337 h 9456078"/>
              <a:gd name="connsiteX114" fmla="*/ 8617261 w 13158797"/>
              <a:gd name="connsiteY114" fmla="*/ 1643056 h 9456078"/>
              <a:gd name="connsiteX115" fmla="*/ 8652934 w 13158797"/>
              <a:gd name="connsiteY115" fmla="*/ 1609093 h 9456078"/>
              <a:gd name="connsiteX116" fmla="*/ 8688867 w 13158797"/>
              <a:gd name="connsiteY116" fmla="*/ 1575450 h 9456078"/>
              <a:gd name="connsiteX117" fmla="*/ 8725058 w 13158797"/>
              <a:gd name="connsiteY117" fmla="*/ 1542128 h 9456078"/>
              <a:gd name="connsiteX118" fmla="*/ 8761506 w 13158797"/>
              <a:gd name="connsiteY118" fmla="*/ 1509129 h 9456078"/>
              <a:gd name="connsiteX119" fmla="*/ 8798207 w 13158797"/>
              <a:gd name="connsiteY119" fmla="*/ 1476452 h 9456078"/>
              <a:gd name="connsiteX120" fmla="*/ 8835159 w 13158797"/>
              <a:gd name="connsiteY120" fmla="*/ 1444101 h 9456078"/>
              <a:gd name="connsiteX121" fmla="*/ 8872360 w 13158797"/>
              <a:gd name="connsiteY121" fmla="*/ 1412075 h 9456078"/>
              <a:gd name="connsiteX122" fmla="*/ 8909808 w 13158797"/>
              <a:gd name="connsiteY122" fmla="*/ 1380375 h 9456078"/>
              <a:gd name="connsiteX123" fmla="*/ 8947501 w 13158797"/>
              <a:gd name="connsiteY123" fmla="*/ 1349004 h 9456078"/>
              <a:gd name="connsiteX124" fmla="*/ 8985435 w 13158797"/>
              <a:gd name="connsiteY124" fmla="*/ 1317962 h 9456078"/>
              <a:gd name="connsiteX125" fmla="*/ 9023610 w 13158797"/>
              <a:gd name="connsiteY125" fmla="*/ 1287250 h 9456078"/>
              <a:gd name="connsiteX126" fmla="*/ 9062022 w 13158797"/>
              <a:gd name="connsiteY126" fmla="*/ 1256869 h 9456078"/>
              <a:gd name="connsiteX127" fmla="*/ 9100669 w 13158797"/>
              <a:gd name="connsiteY127" fmla="*/ 1226820 h 9456078"/>
              <a:gd name="connsiteX128" fmla="*/ 9139549 w 13158797"/>
              <a:gd name="connsiteY128" fmla="*/ 1197105 h 9456078"/>
              <a:gd name="connsiteX129" fmla="*/ 9178660 w 13158797"/>
              <a:gd name="connsiteY129" fmla="*/ 1167725 h 9456078"/>
              <a:gd name="connsiteX130" fmla="*/ 9217999 w 13158797"/>
              <a:gd name="connsiteY130" fmla="*/ 1138681 h 9456078"/>
              <a:gd name="connsiteX131" fmla="*/ 9257564 w 13158797"/>
              <a:gd name="connsiteY131" fmla="*/ 1109974 h 9456078"/>
              <a:gd name="connsiteX132" fmla="*/ 9297353 w 13158797"/>
              <a:gd name="connsiteY132" fmla="*/ 1081604 h 9456078"/>
              <a:gd name="connsiteX133" fmla="*/ 9337364 w 13158797"/>
              <a:gd name="connsiteY133" fmla="*/ 1053574 h 9456078"/>
              <a:gd name="connsiteX134" fmla="*/ 9377594 w 13158797"/>
              <a:gd name="connsiteY134" fmla="*/ 1025884 h 9456078"/>
              <a:gd name="connsiteX135" fmla="*/ 9418040 w 13158797"/>
              <a:gd name="connsiteY135" fmla="*/ 998536 h 9456078"/>
              <a:gd name="connsiteX136" fmla="*/ 9458702 w 13158797"/>
              <a:gd name="connsiteY136" fmla="*/ 971530 h 9456078"/>
              <a:gd name="connsiteX137" fmla="*/ 9499575 w 13158797"/>
              <a:gd name="connsiteY137" fmla="*/ 944868 h 9456078"/>
              <a:gd name="connsiteX138" fmla="*/ 9540659 w 13158797"/>
              <a:gd name="connsiteY138" fmla="*/ 918551 h 9456078"/>
              <a:gd name="connsiteX139" fmla="*/ 9581950 w 13158797"/>
              <a:gd name="connsiteY139" fmla="*/ 892580 h 9456078"/>
              <a:gd name="connsiteX140" fmla="*/ 9623447 w 13158797"/>
              <a:gd name="connsiteY140" fmla="*/ 866956 h 9456078"/>
              <a:gd name="connsiteX141" fmla="*/ 9665147 w 13158797"/>
              <a:gd name="connsiteY141" fmla="*/ 841681 h 9456078"/>
              <a:gd name="connsiteX142" fmla="*/ 9707048 w 13158797"/>
              <a:gd name="connsiteY142" fmla="*/ 816754 h 9456078"/>
              <a:gd name="connsiteX143" fmla="*/ 9749147 w 13158797"/>
              <a:gd name="connsiteY143" fmla="*/ 792179 h 9456078"/>
              <a:gd name="connsiteX144" fmla="*/ 9791443 w 13158797"/>
              <a:gd name="connsiteY144" fmla="*/ 767955 h 9456078"/>
              <a:gd name="connsiteX145" fmla="*/ 9833932 w 13158797"/>
              <a:gd name="connsiteY145" fmla="*/ 744083 h 9456078"/>
              <a:gd name="connsiteX146" fmla="*/ 9876613 w 13158797"/>
              <a:gd name="connsiteY146" fmla="*/ 720566 h 9456078"/>
              <a:gd name="connsiteX147" fmla="*/ 9919484 w 13158797"/>
              <a:gd name="connsiteY147" fmla="*/ 697404 h 9456078"/>
              <a:gd name="connsiteX148" fmla="*/ 9962542 w 13158797"/>
              <a:gd name="connsiteY148" fmla="*/ 674598 h 9456078"/>
              <a:gd name="connsiteX149" fmla="*/ 10005784 w 13158797"/>
              <a:gd name="connsiteY149" fmla="*/ 652149 h 9456078"/>
              <a:gd name="connsiteX150" fmla="*/ 10049209 w 13158797"/>
              <a:gd name="connsiteY150" fmla="*/ 630059 h 9456078"/>
              <a:gd name="connsiteX151" fmla="*/ 10092814 w 13158797"/>
              <a:gd name="connsiteY151" fmla="*/ 608328 h 9456078"/>
              <a:gd name="connsiteX152" fmla="*/ 10136597 w 13158797"/>
              <a:gd name="connsiteY152" fmla="*/ 586958 h 9456078"/>
              <a:gd name="connsiteX153" fmla="*/ 10180556 w 13158797"/>
              <a:gd name="connsiteY153" fmla="*/ 565950 h 9456078"/>
              <a:gd name="connsiteX154" fmla="*/ 10224688 w 13158797"/>
              <a:gd name="connsiteY154" fmla="*/ 545304 h 9456078"/>
              <a:gd name="connsiteX155" fmla="*/ 10268991 w 13158797"/>
              <a:gd name="connsiteY155" fmla="*/ 525023 h 9456078"/>
              <a:gd name="connsiteX156" fmla="*/ 10313463 w 13158797"/>
              <a:gd name="connsiteY156" fmla="*/ 505107 h 9456078"/>
              <a:gd name="connsiteX157" fmla="*/ 10358101 w 13158797"/>
              <a:gd name="connsiteY157" fmla="*/ 485558 h 9456078"/>
              <a:gd name="connsiteX158" fmla="*/ 10402903 w 13158797"/>
              <a:gd name="connsiteY158" fmla="*/ 466376 h 9456078"/>
              <a:gd name="connsiteX159" fmla="*/ 10447868 w 13158797"/>
              <a:gd name="connsiteY159" fmla="*/ 447563 h 9456078"/>
              <a:gd name="connsiteX160" fmla="*/ 10492991 w 13158797"/>
              <a:gd name="connsiteY160" fmla="*/ 429119 h 9456078"/>
              <a:gd name="connsiteX161" fmla="*/ 10538272 w 13158797"/>
              <a:gd name="connsiteY161" fmla="*/ 411046 h 9456078"/>
              <a:gd name="connsiteX162" fmla="*/ 10583708 w 13158797"/>
              <a:gd name="connsiteY162" fmla="*/ 393346 h 9456078"/>
              <a:gd name="connsiteX163" fmla="*/ 10629297 w 13158797"/>
              <a:gd name="connsiteY163" fmla="*/ 376018 h 9456078"/>
              <a:gd name="connsiteX164" fmla="*/ 10675036 w 13158797"/>
              <a:gd name="connsiteY164" fmla="*/ 359065 h 9456078"/>
              <a:gd name="connsiteX165" fmla="*/ 10720923 w 13158797"/>
              <a:gd name="connsiteY165" fmla="*/ 342487 h 9456078"/>
              <a:gd name="connsiteX166" fmla="*/ 10766956 w 13158797"/>
              <a:gd name="connsiteY166" fmla="*/ 326286 h 9456078"/>
              <a:gd name="connsiteX167" fmla="*/ 10813132 w 13158797"/>
              <a:gd name="connsiteY167" fmla="*/ 310462 h 9456078"/>
              <a:gd name="connsiteX168" fmla="*/ 10859450 w 13158797"/>
              <a:gd name="connsiteY168" fmla="*/ 295018 h 9456078"/>
              <a:gd name="connsiteX169" fmla="*/ 10905907 w 13158797"/>
              <a:gd name="connsiteY169" fmla="*/ 279953 h 9456078"/>
              <a:gd name="connsiteX170" fmla="*/ 10952500 w 13158797"/>
              <a:gd name="connsiteY170" fmla="*/ 265269 h 9456078"/>
              <a:gd name="connsiteX171" fmla="*/ 10999227 w 13158797"/>
              <a:gd name="connsiteY171" fmla="*/ 250968 h 9456078"/>
              <a:gd name="connsiteX172" fmla="*/ 11046087 w 13158797"/>
              <a:gd name="connsiteY172" fmla="*/ 237049 h 9456078"/>
              <a:gd name="connsiteX173" fmla="*/ 11093076 w 13158797"/>
              <a:gd name="connsiteY173" fmla="*/ 223516 h 9456078"/>
              <a:gd name="connsiteX174" fmla="*/ 11140193 w 13158797"/>
              <a:gd name="connsiteY174" fmla="*/ 210368 h 9456078"/>
              <a:gd name="connsiteX175" fmla="*/ 11187434 w 13158797"/>
              <a:gd name="connsiteY175" fmla="*/ 197606 h 9456078"/>
              <a:gd name="connsiteX176" fmla="*/ 11234799 w 13158797"/>
              <a:gd name="connsiteY176" fmla="*/ 185233 h 9456078"/>
              <a:gd name="connsiteX177" fmla="*/ 11282284 w 13158797"/>
              <a:gd name="connsiteY177" fmla="*/ 173248 h 9456078"/>
              <a:gd name="connsiteX178" fmla="*/ 11329888 w 13158797"/>
              <a:gd name="connsiteY178" fmla="*/ 161654 h 9456078"/>
              <a:gd name="connsiteX179" fmla="*/ 11377607 w 13158797"/>
              <a:gd name="connsiteY179" fmla="*/ 150451 h 9456078"/>
              <a:gd name="connsiteX180" fmla="*/ 11425440 w 13158797"/>
              <a:gd name="connsiteY180" fmla="*/ 139640 h 9456078"/>
              <a:gd name="connsiteX181" fmla="*/ 11473385 w 13158797"/>
              <a:gd name="connsiteY181" fmla="*/ 129223 h 9456078"/>
              <a:gd name="connsiteX182" fmla="*/ 11521439 w 13158797"/>
              <a:gd name="connsiteY182" fmla="*/ 119201 h 9456078"/>
              <a:gd name="connsiteX183" fmla="*/ 11569599 w 13158797"/>
              <a:gd name="connsiteY183" fmla="*/ 109574 h 9456078"/>
              <a:gd name="connsiteX184" fmla="*/ 11617864 w 13158797"/>
              <a:gd name="connsiteY184" fmla="*/ 100344 h 9456078"/>
              <a:gd name="connsiteX185" fmla="*/ 11666231 w 13158797"/>
              <a:gd name="connsiteY185" fmla="*/ 91512 h 9456078"/>
              <a:gd name="connsiteX186" fmla="*/ 11714698 w 13158797"/>
              <a:gd name="connsiteY186" fmla="*/ 83080 h 9456078"/>
              <a:gd name="connsiteX187" fmla="*/ 11763263 w 13158797"/>
              <a:gd name="connsiteY187" fmla="*/ 75047 h 9456078"/>
              <a:gd name="connsiteX188" fmla="*/ 11811923 w 13158797"/>
              <a:gd name="connsiteY188" fmla="*/ 67417 h 9456078"/>
              <a:gd name="connsiteX189" fmla="*/ 11860676 w 13158797"/>
              <a:gd name="connsiteY189" fmla="*/ 60188 h 9456078"/>
              <a:gd name="connsiteX190" fmla="*/ 11909519 w 13158797"/>
              <a:gd name="connsiteY190" fmla="*/ 53364 h 9456078"/>
              <a:gd name="connsiteX191" fmla="*/ 11958451 w 13158797"/>
              <a:gd name="connsiteY191" fmla="*/ 46944 h 9456078"/>
              <a:gd name="connsiteX192" fmla="*/ 12007470 w 13158797"/>
              <a:gd name="connsiteY192" fmla="*/ 40931 h 9456078"/>
              <a:gd name="connsiteX193" fmla="*/ 12056572 w 13158797"/>
              <a:gd name="connsiteY193" fmla="*/ 35324 h 9456078"/>
              <a:gd name="connsiteX194" fmla="*/ 12105756 w 13158797"/>
              <a:gd name="connsiteY194" fmla="*/ 30126 h 9456078"/>
              <a:gd name="connsiteX195" fmla="*/ 12155019 w 13158797"/>
              <a:gd name="connsiteY195" fmla="*/ 25337 h 9456078"/>
              <a:gd name="connsiteX196" fmla="*/ 12204359 w 13158797"/>
              <a:gd name="connsiteY196" fmla="*/ 20958 h 9456078"/>
              <a:gd name="connsiteX197" fmla="*/ 12253773 w 13158797"/>
              <a:gd name="connsiteY197" fmla="*/ 16991 h 9456078"/>
              <a:gd name="connsiteX198" fmla="*/ 12303260 w 13158797"/>
              <a:gd name="connsiteY198" fmla="*/ 13437 h 9456078"/>
              <a:gd name="connsiteX199" fmla="*/ 12352818 w 13158797"/>
              <a:gd name="connsiteY199" fmla="*/ 10297 h 9456078"/>
              <a:gd name="connsiteX200" fmla="*/ 12402443 w 13158797"/>
              <a:gd name="connsiteY200" fmla="*/ 7572 h 9456078"/>
              <a:gd name="connsiteX201" fmla="*/ 12452133 w 13158797"/>
              <a:gd name="connsiteY201" fmla="*/ 5263 h 9456078"/>
              <a:gd name="connsiteX202" fmla="*/ 12501887 w 13158797"/>
              <a:gd name="connsiteY202" fmla="*/ 3371 h 9456078"/>
              <a:gd name="connsiteX203" fmla="*/ 12551701 w 13158797"/>
              <a:gd name="connsiteY203" fmla="*/ 1898 h 9456078"/>
              <a:gd name="connsiteX204" fmla="*/ 12601574 w 13158797"/>
              <a:gd name="connsiteY204" fmla="*/ 844 h 9456078"/>
              <a:gd name="connsiteX205" fmla="*/ 12651504 w 13158797"/>
              <a:gd name="connsiteY205" fmla="*/ 211 h 9456078"/>
              <a:gd name="connsiteX206" fmla="*/ 12701487 w 13158797"/>
              <a:gd name="connsiteY206" fmla="*/ 0 h 9456078"/>
              <a:gd name="connsiteX207" fmla="*/ 13158798 w 13158797"/>
              <a:gd name="connsiteY207" fmla="*/ 0 h 9456078"/>
              <a:gd name="connsiteX0" fmla="*/ 0 w 13158799"/>
              <a:gd name="connsiteY0" fmla="*/ 9456078 h 9456078"/>
              <a:gd name="connsiteX1" fmla="*/ 49977 w 13158799"/>
              <a:gd name="connsiteY1" fmla="*/ 9455836 h 9456078"/>
              <a:gd name="connsiteX2" fmla="*/ 99893 w 13158799"/>
              <a:gd name="connsiteY2" fmla="*/ 9455111 h 9456078"/>
              <a:gd name="connsiteX3" fmla="*/ 149742 w 13158799"/>
              <a:gd name="connsiteY3" fmla="*/ 9453904 h 9456078"/>
              <a:gd name="connsiteX4" fmla="*/ 199524 w 13158799"/>
              <a:gd name="connsiteY4" fmla="*/ 9452217 h 9456078"/>
              <a:gd name="connsiteX5" fmla="*/ 298870 w 13158799"/>
              <a:gd name="connsiteY5" fmla="*/ 9447409 h 9456078"/>
              <a:gd name="connsiteX6" fmla="*/ 348429 w 13158799"/>
              <a:gd name="connsiteY6" fmla="*/ 9444290 h 9456078"/>
              <a:gd name="connsiteX7" fmla="*/ 397907 w 13158799"/>
              <a:gd name="connsiteY7" fmla="*/ 9440698 h 9456078"/>
              <a:gd name="connsiteX8" fmla="*/ 447302 w 13158799"/>
              <a:gd name="connsiteY8" fmla="*/ 9436632 h 9456078"/>
              <a:gd name="connsiteX9" fmla="*/ 496610 w 13158799"/>
              <a:gd name="connsiteY9" fmla="*/ 9432096 h 9456078"/>
              <a:gd name="connsiteX10" fmla="*/ 545829 w 13158799"/>
              <a:gd name="connsiteY10" fmla="*/ 9427089 h 9456078"/>
              <a:gd name="connsiteX11" fmla="*/ 594956 w 13158799"/>
              <a:gd name="connsiteY11" fmla="*/ 9421615 h 9456078"/>
              <a:gd name="connsiteX12" fmla="*/ 643987 w 13158799"/>
              <a:gd name="connsiteY12" fmla="*/ 9415673 h 9456078"/>
              <a:gd name="connsiteX13" fmla="*/ 692920 w 13158799"/>
              <a:gd name="connsiteY13" fmla="*/ 9409267 h 9456078"/>
              <a:gd name="connsiteX14" fmla="*/ 741751 w 13158799"/>
              <a:gd name="connsiteY14" fmla="*/ 9402396 h 9456078"/>
              <a:gd name="connsiteX15" fmla="*/ 790478 w 13158799"/>
              <a:gd name="connsiteY15" fmla="*/ 9395063 h 9456078"/>
              <a:gd name="connsiteX16" fmla="*/ 839098 w 13158799"/>
              <a:gd name="connsiteY16" fmla="*/ 9387270 h 9456078"/>
              <a:gd name="connsiteX17" fmla="*/ 887607 w 13158799"/>
              <a:gd name="connsiteY17" fmla="*/ 9379017 h 9456078"/>
              <a:gd name="connsiteX18" fmla="*/ 936002 w 13158799"/>
              <a:gd name="connsiteY18" fmla="*/ 9370306 h 9456078"/>
              <a:gd name="connsiteX19" fmla="*/ 984281 w 13158799"/>
              <a:gd name="connsiteY19" fmla="*/ 9361139 h 9456078"/>
              <a:gd name="connsiteX20" fmla="*/ 1032440 w 13158799"/>
              <a:gd name="connsiteY20" fmla="*/ 9351517 h 9456078"/>
              <a:gd name="connsiteX21" fmla="*/ 1080477 w 13158799"/>
              <a:gd name="connsiteY21" fmla="*/ 9341441 h 9456078"/>
              <a:gd name="connsiteX22" fmla="*/ 1176172 w 13158799"/>
              <a:gd name="connsiteY22" fmla="*/ 9319936 h 9456078"/>
              <a:gd name="connsiteX23" fmla="*/ 1223823 w 13158799"/>
              <a:gd name="connsiteY23" fmla="*/ 9308509 h 9456078"/>
              <a:gd name="connsiteX24" fmla="*/ 1271339 w 13158799"/>
              <a:gd name="connsiteY24" fmla="*/ 9296635 h 9456078"/>
              <a:gd name="connsiteX25" fmla="*/ 1318719 w 13158799"/>
              <a:gd name="connsiteY25" fmla="*/ 9284315 h 9456078"/>
              <a:gd name="connsiteX26" fmla="*/ 1365957 w 13158799"/>
              <a:gd name="connsiteY26" fmla="*/ 9271550 h 9456078"/>
              <a:gd name="connsiteX27" fmla="*/ 1413052 w 13158799"/>
              <a:gd name="connsiteY27" fmla="*/ 9258342 h 9456078"/>
              <a:gd name="connsiteX28" fmla="*/ 1460000 w 13158799"/>
              <a:gd name="connsiteY28" fmla="*/ 9244693 h 9456078"/>
              <a:gd name="connsiteX29" fmla="*/ 1506799 w 13158799"/>
              <a:gd name="connsiteY29" fmla="*/ 9230604 h 9456078"/>
              <a:gd name="connsiteX30" fmla="*/ 1553445 w 13158799"/>
              <a:gd name="connsiteY30" fmla="*/ 9216076 h 9456078"/>
              <a:gd name="connsiteX31" fmla="*/ 1599935 w 13158799"/>
              <a:gd name="connsiteY31" fmla="*/ 9201111 h 9456078"/>
              <a:gd name="connsiteX32" fmla="*/ 1646267 w 13158799"/>
              <a:gd name="connsiteY32" fmla="*/ 9185710 h 9456078"/>
              <a:gd name="connsiteX33" fmla="*/ 1692437 w 13158799"/>
              <a:gd name="connsiteY33" fmla="*/ 9169876 h 9456078"/>
              <a:gd name="connsiteX34" fmla="*/ 1738442 w 13158799"/>
              <a:gd name="connsiteY34" fmla="*/ 9153608 h 9456078"/>
              <a:gd name="connsiteX35" fmla="*/ 1784280 w 13158799"/>
              <a:gd name="connsiteY35" fmla="*/ 9136910 h 9456078"/>
              <a:gd name="connsiteX36" fmla="*/ 1829947 w 13158799"/>
              <a:gd name="connsiteY36" fmla="*/ 9119782 h 9456078"/>
              <a:gd name="connsiteX37" fmla="*/ 1875440 w 13158799"/>
              <a:gd name="connsiteY37" fmla="*/ 9102226 h 9456078"/>
              <a:gd name="connsiteX38" fmla="*/ 1920756 w 13158799"/>
              <a:gd name="connsiteY38" fmla="*/ 9084243 h 9456078"/>
              <a:gd name="connsiteX39" fmla="*/ 1965893 w 13158799"/>
              <a:gd name="connsiteY39" fmla="*/ 9065835 h 9456078"/>
              <a:gd name="connsiteX40" fmla="*/ 2010847 w 13158799"/>
              <a:gd name="connsiteY40" fmla="*/ 9047004 h 9456078"/>
              <a:gd name="connsiteX41" fmla="*/ 2055615 w 13158799"/>
              <a:gd name="connsiteY41" fmla="*/ 9027750 h 9456078"/>
              <a:gd name="connsiteX42" fmla="*/ 2100195 w 13158799"/>
              <a:gd name="connsiteY42" fmla="*/ 9008075 h 9456078"/>
              <a:gd name="connsiteX43" fmla="*/ 2144582 w 13158799"/>
              <a:gd name="connsiteY43" fmla="*/ 8987981 h 9456078"/>
              <a:gd name="connsiteX44" fmla="*/ 2188775 w 13158799"/>
              <a:gd name="connsiteY44" fmla="*/ 8967470 h 9456078"/>
              <a:gd name="connsiteX45" fmla="*/ 2232770 w 13158799"/>
              <a:gd name="connsiteY45" fmla="*/ 8946542 h 9456078"/>
              <a:gd name="connsiteX46" fmla="*/ 2276564 w 13158799"/>
              <a:gd name="connsiteY46" fmla="*/ 8925199 h 9456078"/>
              <a:gd name="connsiteX47" fmla="*/ 2320154 w 13158799"/>
              <a:gd name="connsiteY47" fmla="*/ 8903443 h 9456078"/>
              <a:gd name="connsiteX48" fmla="*/ 2363538 w 13158799"/>
              <a:gd name="connsiteY48" fmla="*/ 8881275 h 9456078"/>
              <a:gd name="connsiteX49" fmla="*/ 2406711 w 13158799"/>
              <a:gd name="connsiteY49" fmla="*/ 8858697 h 9456078"/>
              <a:gd name="connsiteX50" fmla="*/ 2449672 w 13158799"/>
              <a:gd name="connsiteY50" fmla="*/ 8835710 h 9456078"/>
              <a:gd name="connsiteX51" fmla="*/ 2492417 w 13158799"/>
              <a:gd name="connsiteY51" fmla="*/ 8812316 h 9456078"/>
              <a:gd name="connsiteX52" fmla="*/ 2534943 w 13158799"/>
              <a:gd name="connsiteY52" fmla="*/ 8788516 h 9456078"/>
              <a:gd name="connsiteX53" fmla="*/ 2577247 w 13158799"/>
              <a:gd name="connsiteY53" fmla="*/ 8764311 h 9456078"/>
              <a:gd name="connsiteX54" fmla="*/ 2619326 w 13158799"/>
              <a:gd name="connsiteY54" fmla="*/ 8739704 h 9456078"/>
              <a:gd name="connsiteX55" fmla="*/ 2661177 w 13158799"/>
              <a:gd name="connsiteY55" fmla="*/ 8714695 h 9456078"/>
              <a:gd name="connsiteX56" fmla="*/ 2702797 w 13158799"/>
              <a:gd name="connsiteY56" fmla="*/ 8689286 h 9456078"/>
              <a:gd name="connsiteX57" fmla="*/ 2744183 w 13158799"/>
              <a:gd name="connsiteY57" fmla="*/ 8663479 h 9456078"/>
              <a:gd name="connsiteX58" fmla="*/ 2785333 w 13158799"/>
              <a:gd name="connsiteY58" fmla="*/ 8637274 h 9456078"/>
              <a:gd name="connsiteX59" fmla="*/ 2826242 w 13158799"/>
              <a:gd name="connsiteY59" fmla="*/ 8610675 h 9456078"/>
              <a:gd name="connsiteX60" fmla="*/ 2866908 w 13158799"/>
              <a:gd name="connsiteY60" fmla="*/ 8583681 h 9456078"/>
              <a:gd name="connsiteX61" fmla="*/ 2907329 w 13158799"/>
              <a:gd name="connsiteY61" fmla="*/ 8556295 h 9456078"/>
              <a:gd name="connsiteX62" fmla="*/ 2947500 w 13158799"/>
              <a:gd name="connsiteY62" fmla="*/ 8528517 h 9456078"/>
              <a:gd name="connsiteX63" fmla="*/ 2987419 w 13158799"/>
              <a:gd name="connsiteY63" fmla="*/ 8500351 h 9456078"/>
              <a:gd name="connsiteX64" fmla="*/ 3027083 w 13158799"/>
              <a:gd name="connsiteY64" fmla="*/ 8471796 h 9456078"/>
              <a:gd name="connsiteX65" fmla="*/ 3066489 w 13158799"/>
              <a:gd name="connsiteY65" fmla="*/ 8442854 h 9456078"/>
              <a:gd name="connsiteX66" fmla="*/ 3105634 w 13158799"/>
              <a:gd name="connsiteY66" fmla="*/ 8413528 h 9456078"/>
              <a:gd name="connsiteX67" fmla="*/ 3144515 w 13158799"/>
              <a:gd name="connsiteY67" fmla="*/ 8383818 h 9456078"/>
              <a:gd name="connsiteX68" fmla="*/ 3183129 w 13158799"/>
              <a:gd name="connsiteY68" fmla="*/ 8353726 h 9456078"/>
              <a:gd name="connsiteX69" fmla="*/ 3221473 w 13158799"/>
              <a:gd name="connsiteY69" fmla="*/ 8323253 h 9456078"/>
              <a:gd name="connsiteX70" fmla="*/ 3259544 w 13158799"/>
              <a:gd name="connsiteY70" fmla="*/ 8292401 h 9456078"/>
              <a:gd name="connsiteX71" fmla="*/ 3297339 w 13158799"/>
              <a:gd name="connsiteY71" fmla="*/ 8261172 h 9456078"/>
              <a:gd name="connsiteX72" fmla="*/ 3334854 w 13158799"/>
              <a:gd name="connsiteY72" fmla="*/ 8229566 h 9456078"/>
              <a:gd name="connsiteX73" fmla="*/ 3372087 w 13158799"/>
              <a:gd name="connsiteY73" fmla="*/ 8197585 h 9456078"/>
              <a:gd name="connsiteX74" fmla="*/ 3409035 w 13158799"/>
              <a:gd name="connsiteY74" fmla="*/ 8165232 h 9456078"/>
              <a:gd name="connsiteX75" fmla="*/ 3445695 w 13158799"/>
              <a:gd name="connsiteY75" fmla="*/ 8132507 h 9456078"/>
              <a:gd name="connsiteX76" fmla="*/ 3482064 w 13158799"/>
              <a:gd name="connsiteY76" fmla="*/ 8099411 h 9456078"/>
              <a:gd name="connsiteX77" fmla="*/ 3518139 w 13158799"/>
              <a:gd name="connsiteY77" fmla="*/ 8065947 h 9456078"/>
              <a:gd name="connsiteX78" fmla="*/ 3553916 w 13158799"/>
              <a:gd name="connsiteY78" fmla="*/ 8032115 h 9456078"/>
              <a:gd name="connsiteX79" fmla="*/ 3589393 w 13158799"/>
              <a:gd name="connsiteY79" fmla="*/ 7997918 h 9456078"/>
              <a:gd name="connsiteX80" fmla="*/ 3624567 w 13158799"/>
              <a:gd name="connsiteY80" fmla="*/ 7963356 h 9456078"/>
              <a:gd name="connsiteX81" fmla="*/ 3659435 w 13158799"/>
              <a:gd name="connsiteY81" fmla="*/ 7928432 h 9456078"/>
              <a:gd name="connsiteX82" fmla="*/ 3693994 w 13158799"/>
              <a:gd name="connsiteY82" fmla="*/ 7893146 h 9456078"/>
              <a:gd name="connsiteX83" fmla="*/ 3728240 w 13158799"/>
              <a:gd name="connsiteY83" fmla="*/ 7857501 h 9456078"/>
              <a:gd name="connsiteX84" fmla="*/ 3762171 w 13158799"/>
              <a:gd name="connsiteY84" fmla="*/ 7821497 h 9456078"/>
              <a:gd name="connsiteX85" fmla="*/ 3795783 w 13158799"/>
              <a:gd name="connsiteY85" fmla="*/ 7785136 h 9456078"/>
              <a:gd name="connsiteX86" fmla="*/ 3829075 w 13158799"/>
              <a:gd name="connsiteY86" fmla="*/ 7748420 h 9456078"/>
              <a:gd name="connsiteX87" fmla="*/ 3862042 w 13158799"/>
              <a:gd name="connsiteY87" fmla="*/ 7711350 h 9456078"/>
              <a:gd name="connsiteX88" fmla="*/ 3894682 w 13158799"/>
              <a:gd name="connsiteY88" fmla="*/ 7673928 h 9456078"/>
              <a:gd name="connsiteX89" fmla="*/ 3926991 w 13158799"/>
              <a:gd name="connsiteY89" fmla="*/ 7636155 h 9456078"/>
              <a:gd name="connsiteX90" fmla="*/ 3958967 w 13158799"/>
              <a:gd name="connsiteY90" fmla="*/ 7598032 h 9456078"/>
              <a:gd name="connsiteX91" fmla="*/ 3990607 w 13158799"/>
              <a:gd name="connsiteY91" fmla="*/ 7559561 h 9456078"/>
              <a:gd name="connsiteX92" fmla="*/ 4021907 w 13158799"/>
              <a:gd name="connsiteY92" fmla="*/ 7520744 h 9456078"/>
              <a:gd name="connsiteX93" fmla="*/ 4052865 w 13158799"/>
              <a:gd name="connsiteY93" fmla="*/ 7481582 h 9456078"/>
              <a:gd name="connsiteX94" fmla="*/ 4083478 w 13158799"/>
              <a:gd name="connsiteY94" fmla="*/ 7442077 h 9456078"/>
              <a:gd name="connsiteX95" fmla="*/ 8022311 w 13158799"/>
              <a:gd name="connsiteY95" fmla="*/ 2307814 h 9456078"/>
              <a:gd name="connsiteX96" fmla="*/ 8052902 w 13158799"/>
              <a:gd name="connsiteY96" fmla="*/ 2268285 h 9456078"/>
              <a:gd name="connsiteX97" fmla="*/ 8083796 w 13158799"/>
              <a:gd name="connsiteY97" fmla="*/ 2229056 h 9456078"/>
              <a:gd name="connsiteX98" fmla="*/ 8114989 w 13158799"/>
              <a:gd name="connsiteY98" fmla="*/ 2190127 h 9456078"/>
              <a:gd name="connsiteX99" fmla="*/ 8146479 w 13158799"/>
              <a:gd name="connsiteY99" fmla="*/ 2151500 h 9456078"/>
              <a:gd name="connsiteX100" fmla="*/ 8178264 w 13158799"/>
              <a:gd name="connsiteY100" fmla="*/ 2113176 h 9456078"/>
              <a:gd name="connsiteX101" fmla="*/ 8210341 w 13158799"/>
              <a:gd name="connsiteY101" fmla="*/ 2075157 h 9456078"/>
              <a:gd name="connsiteX102" fmla="*/ 8242709 w 13158799"/>
              <a:gd name="connsiteY102" fmla="*/ 2037442 h 9456078"/>
              <a:gd name="connsiteX103" fmla="*/ 8275365 w 13158799"/>
              <a:gd name="connsiteY103" fmla="*/ 2000034 h 9456078"/>
              <a:gd name="connsiteX104" fmla="*/ 8308307 w 13158799"/>
              <a:gd name="connsiteY104" fmla="*/ 1962934 h 9456078"/>
              <a:gd name="connsiteX105" fmla="*/ 8341532 w 13158799"/>
              <a:gd name="connsiteY105" fmla="*/ 1926142 h 9456078"/>
              <a:gd name="connsiteX106" fmla="*/ 8375038 w 13158799"/>
              <a:gd name="connsiteY106" fmla="*/ 1889660 h 9456078"/>
              <a:gd name="connsiteX107" fmla="*/ 8408823 w 13158799"/>
              <a:gd name="connsiteY107" fmla="*/ 1853489 h 9456078"/>
              <a:gd name="connsiteX108" fmla="*/ 8442885 w 13158799"/>
              <a:gd name="connsiteY108" fmla="*/ 1817630 h 9456078"/>
              <a:gd name="connsiteX109" fmla="*/ 8477221 w 13158799"/>
              <a:gd name="connsiteY109" fmla="*/ 1782084 h 9456078"/>
              <a:gd name="connsiteX110" fmla="*/ 8511829 w 13158799"/>
              <a:gd name="connsiteY110" fmla="*/ 1746853 h 9456078"/>
              <a:gd name="connsiteX111" fmla="*/ 8546706 w 13158799"/>
              <a:gd name="connsiteY111" fmla="*/ 1711937 h 9456078"/>
              <a:gd name="connsiteX112" fmla="*/ 8581851 w 13158799"/>
              <a:gd name="connsiteY112" fmla="*/ 1677337 h 9456078"/>
              <a:gd name="connsiteX113" fmla="*/ 8617261 w 13158799"/>
              <a:gd name="connsiteY113" fmla="*/ 1643056 h 9456078"/>
              <a:gd name="connsiteX114" fmla="*/ 8652934 w 13158799"/>
              <a:gd name="connsiteY114" fmla="*/ 1609093 h 9456078"/>
              <a:gd name="connsiteX115" fmla="*/ 8688867 w 13158799"/>
              <a:gd name="connsiteY115" fmla="*/ 1575450 h 9456078"/>
              <a:gd name="connsiteX116" fmla="*/ 8725058 w 13158799"/>
              <a:gd name="connsiteY116" fmla="*/ 1542128 h 9456078"/>
              <a:gd name="connsiteX117" fmla="*/ 8761506 w 13158799"/>
              <a:gd name="connsiteY117" fmla="*/ 1509129 h 9456078"/>
              <a:gd name="connsiteX118" fmla="*/ 8798207 w 13158799"/>
              <a:gd name="connsiteY118" fmla="*/ 1476452 h 9456078"/>
              <a:gd name="connsiteX119" fmla="*/ 8835159 w 13158799"/>
              <a:gd name="connsiteY119" fmla="*/ 1444101 h 9456078"/>
              <a:gd name="connsiteX120" fmla="*/ 8872360 w 13158799"/>
              <a:gd name="connsiteY120" fmla="*/ 1412075 h 9456078"/>
              <a:gd name="connsiteX121" fmla="*/ 8909808 w 13158799"/>
              <a:gd name="connsiteY121" fmla="*/ 1380375 h 9456078"/>
              <a:gd name="connsiteX122" fmla="*/ 8947501 w 13158799"/>
              <a:gd name="connsiteY122" fmla="*/ 1349004 h 9456078"/>
              <a:gd name="connsiteX123" fmla="*/ 8985435 w 13158799"/>
              <a:gd name="connsiteY123" fmla="*/ 1317962 h 9456078"/>
              <a:gd name="connsiteX124" fmla="*/ 9023610 w 13158799"/>
              <a:gd name="connsiteY124" fmla="*/ 1287250 h 9456078"/>
              <a:gd name="connsiteX125" fmla="*/ 9062022 w 13158799"/>
              <a:gd name="connsiteY125" fmla="*/ 1256869 h 9456078"/>
              <a:gd name="connsiteX126" fmla="*/ 9100669 w 13158799"/>
              <a:gd name="connsiteY126" fmla="*/ 1226820 h 9456078"/>
              <a:gd name="connsiteX127" fmla="*/ 9139549 w 13158799"/>
              <a:gd name="connsiteY127" fmla="*/ 1197105 h 9456078"/>
              <a:gd name="connsiteX128" fmla="*/ 9178660 w 13158799"/>
              <a:gd name="connsiteY128" fmla="*/ 1167725 h 9456078"/>
              <a:gd name="connsiteX129" fmla="*/ 9217999 w 13158799"/>
              <a:gd name="connsiteY129" fmla="*/ 1138681 h 9456078"/>
              <a:gd name="connsiteX130" fmla="*/ 9257564 w 13158799"/>
              <a:gd name="connsiteY130" fmla="*/ 1109974 h 9456078"/>
              <a:gd name="connsiteX131" fmla="*/ 9297353 w 13158799"/>
              <a:gd name="connsiteY131" fmla="*/ 1081604 h 9456078"/>
              <a:gd name="connsiteX132" fmla="*/ 9337364 w 13158799"/>
              <a:gd name="connsiteY132" fmla="*/ 1053574 h 9456078"/>
              <a:gd name="connsiteX133" fmla="*/ 9377594 w 13158799"/>
              <a:gd name="connsiteY133" fmla="*/ 1025884 h 9456078"/>
              <a:gd name="connsiteX134" fmla="*/ 9418040 w 13158799"/>
              <a:gd name="connsiteY134" fmla="*/ 998536 h 9456078"/>
              <a:gd name="connsiteX135" fmla="*/ 9458702 w 13158799"/>
              <a:gd name="connsiteY135" fmla="*/ 971530 h 9456078"/>
              <a:gd name="connsiteX136" fmla="*/ 9499575 w 13158799"/>
              <a:gd name="connsiteY136" fmla="*/ 944868 h 9456078"/>
              <a:gd name="connsiteX137" fmla="*/ 9540659 w 13158799"/>
              <a:gd name="connsiteY137" fmla="*/ 918551 h 9456078"/>
              <a:gd name="connsiteX138" fmla="*/ 9581950 w 13158799"/>
              <a:gd name="connsiteY138" fmla="*/ 892580 h 9456078"/>
              <a:gd name="connsiteX139" fmla="*/ 9623447 w 13158799"/>
              <a:gd name="connsiteY139" fmla="*/ 866956 h 9456078"/>
              <a:gd name="connsiteX140" fmla="*/ 9665147 w 13158799"/>
              <a:gd name="connsiteY140" fmla="*/ 841681 h 9456078"/>
              <a:gd name="connsiteX141" fmla="*/ 9707048 w 13158799"/>
              <a:gd name="connsiteY141" fmla="*/ 816754 h 9456078"/>
              <a:gd name="connsiteX142" fmla="*/ 9749147 w 13158799"/>
              <a:gd name="connsiteY142" fmla="*/ 792179 h 9456078"/>
              <a:gd name="connsiteX143" fmla="*/ 9791443 w 13158799"/>
              <a:gd name="connsiteY143" fmla="*/ 767955 h 9456078"/>
              <a:gd name="connsiteX144" fmla="*/ 9833932 w 13158799"/>
              <a:gd name="connsiteY144" fmla="*/ 744083 h 9456078"/>
              <a:gd name="connsiteX145" fmla="*/ 9876613 w 13158799"/>
              <a:gd name="connsiteY145" fmla="*/ 720566 h 9456078"/>
              <a:gd name="connsiteX146" fmla="*/ 9919484 w 13158799"/>
              <a:gd name="connsiteY146" fmla="*/ 697404 h 9456078"/>
              <a:gd name="connsiteX147" fmla="*/ 9962542 w 13158799"/>
              <a:gd name="connsiteY147" fmla="*/ 674598 h 9456078"/>
              <a:gd name="connsiteX148" fmla="*/ 10005784 w 13158799"/>
              <a:gd name="connsiteY148" fmla="*/ 652149 h 9456078"/>
              <a:gd name="connsiteX149" fmla="*/ 10049209 w 13158799"/>
              <a:gd name="connsiteY149" fmla="*/ 630059 h 9456078"/>
              <a:gd name="connsiteX150" fmla="*/ 10092814 w 13158799"/>
              <a:gd name="connsiteY150" fmla="*/ 608328 h 9456078"/>
              <a:gd name="connsiteX151" fmla="*/ 10136597 w 13158799"/>
              <a:gd name="connsiteY151" fmla="*/ 586958 h 9456078"/>
              <a:gd name="connsiteX152" fmla="*/ 10180556 w 13158799"/>
              <a:gd name="connsiteY152" fmla="*/ 565950 h 9456078"/>
              <a:gd name="connsiteX153" fmla="*/ 10224688 w 13158799"/>
              <a:gd name="connsiteY153" fmla="*/ 545304 h 9456078"/>
              <a:gd name="connsiteX154" fmla="*/ 10268991 w 13158799"/>
              <a:gd name="connsiteY154" fmla="*/ 525023 h 9456078"/>
              <a:gd name="connsiteX155" fmla="*/ 10313463 w 13158799"/>
              <a:gd name="connsiteY155" fmla="*/ 505107 h 9456078"/>
              <a:gd name="connsiteX156" fmla="*/ 10358101 w 13158799"/>
              <a:gd name="connsiteY156" fmla="*/ 485558 h 9456078"/>
              <a:gd name="connsiteX157" fmla="*/ 10402903 w 13158799"/>
              <a:gd name="connsiteY157" fmla="*/ 466376 h 9456078"/>
              <a:gd name="connsiteX158" fmla="*/ 10447868 w 13158799"/>
              <a:gd name="connsiteY158" fmla="*/ 447563 h 9456078"/>
              <a:gd name="connsiteX159" fmla="*/ 10492991 w 13158799"/>
              <a:gd name="connsiteY159" fmla="*/ 429119 h 9456078"/>
              <a:gd name="connsiteX160" fmla="*/ 10538272 w 13158799"/>
              <a:gd name="connsiteY160" fmla="*/ 411046 h 9456078"/>
              <a:gd name="connsiteX161" fmla="*/ 10583708 w 13158799"/>
              <a:gd name="connsiteY161" fmla="*/ 393346 h 9456078"/>
              <a:gd name="connsiteX162" fmla="*/ 10629297 w 13158799"/>
              <a:gd name="connsiteY162" fmla="*/ 376018 h 9456078"/>
              <a:gd name="connsiteX163" fmla="*/ 10675036 w 13158799"/>
              <a:gd name="connsiteY163" fmla="*/ 359065 h 9456078"/>
              <a:gd name="connsiteX164" fmla="*/ 10720923 w 13158799"/>
              <a:gd name="connsiteY164" fmla="*/ 342487 h 9456078"/>
              <a:gd name="connsiteX165" fmla="*/ 10766956 w 13158799"/>
              <a:gd name="connsiteY165" fmla="*/ 326286 h 9456078"/>
              <a:gd name="connsiteX166" fmla="*/ 10813132 w 13158799"/>
              <a:gd name="connsiteY166" fmla="*/ 310462 h 9456078"/>
              <a:gd name="connsiteX167" fmla="*/ 10859450 w 13158799"/>
              <a:gd name="connsiteY167" fmla="*/ 295018 h 9456078"/>
              <a:gd name="connsiteX168" fmla="*/ 10905907 w 13158799"/>
              <a:gd name="connsiteY168" fmla="*/ 279953 h 9456078"/>
              <a:gd name="connsiteX169" fmla="*/ 10952500 w 13158799"/>
              <a:gd name="connsiteY169" fmla="*/ 265269 h 9456078"/>
              <a:gd name="connsiteX170" fmla="*/ 10999227 w 13158799"/>
              <a:gd name="connsiteY170" fmla="*/ 250968 h 9456078"/>
              <a:gd name="connsiteX171" fmla="*/ 11046087 w 13158799"/>
              <a:gd name="connsiteY171" fmla="*/ 237049 h 9456078"/>
              <a:gd name="connsiteX172" fmla="*/ 11093076 w 13158799"/>
              <a:gd name="connsiteY172" fmla="*/ 223516 h 9456078"/>
              <a:gd name="connsiteX173" fmla="*/ 11140193 w 13158799"/>
              <a:gd name="connsiteY173" fmla="*/ 210368 h 9456078"/>
              <a:gd name="connsiteX174" fmla="*/ 11187434 w 13158799"/>
              <a:gd name="connsiteY174" fmla="*/ 197606 h 9456078"/>
              <a:gd name="connsiteX175" fmla="*/ 11234799 w 13158799"/>
              <a:gd name="connsiteY175" fmla="*/ 185233 h 9456078"/>
              <a:gd name="connsiteX176" fmla="*/ 11282284 w 13158799"/>
              <a:gd name="connsiteY176" fmla="*/ 173248 h 9456078"/>
              <a:gd name="connsiteX177" fmla="*/ 11329888 w 13158799"/>
              <a:gd name="connsiteY177" fmla="*/ 161654 h 9456078"/>
              <a:gd name="connsiteX178" fmla="*/ 11377607 w 13158799"/>
              <a:gd name="connsiteY178" fmla="*/ 150451 h 9456078"/>
              <a:gd name="connsiteX179" fmla="*/ 11425440 w 13158799"/>
              <a:gd name="connsiteY179" fmla="*/ 139640 h 9456078"/>
              <a:gd name="connsiteX180" fmla="*/ 11473385 w 13158799"/>
              <a:gd name="connsiteY180" fmla="*/ 129223 h 9456078"/>
              <a:gd name="connsiteX181" fmla="*/ 11521439 w 13158799"/>
              <a:gd name="connsiteY181" fmla="*/ 119201 h 9456078"/>
              <a:gd name="connsiteX182" fmla="*/ 11569599 w 13158799"/>
              <a:gd name="connsiteY182" fmla="*/ 109574 h 9456078"/>
              <a:gd name="connsiteX183" fmla="*/ 11617864 w 13158799"/>
              <a:gd name="connsiteY183" fmla="*/ 100344 h 9456078"/>
              <a:gd name="connsiteX184" fmla="*/ 11666231 w 13158799"/>
              <a:gd name="connsiteY184" fmla="*/ 91512 h 9456078"/>
              <a:gd name="connsiteX185" fmla="*/ 11714698 w 13158799"/>
              <a:gd name="connsiteY185" fmla="*/ 83080 h 9456078"/>
              <a:gd name="connsiteX186" fmla="*/ 11763263 w 13158799"/>
              <a:gd name="connsiteY186" fmla="*/ 75047 h 9456078"/>
              <a:gd name="connsiteX187" fmla="*/ 11811923 w 13158799"/>
              <a:gd name="connsiteY187" fmla="*/ 67417 h 9456078"/>
              <a:gd name="connsiteX188" fmla="*/ 11860676 w 13158799"/>
              <a:gd name="connsiteY188" fmla="*/ 60188 h 9456078"/>
              <a:gd name="connsiteX189" fmla="*/ 11909519 w 13158799"/>
              <a:gd name="connsiteY189" fmla="*/ 53364 h 9456078"/>
              <a:gd name="connsiteX190" fmla="*/ 11958451 w 13158799"/>
              <a:gd name="connsiteY190" fmla="*/ 46944 h 9456078"/>
              <a:gd name="connsiteX191" fmla="*/ 12007470 w 13158799"/>
              <a:gd name="connsiteY191" fmla="*/ 40931 h 9456078"/>
              <a:gd name="connsiteX192" fmla="*/ 12056572 w 13158799"/>
              <a:gd name="connsiteY192" fmla="*/ 35324 h 9456078"/>
              <a:gd name="connsiteX193" fmla="*/ 12105756 w 13158799"/>
              <a:gd name="connsiteY193" fmla="*/ 30126 h 9456078"/>
              <a:gd name="connsiteX194" fmla="*/ 12155019 w 13158799"/>
              <a:gd name="connsiteY194" fmla="*/ 25337 h 9456078"/>
              <a:gd name="connsiteX195" fmla="*/ 12204359 w 13158799"/>
              <a:gd name="connsiteY195" fmla="*/ 20958 h 9456078"/>
              <a:gd name="connsiteX196" fmla="*/ 12253773 w 13158799"/>
              <a:gd name="connsiteY196" fmla="*/ 16991 h 9456078"/>
              <a:gd name="connsiteX197" fmla="*/ 12303260 w 13158799"/>
              <a:gd name="connsiteY197" fmla="*/ 13437 h 9456078"/>
              <a:gd name="connsiteX198" fmla="*/ 12352818 w 13158799"/>
              <a:gd name="connsiteY198" fmla="*/ 10297 h 9456078"/>
              <a:gd name="connsiteX199" fmla="*/ 12402443 w 13158799"/>
              <a:gd name="connsiteY199" fmla="*/ 7572 h 9456078"/>
              <a:gd name="connsiteX200" fmla="*/ 12452133 w 13158799"/>
              <a:gd name="connsiteY200" fmla="*/ 5263 h 9456078"/>
              <a:gd name="connsiteX201" fmla="*/ 12501887 w 13158799"/>
              <a:gd name="connsiteY201" fmla="*/ 3371 h 9456078"/>
              <a:gd name="connsiteX202" fmla="*/ 12551701 w 13158799"/>
              <a:gd name="connsiteY202" fmla="*/ 1898 h 9456078"/>
              <a:gd name="connsiteX203" fmla="*/ 12601574 w 13158799"/>
              <a:gd name="connsiteY203" fmla="*/ 844 h 9456078"/>
              <a:gd name="connsiteX204" fmla="*/ 12651504 w 13158799"/>
              <a:gd name="connsiteY204" fmla="*/ 211 h 9456078"/>
              <a:gd name="connsiteX205" fmla="*/ 12701487 w 13158799"/>
              <a:gd name="connsiteY205" fmla="*/ 0 h 9456078"/>
              <a:gd name="connsiteX206" fmla="*/ 13158798 w 13158799"/>
              <a:gd name="connsiteY206" fmla="*/ 0 h 9456078"/>
              <a:gd name="connsiteX0" fmla="*/ 0 w 13158797"/>
              <a:gd name="connsiteY0" fmla="*/ 9456078 h 9456078"/>
              <a:gd name="connsiteX1" fmla="*/ 49977 w 13158797"/>
              <a:gd name="connsiteY1" fmla="*/ 9455836 h 9456078"/>
              <a:gd name="connsiteX2" fmla="*/ 99893 w 13158797"/>
              <a:gd name="connsiteY2" fmla="*/ 9455111 h 9456078"/>
              <a:gd name="connsiteX3" fmla="*/ 149742 w 13158797"/>
              <a:gd name="connsiteY3" fmla="*/ 9453904 h 9456078"/>
              <a:gd name="connsiteX4" fmla="*/ 199524 w 13158797"/>
              <a:gd name="connsiteY4" fmla="*/ 9452217 h 9456078"/>
              <a:gd name="connsiteX5" fmla="*/ 298870 w 13158797"/>
              <a:gd name="connsiteY5" fmla="*/ 9447409 h 9456078"/>
              <a:gd name="connsiteX6" fmla="*/ 348429 w 13158797"/>
              <a:gd name="connsiteY6" fmla="*/ 9444290 h 9456078"/>
              <a:gd name="connsiteX7" fmla="*/ 397907 w 13158797"/>
              <a:gd name="connsiteY7" fmla="*/ 9440698 h 9456078"/>
              <a:gd name="connsiteX8" fmla="*/ 447302 w 13158797"/>
              <a:gd name="connsiteY8" fmla="*/ 9436632 h 9456078"/>
              <a:gd name="connsiteX9" fmla="*/ 496610 w 13158797"/>
              <a:gd name="connsiteY9" fmla="*/ 9432096 h 9456078"/>
              <a:gd name="connsiteX10" fmla="*/ 545829 w 13158797"/>
              <a:gd name="connsiteY10" fmla="*/ 9427089 h 9456078"/>
              <a:gd name="connsiteX11" fmla="*/ 594956 w 13158797"/>
              <a:gd name="connsiteY11" fmla="*/ 9421615 h 9456078"/>
              <a:gd name="connsiteX12" fmla="*/ 643987 w 13158797"/>
              <a:gd name="connsiteY12" fmla="*/ 9415673 h 9456078"/>
              <a:gd name="connsiteX13" fmla="*/ 692920 w 13158797"/>
              <a:gd name="connsiteY13" fmla="*/ 9409267 h 9456078"/>
              <a:gd name="connsiteX14" fmla="*/ 741751 w 13158797"/>
              <a:gd name="connsiteY14" fmla="*/ 9402396 h 9456078"/>
              <a:gd name="connsiteX15" fmla="*/ 790478 w 13158797"/>
              <a:gd name="connsiteY15" fmla="*/ 9395063 h 9456078"/>
              <a:gd name="connsiteX16" fmla="*/ 839098 w 13158797"/>
              <a:gd name="connsiteY16" fmla="*/ 9387270 h 9456078"/>
              <a:gd name="connsiteX17" fmla="*/ 887607 w 13158797"/>
              <a:gd name="connsiteY17" fmla="*/ 9379017 h 9456078"/>
              <a:gd name="connsiteX18" fmla="*/ 936002 w 13158797"/>
              <a:gd name="connsiteY18" fmla="*/ 9370306 h 9456078"/>
              <a:gd name="connsiteX19" fmla="*/ 984281 w 13158797"/>
              <a:gd name="connsiteY19" fmla="*/ 9361139 h 9456078"/>
              <a:gd name="connsiteX20" fmla="*/ 1032440 w 13158797"/>
              <a:gd name="connsiteY20" fmla="*/ 9351517 h 9456078"/>
              <a:gd name="connsiteX21" fmla="*/ 1080477 w 13158797"/>
              <a:gd name="connsiteY21" fmla="*/ 9341441 h 9456078"/>
              <a:gd name="connsiteX22" fmla="*/ 1176172 w 13158797"/>
              <a:gd name="connsiteY22" fmla="*/ 9319936 h 9456078"/>
              <a:gd name="connsiteX23" fmla="*/ 1223823 w 13158797"/>
              <a:gd name="connsiteY23" fmla="*/ 9308509 h 9456078"/>
              <a:gd name="connsiteX24" fmla="*/ 1271339 w 13158797"/>
              <a:gd name="connsiteY24" fmla="*/ 9296635 h 9456078"/>
              <a:gd name="connsiteX25" fmla="*/ 1318719 w 13158797"/>
              <a:gd name="connsiteY25" fmla="*/ 9284315 h 9456078"/>
              <a:gd name="connsiteX26" fmla="*/ 1365957 w 13158797"/>
              <a:gd name="connsiteY26" fmla="*/ 9271550 h 9456078"/>
              <a:gd name="connsiteX27" fmla="*/ 1413052 w 13158797"/>
              <a:gd name="connsiteY27" fmla="*/ 9258342 h 9456078"/>
              <a:gd name="connsiteX28" fmla="*/ 1460000 w 13158797"/>
              <a:gd name="connsiteY28" fmla="*/ 9244693 h 9456078"/>
              <a:gd name="connsiteX29" fmla="*/ 1506799 w 13158797"/>
              <a:gd name="connsiteY29" fmla="*/ 9230604 h 9456078"/>
              <a:gd name="connsiteX30" fmla="*/ 1553445 w 13158797"/>
              <a:gd name="connsiteY30" fmla="*/ 9216076 h 9456078"/>
              <a:gd name="connsiteX31" fmla="*/ 1599935 w 13158797"/>
              <a:gd name="connsiteY31" fmla="*/ 9201111 h 9456078"/>
              <a:gd name="connsiteX32" fmla="*/ 1646267 w 13158797"/>
              <a:gd name="connsiteY32" fmla="*/ 9185710 h 9456078"/>
              <a:gd name="connsiteX33" fmla="*/ 1692437 w 13158797"/>
              <a:gd name="connsiteY33" fmla="*/ 9169876 h 9456078"/>
              <a:gd name="connsiteX34" fmla="*/ 1738442 w 13158797"/>
              <a:gd name="connsiteY34" fmla="*/ 9153608 h 9456078"/>
              <a:gd name="connsiteX35" fmla="*/ 1784280 w 13158797"/>
              <a:gd name="connsiteY35" fmla="*/ 9136910 h 9456078"/>
              <a:gd name="connsiteX36" fmla="*/ 1829947 w 13158797"/>
              <a:gd name="connsiteY36" fmla="*/ 9119782 h 9456078"/>
              <a:gd name="connsiteX37" fmla="*/ 1875440 w 13158797"/>
              <a:gd name="connsiteY37" fmla="*/ 9102226 h 9456078"/>
              <a:gd name="connsiteX38" fmla="*/ 1920756 w 13158797"/>
              <a:gd name="connsiteY38" fmla="*/ 9084243 h 9456078"/>
              <a:gd name="connsiteX39" fmla="*/ 1965893 w 13158797"/>
              <a:gd name="connsiteY39" fmla="*/ 9065835 h 9456078"/>
              <a:gd name="connsiteX40" fmla="*/ 2055615 w 13158797"/>
              <a:gd name="connsiteY40" fmla="*/ 9027750 h 9456078"/>
              <a:gd name="connsiteX41" fmla="*/ 2100195 w 13158797"/>
              <a:gd name="connsiteY41" fmla="*/ 9008075 h 9456078"/>
              <a:gd name="connsiteX42" fmla="*/ 2144582 w 13158797"/>
              <a:gd name="connsiteY42" fmla="*/ 8987981 h 9456078"/>
              <a:gd name="connsiteX43" fmla="*/ 2188775 w 13158797"/>
              <a:gd name="connsiteY43" fmla="*/ 8967470 h 9456078"/>
              <a:gd name="connsiteX44" fmla="*/ 2232770 w 13158797"/>
              <a:gd name="connsiteY44" fmla="*/ 8946542 h 9456078"/>
              <a:gd name="connsiteX45" fmla="*/ 2276564 w 13158797"/>
              <a:gd name="connsiteY45" fmla="*/ 8925199 h 9456078"/>
              <a:gd name="connsiteX46" fmla="*/ 2320154 w 13158797"/>
              <a:gd name="connsiteY46" fmla="*/ 8903443 h 9456078"/>
              <a:gd name="connsiteX47" fmla="*/ 2363538 w 13158797"/>
              <a:gd name="connsiteY47" fmla="*/ 8881275 h 9456078"/>
              <a:gd name="connsiteX48" fmla="*/ 2406711 w 13158797"/>
              <a:gd name="connsiteY48" fmla="*/ 8858697 h 9456078"/>
              <a:gd name="connsiteX49" fmla="*/ 2449672 w 13158797"/>
              <a:gd name="connsiteY49" fmla="*/ 8835710 h 9456078"/>
              <a:gd name="connsiteX50" fmla="*/ 2492417 w 13158797"/>
              <a:gd name="connsiteY50" fmla="*/ 8812316 h 9456078"/>
              <a:gd name="connsiteX51" fmla="*/ 2534943 w 13158797"/>
              <a:gd name="connsiteY51" fmla="*/ 8788516 h 9456078"/>
              <a:gd name="connsiteX52" fmla="*/ 2577247 w 13158797"/>
              <a:gd name="connsiteY52" fmla="*/ 8764311 h 9456078"/>
              <a:gd name="connsiteX53" fmla="*/ 2619326 w 13158797"/>
              <a:gd name="connsiteY53" fmla="*/ 8739704 h 9456078"/>
              <a:gd name="connsiteX54" fmla="*/ 2661177 w 13158797"/>
              <a:gd name="connsiteY54" fmla="*/ 8714695 h 9456078"/>
              <a:gd name="connsiteX55" fmla="*/ 2702797 w 13158797"/>
              <a:gd name="connsiteY55" fmla="*/ 8689286 h 9456078"/>
              <a:gd name="connsiteX56" fmla="*/ 2744183 w 13158797"/>
              <a:gd name="connsiteY56" fmla="*/ 8663479 h 9456078"/>
              <a:gd name="connsiteX57" fmla="*/ 2785333 w 13158797"/>
              <a:gd name="connsiteY57" fmla="*/ 8637274 h 9456078"/>
              <a:gd name="connsiteX58" fmla="*/ 2826242 w 13158797"/>
              <a:gd name="connsiteY58" fmla="*/ 8610675 h 9456078"/>
              <a:gd name="connsiteX59" fmla="*/ 2866908 w 13158797"/>
              <a:gd name="connsiteY59" fmla="*/ 8583681 h 9456078"/>
              <a:gd name="connsiteX60" fmla="*/ 2907329 w 13158797"/>
              <a:gd name="connsiteY60" fmla="*/ 8556295 h 9456078"/>
              <a:gd name="connsiteX61" fmla="*/ 2947500 w 13158797"/>
              <a:gd name="connsiteY61" fmla="*/ 8528517 h 9456078"/>
              <a:gd name="connsiteX62" fmla="*/ 2987419 w 13158797"/>
              <a:gd name="connsiteY62" fmla="*/ 8500351 h 9456078"/>
              <a:gd name="connsiteX63" fmla="*/ 3027083 w 13158797"/>
              <a:gd name="connsiteY63" fmla="*/ 8471796 h 9456078"/>
              <a:gd name="connsiteX64" fmla="*/ 3066489 w 13158797"/>
              <a:gd name="connsiteY64" fmla="*/ 8442854 h 9456078"/>
              <a:gd name="connsiteX65" fmla="*/ 3105634 w 13158797"/>
              <a:gd name="connsiteY65" fmla="*/ 8413528 h 9456078"/>
              <a:gd name="connsiteX66" fmla="*/ 3144515 w 13158797"/>
              <a:gd name="connsiteY66" fmla="*/ 8383818 h 9456078"/>
              <a:gd name="connsiteX67" fmla="*/ 3183129 w 13158797"/>
              <a:gd name="connsiteY67" fmla="*/ 8353726 h 9456078"/>
              <a:gd name="connsiteX68" fmla="*/ 3221473 w 13158797"/>
              <a:gd name="connsiteY68" fmla="*/ 8323253 h 9456078"/>
              <a:gd name="connsiteX69" fmla="*/ 3259544 w 13158797"/>
              <a:gd name="connsiteY69" fmla="*/ 8292401 h 9456078"/>
              <a:gd name="connsiteX70" fmla="*/ 3297339 w 13158797"/>
              <a:gd name="connsiteY70" fmla="*/ 8261172 h 9456078"/>
              <a:gd name="connsiteX71" fmla="*/ 3334854 w 13158797"/>
              <a:gd name="connsiteY71" fmla="*/ 8229566 h 9456078"/>
              <a:gd name="connsiteX72" fmla="*/ 3372087 w 13158797"/>
              <a:gd name="connsiteY72" fmla="*/ 8197585 h 9456078"/>
              <a:gd name="connsiteX73" fmla="*/ 3409035 w 13158797"/>
              <a:gd name="connsiteY73" fmla="*/ 8165232 h 9456078"/>
              <a:gd name="connsiteX74" fmla="*/ 3445695 w 13158797"/>
              <a:gd name="connsiteY74" fmla="*/ 8132507 h 9456078"/>
              <a:gd name="connsiteX75" fmla="*/ 3482064 w 13158797"/>
              <a:gd name="connsiteY75" fmla="*/ 8099411 h 9456078"/>
              <a:gd name="connsiteX76" fmla="*/ 3518139 w 13158797"/>
              <a:gd name="connsiteY76" fmla="*/ 8065947 h 9456078"/>
              <a:gd name="connsiteX77" fmla="*/ 3553916 w 13158797"/>
              <a:gd name="connsiteY77" fmla="*/ 8032115 h 9456078"/>
              <a:gd name="connsiteX78" fmla="*/ 3589393 w 13158797"/>
              <a:gd name="connsiteY78" fmla="*/ 7997918 h 9456078"/>
              <a:gd name="connsiteX79" fmla="*/ 3624567 w 13158797"/>
              <a:gd name="connsiteY79" fmla="*/ 7963356 h 9456078"/>
              <a:gd name="connsiteX80" fmla="*/ 3659435 w 13158797"/>
              <a:gd name="connsiteY80" fmla="*/ 7928432 h 9456078"/>
              <a:gd name="connsiteX81" fmla="*/ 3693994 w 13158797"/>
              <a:gd name="connsiteY81" fmla="*/ 7893146 h 9456078"/>
              <a:gd name="connsiteX82" fmla="*/ 3728240 w 13158797"/>
              <a:gd name="connsiteY82" fmla="*/ 7857501 h 9456078"/>
              <a:gd name="connsiteX83" fmla="*/ 3762171 w 13158797"/>
              <a:gd name="connsiteY83" fmla="*/ 7821497 h 9456078"/>
              <a:gd name="connsiteX84" fmla="*/ 3795783 w 13158797"/>
              <a:gd name="connsiteY84" fmla="*/ 7785136 h 9456078"/>
              <a:gd name="connsiteX85" fmla="*/ 3829075 w 13158797"/>
              <a:gd name="connsiteY85" fmla="*/ 7748420 h 9456078"/>
              <a:gd name="connsiteX86" fmla="*/ 3862042 w 13158797"/>
              <a:gd name="connsiteY86" fmla="*/ 7711350 h 9456078"/>
              <a:gd name="connsiteX87" fmla="*/ 3894682 w 13158797"/>
              <a:gd name="connsiteY87" fmla="*/ 7673928 h 9456078"/>
              <a:gd name="connsiteX88" fmla="*/ 3926991 w 13158797"/>
              <a:gd name="connsiteY88" fmla="*/ 7636155 h 9456078"/>
              <a:gd name="connsiteX89" fmla="*/ 3958967 w 13158797"/>
              <a:gd name="connsiteY89" fmla="*/ 7598032 h 9456078"/>
              <a:gd name="connsiteX90" fmla="*/ 3990607 w 13158797"/>
              <a:gd name="connsiteY90" fmla="*/ 7559561 h 9456078"/>
              <a:gd name="connsiteX91" fmla="*/ 4021907 w 13158797"/>
              <a:gd name="connsiteY91" fmla="*/ 7520744 h 9456078"/>
              <a:gd name="connsiteX92" fmla="*/ 4052865 w 13158797"/>
              <a:gd name="connsiteY92" fmla="*/ 7481582 h 9456078"/>
              <a:gd name="connsiteX93" fmla="*/ 4083478 w 13158797"/>
              <a:gd name="connsiteY93" fmla="*/ 7442077 h 9456078"/>
              <a:gd name="connsiteX94" fmla="*/ 8022311 w 13158797"/>
              <a:gd name="connsiteY94" fmla="*/ 2307814 h 9456078"/>
              <a:gd name="connsiteX95" fmla="*/ 8052902 w 13158797"/>
              <a:gd name="connsiteY95" fmla="*/ 2268285 h 9456078"/>
              <a:gd name="connsiteX96" fmla="*/ 8083796 w 13158797"/>
              <a:gd name="connsiteY96" fmla="*/ 2229056 h 9456078"/>
              <a:gd name="connsiteX97" fmla="*/ 8114989 w 13158797"/>
              <a:gd name="connsiteY97" fmla="*/ 2190127 h 9456078"/>
              <a:gd name="connsiteX98" fmla="*/ 8146479 w 13158797"/>
              <a:gd name="connsiteY98" fmla="*/ 2151500 h 9456078"/>
              <a:gd name="connsiteX99" fmla="*/ 8178264 w 13158797"/>
              <a:gd name="connsiteY99" fmla="*/ 2113176 h 9456078"/>
              <a:gd name="connsiteX100" fmla="*/ 8210341 w 13158797"/>
              <a:gd name="connsiteY100" fmla="*/ 2075157 h 9456078"/>
              <a:gd name="connsiteX101" fmla="*/ 8242709 w 13158797"/>
              <a:gd name="connsiteY101" fmla="*/ 2037442 h 9456078"/>
              <a:gd name="connsiteX102" fmla="*/ 8275365 w 13158797"/>
              <a:gd name="connsiteY102" fmla="*/ 2000034 h 9456078"/>
              <a:gd name="connsiteX103" fmla="*/ 8308307 w 13158797"/>
              <a:gd name="connsiteY103" fmla="*/ 1962934 h 9456078"/>
              <a:gd name="connsiteX104" fmla="*/ 8341532 w 13158797"/>
              <a:gd name="connsiteY104" fmla="*/ 1926142 h 9456078"/>
              <a:gd name="connsiteX105" fmla="*/ 8375038 w 13158797"/>
              <a:gd name="connsiteY105" fmla="*/ 1889660 h 9456078"/>
              <a:gd name="connsiteX106" fmla="*/ 8408823 w 13158797"/>
              <a:gd name="connsiteY106" fmla="*/ 1853489 h 9456078"/>
              <a:gd name="connsiteX107" fmla="*/ 8442885 w 13158797"/>
              <a:gd name="connsiteY107" fmla="*/ 1817630 h 9456078"/>
              <a:gd name="connsiteX108" fmla="*/ 8477221 w 13158797"/>
              <a:gd name="connsiteY108" fmla="*/ 1782084 h 9456078"/>
              <a:gd name="connsiteX109" fmla="*/ 8511829 w 13158797"/>
              <a:gd name="connsiteY109" fmla="*/ 1746853 h 9456078"/>
              <a:gd name="connsiteX110" fmla="*/ 8546706 w 13158797"/>
              <a:gd name="connsiteY110" fmla="*/ 1711937 h 9456078"/>
              <a:gd name="connsiteX111" fmla="*/ 8581851 w 13158797"/>
              <a:gd name="connsiteY111" fmla="*/ 1677337 h 9456078"/>
              <a:gd name="connsiteX112" fmla="*/ 8617261 w 13158797"/>
              <a:gd name="connsiteY112" fmla="*/ 1643056 h 9456078"/>
              <a:gd name="connsiteX113" fmla="*/ 8652934 w 13158797"/>
              <a:gd name="connsiteY113" fmla="*/ 1609093 h 9456078"/>
              <a:gd name="connsiteX114" fmla="*/ 8688867 w 13158797"/>
              <a:gd name="connsiteY114" fmla="*/ 1575450 h 9456078"/>
              <a:gd name="connsiteX115" fmla="*/ 8725058 w 13158797"/>
              <a:gd name="connsiteY115" fmla="*/ 1542128 h 9456078"/>
              <a:gd name="connsiteX116" fmla="*/ 8761506 w 13158797"/>
              <a:gd name="connsiteY116" fmla="*/ 1509129 h 9456078"/>
              <a:gd name="connsiteX117" fmla="*/ 8798207 w 13158797"/>
              <a:gd name="connsiteY117" fmla="*/ 1476452 h 9456078"/>
              <a:gd name="connsiteX118" fmla="*/ 8835159 w 13158797"/>
              <a:gd name="connsiteY118" fmla="*/ 1444101 h 9456078"/>
              <a:gd name="connsiteX119" fmla="*/ 8872360 w 13158797"/>
              <a:gd name="connsiteY119" fmla="*/ 1412075 h 9456078"/>
              <a:gd name="connsiteX120" fmla="*/ 8909808 w 13158797"/>
              <a:gd name="connsiteY120" fmla="*/ 1380375 h 9456078"/>
              <a:gd name="connsiteX121" fmla="*/ 8947501 w 13158797"/>
              <a:gd name="connsiteY121" fmla="*/ 1349004 h 9456078"/>
              <a:gd name="connsiteX122" fmla="*/ 8985435 w 13158797"/>
              <a:gd name="connsiteY122" fmla="*/ 1317962 h 9456078"/>
              <a:gd name="connsiteX123" fmla="*/ 9023610 w 13158797"/>
              <a:gd name="connsiteY123" fmla="*/ 1287250 h 9456078"/>
              <a:gd name="connsiteX124" fmla="*/ 9062022 w 13158797"/>
              <a:gd name="connsiteY124" fmla="*/ 1256869 h 9456078"/>
              <a:gd name="connsiteX125" fmla="*/ 9100669 w 13158797"/>
              <a:gd name="connsiteY125" fmla="*/ 1226820 h 9456078"/>
              <a:gd name="connsiteX126" fmla="*/ 9139549 w 13158797"/>
              <a:gd name="connsiteY126" fmla="*/ 1197105 h 9456078"/>
              <a:gd name="connsiteX127" fmla="*/ 9178660 w 13158797"/>
              <a:gd name="connsiteY127" fmla="*/ 1167725 h 9456078"/>
              <a:gd name="connsiteX128" fmla="*/ 9217999 w 13158797"/>
              <a:gd name="connsiteY128" fmla="*/ 1138681 h 9456078"/>
              <a:gd name="connsiteX129" fmla="*/ 9257564 w 13158797"/>
              <a:gd name="connsiteY129" fmla="*/ 1109974 h 9456078"/>
              <a:gd name="connsiteX130" fmla="*/ 9297353 w 13158797"/>
              <a:gd name="connsiteY130" fmla="*/ 1081604 h 9456078"/>
              <a:gd name="connsiteX131" fmla="*/ 9337364 w 13158797"/>
              <a:gd name="connsiteY131" fmla="*/ 1053574 h 9456078"/>
              <a:gd name="connsiteX132" fmla="*/ 9377594 w 13158797"/>
              <a:gd name="connsiteY132" fmla="*/ 1025884 h 9456078"/>
              <a:gd name="connsiteX133" fmla="*/ 9418040 w 13158797"/>
              <a:gd name="connsiteY133" fmla="*/ 998536 h 9456078"/>
              <a:gd name="connsiteX134" fmla="*/ 9458702 w 13158797"/>
              <a:gd name="connsiteY134" fmla="*/ 971530 h 9456078"/>
              <a:gd name="connsiteX135" fmla="*/ 9499575 w 13158797"/>
              <a:gd name="connsiteY135" fmla="*/ 944868 h 9456078"/>
              <a:gd name="connsiteX136" fmla="*/ 9540659 w 13158797"/>
              <a:gd name="connsiteY136" fmla="*/ 918551 h 9456078"/>
              <a:gd name="connsiteX137" fmla="*/ 9581950 w 13158797"/>
              <a:gd name="connsiteY137" fmla="*/ 892580 h 9456078"/>
              <a:gd name="connsiteX138" fmla="*/ 9623447 w 13158797"/>
              <a:gd name="connsiteY138" fmla="*/ 866956 h 9456078"/>
              <a:gd name="connsiteX139" fmla="*/ 9665147 w 13158797"/>
              <a:gd name="connsiteY139" fmla="*/ 841681 h 9456078"/>
              <a:gd name="connsiteX140" fmla="*/ 9707048 w 13158797"/>
              <a:gd name="connsiteY140" fmla="*/ 816754 h 9456078"/>
              <a:gd name="connsiteX141" fmla="*/ 9749147 w 13158797"/>
              <a:gd name="connsiteY141" fmla="*/ 792179 h 9456078"/>
              <a:gd name="connsiteX142" fmla="*/ 9791443 w 13158797"/>
              <a:gd name="connsiteY142" fmla="*/ 767955 h 9456078"/>
              <a:gd name="connsiteX143" fmla="*/ 9833932 w 13158797"/>
              <a:gd name="connsiteY143" fmla="*/ 744083 h 9456078"/>
              <a:gd name="connsiteX144" fmla="*/ 9876613 w 13158797"/>
              <a:gd name="connsiteY144" fmla="*/ 720566 h 9456078"/>
              <a:gd name="connsiteX145" fmla="*/ 9919484 w 13158797"/>
              <a:gd name="connsiteY145" fmla="*/ 697404 h 9456078"/>
              <a:gd name="connsiteX146" fmla="*/ 9962542 w 13158797"/>
              <a:gd name="connsiteY146" fmla="*/ 674598 h 9456078"/>
              <a:gd name="connsiteX147" fmla="*/ 10005784 w 13158797"/>
              <a:gd name="connsiteY147" fmla="*/ 652149 h 9456078"/>
              <a:gd name="connsiteX148" fmla="*/ 10049209 w 13158797"/>
              <a:gd name="connsiteY148" fmla="*/ 630059 h 9456078"/>
              <a:gd name="connsiteX149" fmla="*/ 10092814 w 13158797"/>
              <a:gd name="connsiteY149" fmla="*/ 608328 h 9456078"/>
              <a:gd name="connsiteX150" fmla="*/ 10136597 w 13158797"/>
              <a:gd name="connsiteY150" fmla="*/ 586958 h 9456078"/>
              <a:gd name="connsiteX151" fmla="*/ 10180556 w 13158797"/>
              <a:gd name="connsiteY151" fmla="*/ 565950 h 9456078"/>
              <a:gd name="connsiteX152" fmla="*/ 10224688 w 13158797"/>
              <a:gd name="connsiteY152" fmla="*/ 545304 h 9456078"/>
              <a:gd name="connsiteX153" fmla="*/ 10268991 w 13158797"/>
              <a:gd name="connsiteY153" fmla="*/ 525023 h 9456078"/>
              <a:gd name="connsiteX154" fmla="*/ 10313463 w 13158797"/>
              <a:gd name="connsiteY154" fmla="*/ 505107 h 9456078"/>
              <a:gd name="connsiteX155" fmla="*/ 10358101 w 13158797"/>
              <a:gd name="connsiteY155" fmla="*/ 485558 h 9456078"/>
              <a:gd name="connsiteX156" fmla="*/ 10402903 w 13158797"/>
              <a:gd name="connsiteY156" fmla="*/ 466376 h 9456078"/>
              <a:gd name="connsiteX157" fmla="*/ 10447868 w 13158797"/>
              <a:gd name="connsiteY157" fmla="*/ 447563 h 9456078"/>
              <a:gd name="connsiteX158" fmla="*/ 10492991 w 13158797"/>
              <a:gd name="connsiteY158" fmla="*/ 429119 h 9456078"/>
              <a:gd name="connsiteX159" fmla="*/ 10538272 w 13158797"/>
              <a:gd name="connsiteY159" fmla="*/ 411046 h 9456078"/>
              <a:gd name="connsiteX160" fmla="*/ 10583708 w 13158797"/>
              <a:gd name="connsiteY160" fmla="*/ 393346 h 9456078"/>
              <a:gd name="connsiteX161" fmla="*/ 10629297 w 13158797"/>
              <a:gd name="connsiteY161" fmla="*/ 376018 h 9456078"/>
              <a:gd name="connsiteX162" fmla="*/ 10675036 w 13158797"/>
              <a:gd name="connsiteY162" fmla="*/ 359065 h 9456078"/>
              <a:gd name="connsiteX163" fmla="*/ 10720923 w 13158797"/>
              <a:gd name="connsiteY163" fmla="*/ 342487 h 9456078"/>
              <a:gd name="connsiteX164" fmla="*/ 10766956 w 13158797"/>
              <a:gd name="connsiteY164" fmla="*/ 326286 h 9456078"/>
              <a:gd name="connsiteX165" fmla="*/ 10813132 w 13158797"/>
              <a:gd name="connsiteY165" fmla="*/ 310462 h 9456078"/>
              <a:gd name="connsiteX166" fmla="*/ 10859450 w 13158797"/>
              <a:gd name="connsiteY166" fmla="*/ 295018 h 9456078"/>
              <a:gd name="connsiteX167" fmla="*/ 10905907 w 13158797"/>
              <a:gd name="connsiteY167" fmla="*/ 279953 h 9456078"/>
              <a:gd name="connsiteX168" fmla="*/ 10952500 w 13158797"/>
              <a:gd name="connsiteY168" fmla="*/ 265269 h 9456078"/>
              <a:gd name="connsiteX169" fmla="*/ 10999227 w 13158797"/>
              <a:gd name="connsiteY169" fmla="*/ 250968 h 9456078"/>
              <a:gd name="connsiteX170" fmla="*/ 11046087 w 13158797"/>
              <a:gd name="connsiteY170" fmla="*/ 237049 h 9456078"/>
              <a:gd name="connsiteX171" fmla="*/ 11093076 w 13158797"/>
              <a:gd name="connsiteY171" fmla="*/ 223516 h 9456078"/>
              <a:gd name="connsiteX172" fmla="*/ 11140193 w 13158797"/>
              <a:gd name="connsiteY172" fmla="*/ 210368 h 9456078"/>
              <a:gd name="connsiteX173" fmla="*/ 11187434 w 13158797"/>
              <a:gd name="connsiteY173" fmla="*/ 197606 h 9456078"/>
              <a:gd name="connsiteX174" fmla="*/ 11234799 w 13158797"/>
              <a:gd name="connsiteY174" fmla="*/ 185233 h 9456078"/>
              <a:gd name="connsiteX175" fmla="*/ 11282284 w 13158797"/>
              <a:gd name="connsiteY175" fmla="*/ 173248 h 9456078"/>
              <a:gd name="connsiteX176" fmla="*/ 11329888 w 13158797"/>
              <a:gd name="connsiteY176" fmla="*/ 161654 h 9456078"/>
              <a:gd name="connsiteX177" fmla="*/ 11377607 w 13158797"/>
              <a:gd name="connsiteY177" fmla="*/ 150451 h 9456078"/>
              <a:gd name="connsiteX178" fmla="*/ 11425440 w 13158797"/>
              <a:gd name="connsiteY178" fmla="*/ 139640 h 9456078"/>
              <a:gd name="connsiteX179" fmla="*/ 11473385 w 13158797"/>
              <a:gd name="connsiteY179" fmla="*/ 129223 h 9456078"/>
              <a:gd name="connsiteX180" fmla="*/ 11521439 w 13158797"/>
              <a:gd name="connsiteY180" fmla="*/ 119201 h 9456078"/>
              <a:gd name="connsiteX181" fmla="*/ 11569599 w 13158797"/>
              <a:gd name="connsiteY181" fmla="*/ 109574 h 9456078"/>
              <a:gd name="connsiteX182" fmla="*/ 11617864 w 13158797"/>
              <a:gd name="connsiteY182" fmla="*/ 100344 h 9456078"/>
              <a:gd name="connsiteX183" fmla="*/ 11666231 w 13158797"/>
              <a:gd name="connsiteY183" fmla="*/ 91512 h 9456078"/>
              <a:gd name="connsiteX184" fmla="*/ 11714698 w 13158797"/>
              <a:gd name="connsiteY184" fmla="*/ 83080 h 9456078"/>
              <a:gd name="connsiteX185" fmla="*/ 11763263 w 13158797"/>
              <a:gd name="connsiteY185" fmla="*/ 75047 h 9456078"/>
              <a:gd name="connsiteX186" fmla="*/ 11811923 w 13158797"/>
              <a:gd name="connsiteY186" fmla="*/ 67417 h 9456078"/>
              <a:gd name="connsiteX187" fmla="*/ 11860676 w 13158797"/>
              <a:gd name="connsiteY187" fmla="*/ 60188 h 9456078"/>
              <a:gd name="connsiteX188" fmla="*/ 11909519 w 13158797"/>
              <a:gd name="connsiteY188" fmla="*/ 53364 h 9456078"/>
              <a:gd name="connsiteX189" fmla="*/ 11958451 w 13158797"/>
              <a:gd name="connsiteY189" fmla="*/ 46944 h 9456078"/>
              <a:gd name="connsiteX190" fmla="*/ 12007470 w 13158797"/>
              <a:gd name="connsiteY190" fmla="*/ 40931 h 9456078"/>
              <a:gd name="connsiteX191" fmla="*/ 12056572 w 13158797"/>
              <a:gd name="connsiteY191" fmla="*/ 35324 h 9456078"/>
              <a:gd name="connsiteX192" fmla="*/ 12105756 w 13158797"/>
              <a:gd name="connsiteY192" fmla="*/ 30126 h 9456078"/>
              <a:gd name="connsiteX193" fmla="*/ 12155019 w 13158797"/>
              <a:gd name="connsiteY193" fmla="*/ 25337 h 9456078"/>
              <a:gd name="connsiteX194" fmla="*/ 12204359 w 13158797"/>
              <a:gd name="connsiteY194" fmla="*/ 20958 h 9456078"/>
              <a:gd name="connsiteX195" fmla="*/ 12253773 w 13158797"/>
              <a:gd name="connsiteY195" fmla="*/ 16991 h 9456078"/>
              <a:gd name="connsiteX196" fmla="*/ 12303260 w 13158797"/>
              <a:gd name="connsiteY196" fmla="*/ 13437 h 9456078"/>
              <a:gd name="connsiteX197" fmla="*/ 12352818 w 13158797"/>
              <a:gd name="connsiteY197" fmla="*/ 10297 h 9456078"/>
              <a:gd name="connsiteX198" fmla="*/ 12402443 w 13158797"/>
              <a:gd name="connsiteY198" fmla="*/ 7572 h 9456078"/>
              <a:gd name="connsiteX199" fmla="*/ 12452133 w 13158797"/>
              <a:gd name="connsiteY199" fmla="*/ 5263 h 9456078"/>
              <a:gd name="connsiteX200" fmla="*/ 12501887 w 13158797"/>
              <a:gd name="connsiteY200" fmla="*/ 3371 h 9456078"/>
              <a:gd name="connsiteX201" fmla="*/ 12551701 w 13158797"/>
              <a:gd name="connsiteY201" fmla="*/ 1898 h 9456078"/>
              <a:gd name="connsiteX202" fmla="*/ 12601574 w 13158797"/>
              <a:gd name="connsiteY202" fmla="*/ 844 h 9456078"/>
              <a:gd name="connsiteX203" fmla="*/ 12651504 w 13158797"/>
              <a:gd name="connsiteY203" fmla="*/ 211 h 9456078"/>
              <a:gd name="connsiteX204" fmla="*/ 12701487 w 13158797"/>
              <a:gd name="connsiteY204" fmla="*/ 0 h 9456078"/>
              <a:gd name="connsiteX205" fmla="*/ 13158798 w 13158797"/>
              <a:gd name="connsiteY205" fmla="*/ 0 h 9456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</a:cxnLst>
            <a:rect l="l" t="t" r="r" b="b"/>
            <a:pathLst>
              <a:path w="13158797" h="9456078">
                <a:moveTo>
                  <a:pt x="0" y="9456078"/>
                </a:moveTo>
                <a:lnTo>
                  <a:pt x="49977" y="9455836"/>
                </a:lnTo>
                <a:lnTo>
                  <a:pt x="99893" y="9455111"/>
                </a:lnTo>
                <a:lnTo>
                  <a:pt x="149742" y="9453904"/>
                </a:lnTo>
                <a:lnTo>
                  <a:pt x="199524" y="9452217"/>
                </a:lnTo>
                <a:lnTo>
                  <a:pt x="298870" y="9447409"/>
                </a:lnTo>
                <a:lnTo>
                  <a:pt x="348429" y="9444290"/>
                </a:lnTo>
                <a:lnTo>
                  <a:pt x="397907" y="9440698"/>
                </a:lnTo>
                <a:lnTo>
                  <a:pt x="447302" y="9436632"/>
                </a:lnTo>
                <a:lnTo>
                  <a:pt x="496610" y="9432096"/>
                </a:lnTo>
                <a:lnTo>
                  <a:pt x="545829" y="9427089"/>
                </a:lnTo>
                <a:lnTo>
                  <a:pt x="594956" y="9421615"/>
                </a:lnTo>
                <a:lnTo>
                  <a:pt x="643987" y="9415673"/>
                </a:lnTo>
                <a:lnTo>
                  <a:pt x="692920" y="9409267"/>
                </a:lnTo>
                <a:lnTo>
                  <a:pt x="741751" y="9402396"/>
                </a:lnTo>
                <a:lnTo>
                  <a:pt x="790478" y="9395063"/>
                </a:lnTo>
                <a:lnTo>
                  <a:pt x="839098" y="9387270"/>
                </a:lnTo>
                <a:lnTo>
                  <a:pt x="887607" y="9379017"/>
                </a:lnTo>
                <a:lnTo>
                  <a:pt x="936002" y="9370306"/>
                </a:lnTo>
                <a:lnTo>
                  <a:pt x="984281" y="9361139"/>
                </a:lnTo>
                <a:lnTo>
                  <a:pt x="1032440" y="9351517"/>
                </a:lnTo>
                <a:lnTo>
                  <a:pt x="1080477" y="9341441"/>
                </a:lnTo>
                <a:lnTo>
                  <a:pt x="1176172" y="9319936"/>
                </a:lnTo>
                <a:lnTo>
                  <a:pt x="1223823" y="9308509"/>
                </a:lnTo>
                <a:lnTo>
                  <a:pt x="1271339" y="9296635"/>
                </a:lnTo>
                <a:lnTo>
                  <a:pt x="1318719" y="9284315"/>
                </a:lnTo>
                <a:lnTo>
                  <a:pt x="1365957" y="9271550"/>
                </a:lnTo>
                <a:lnTo>
                  <a:pt x="1413052" y="9258342"/>
                </a:lnTo>
                <a:lnTo>
                  <a:pt x="1460000" y="9244693"/>
                </a:lnTo>
                <a:lnTo>
                  <a:pt x="1506799" y="9230604"/>
                </a:lnTo>
                <a:lnTo>
                  <a:pt x="1553445" y="9216076"/>
                </a:lnTo>
                <a:lnTo>
                  <a:pt x="1599935" y="9201111"/>
                </a:lnTo>
                <a:lnTo>
                  <a:pt x="1646267" y="9185710"/>
                </a:lnTo>
                <a:lnTo>
                  <a:pt x="1692437" y="9169876"/>
                </a:lnTo>
                <a:lnTo>
                  <a:pt x="1738442" y="9153608"/>
                </a:lnTo>
                <a:lnTo>
                  <a:pt x="1784280" y="9136910"/>
                </a:lnTo>
                <a:lnTo>
                  <a:pt x="1829947" y="9119782"/>
                </a:lnTo>
                <a:lnTo>
                  <a:pt x="1875440" y="9102226"/>
                </a:lnTo>
                <a:lnTo>
                  <a:pt x="1920756" y="9084243"/>
                </a:lnTo>
                <a:lnTo>
                  <a:pt x="1965893" y="9065835"/>
                </a:lnTo>
                <a:lnTo>
                  <a:pt x="2055615" y="9027750"/>
                </a:lnTo>
                <a:lnTo>
                  <a:pt x="2100195" y="9008075"/>
                </a:lnTo>
                <a:lnTo>
                  <a:pt x="2144582" y="8987981"/>
                </a:lnTo>
                <a:lnTo>
                  <a:pt x="2188775" y="8967470"/>
                </a:lnTo>
                <a:lnTo>
                  <a:pt x="2232770" y="8946542"/>
                </a:lnTo>
                <a:lnTo>
                  <a:pt x="2276564" y="8925199"/>
                </a:lnTo>
                <a:lnTo>
                  <a:pt x="2320154" y="8903443"/>
                </a:lnTo>
                <a:lnTo>
                  <a:pt x="2363538" y="8881275"/>
                </a:lnTo>
                <a:lnTo>
                  <a:pt x="2406711" y="8858697"/>
                </a:lnTo>
                <a:lnTo>
                  <a:pt x="2449672" y="8835710"/>
                </a:lnTo>
                <a:lnTo>
                  <a:pt x="2492417" y="8812316"/>
                </a:lnTo>
                <a:lnTo>
                  <a:pt x="2534943" y="8788516"/>
                </a:lnTo>
                <a:lnTo>
                  <a:pt x="2577247" y="8764311"/>
                </a:lnTo>
                <a:lnTo>
                  <a:pt x="2619326" y="8739704"/>
                </a:lnTo>
                <a:lnTo>
                  <a:pt x="2661177" y="8714695"/>
                </a:lnTo>
                <a:lnTo>
                  <a:pt x="2702797" y="8689286"/>
                </a:lnTo>
                <a:lnTo>
                  <a:pt x="2744183" y="8663479"/>
                </a:lnTo>
                <a:lnTo>
                  <a:pt x="2785333" y="8637274"/>
                </a:lnTo>
                <a:lnTo>
                  <a:pt x="2826242" y="8610675"/>
                </a:lnTo>
                <a:lnTo>
                  <a:pt x="2866908" y="8583681"/>
                </a:lnTo>
                <a:lnTo>
                  <a:pt x="2907329" y="8556295"/>
                </a:lnTo>
                <a:lnTo>
                  <a:pt x="2947500" y="8528517"/>
                </a:lnTo>
                <a:lnTo>
                  <a:pt x="2987419" y="8500351"/>
                </a:lnTo>
                <a:lnTo>
                  <a:pt x="3027083" y="8471796"/>
                </a:lnTo>
                <a:lnTo>
                  <a:pt x="3066489" y="8442854"/>
                </a:lnTo>
                <a:lnTo>
                  <a:pt x="3105634" y="8413528"/>
                </a:lnTo>
                <a:lnTo>
                  <a:pt x="3144515" y="8383818"/>
                </a:lnTo>
                <a:lnTo>
                  <a:pt x="3183129" y="8353726"/>
                </a:lnTo>
                <a:lnTo>
                  <a:pt x="3221473" y="8323253"/>
                </a:lnTo>
                <a:lnTo>
                  <a:pt x="3259544" y="8292401"/>
                </a:lnTo>
                <a:lnTo>
                  <a:pt x="3297339" y="8261172"/>
                </a:lnTo>
                <a:lnTo>
                  <a:pt x="3334854" y="8229566"/>
                </a:lnTo>
                <a:lnTo>
                  <a:pt x="3372087" y="8197585"/>
                </a:lnTo>
                <a:lnTo>
                  <a:pt x="3409035" y="8165232"/>
                </a:lnTo>
                <a:lnTo>
                  <a:pt x="3445695" y="8132507"/>
                </a:lnTo>
                <a:lnTo>
                  <a:pt x="3482064" y="8099411"/>
                </a:lnTo>
                <a:lnTo>
                  <a:pt x="3518139" y="8065947"/>
                </a:lnTo>
                <a:lnTo>
                  <a:pt x="3553916" y="8032115"/>
                </a:lnTo>
                <a:lnTo>
                  <a:pt x="3589393" y="7997918"/>
                </a:lnTo>
                <a:lnTo>
                  <a:pt x="3624567" y="7963356"/>
                </a:lnTo>
                <a:lnTo>
                  <a:pt x="3659435" y="7928432"/>
                </a:lnTo>
                <a:lnTo>
                  <a:pt x="3693994" y="7893146"/>
                </a:lnTo>
                <a:lnTo>
                  <a:pt x="3728240" y="7857501"/>
                </a:lnTo>
                <a:lnTo>
                  <a:pt x="3762171" y="7821497"/>
                </a:lnTo>
                <a:lnTo>
                  <a:pt x="3795783" y="7785136"/>
                </a:lnTo>
                <a:lnTo>
                  <a:pt x="3829075" y="7748420"/>
                </a:lnTo>
                <a:lnTo>
                  <a:pt x="3862042" y="7711350"/>
                </a:lnTo>
                <a:lnTo>
                  <a:pt x="3894682" y="7673928"/>
                </a:lnTo>
                <a:lnTo>
                  <a:pt x="3926991" y="7636155"/>
                </a:lnTo>
                <a:lnTo>
                  <a:pt x="3958967" y="7598032"/>
                </a:lnTo>
                <a:lnTo>
                  <a:pt x="3990607" y="7559561"/>
                </a:lnTo>
                <a:lnTo>
                  <a:pt x="4021907" y="7520744"/>
                </a:lnTo>
                <a:lnTo>
                  <a:pt x="4052865" y="7481582"/>
                </a:lnTo>
                <a:lnTo>
                  <a:pt x="4083478" y="7442077"/>
                </a:lnTo>
                <a:lnTo>
                  <a:pt x="8022311" y="2307814"/>
                </a:lnTo>
                <a:lnTo>
                  <a:pt x="8052902" y="2268285"/>
                </a:lnTo>
                <a:lnTo>
                  <a:pt x="8083796" y="2229056"/>
                </a:lnTo>
                <a:lnTo>
                  <a:pt x="8114989" y="2190127"/>
                </a:lnTo>
                <a:lnTo>
                  <a:pt x="8146479" y="2151500"/>
                </a:lnTo>
                <a:lnTo>
                  <a:pt x="8178264" y="2113176"/>
                </a:lnTo>
                <a:lnTo>
                  <a:pt x="8210341" y="2075157"/>
                </a:lnTo>
                <a:lnTo>
                  <a:pt x="8242709" y="2037442"/>
                </a:lnTo>
                <a:lnTo>
                  <a:pt x="8275365" y="2000034"/>
                </a:lnTo>
                <a:lnTo>
                  <a:pt x="8308307" y="1962934"/>
                </a:lnTo>
                <a:lnTo>
                  <a:pt x="8341532" y="1926142"/>
                </a:lnTo>
                <a:lnTo>
                  <a:pt x="8375038" y="1889660"/>
                </a:lnTo>
                <a:lnTo>
                  <a:pt x="8408823" y="1853489"/>
                </a:lnTo>
                <a:lnTo>
                  <a:pt x="8442885" y="1817630"/>
                </a:lnTo>
                <a:lnTo>
                  <a:pt x="8477221" y="1782084"/>
                </a:lnTo>
                <a:lnTo>
                  <a:pt x="8511829" y="1746853"/>
                </a:lnTo>
                <a:lnTo>
                  <a:pt x="8546706" y="1711937"/>
                </a:lnTo>
                <a:lnTo>
                  <a:pt x="8581851" y="1677337"/>
                </a:lnTo>
                <a:lnTo>
                  <a:pt x="8617261" y="1643056"/>
                </a:lnTo>
                <a:lnTo>
                  <a:pt x="8652934" y="1609093"/>
                </a:lnTo>
                <a:lnTo>
                  <a:pt x="8688867" y="1575450"/>
                </a:lnTo>
                <a:lnTo>
                  <a:pt x="8725058" y="1542128"/>
                </a:lnTo>
                <a:lnTo>
                  <a:pt x="8761506" y="1509129"/>
                </a:lnTo>
                <a:lnTo>
                  <a:pt x="8798207" y="1476452"/>
                </a:lnTo>
                <a:lnTo>
                  <a:pt x="8835159" y="1444101"/>
                </a:lnTo>
                <a:lnTo>
                  <a:pt x="8872360" y="1412075"/>
                </a:lnTo>
                <a:lnTo>
                  <a:pt x="8909808" y="1380375"/>
                </a:lnTo>
                <a:lnTo>
                  <a:pt x="8947501" y="1349004"/>
                </a:lnTo>
                <a:lnTo>
                  <a:pt x="8985435" y="1317962"/>
                </a:lnTo>
                <a:lnTo>
                  <a:pt x="9023610" y="1287250"/>
                </a:lnTo>
                <a:lnTo>
                  <a:pt x="9062022" y="1256869"/>
                </a:lnTo>
                <a:lnTo>
                  <a:pt x="9100669" y="1226820"/>
                </a:lnTo>
                <a:lnTo>
                  <a:pt x="9139549" y="1197105"/>
                </a:lnTo>
                <a:lnTo>
                  <a:pt x="9178660" y="1167725"/>
                </a:lnTo>
                <a:lnTo>
                  <a:pt x="9217999" y="1138681"/>
                </a:lnTo>
                <a:lnTo>
                  <a:pt x="9257564" y="1109974"/>
                </a:lnTo>
                <a:lnTo>
                  <a:pt x="9297353" y="1081604"/>
                </a:lnTo>
                <a:lnTo>
                  <a:pt x="9337364" y="1053574"/>
                </a:lnTo>
                <a:lnTo>
                  <a:pt x="9377594" y="1025884"/>
                </a:lnTo>
                <a:lnTo>
                  <a:pt x="9418040" y="998536"/>
                </a:lnTo>
                <a:lnTo>
                  <a:pt x="9458702" y="971530"/>
                </a:lnTo>
                <a:lnTo>
                  <a:pt x="9499575" y="944868"/>
                </a:lnTo>
                <a:lnTo>
                  <a:pt x="9540659" y="918551"/>
                </a:lnTo>
                <a:lnTo>
                  <a:pt x="9581950" y="892580"/>
                </a:lnTo>
                <a:lnTo>
                  <a:pt x="9623447" y="866956"/>
                </a:lnTo>
                <a:lnTo>
                  <a:pt x="9665147" y="841681"/>
                </a:lnTo>
                <a:lnTo>
                  <a:pt x="9707048" y="816754"/>
                </a:lnTo>
                <a:lnTo>
                  <a:pt x="9749147" y="792179"/>
                </a:lnTo>
                <a:lnTo>
                  <a:pt x="9791443" y="767955"/>
                </a:lnTo>
                <a:lnTo>
                  <a:pt x="9833932" y="744083"/>
                </a:lnTo>
                <a:lnTo>
                  <a:pt x="9876613" y="720566"/>
                </a:lnTo>
                <a:lnTo>
                  <a:pt x="9919484" y="697404"/>
                </a:lnTo>
                <a:lnTo>
                  <a:pt x="9962542" y="674598"/>
                </a:lnTo>
                <a:lnTo>
                  <a:pt x="10005784" y="652149"/>
                </a:lnTo>
                <a:lnTo>
                  <a:pt x="10049209" y="630059"/>
                </a:lnTo>
                <a:lnTo>
                  <a:pt x="10092814" y="608328"/>
                </a:lnTo>
                <a:lnTo>
                  <a:pt x="10136597" y="586958"/>
                </a:lnTo>
                <a:lnTo>
                  <a:pt x="10180556" y="565950"/>
                </a:lnTo>
                <a:lnTo>
                  <a:pt x="10224688" y="545304"/>
                </a:lnTo>
                <a:lnTo>
                  <a:pt x="10268991" y="525023"/>
                </a:lnTo>
                <a:lnTo>
                  <a:pt x="10313463" y="505107"/>
                </a:lnTo>
                <a:lnTo>
                  <a:pt x="10358101" y="485558"/>
                </a:lnTo>
                <a:lnTo>
                  <a:pt x="10402903" y="466376"/>
                </a:lnTo>
                <a:lnTo>
                  <a:pt x="10447868" y="447563"/>
                </a:lnTo>
                <a:lnTo>
                  <a:pt x="10492991" y="429119"/>
                </a:lnTo>
                <a:lnTo>
                  <a:pt x="10538272" y="411046"/>
                </a:lnTo>
                <a:lnTo>
                  <a:pt x="10583708" y="393346"/>
                </a:lnTo>
                <a:lnTo>
                  <a:pt x="10629297" y="376018"/>
                </a:lnTo>
                <a:lnTo>
                  <a:pt x="10675036" y="359065"/>
                </a:lnTo>
                <a:lnTo>
                  <a:pt x="10720923" y="342487"/>
                </a:lnTo>
                <a:lnTo>
                  <a:pt x="10766956" y="326286"/>
                </a:lnTo>
                <a:lnTo>
                  <a:pt x="10813132" y="310462"/>
                </a:lnTo>
                <a:lnTo>
                  <a:pt x="10859450" y="295018"/>
                </a:lnTo>
                <a:lnTo>
                  <a:pt x="10905907" y="279953"/>
                </a:lnTo>
                <a:lnTo>
                  <a:pt x="10952500" y="265269"/>
                </a:lnTo>
                <a:lnTo>
                  <a:pt x="10999227" y="250968"/>
                </a:lnTo>
                <a:lnTo>
                  <a:pt x="11046087" y="237049"/>
                </a:lnTo>
                <a:lnTo>
                  <a:pt x="11093076" y="223516"/>
                </a:lnTo>
                <a:lnTo>
                  <a:pt x="11140193" y="210368"/>
                </a:lnTo>
                <a:lnTo>
                  <a:pt x="11187434" y="197606"/>
                </a:lnTo>
                <a:lnTo>
                  <a:pt x="11234799" y="185233"/>
                </a:lnTo>
                <a:lnTo>
                  <a:pt x="11282284" y="173248"/>
                </a:lnTo>
                <a:lnTo>
                  <a:pt x="11329888" y="161654"/>
                </a:lnTo>
                <a:lnTo>
                  <a:pt x="11377607" y="150451"/>
                </a:lnTo>
                <a:lnTo>
                  <a:pt x="11425440" y="139640"/>
                </a:lnTo>
                <a:lnTo>
                  <a:pt x="11473385" y="129223"/>
                </a:lnTo>
                <a:lnTo>
                  <a:pt x="11521439" y="119201"/>
                </a:lnTo>
                <a:lnTo>
                  <a:pt x="11569599" y="109574"/>
                </a:lnTo>
                <a:lnTo>
                  <a:pt x="11617864" y="100344"/>
                </a:lnTo>
                <a:lnTo>
                  <a:pt x="11666231" y="91512"/>
                </a:lnTo>
                <a:lnTo>
                  <a:pt x="11714698" y="83080"/>
                </a:lnTo>
                <a:lnTo>
                  <a:pt x="11763263" y="75047"/>
                </a:lnTo>
                <a:lnTo>
                  <a:pt x="11811923" y="67417"/>
                </a:lnTo>
                <a:lnTo>
                  <a:pt x="11860676" y="60188"/>
                </a:lnTo>
                <a:lnTo>
                  <a:pt x="11909519" y="53364"/>
                </a:lnTo>
                <a:lnTo>
                  <a:pt x="11958451" y="46944"/>
                </a:lnTo>
                <a:lnTo>
                  <a:pt x="12007470" y="40931"/>
                </a:lnTo>
                <a:lnTo>
                  <a:pt x="12056572" y="35324"/>
                </a:lnTo>
                <a:lnTo>
                  <a:pt x="12105756" y="30126"/>
                </a:lnTo>
                <a:lnTo>
                  <a:pt x="12155019" y="25337"/>
                </a:lnTo>
                <a:lnTo>
                  <a:pt x="12204359" y="20958"/>
                </a:lnTo>
                <a:lnTo>
                  <a:pt x="12253773" y="16991"/>
                </a:lnTo>
                <a:lnTo>
                  <a:pt x="12303260" y="13437"/>
                </a:lnTo>
                <a:lnTo>
                  <a:pt x="12352818" y="10297"/>
                </a:lnTo>
                <a:lnTo>
                  <a:pt x="12402443" y="7572"/>
                </a:lnTo>
                <a:lnTo>
                  <a:pt x="12452133" y="5263"/>
                </a:lnTo>
                <a:lnTo>
                  <a:pt x="12501887" y="3371"/>
                </a:lnTo>
                <a:lnTo>
                  <a:pt x="12551701" y="1898"/>
                </a:lnTo>
                <a:lnTo>
                  <a:pt x="12601574" y="844"/>
                </a:lnTo>
                <a:lnTo>
                  <a:pt x="12651504" y="211"/>
                </a:lnTo>
                <a:lnTo>
                  <a:pt x="12701487" y="0"/>
                </a:lnTo>
                <a:lnTo>
                  <a:pt x="13158798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938015"/>
            <a:ext cx="4167530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5722314"/>
            <a:ext cx="4167530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6083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36008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66082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6007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5300937"/>
            <a:ext cx="4789394" cy="200722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2071302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sória - Fot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4A7A786-F7A7-EC4D-1E36-93517BEA1F7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pt-BR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938015"/>
            <a:ext cx="4167530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5722314"/>
            <a:ext cx="4167530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6083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36008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0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66082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6007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5300937"/>
            <a:ext cx="4789394" cy="200722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58587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3394483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| Cinza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4" y="185353"/>
            <a:ext cx="104154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E9E417-88AC-66F9-84FA-62F5BC540E5F}"/>
              </a:ext>
            </a:extLst>
          </p:cNvPr>
          <p:cNvCxnSpPr>
            <a:cxnSpLocks/>
          </p:cNvCxnSpPr>
          <p:nvPr userDrawn="1"/>
        </p:nvCxnSpPr>
        <p:spPr>
          <a:xfrm>
            <a:off x="334963" y="6573705"/>
            <a:ext cx="11094148" cy="0"/>
          </a:xfrm>
          <a:prstGeom prst="line">
            <a:avLst/>
          </a:prstGeom>
          <a:noFill/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/>
        </p:spPr>
      </p:cxnSp>
    </p:spTree>
    <p:extLst>
      <p:ext uri="{BB962C8B-B14F-4D97-AF65-F5344CB8AC3E}">
        <p14:creationId xmlns:p14="http://schemas.microsoft.com/office/powerpoint/2010/main" val="1035895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Branco">
    <p:bg>
      <p:bgPr>
        <a:gradFill>
          <a:gsLst>
            <a:gs pos="100000">
              <a:schemeClr val="bg1">
                <a:lumMod val="95000"/>
              </a:schemeClr>
            </a:gs>
            <a:gs pos="0">
              <a:schemeClr val="bg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EFD7F938-B824-C27B-BEB2-95E90F5FFDD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66A520-3C99-723C-6FAE-61E67E279300}"/>
              </a:ext>
            </a:extLst>
          </p:cNvPr>
          <p:cNvCxnSpPr>
            <a:cxnSpLocks/>
          </p:cNvCxnSpPr>
          <p:nvPr userDrawn="1"/>
        </p:nvCxnSpPr>
        <p:spPr>
          <a:xfrm>
            <a:off x="334963" y="6675256"/>
            <a:ext cx="12403137" cy="0"/>
          </a:xfrm>
          <a:prstGeom prst="line">
            <a:avLst/>
          </a:prstGeom>
          <a:ln>
            <a:gradFill>
              <a:gsLst>
                <a:gs pos="58000">
                  <a:schemeClr val="bg1">
                    <a:lumMod val="8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B4C816-FC0E-B548-2E6D-F83FF8D42FAA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697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claimer | Cinza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8441175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8" name="Picture 8">
            <a:extLst>
              <a:ext uri="{FF2B5EF4-FFF2-40B4-BE49-F238E27FC236}">
                <a16:creationId xmlns:a16="http://schemas.microsoft.com/office/drawing/2014/main" id="{2BA4B9E0-8E3E-0F53-5625-C6E6BE694959}"/>
              </a:ext>
            </a:extLst>
          </p:cNvPr>
          <p:cNvSpPr/>
          <p:nvPr userDrawn="1"/>
        </p:nvSpPr>
        <p:spPr>
          <a:xfrm>
            <a:off x="334962" y="6194960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890028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capa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06567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| Padrão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1C9AF77E-9895-4AC7-A1DF-EE12ACB0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0BAD04-1FFE-3E42-A1B1-BDD8FE7DA8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err="1"/>
              <a:t>Índice</a:t>
            </a:r>
            <a:r>
              <a:rPr lang="en-US"/>
              <a:t> | </a:t>
            </a:r>
            <a:r>
              <a:rPr lang="en-US" err="1"/>
              <a:t>Padrão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D03C84-7D32-1C70-A8E9-63EA0F348C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50" baseline="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D8C61F7-2206-D64F-31E1-979FA329DE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68414"/>
            <a:ext cx="11522075" cy="5076824"/>
          </a:xfrm>
          <a:prstGeom prst="rect">
            <a:avLst/>
          </a:prstGeom>
        </p:spPr>
        <p:txBody>
          <a:bodyPr wrap="square" lIns="0" tIns="0" rIns="0" bIns="0" numCol="2">
            <a:noAutofit/>
          </a:bodyPr>
          <a:lstStyle>
            <a:lvl1pPr marL="3600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" name="Picture 8">
            <a:extLst>
              <a:ext uri="{FF2B5EF4-FFF2-40B4-BE49-F238E27FC236}">
                <a16:creationId xmlns:a16="http://schemas.microsoft.com/office/drawing/2014/main" id="{EA4336CC-56F4-E024-5FA4-922FCB6B45F5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837E43-FCDB-06B6-D55B-7277D47AE588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2" y="6678798"/>
            <a:ext cx="10980001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BD9D3F-8794-4F49-E198-C2EF035DC952}"/>
              </a:ext>
            </a:extLst>
          </p:cNvPr>
          <p:cNvCxnSpPr>
            <a:cxnSpLocks/>
          </p:cNvCxnSpPr>
          <p:nvPr userDrawn="1"/>
        </p:nvCxnSpPr>
        <p:spPr>
          <a:xfrm>
            <a:off x="334962" y="169333"/>
            <a:ext cx="1152207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623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Índice | Até 10 títulos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pt-BR"/>
              <a:t>Índice | Até 10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50" baseline="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7549" y="1232282"/>
            <a:ext cx="4304945" cy="58564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7549" y="2153417"/>
            <a:ext cx="4304945" cy="59534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7549" y="3163685"/>
            <a:ext cx="4304945" cy="60135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17549" y="4182010"/>
            <a:ext cx="4304945" cy="60135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78587" y="1232282"/>
            <a:ext cx="4304945" cy="58195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78587" y="2153417"/>
            <a:ext cx="4304945" cy="5916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78587" y="3163685"/>
            <a:ext cx="4304945" cy="5916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78587" y="4182010"/>
            <a:ext cx="4304945" cy="59766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4" y="1232282"/>
            <a:ext cx="666897" cy="666897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Font typeface="Arial" panose="020B0604020202020204" pitchFamily="34" charset="0"/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4" y="2153417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4" y="3163685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4" y="4182010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2" y="1232282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2" y="2153417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2" y="3163685"/>
            <a:ext cx="666897" cy="666897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2" y="4182010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7549" y="5195931"/>
            <a:ext cx="4304945" cy="60135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78587" y="5195931"/>
            <a:ext cx="4304945" cy="59766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4" y="5195931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2" y="5195931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D33CC779-BEB9-7E74-0EFA-C0016862AF39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EEB43E4-181F-7295-80FA-E603B81F5F0B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2" y="6678798"/>
            <a:ext cx="10980001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F5BE70-4F40-7DC7-BD7C-557EEAF63A80}"/>
              </a:ext>
            </a:extLst>
          </p:cNvPr>
          <p:cNvCxnSpPr>
            <a:cxnSpLocks/>
          </p:cNvCxnSpPr>
          <p:nvPr userDrawn="1"/>
        </p:nvCxnSpPr>
        <p:spPr>
          <a:xfrm>
            <a:off x="334962" y="169333"/>
            <a:ext cx="1152207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830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| Até 14 títulos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pt-BR"/>
              <a:t>Índice | Até 14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50" baseline="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12441" y="1232282"/>
            <a:ext cx="3633266" cy="49426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2441" y="1986612"/>
            <a:ext cx="3633266" cy="5024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12441" y="2743933"/>
            <a:ext cx="3633266" cy="50752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12441" y="3509439"/>
            <a:ext cx="3633266" cy="50752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73479" y="1237476"/>
            <a:ext cx="3633266" cy="49115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73479" y="1986612"/>
            <a:ext cx="3633266" cy="49934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3479" y="2743933"/>
            <a:ext cx="3633266" cy="49934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73479" y="3509439"/>
            <a:ext cx="3633266" cy="50441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5" y="1237091"/>
            <a:ext cx="562844" cy="562844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5" y="1986612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5" y="2743933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5" y="3509439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3" y="1242285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3" y="1986612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3" y="2743933"/>
            <a:ext cx="562844" cy="562844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3" y="3509439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11.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12441" y="4285152"/>
            <a:ext cx="3633266" cy="50752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73479" y="4285152"/>
            <a:ext cx="3633266" cy="50441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5" y="4285152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3" y="4285152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12.</a:t>
            </a:r>
            <a:endParaRPr lang="pt-BR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5B1F338-8D07-6165-2984-C97D76B836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12441" y="5064614"/>
            <a:ext cx="3633266" cy="50752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6AC2D12D-986D-3DD5-FBFC-D384978B99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73479" y="5064614"/>
            <a:ext cx="3633266" cy="50441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1E97FC2-9348-4E3B-00E5-76B9F5F346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4965" y="5064614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0FCC27C-9F7B-60DD-448A-FA5C70190D6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3" y="5064614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13.</a:t>
            </a:r>
            <a:endParaRPr lang="pt-BR"/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647A3C75-F52C-9572-4AC8-DF3C9EC748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12441" y="5840327"/>
            <a:ext cx="3633266" cy="50752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F181672-FCCE-ED51-44CD-B257A51020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873479" y="5840327"/>
            <a:ext cx="3633266" cy="50441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C4E37429-91F7-9872-16AB-E9D998B9B0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4965" y="5840327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996E1AEB-6FC0-93DB-7162-B62353FB6F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3" y="5840327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14.</a:t>
            </a:r>
            <a:endParaRPr lang="pt-BR"/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FA2E0788-A75A-5FD1-87DF-D30CAABD5AB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F00413E-B619-B34F-57AB-0D37CAFD8EF8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2" y="6678798"/>
            <a:ext cx="10980001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DDB0A69-522F-4E27-8A3E-CF7E5FEDFB91}"/>
              </a:ext>
            </a:extLst>
          </p:cNvPr>
          <p:cNvCxnSpPr>
            <a:cxnSpLocks/>
          </p:cNvCxnSpPr>
          <p:nvPr userDrawn="1"/>
        </p:nvCxnSpPr>
        <p:spPr>
          <a:xfrm>
            <a:off x="334962" y="169333"/>
            <a:ext cx="1152207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492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| Padrão - Escuro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1C9AF77E-9895-4AC7-A1DF-EE12ACB0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0BAD04-1FFE-3E42-A1B1-BDD8FE7DA8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Índice</a:t>
            </a:r>
            <a:r>
              <a:rPr lang="en-US"/>
              <a:t> - </a:t>
            </a:r>
            <a:r>
              <a:rPr lang="en-US" err="1"/>
              <a:t>Padrão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D03C84-7D32-1C70-A8E9-63EA0F348C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5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D8C61F7-2206-D64F-31E1-979FA329DE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68414"/>
            <a:ext cx="11522075" cy="5076824"/>
          </a:xfrm>
          <a:prstGeom prst="rect">
            <a:avLst/>
          </a:prstGeom>
        </p:spPr>
        <p:txBody>
          <a:bodyPr wrap="square" lIns="0" tIns="0" rIns="0" bIns="0" numCol="2">
            <a:noAutofit/>
          </a:bodyPr>
          <a:lstStyle>
            <a:lvl1pPr marL="3600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" name="Picture 8">
            <a:extLst>
              <a:ext uri="{FF2B5EF4-FFF2-40B4-BE49-F238E27FC236}">
                <a16:creationId xmlns:a16="http://schemas.microsoft.com/office/drawing/2014/main" id="{783D2061-084A-94F3-C296-418296966C6B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7355C3-E565-CD06-62D4-5A5093D7D7B3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2" y="6678798"/>
            <a:ext cx="1098000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238530-94B2-5742-387C-113C4BA6D6F1}"/>
              </a:ext>
            </a:extLst>
          </p:cNvPr>
          <p:cNvCxnSpPr>
            <a:cxnSpLocks/>
          </p:cNvCxnSpPr>
          <p:nvPr userDrawn="1"/>
        </p:nvCxnSpPr>
        <p:spPr>
          <a:xfrm>
            <a:off x="334962" y="169333"/>
            <a:ext cx="1152207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7836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Índice - Offwhite - 10 títulos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/>
              <a:t>Índice | Até 10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5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7549" y="1232282"/>
            <a:ext cx="4304945" cy="58564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7549" y="2153417"/>
            <a:ext cx="4304945" cy="59534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7549" y="3163685"/>
            <a:ext cx="4304945" cy="60135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17549" y="4182010"/>
            <a:ext cx="4304945" cy="60135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78587" y="1232282"/>
            <a:ext cx="4304945" cy="58195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78587" y="2153417"/>
            <a:ext cx="4304945" cy="5916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78587" y="3163685"/>
            <a:ext cx="4304945" cy="59165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78587" y="4182010"/>
            <a:ext cx="4304945" cy="59766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4" y="1232282"/>
            <a:ext cx="666897" cy="666897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4" y="2153417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4" y="3163685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4" y="4182010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2" y="1232282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2" y="2153417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2" y="3163685"/>
            <a:ext cx="666897" cy="666897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2" y="4182010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7549" y="5195931"/>
            <a:ext cx="4304945" cy="60135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78587" y="5195931"/>
            <a:ext cx="4304945" cy="59766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4" y="5195931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2" y="5195931"/>
            <a:ext cx="666897" cy="66689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15C4B308-9A73-C952-BC94-A59F0C0C9921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654237-7A8B-7549-A6FA-F7E001C96C03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2" y="6678798"/>
            <a:ext cx="1098000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3AC7E8-DA5B-B18B-6E06-D06748ABC254}"/>
              </a:ext>
            </a:extLst>
          </p:cNvPr>
          <p:cNvCxnSpPr>
            <a:cxnSpLocks/>
          </p:cNvCxnSpPr>
          <p:nvPr userDrawn="1"/>
        </p:nvCxnSpPr>
        <p:spPr>
          <a:xfrm>
            <a:off x="334962" y="169333"/>
            <a:ext cx="1152207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6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Índice - Offwhite - 14 títulos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pt-BR"/>
              <a:t>Índice | Até 14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5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12441" y="1232282"/>
            <a:ext cx="3633266" cy="49426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2441" y="1986612"/>
            <a:ext cx="3633266" cy="5024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12441" y="2743933"/>
            <a:ext cx="3633266" cy="50752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12441" y="3509439"/>
            <a:ext cx="3633266" cy="50752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73479" y="1237476"/>
            <a:ext cx="3633266" cy="49115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73479" y="1986612"/>
            <a:ext cx="3633266" cy="49934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3479" y="2743933"/>
            <a:ext cx="3633266" cy="499341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73479" y="3509439"/>
            <a:ext cx="3633266" cy="50441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5" y="1237091"/>
            <a:ext cx="562844" cy="562844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5" y="1986612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5" y="2743933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5" y="3509439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3" y="1242285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3" y="1986612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3" y="2743933"/>
            <a:ext cx="562844" cy="562844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3" y="3509439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11.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12441" y="4285152"/>
            <a:ext cx="3633266" cy="50752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73479" y="4285152"/>
            <a:ext cx="3633266" cy="50441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5" y="4285152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3" y="4285152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12.</a:t>
            </a:r>
            <a:endParaRPr lang="pt-BR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5B1F338-8D07-6165-2984-C97D76B836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12441" y="5064614"/>
            <a:ext cx="3633266" cy="50752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6AC2D12D-986D-3DD5-FBFC-D384978B99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73479" y="5064614"/>
            <a:ext cx="3633266" cy="50441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1E97FC2-9348-4E3B-00E5-76B9F5F346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4965" y="5064614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0FCC27C-9F7B-60DD-448A-FA5C70190D6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3" y="5064614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13.</a:t>
            </a:r>
            <a:endParaRPr lang="pt-BR"/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647A3C75-F52C-9572-4AC8-DF3C9EC748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12441" y="5840327"/>
            <a:ext cx="3633266" cy="507526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F181672-FCCE-ED51-44CD-B257A51020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873479" y="5840327"/>
            <a:ext cx="3633266" cy="504415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C4E37429-91F7-9872-16AB-E9D998B9B0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4965" y="5840327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996E1AEB-6FC0-93DB-7162-B62353FB6F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3" y="5840327"/>
            <a:ext cx="562844" cy="562844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14.</a:t>
            </a:r>
            <a:endParaRPr lang="pt-BR"/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40D4B1AE-2876-9D52-23DD-7F3F7CBFA259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658A386-52FA-00C7-C721-432D2FB1ADAA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2" y="6678798"/>
            <a:ext cx="1098000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55B22A-95B9-13FE-BC3C-8513FC2D9C19}"/>
              </a:ext>
            </a:extLst>
          </p:cNvPr>
          <p:cNvCxnSpPr>
            <a:cxnSpLocks/>
          </p:cNvCxnSpPr>
          <p:nvPr userDrawn="1"/>
        </p:nvCxnSpPr>
        <p:spPr>
          <a:xfrm>
            <a:off x="334962" y="169333"/>
            <a:ext cx="1152207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495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509521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50" baseline="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9429EAB7-9C7C-DB55-2137-57D6FB3CA32A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86E73B-247A-53EE-BBDF-E29641B5F9E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2" y="6678798"/>
            <a:ext cx="109800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609169-B26C-5337-5F3B-DE8465116524}"/>
              </a:ext>
            </a:extLst>
          </p:cNvPr>
          <p:cNvCxnSpPr>
            <a:cxnSpLocks/>
          </p:cNvCxnSpPr>
          <p:nvPr userDrawn="1"/>
        </p:nvCxnSpPr>
        <p:spPr>
          <a:xfrm>
            <a:off x="334962" y="169333"/>
            <a:ext cx="11522076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892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| 1 linha - Branco ">
    <p:bg>
      <p:bgPr>
        <a:gradFill>
          <a:gsLst>
            <a:gs pos="0">
              <a:srgbClr val="0A0A0A"/>
            </a:gs>
            <a:gs pos="100000">
              <a:schemeClr val="tx1">
                <a:lumMod val="95000"/>
                <a:lumOff val="5000"/>
              </a:schemeClr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509521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5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9429EAB7-9C7C-DB55-2137-57D6FB3CA32A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386E73B-247A-53EE-BBDF-E29641B5F9E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2" y="6678798"/>
            <a:ext cx="1098000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D609169-B26C-5337-5F3B-DE8465116524}"/>
              </a:ext>
            </a:extLst>
          </p:cNvPr>
          <p:cNvCxnSpPr>
            <a:cxnSpLocks/>
          </p:cNvCxnSpPr>
          <p:nvPr userDrawn="1"/>
        </p:nvCxnSpPr>
        <p:spPr>
          <a:xfrm>
            <a:off x="334962" y="169333"/>
            <a:ext cx="11522076" cy="0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791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| 1 linha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8">
            <a:extLst>
              <a:ext uri="{FF2B5EF4-FFF2-40B4-BE49-F238E27FC236}">
                <a16:creationId xmlns:a16="http://schemas.microsoft.com/office/drawing/2014/main" id="{9429EAB7-9C7C-DB55-2137-57D6FB3CA32A}"/>
              </a:ext>
            </a:extLst>
          </p:cNvPr>
          <p:cNvSpPr/>
          <p:nvPr userDrawn="1"/>
        </p:nvSpPr>
        <p:spPr>
          <a:xfrm>
            <a:off x="702609" y="6042581"/>
            <a:ext cx="1209078" cy="410607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651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  <p15:guide id="8" pos="438">
          <p15:clr>
            <a:srgbClr val="FBAE40"/>
          </p15:clr>
        </p15:guide>
      </p15:sldGuideLst>
    </p:ext>
  </p:extLs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2 linhas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509521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75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0F307EA-4C29-0128-C5F3-1EC020414C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4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FC74B37E-4911-072A-7204-9C9ACA9A1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ABF0D0-FF53-6AFF-585A-B5197E38DF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7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8">
            <a:extLst>
              <a:ext uri="{FF2B5EF4-FFF2-40B4-BE49-F238E27FC236}">
                <a16:creationId xmlns:a16="http://schemas.microsoft.com/office/drawing/2014/main" id="{1943F4AD-5909-A027-AB7E-4B0B0CAB487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5D9E45-CD14-A20E-A4B7-7B03E55383DE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2" y="6678798"/>
            <a:ext cx="10980001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350480-65C2-761D-9BD6-531A254ED814}"/>
              </a:ext>
            </a:extLst>
          </p:cNvPr>
          <p:cNvCxnSpPr>
            <a:cxnSpLocks/>
          </p:cNvCxnSpPr>
          <p:nvPr userDrawn="1"/>
        </p:nvCxnSpPr>
        <p:spPr>
          <a:xfrm>
            <a:off x="334962" y="169333"/>
            <a:ext cx="1152207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482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Box superior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1857038" cy="2091184"/>
          </a:xfrm>
          <a:prstGeom prst="round1Rect">
            <a:avLst>
              <a:gd name="adj" fmla="val 50000"/>
            </a:avLst>
          </a:prstGeom>
          <a:gradFill>
            <a:gsLst>
              <a:gs pos="0">
                <a:schemeClr val="tx1"/>
              </a:gs>
              <a:gs pos="23000">
                <a:schemeClr val="tx1"/>
              </a:gs>
              <a:gs pos="55000">
                <a:srgbClr val="161B2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20669646-0E31-B58E-25E0-8DB70B50D5BD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EE199E3-CEB8-7D93-9B72-9660B2561CBD}"/>
              </a:ext>
            </a:extLst>
          </p:cNvPr>
          <p:cNvCxnSpPr>
            <a:cxnSpLocks/>
          </p:cNvCxnSpPr>
          <p:nvPr userDrawn="1"/>
        </p:nvCxnSpPr>
        <p:spPr>
          <a:xfrm>
            <a:off x="334962" y="169333"/>
            <a:ext cx="11522076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555565A8-2DD8-1B6C-CD35-2E001E100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509521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E09DFE2-1534-A639-0CBE-DC9C11726B6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75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54993FE-53D4-AA18-DFAD-B121185638CC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2" y="6678798"/>
            <a:ext cx="10980001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89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Box lateral - Branco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23000">
                <a:schemeClr val="tx1"/>
              </a:gs>
              <a:gs pos="55000">
                <a:srgbClr val="161B2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509521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1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75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6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6" y="1484313"/>
            <a:ext cx="6077927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482784"/>
            <a:ext cx="145773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0828"/>
            <a:ext cx="145773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8">
            <a:extLst>
              <a:ext uri="{FF2B5EF4-FFF2-40B4-BE49-F238E27FC236}">
                <a16:creationId xmlns:a16="http://schemas.microsoft.com/office/drawing/2014/main" id="{17E4CCC7-1929-43B7-5053-E4687D9CD03C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tx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A4C09E7-58F7-D1C0-7F9D-8BDE6540D76F}"/>
              </a:ext>
            </a:extLst>
          </p:cNvPr>
          <p:cNvCxnSpPr>
            <a:cxnSpLocks/>
          </p:cNvCxnSpPr>
          <p:nvPr userDrawn="1"/>
        </p:nvCxnSpPr>
        <p:spPr>
          <a:xfrm>
            <a:off x="5529943" y="169333"/>
            <a:ext cx="669962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EA7F2F-F9FB-1505-1D7F-4808F02B5E7E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9943" y="6678798"/>
            <a:ext cx="578502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427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77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- Br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38917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1 linha - Escuro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75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8">
            <a:extLst>
              <a:ext uri="{FF2B5EF4-FFF2-40B4-BE49-F238E27FC236}">
                <a16:creationId xmlns:a16="http://schemas.microsoft.com/office/drawing/2014/main" id="{1C5A9D77-5042-AFA2-4029-92F3B694460A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B4D65AC-7989-8C37-9085-177EBF9A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509521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E2AD1A-316D-2FEE-A176-BC23BBA23140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2" y="6678798"/>
            <a:ext cx="1098000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1D17AA-40A4-FDD0-DAB9-AFBF18CF5F9F}"/>
              </a:ext>
            </a:extLst>
          </p:cNvPr>
          <p:cNvCxnSpPr>
            <a:cxnSpLocks/>
          </p:cNvCxnSpPr>
          <p:nvPr userDrawn="1"/>
        </p:nvCxnSpPr>
        <p:spPr>
          <a:xfrm>
            <a:off x="334962" y="169333"/>
            <a:ext cx="1152207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2353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2 linhas - Escuro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5629EC08-34A0-4F4F-BF0C-DAE3D73CA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5648397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37A98A2-2A9D-056F-7CA4-B986B81707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75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CBC137-580C-65EB-C713-E63CDBDB515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08640" y="1949413"/>
            <a:ext cx="5648398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1CF13AF-F1F7-29D7-F0C3-C23BE528C9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3" y="1518527"/>
            <a:ext cx="5648397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7497781-FD6B-9B5D-3237-9AD784B888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8640" y="1518527"/>
            <a:ext cx="5648398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8">
            <a:extLst>
              <a:ext uri="{FF2B5EF4-FFF2-40B4-BE49-F238E27FC236}">
                <a16:creationId xmlns:a16="http://schemas.microsoft.com/office/drawing/2014/main" id="{3817326F-902B-78F4-AB0D-A7DACB0B1494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52DA27-3FF7-A998-37F4-EF0ED0A5C838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2" y="6678798"/>
            <a:ext cx="1098000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Número de Slide 5">
            <a:extLst>
              <a:ext uri="{FF2B5EF4-FFF2-40B4-BE49-F238E27FC236}">
                <a16:creationId xmlns:a16="http://schemas.microsoft.com/office/drawing/2014/main" id="{3C3AD1DB-74F2-5CB8-23C2-508B0D63F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509521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BBB7A66-647F-5709-2207-074CABBF5778}"/>
              </a:ext>
            </a:extLst>
          </p:cNvPr>
          <p:cNvCxnSpPr>
            <a:cxnSpLocks/>
          </p:cNvCxnSpPr>
          <p:nvPr userDrawn="1"/>
        </p:nvCxnSpPr>
        <p:spPr>
          <a:xfrm>
            <a:off x="334962" y="169333"/>
            <a:ext cx="1152207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4513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Box superior - Escuro">
    <p:bg>
      <p:bgPr>
        <a:gradFill>
          <a:gsLst>
            <a:gs pos="0">
              <a:schemeClr val="tx1"/>
            </a:gs>
            <a:gs pos="23000">
              <a:schemeClr val="tx1"/>
            </a:gs>
            <a:gs pos="5500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0" name="Retângulo 5">
            <a:extLst>
              <a:ext uri="{FF2B5EF4-FFF2-40B4-BE49-F238E27FC236}">
                <a16:creationId xmlns:a16="http://schemas.microsoft.com/office/drawing/2014/main" id="{7D36360D-ABDB-2B93-AA05-C90BA9D483DB}"/>
              </a:ext>
            </a:extLst>
          </p:cNvPr>
          <p:cNvSpPr/>
          <p:nvPr userDrawn="1"/>
        </p:nvSpPr>
        <p:spPr>
          <a:xfrm>
            <a:off x="0" y="807794"/>
            <a:ext cx="12192000" cy="20911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Versos" panose="020B0503020204030204" pitchFamily="34" charset="0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427" y="1045525"/>
            <a:ext cx="5421301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2" name="Conector Reto 6">
            <a:extLst>
              <a:ext uri="{FF2B5EF4-FFF2-40B4-BE49-F238E27FC236}">
                <a16:creationId xmlns:a16="http://schemas.microsoft.com/office/drawing/2014/main" id="{93D24C85-FAB3-23B7-3282-C0255DE4BF50}"/>
              </a:ext>
            </a:extLst>
          </p:cNvPr>
          <p:cNvCxnSpPr/>
          <p:nvPr userDrawn="1"/>
        </p:nvCxnSpPr>
        <p:spPr>
          <a:xfrm>
            <a:off x="583096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7">
            <a:extLst>
              <a:ext uri="{FF2B5EF4-FFF2-40B4-BE49-F238E27FC236}">
                <a16:creationId xmlns:a16="http://schemas.microsoft.com/office/drawing/2014/main" id="{A040BC7F-4356-241E-DE98-A14572A424F9}"/>
              </a:ext>
            </a:extLst>
          </p:cNvPr>
          <p:cNvCxnSpPr>
            <a:cxnSpLocks/>
          </p:cNvCxnSpPr>
          <p:nvPr userDrawn="1"/>
        </p:nvCxnSpPr>
        <p:spPr>
          <a:xfrm>
            <a:off x="6336683" y="1364974"/>
            <a:ext cx="0" cy="15621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37014" y="1045525"/>
            <a:ext cx="542002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D0831873-076C-11EE-AA1E-02508B9C56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6447" y="3021651"/>
            <a:ext cx="5296913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5706" y="3021651"/>
            <a:ext cx="5421332" cy="2301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F216AB5E-D38B-66D5-8239-7B0151BF7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509521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7" name="Picture 8">
            <a:extLst>
              <a:ext uri="{FF2B5EF4-FFF2-40B4-BE49-F238E27FC236}">
                <a16:creationId xmlns:a16="http://schemas.microsoft.com/office/drawing/2014/main" id="{1A5BA7F4-667F-F678-D52B-B0E7F22710B9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D0E0086-7D78-E1C3-45A7-352B452EA387}"/>
              </a:ext>
            </a:extLst>
          </p:cNvPr>
          <p:cNvCxnSpPr>
            <a:cxnSpLocks/>
          </p:cNvCxnSpPr>
          <p:nvPr userDrawn="1"/>
        </p:nvCxnSpPr>
        <p:spPr>
          <a:xfrm flipH="1">
            <a:off x="334962" y="6678798"/>
            <a:ext cx="1098000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47D10088-EE5F-A16B-8EDA-8D4B83FD96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75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2996C2-8B65-E356-FB66-3F927BC04104}"/>
              </a:ext>
            </a:extLst>
          </p:cNvPr>
          <p:cNvCxnSpPr>
            <a:cxnSpLocks/>
          </p:cNvCxnSpPr>
          <p:nvPr userDrawn="1"/>
        </p:nvCxnSpPr>
        <p:spPr>
          <a:xfrm>
            <a:off x="334962" y="169333"/>
            <a:ext cx="1152207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92526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Box lateral - Escuro">
    <p:bg>
      <p:bgPr>
        <a:gradFill>
          <a:gsLst>
            <a:gs pos="0">
              <a:schemeClr val="tx1"/>
            </a:gs>
            <a:gs pos="23000">
              <a:schemeClr val="tx1"/>
            </a:gs>
            <a:gs pos="5500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">
            <a:extLst>
              <a:ext uri="{FF2B5EF4-FFF2-40B4-BE49-F238E27FC236}">
                <a16:creationId xmlns:a16="http://schemas.microsoft.com/office/drawing/2014/main" id="{0B0E7351-5252-E626-42EB-CDCE7C083C49}"/>
              </a:ext>
            </a:extLst>
          </p:cNvPr>
          <p:cNvSpPr/>
          <p:nvPr userDrawn="1"/>
        </p:nvSpPr>
        <p:spPr>
          <a:xfrm>
            <a:off x="0" y="1"/>
            <a:ext cx="542002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4" y="6509521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5085057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750">
                <a:solidFill>
                  <a:schemeClr val="tx1">
                    <a:lumMod val="85000"/>
                    <a:lumOff val="15000"/>
                  </a:schemeClr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2BF5896-7E11-14FB-06A4-95B1CAD37BF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7026" y="1751285"/>
            <a:ext cx="4369353" cy="156104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D29ABC6-2275-8D02-5D8F-6C31283108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166" y="3849328"/>
            <a:ext cx="4383213" cy="158838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89936DB2-1144-3AFC-1BBA-E1BDEB5020C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7047" y="1484313"/>
            <a:ext cx="6089992" cy="44587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" name="Conector Reto 2">
            <a:extLst>
              <a:ext uri="{FF2B5EF4-FFF2-40B4-BE49-F238E27FC236}">
                <a16:creationId xmlns:a16="http://schemas.microsoft.com/office/drawing/2014/main" id="{D24BE17E-F6B3-8EAE-EC30-BB9C725FC11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482784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to 7">
            <a:extLst>
              <a:ext uri="{FF2B5EF4-FFF2-40B4-BE49-F238E27FC236}">
                <a16:creationId xmlns:a16="http://schemas.microsoft.com/office/drawing/2014/main" id="{0D6EA7A2-501E-AE25-217B-771E1489503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580828"/>
            <a:ext cx="145773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icture 8">
            <a:extLst>
              <a:ext uri="{FF2B5EF4-FFF2-40B4-BE49-F238E27FC236}">
                <a16:creationId xmlns:a16="http://schemas.microsoft.com/office/drawing/2014/main" id="{BDCC83E7-0F77-B8A6-85B1-3C7C7DEFD0BA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1BCF8F-C3DE-3A54-5FA9-6EE512FF48C7}"/>
              </a:ext>
            </a:extLst>
          </p:cNvPr>
          <p:cNvCxnSpPr>
            <a:cxnSpLocks/>
          </p:cNvCxnSpPr>
          <p:nvPr userDrawn="1"/>
        </p:nvCxnSpPr>
        <p:spPr>
          <a:xfrm>
            <a:off x="5631543" y="169333"/>
            <a:ext cx="6598028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D25958-B46E-CFC9-AC49-7ABE8ABF93FF}"/>
              </a:ext>
            </a:extLst>
          </p:cNvPr>
          <p:cNvCxnSpPr>
            <a:cxnSpLocks/>
          </p:cNvCxnSpPr>
          <p:nvPr userDrawn="1"/>
        </p:nvCxnSpPr>
        <p:spPr>
          <a:xfrm flipH="1">
            <a:off x="5631543" y="6678798"/>
            <a:ext cx="56834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33747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- Escuro"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0489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E84738-3A6C-EB34-89AF-461737E8A924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FD4C2CB9-FBAE-882A-315C-DB4F669495DE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EA389DAE-FA1D-8A30-5126-218E3FFA5A53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362962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21121146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Grade"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EB6966-A6DD-A413-E366-E85415CA7C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16B9899-7AA6-E693-2E4C-ADF3DFB283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247925-BD97-745B-F253-B805E96FFFA0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BCEFB5ED-6BF7-6136-2220-F968C5DEF09D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40A1F716-1324-ACB0-605C-A36B2A57B93A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92298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01 - High Yield">
    <p:bg>
      <p:bgPr>
        <a:gradFill>
          <a:gsLst>
            <a:gs pos="0">
              <a:srgbClr val="3C4A60"/>
            </a:gs>
            <a:gs pos="100000">
              <a:srgbClr val="759DB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0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990FA51-3BC5-8B5F-4922-A3EFDBE7D3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113017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C6416CC-D42A-F9D0-470E-9656CD4825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2159779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012F14-CC53-BA2E-43A9-50DD92B9262B}"/>
              </a:ext>
            </a:extLst>
          </p:cNvPr>
          <p:cNvGrpSpPr/>
          <p:nvPr userDrawn="1"/>
        </p:nvGrpSpPr>
        <p:grpSpPr>
          <a:xfrm>
            <a:off x="407988" y="404813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4DE6A1B-8C6A-BB82-E709-6A2A45FA1D05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3D7CFF59-CCAF-2434-5D7E-E1CA4FB1EB7E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85757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Mais de 40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1C9AF77E-9895-4AC7-A1DF-EE12ACB0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0BAD04-1FFE-3E42-A1B1-BDD8FE7DA8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Índice</a:t>
            </a:r>
            <a:r>
              <a:rPr lang="en-US"/>
              <a:t> - </a:t>
            </a:r>
            <a:r>
              <a:rPr lang="en-US" err="1"/>
              <a:t>Padrão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D03C84-7D32-1C70-A8E9-63EA0F348C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D8C61F7-2206-D64F-31E1-979FA329DE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3" y="1268414"/>
            <a:ext cx="11522075" cy="5076824"/>
          </a:xfrm>
          <a:prstGeom prst="rect">
            <a:avLst/>
          </a:prstGeom>
        </p:spPr>
        <p:txBody>
          <a:bodyPr wrap="square" lIns="0" tIns="0" rIns="0" bIns="0" numCol="2">
            <a:noAutofit/>
          </a:bodyPr>
          <a:lstStyle>
            <a:lvl1pPr marL="3600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" name="Picture 8">
            <a:extLst>
              <a:ext uri="{FF2B5EF4-FFF2-40B4-BE49-F238E27FC236}">
                <a16:creationId xmlns:a16="http://schemas.microsoft.com/office/drawing/2014/main" id="{A5790082-B3AF-5DC7-AEAB-0F53AA8F9D33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245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0 títulos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0822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10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7549" y="1340437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7549" y="2266421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7549" y="3279695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17549" y="4298020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78587" y="1338594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78587" y="2264578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78587" y="3274846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78587" y="4296177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4" y="1319509"/>
            <a:ext cx="666897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4" y="2240644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4" y="3250912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4" y="4269237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2" y="1319509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2" y="2240644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2" y="3250912"/>
            <a:ext cx="666897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2" y="4269237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7549" y="5311941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78587" y="5310098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4" y="5283158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2" y="5283158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13E1FCE5-3B0A-A220-D717-0F7086E423DA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169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High Grade - 14 títulos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2617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14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12441" y="1294749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2441" y="2053172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12441" y="2813030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12441" y="3578536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73479" y="1298388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73479" y="2051616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3479" y="2808937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73479" y="3576980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5" y="1272292"/>
            <a:ext cx="562844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5" y="202181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5" y="2779134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5" y="3544640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3" y="1277486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3" y="202181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3" y="2779134"/>
            <a:ext cx="562844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3" y="3544640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11.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12441" y="4354249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73479" y="4352693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5" y="432035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3" y="4320353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12.</a:t>
            </a:r>
            <a:endParaRPr lang="pt-BR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5B1F338-8D07-6165-2984-C97D76B836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12441" y="5133711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6AC2D12D-986D-3DD5-FBFC-D384978B99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73479" y="5132155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1E97FC2-9348-4E3B-00E5-76B9F5F346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4965" y="5099815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0FCC27C-9F7B-60DD-448A-FA5C70190D6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3" y="5099815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13.</a:t>
            </a:r>
            <a:endParaRPr lang="pt-BR"/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647A3C75-F52C-9572-4AC8-DF3C9EC748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12441" y="5909424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F181672-FCCE-ED51-44CD-B257A51020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873479" y="5907868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C4E37429-91F7-9872-16AB-E9D998B9B0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4965" y="5875528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996E1AEB-6FC0-93DB-7162-B62353FB6F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3" y="5875528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14.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1352B972-1623-C7B4-AF77-24C25FC1A7A7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2889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| 1 linha - Blac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B13D7C-5A47-B0DF-B518-26E79F5D2D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68300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Título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01465E-A8CD-A3BA-BE2A-9597492FDC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6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7A7A9582-3614-801A-785B-273FCD3E09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949413"/>
            <a:ext cx="11522075" cy="435931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7F86D482-580C-D22A-58CC-10B9C4F7ED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4962" y="1518527"/>
            <a:ext cx="11522585" cy="21544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57BCE67C-64C7-2D0C-0DC2-7A4B4CC314E0}"/>
              </a:ext>
            </a:extLst>
          </p:cNvPr>
          <p:cNvSpPr/>
          <p:nvPr userDrawn="1"/>
        </p:nvSpPr>
        <p:spPr>
          <a:xfrm>
            <a:off x="11091186" y="377178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210A61-F7AF-5C56-9539-494DD44ED880}"/>
              </a:ext>
            </a:extLst>
          </p:cNvPr>
          <p:cNvCxnSpPr/>
          <p:nvPr userDrawn="1"/>
        </p:nvCxnSpPr>
        <p:spPr>
          <a:xfrm>
            <a:off x="334963" y="185353"/>
            <a:ext cx="10415415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3574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69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4065">
          <p15:clr>
            <a:srgbClr val="FBAE40"/>
          </p15:clr>
        </p15:guide>
        <p15:guide id="6" orient="horz" pos="799">
          <p15:clr>
            <a:srgbClr val="FBAE40"/>
          </p15:clr>
        </p15:guide>
        <p15:guide id="7" orient="horz" pos="935">
          <p15:clr>
            <a:srgbClr val="FBAE40"/>
          </p15:clr>
        </p15:guide>
      </p15:sldGuideLst>
    </p:ext>
  </p:extLst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324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1528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6234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9" y="1113018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9" y="2159780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r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1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E84738-3A6C-EB34-89AF-461737E8A924}"/>
              </a:ext>
            </a:extLst>
          </p:cNvPr>
          <p:cNvGrpSpPr/>
          <p:nvPr userDrawn="1"/>
        </p:nvGrpSpPr>
        <p:grpSpPr>
          <a:xfrm>
            <a:off x="407988" y="404814"/>
            <a:ext cx="7879692" cy="2916619"/>
            <a:chOff x="509383" y="279643"/>
            <a:chExt cx="12206605" cy="4518199"/>
          </a:xfrm>
        </p:grpSpPr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FD4C2CB9-FBAE-882A-315C-DB4F669495DE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EA389DAE-FA1D-8A30-5126-218E3FFA5A53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</p:grp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34547878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01 - High Grade"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r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1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EB6966-A6DD-A413-E366-E85415CA7C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9" y="1113018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16B9899-7AA6-E693-2E4C-ADF3DFB283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9" y="2159780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247925-BD97-745B-F253-B805E96FFFA0}"/>
              </a:ext>
            </a:extLst>
          </p:cNvPr>
          <p:cNvGrpSpPr/>
          <p:nvPr userDrawn="1"/>
        </p:nvGrpSpPr>
        <p:grpSpPr>
          <a:xfrm>
            <a:off x="407988" y="404814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BCEFB5ED-6BF7-6136-2220-F968C5DEF09D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40A1F716-1324-ACB0-605C-A36B2A57B93A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</p:grpSp>
    </p:spTree>
    <p:extLst>
      <p:ext uri="{BB962C8B-B14F-4D97-AF65-F5344CB8AC3E}">
        <p14:creationId xmlns:p14="http://schemas.microsoft.com/office/powerpoint/2010/main" val="1657103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01 - High Yield">
    <p:bg>
      <p:bgPr>
        <a:gradFill>
          <a:gsLst>
            <a:gs pos="0">
              <a:srgbClr val="3C4A60"/>
            </a:gs>
            <a:gs pos="100000">
              <a:srgbClr val="759DB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17364209-1E38-0B40-9231-C88F3267BC2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183916" y="304605"/>
            <a:ext cx="1715687" cy="742966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r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1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990FA51-3BC5-8B5F-4922-A3EFDBE7D3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9" y="1113018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tx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C6416CC-D42A-F9D0-470E-9656CD4825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9" y="2159780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tx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012F14-CC53-BA2E-43A9-50DD92B9262B}"/>
              </a:ext>
            </a:extLst>
          </p:cNvPr>
          <p:cNvGrpSpPr/>
          <p:nvPr userDrawn="1"/>
        </p:nvGrpSpPr>
        <p:grpSpPr>
          <a:xfrm>
            <a:off x="407988" y="404814"/>
            <a:ext cx="7879692" cy="2916619"/>
            <a:chOff x="509383" y="279643"/>
            <a:chExt cx="12206605" cy="4518199"/>
          </a:xfrm>
        </p:grpSpPr>
        <p:sp>
          <p:nvSpPr>
            <p:cNvPr id="12" name="bg object 18">
              <a:extLst>
                <a:ext uri="{FF2B5EF4-FFF2-40B4-BE49-F238E27FC236}">
                  <a16:creationId xmlns:a16="http://schemas.microsoft.com/office/drawing/2014/main" id="{F4DE6A1B-8C6A-BB82-E709-6A2A45FA1D05}"/>
                </a:ext>
              </a:extLst>
            </p:cNvPr>
            <p:cNvSpPr/>
            <p:nvPr userDrawn="1"/>
          </p:nvSpPr>
          <p:spPr>
            <a:xfrm>
              <a:off x="509383" y="4797842"/>
              <a:ext cx="12206605" cy="0"/>
            </a:xfrm>
            <a:custGeom>
              <a:avLst/>
              <a:gdLst/>
              <a:ahLst/>
              <a:cxnLst/>
              <a:rect l="l" t="t" r="r" b="b"/>
              <a:pathLst>
                <a:path w="12206605">
                  <a:moveTo>
                    <a:pt x="0" y="0"/>
                  </a:moveTo>
                  <a:lnTo>
                    <a:pt x="1220657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  <p:sp>
          <p:nvSpPr>
            <p:cNvPr id="14" name="bg object 19">
              <a:extLst>
                <a:ext uri="{FF2B5EF4-FFF2-40B4-BE49-F238E27FC236}">
                  <a16:creationId xmlns:a16="http://schemas.microsoft.com/office/drawing/2014/main" id="{3D7CFF59-CCAF-2434-5D7E-E1CA4FB1EB7E}"/>
                </a:ext>
              </a:extLst>
            </p:cNvPr>
            <p:cNvSpPr/>
            <p:nvPr userDrawn="1"/>
          </p:nvSpPr>
          <p:spPr>
            <a:xfrm>
              <a:off x="9171428" y="279643"/>
              <a:ext cx="0" cy="4516755"/>
            </a:xfrm>
            <a:custGeom>
              <a:avLst/>
              <a:gdLst/>
              <a:ahLst/>
              <a:cxnLst/>
              <a:rect l="l" t="t" r="r" b="b"/>
              <a:pathLst>
                <a:path h="4516755">
                  <a:moveTo>
                    <a:pt x="0" y="4516647"/>
                  </a:moveTo>
                  <a:lnTo>
                    <a:pt x="0" y="0"/>
                  </a:lnTo>
                </a:path>
              </a:pathLst>
            </a:custGeom>
            <a:ln w="14837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849"/>
            </a:p>
          </p:txBody>
        </p:sp>
      </p:grpSp>
    </p:spTree>
    <p:extLst>
      <p:ext uri="{BB962C8B-B14F-4D97-AF65-F5344CB8AC3E}">
        <p14:creationId xmlns:p14="http://schemas.microsoft.com/office/powerpoint/2010/main" val="101447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Índice - High Grade - Mais de 40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1C9AF77E-9895-4AC7-A1DF-EE12ACB0E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50BAD04-1FFE-3E42-A1B1-BDD8FE7DA8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Índice</a:t>
            </a:r>
            <a:r>
              <a:rPr lang="en-US"/>
              <a:t> - </a:t>
            </a:r>
            <a:r>
              <a:rPr lang="en-US" err="1"/>
              <a:t>Padrão</a:t>
            </a:r>
            <a:endParaRPr lang="en-US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7D03C84-7D32-1C70-A8E9-63EA0F348C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D8C61F7-2206-D64F-31E1-979FA329DE0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964" y="1268415"/>
            <a:ext cx="11522075" cy="5076824"/>
          </a:xfrm>
          <a:prstGeom prst="rect">
            <a:avLst/>
          </a:prstGeom>
        </p:spPr>
        <p:txBody>
          <a:bodyPr wrap="square" lIns="0" tIns="0" rIns="0" bIns="0" numCol="2">
            <a:noAutofit/>
          </a:bodyPr>
          <a:lstStyle>
            <a:lvl1pPr marL="35998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err="1"/>
              <a:t>Título</a:t>
            </a: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  <a:p>
            <a:pPr marL="342884" marR="0" lvl="0" indent="-342884" defTabSz="91435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/>
          </a:p>
          <a:p>
            <a:pPr lvl="0"/>
            <a:endParaRPr lang="en-US"/>
          </a:p>
        </p:txBody>
      </p:sp>
      <p:sp>
        <p:nvSpPr>
          <p:cNvPr id="4" name="Picture 8">
            <a:extLst>
              <a:ext uri="{FF2B5EF4-FFF2-40B4-BE49-F238E27FC236}">
                <a16:creationId xmlns:a16="http://schemas.microsoft.com/office/drawing/2014/main" id="{A5790082-B3AF-5DC7-AEAB-0F53AA8F9D33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19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Índice - High Grade - 10 títulos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0823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10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17550" y="1340437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217550" y="2266421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7550" y="3279695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17550" y="4298020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78588" y="1338594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78588" y="2264578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78588" y="3274846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978588" y="4296177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5" y="1319510"/>
            <a:ext cx="666897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5" y="2240645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5" y="3250913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5" y="4269238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3" y="1319510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3" y="2240645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3" y="3250913"/>
            <a:ext cx="666897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3" y="4269238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7550" y="5311941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978588" y="5310098"/>
            <a:ext cx="4304945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5" y="5283159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3" y="5283159"/>
            <a:ext cx="666897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13E1FCE5-3B0A-A220-D717-0F7086E423DA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1235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Índice - High Grade - 14 títulos">
    <p:bg>
      <p:bgPr>
        <a:gradFill>
          <a:gsLst>
            <a:gs pos="81000">
              <a:schemeClr val="tx1">
                <a:lumMod val="85000"/>
                <a:lumOff val="15000"/>
              </a:schemeClr>
            </a:gs>
            <a:gs pos="100000">
              <a:schemeClr val="tx1">
                <a:lumMod val="95000"/>
                <a:lumOff val="5000"/>
              </a:schemeClr>
            </a:gs>
            <a:gs pos="0">
              <a:schemeClr val="accent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spaço Reservado para Número de Slide 5">
            <a:extLst>
              <a:ext uri="{FF2B5EF4-FFF2-40B4-BE49-F238E27FC236}">
                <a16:creationId xmlns:a16="http://schemas.microsoft.com/office/drawing/2014/main" id="{8B43B5D6-9411-2916-3463-C0BBC4CE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2617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95" name="Text Placeholder 3">
            <a:extLst>
              <a:ext uri="{FF2B5EF4-FFF2-40B4-BE49-F238E27FC236}">
                <a16:creationId xmlns:a16="http://schemas.microsoft.com/office/drawing/2014/main" id="{1F9E0DEB-08E9-5248-44F9-9916F0925C8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10183813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pt-BR"/>
              <a:t>Índice | Até 14 títulos</a:t>
            </a:r>
            <a:endParaRPr lang="en-US"/>
          </a:p>
        </p:txBody>
      </p:sp>
      <p:sp>
        <p:nvSpPr>
          <p:cNvPr id="96" name="Text Placeholder 10">
            <a:extLst>
              <a:ext uri="{FF2B5EF4-FFF2-40B4-BE49-F238E27FC236}">
                <a16:creationId xmlns:a16="http://schemas.microsoft.com/office/drawing/2014/main" id="{86EE135B-8461-A8E5-B808-1CCC5F3ABF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3" y="6482557"/>
            <a:ext cx="10980000" cy="1384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900" baseline="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900">
                <a:latin typeface="Versos Light" panose="020B0403020204030204" pitchFamily="34" charset="0"/>
              </a:defRPr>
            </a:lvl2pPr>
            <a:lvl3pPr>
              <a:defRPr sz="900">
                <a:latin typeface="Versos Light" panose="020B0403020204030204" pitchFamily="34" charset="0"/>
              </a:defRPr>
            </a:lvl3pPr>
            <a:lvl4pPr>
              <a:defRPr sz="900">
                <a:latin typeface="Versos Light" panose="020B0403020204030204" pitchFamily="34" charset="0"/>
              </a:defRPr>
            </a:lvl4pPr>
            <a:lvl5pPr>
              <a:defRPr sz="900">
                <a:latin typeface="Versos Light" panose="020B0403020204030204" pitchFamily="34" charset="0"/>
              </a:defRPr>
            </a:lvl5pPr>
          </a:lstStyle>
          <a:p>
            <a:pPr lvl="0"/>
            <a:r>
              <a:rPr lang="en-US"/>
              <a:t>Fonte:</a:t>
            </a:r>
            <a:endParaRPr lang="pt-BR"/>
          </a:p>
        </p:txBody>
      </p:sp>
      <p:sp>
        <p:nvSpPr>
          <p:cNvPr id="97" name="Text Placeholder 21">
            <a:extLst>
              <a:ext uri="{FF2B5EF4-FFF2-40B4-BE49-F238E27FC236}">
                <a16:creationId xmlns:a16="http://schemas.microsoft.com/office/drawing/2014/main" id="{C68EECD8-4868-C403-065A-798C94914B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12441" y="1294749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8" name="Text Placeholder 21">
            <a:extLst>
              <a:ext uri="{FF2B5EF4-FFF2-40B4-BE49-F238E27FC236}">
                <a16:creationId xmlns:a16="http://schemas.microsoft.com/office/drawing/2014/main" id="{377F7479-B5E7-D307-06B9-71E3BA37F3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2441" y="2053172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99" name="Text Placeholder 21">
            <a:extLst>
              <a:ext uri="{FF2B5EF4-FFF2-40B4-BE49-F238E27FC236}">
                <a16:creationId xmlns:a16="http://schemas.microsoft.com/office/drawing/2014/main" id="{A9CB3A34-F081-C677-A00F-67C1873C06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12441" y="2813030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0" name="Text Placeholder 21">
            <a:extLst>
              <a:ext uri="{FF2B5EF4-FFF2-40B4-BE49-F238E27FC236}">
                <a16:creationId xmlns:a16="http://schemas.microsoft.com/office/drawing/2014/main" id="{66627ED0-3A46-8737-6897-D3BDDB0913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12441" y="3578536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1" name="Text Placeholder 21">
            <a:extLst>
              <a:ext uri="{FF2B5EF4-FFF2-40B4-BE49-F238E27FC236}">
                <a16:creationId xmlns:a16="http://schemas.microsoft.com/office/drawing/2014/main" id="{4A98C90D-F543-2D3A-9F32-FF02504B38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73479" y="1298388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2" name="Text Placeholder 21">
            <a:extLst>
              <a:ext uri="{FF2B5EF4-FFF2-40B4-BE49-F238E27FC236}">
                <a16:creationId xmlns:a16="http://schemas.microsoft.com/office/drawing/2014/main" id="{02D303FD-4338-9202-3742-445CFAC544F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873479" y="2051616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3" name="Text Placeholder 21">
            <a:extLst>
              <a:ext uri="{FF2B5EF4-FFF2-40B4-BE49-F238E27FC236}">
                <a16:creationId xmlns:a16="http://schemas.microsoft.com/office/drawing/2014/main" id="{DAB51C54-4BA1-024C-8F1D-E61343BFAC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873479" y="2808937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4" name="Text Placeholder 21">
            <a:extLst>
              <a:ext uri="{FF2B5EF4-FFF2-40B4-BE49-F238E27FC236}">
                <a16:creationId xmlns:a16="http://schemas.microsoft.com/office/drawing/2014/main" id="{31C27C31-0117-4C41-7DD9-9A95AE01F9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73479" y="3576980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05" name="Text Placeholder 21">
            <a:extLst>
              <a:ext uri="{FF2B5EF4-FFF2-40B4-BE49-F238E27FC236}">
                <a16:creationId xmlns:a16="http://schemas.microsoft.com/office/drawing/2014/main" id="{305C7304-230E-F6CE-A76D-99DF1E692F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5" y="1272293"/>
            <a:ext cx="562844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1.</a:t>
            </a:r>
            <a:endParaRPr lang="pt-BR"/>
          </a:p>
        </p:txBody>
      </p:sp>
      <p:sp>
        <p:nvSpPr>
          <p:cNvPr id="106" name="Text Placeholder 21">
            <a:extLst>
              <a:ext uri="{FF2B5EF4-FFF2-40B4-BE49-F238E27FC236}">
                <a16:creationId xmlns:a16="http://schemas.microsoft.com/office/drawing/2014/main" id="{646BD931-2CC9-4B26-938C-C6A9327B317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5" y="2021814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2.</a:t>
            </a:r>
            <a:endParaRPr lang="pt-BR"/>
          </a:p>
        </p:txBody>
      </p:sp>
      <p:sp>
        <p:nvSpPr>
          <p:cNvPr id="107" name="Text Placeholder 21">
            <a:extLst>
              <a:ext uri="{FF2B5EF4-FFF2-40B4-BE49-F238E27FC236}">
                <a16:creationId xmlns:a16="http://schemas.microsoft.com/office/drawing/2014/main" id="{7EF60F9A-51DE-3649-80E7-711C186485A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4965" y="2779135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3.</a:t>
            </a:r>
            <a:endParaRPr lang="pt-BR"/>
          </a:p>
        </p:txBody>
      </p:sp>
      <p:sp>
        <p:nvSpPr>
          <p:cNvPr id="108" name="Text Placeholder 21">
            <a:extLst>
              <a:ext uri="{FF2B5EF4-FFF2-40B4-BE49-F238E27FC236}">
                <a16:creationId xmlns:a16="http://schemas.microsoft.com/office/drawing/2014/main" id="{454FB385-5582-984D-3BEC-2409DCFBBE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4965" y="3544641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4.</a:t>
            </a:r>
            <a:endParaRPr lang="pt-BR"/>
          </a:p>
        </p:txBody>
      </p:sp>
      <p:sp>
        <p:nvSpPr>
          <p:cNvPr id="109" name="Text Placeholder 21">
            <a:extLst>
              <a:ext uri="{FF2B5EF4-FFF2-40B4-BE49-F238E27FC236}">
                <a16:creationId xmlns:a16="http://schemas.microsoft.com/office/drawing/2014/main" id="{48AFB4A3-A713-3B36-5C4C-116B1798240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3" y="1277487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8.</a:t>
            </a:r>
            <a:endParaRPr lang="pt-BR"/>
          </a:p>
        </p:txBody>
      </p:sp>
      <p:sp>
        <p:nvSpPr>
          <p:cNvPr id="110" name="Text Placeholder 21">
            <a:extLst>
              <a:ext uri="{FF2B5EF4-FFF2-40B4-BE49-F238E27FC236}">
                <a16:creationId xmlns:a16="http://schemas.microsoft.com/office/drawing/2014/main" id="{455A5A6A-C346-A345-7676-47650852DE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3" y="2021814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9.</a:t>
            </a:r>
            <a:endParaRPr lang="pt-BR"/>
          </a:p>
        </p:txBody>
      </p:sp>
      <p:sp>
        <p:nvSpPr>
          <p:cNvPr id="111" name="Text Placeholder 21">
            <a:extLst>
              <a:ext uri="{FF2B5EF4-FFF2-40B4-BE49-F238E27FC236}">
                <a16:creationId xmlns:a16="http://schemas.microsoft.com/office/drawing/2014/main" id="{C9036724-53EE-61EA-4F36-0647670CC6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3" y="2779135"/>
            <a:ext cx="562844" cy="492443"/>
          </a:xfrm>
          <a:prstGeom prst="rect">
            <a:avLst/>
          </a:prstGeom>
          <a:noFill/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10.</a:t>
            </a:r>
            <a:endParaRPr lang="pt-BR"/>
          </a:p>
        </p:txBody>
      </p:sp>
      <p:sp>
        <p:nvSpPr>
          <p:cNvPr id="112" name="Text Placeholder 21">
            <a:extLst>
              <a:ext uri="{FF2B5EF4-FFF2-40B4-BE49-F238E27FC236}">
                <a16:creationId xmlns:a16="http://schemas.microsoft.com/office/drawing/2014/main" id="{59FC8DE1-DA8C-E6FC-0074-C1233AE338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3" y="3544641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11.</a:t>
            </a:r>
            <a:endParaRPr lang="pt-BR"/>
          </a:p>
        </p:txBody>
      </p:sp>
      <p:sp>
        <p:nvSpPr>
          <p:cNvPr id="113" name="Text Placeholder 21">
            <a:extLst>
              <a:ext uri="{FF2B5EF4-FFF2-40B4-BE49-F238E27FC236}">
                <a16:creationId xmlns:a16="http://schemas.microsoft.com/office/drawing/2014/main" id="{CD7EC131-607A-502B-D5DB-EACD3848C44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12441" y="4354249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4" name="Text Placeholder 21">
            <a:extLst>
              <a:ext uri="{FF2B5EF4-FFF2-40B4-BE49-F238E27FC236}">
                <a16:creationId xmlns:a16="http://schemas.microsoft.com/office/drawing/2014/main" id="{39366CD8-736E-E9F0-1631-408CE9342B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73479" y="4352693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115" name="Text Placeholder 21">
            <a:extLst>
              <a:ext uri="{FF2B5EF4-FFF2-40B4-BE49-F238E27FC236}">
                <a16:creationId xmlns:a16="http://schemas.microsoft.com/office/drawing/2014/main" id="{A36BD412-4DD9-0776-5A73-B5939ACF918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4965" y="4320354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5.</a:t>
            </a:r>
            <a:endParaRPr lang="pt-BR"/>
          </a:p>
        </p:txBody>
      </p:sp>
      <p:sp>
        <p:nvSpPr>
          <p:cNvPr id="116" name="Text Placeholder 21">
            <a:extLst>
              <a:ext uri="{FF2B5EF4-FFF2-40B4-BE49-F238E27FC236}">
                <a16:creationId xmlns:a16="http://schemas.microsoft.com/office/drawing/2014/main" id="{0D56432C-F90B-BE78-9849-16EDFA25EDF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6003" y="4320354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12.</a:t>
            </a:r>
            <a:endParaRPr lang="pt-BR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5B1F338-8D07-6165-2984-C97D76B836F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12441" y="5133711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6AC2D12D-986D-3DD5-FBFC-D384978B998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73479" y="5132155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1E97FC2-9348-4E3B-00E5-76B9F5F3463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34965" y="5099816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6.</a:t>
            </a:r>
            <a:endParaRPr lang="pt-BR"/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10FCC27C-9F7B-60DD-448A-FA5C70190D6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96003" y="5099816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13.</a:t>
            </a:r>
            <a:endParaRPr lang="pt-BR"/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647A3C75-F52C-9572-4AC8-DF3C9EC748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112441" y="5909424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CF181672-FCCE-ED51-44CD-B257A510205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873479" y="5907868"/>
            <a:ext cx="3633266" cy="369332"/>
          </a:xfrm>
          <a:prstGeom prst="rect">
            <a:avLst/>
          </a:prstGeom>
        </p:spPr>
        <p:txBody>
          <a:bodyPr lIns="0" tIns="0" rIns="0" bIns="0" anchor="ctr" anchorCtr="0"/>
          <a:lstStyle>
            <a:lvl1pPr>
              <a:defRPr sz="2400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 err="1"/>
              <a:t>Assunto</a:t>
            </a:r>
            <a:endParaRPr lang="pt-BR"/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C4E37429-91F7-9872-16AB-E9D998B9B03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34965" y="5875529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7.</a:t>
            </a:r>
            <a:endParaRPr lang="pt-BR"/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996E1AEB-6FC0-93DB-7162-B62353FB6F6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096003" y="5875529"/>
            <a:ext cx="562844" cy="492443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ctr">
              <a:defRPr sz="3200" b="1">
                <a:solidFill>
                  <a:schemeClr val="bg1"/>
                </a:solidFill>
                <a:latin typeface="Versos" panose="020B0503020204030204" pitchFamily="34" charset="0"/>
              </a:defRPr>
            </a:lvl1pPr>
            <a:lvl2pPr>
              <a:defRPr sz="1800">
                <a:latin typeface="Versos" panose="020B0503020204030204" pitchFamily="34" charset="0"/>
              </a:defRPr>
            </a:lvl2pPr>
            <a:lvl3pPr>
              <a:defRPr sz="1800">
                <a:latin typeface="Versos" panose="020B0503020204030204" pitchFamily="34" charset="0"/>
              </a:defRPr>
            </a:lvl3pPr>
            <a:lvl4pPr>
              <a:defRPr sz="1800">
                <a:latin typeface="Versos" panose="020B0503020204030204" pitchFamily="34" charset="0"/>
              </a:defRPr>
            </a:lvl4pPr>
            <a:lvl5pPr>
              <a:defRPr sz="18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14.</a:t>
            </a:r>
            <a:endParaRPr lang="pt-BR"/>
          </a:p>
        </p:txBody>
      </p:sp>
      <p:sp>
        <p:nvSpPr>
          <p:cNvPr id="2" name="Picture 8">
            <a:extLst>
              <a:ext uri="{FF2B5EF4-FFF2-40B4-BE49-F238E27FC236}">
                <a16:creationId xmlns:a16="http://schemas.microsoft.com/office/drawing/2014/main" id="{1352B972-1623-C7B4-AF77-24C25FC1A7A7}"/>
              </a:ext>
            </a:extLst>
          </p:cNvPr>
          <p:cNvSpPr/>
          <p:nvPr userDrawn="1"/>
        </p:nvSpPr>
        <p:spPr>
          <a:xfrm>
            <a:off x="11091186" y="377179"/>
            <a:ext cx="765852" cy="260086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638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97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799">
          <p15:clr>
            <a:srgbClr val="FBAE40"/>
          </p15:clr>
        </p15:guide>
      </p15:sldGuideLst>
    </p:ext>
  </p:extLst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gradFill>
          <a:gsLst>
            <a:gs pos="100000">
              <a:schemeClr val="tx1"/>
            </a:gs>
            <a:gs pos="0">
              <a:schemeClr val="tx1">
                <a:lumMod val="95000"/>
                <a:lumOff val="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5">
            <a:extLst>
              <a:ext uri="{FF2B5EF4-FFF2-40B4-BE49-F238E27FC236}">
                <a16:creationId xmlns:a16="http://schemas.microsoft.com/office/drawing/2014/main" id="{E48CEA9B-7AE1-C9CB-91D5-73FE3580D72F}"/>
              </a:ext>
            </a:extLst>
          </p:cNvPr>
          <p:cNvSpPr/>
          <p:nvPr userDrawn="1"/>
        </p:nvSpPr>
        <p:spPr>
          <a:xfrm flipV="1">
            <a:off x="334963" y="87565"/>
            <a:ext cx="1152086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54466">
              <a:buClrTx/>
              <a:defRPr/>
            </a:pPr>
            <a:endParaRPr sz="1092">
              <a:solidFill>
                <a:sysClr val="windowText" lastClr="000000"/>
              </a:solidFill>
            </a:endParaRPr>
          </a:p>
        </p:txBody>
      </p:sp>
      <p:sp>
        <p:nvSpPr>
          <p:cNvPr id="8" name="Picture 8">
            <a:extLst>
              <a:ext uri="{FF2B5EF4-FFF2-40B4-BE49-F238E27FC236}">
                <a16:creationId xmlns:a16="http://schemas.microsoft.com/office/drawing/2014/main" id="{3F134C83-D46A-88D2-FB6A-3AF20F41AFB2}"/>
              </a:ext>
            </a:extLst>
          </p:cNvPr>
          <p:cNvSpPr/>
          <p:nvPr/>
        </p:nvSpPr>
        <p:spPr>
          <a:xfrm>
            <a:off x="11100751" y="513298"/>
            <a:ext cx="755077" cy="256427"/>
          </a:xfrm>
          <a:custGeom>
            <a:avLst/>
            <a:gdLst>
              <a:gd name="connsiteX0" fmla="*/ 729170 w 755077"/>
              <a:gd name="connsiteY0" fmla="*/ 141860 h 256427"/>
              <a:gd name="connsiteX1" fmla="*/ 755078 w 755077"/>
              <a:gd name="connsiteY1" fmla="*/ 82229 h 256427"/>
              <a:gd name="connsiteX2" fmla="*/ 729170 w 755077"/>
              <a:gd name="connsiteY2" fmla="*/ 22599 h 256427"/>
              <a:gd name="connsiteX3" fmla="*/ 662720 w 755077"/>
              <a:gd name="connsiteY3" fmla="*/ 0 h 256427"/>
              <a:gd name="connsiteX4" fmla="*/ 596270 w 755077"/>
              <a:gd name="connsiteY4" fmla="*/ 22599 h 256427"/>
              <a:gd name="connsiteX5" fmla="*/ 570363 w 755077"/>
              <a:gd name="connsiteY5" fmla="*/ 82229 h 256427"/>
              <a:gd name="connsiteX6" fmla="*/ 596270 w 755077"/>
              <a:gd name="connsiteY6" fmla="*/ 141860 h 256427"/>
              <a:gd name="connsiteX7" fmla="*/ 662720 w 755077"/>
              <a:gd name="connsiteY7" fmla="*/ 164459 h 256427"/>
              <a:gd name="connsiteX8" fmla="*/ 729170 w 755077"/>
              <a:gd name="connsiteY8" fmla="*/ 141860 h 256427"/>
              <a:gd name="connsiteX9" fmla="*/ 596089 w 755077"/>
              <a:gd name="connsiteY9" fmla="*/ 82229 h 256427"/>
              <a:gd name="connsiteX10" fmla="*/ 613852 w 755077"/>
              <a:gd name="connsiteY10" fmla="*/ 41282 h 256427"/>
              <a:gd name="connsiteX11" fmla="*/ 662720 w 755077"/>
              <a:gd name="connsiteY11" fmla="*/ 25357 h 256427"/>
              <a:gd name="connsiteX12" fmla="*/ 711588 w 755077"/>
              <a:gd name="connsiteY12" fmla="*/ 41282 h 256427"/>
              <a:gd name="connsiteX13" fmla="*/ 729351 w 755077"/>
              <a:gd name="connsiteY13" fmla="*/ 82229 h 256427"/>
              <a:gd name="connsiteX14" fmla="*/ 711588 w 755077"/>
              <a:gd name="connsiteY14" fmla="*/ 123177 h 256427"/>
              <a:gd name="connsiteX15" fmla="*/ 662720 w 755077"/>
              <a:gd name="connsiteY15" fmla="*/ 139093 h 256427"/>
              <a:gd name="connsiteX16" fmla="*/ 613852 w 755077"/>
              <a:gd name="connsiteY16" fmla="*/ 123177 h 256427"/>
              <a:gd name="connsiteX17" fmla="*/ 596089 w 755077"/>
              <a:gd name="connsiteY17" fmla="*/ 82229 h 256427"/>
              <a:gd name="connsiteX18" fmla="*/ 234957 w 755077"/>
              <a:gd name="connsiteY18" fmla="*/ 204267 h 256427"/>
              <a:gd name="connsiteX19" fmla="*/ 246049 w 755077"/>
              <a:gd name="connsiteY19" fmla="*/ 201210 h 256427"/>
              <a:gd name="connsiteX20" fmla="*/ 257882 w 755077"/>
              <a:gd name="connsiteY20" fmla="*/ 204791 h 256427"/>
              <a:gd name="connsiteX21" fmla="*/ 264390 w 755077"/>
              <a:gd name="connsiteY21" fmla="*/ 214748 h 256427"/>
              <a:gd name="connsiteX22" fmla="*/ 271993 w 755077"/>
              <a:gd name="connsiteY22" fmla="*/ 214748 h 256427"/>
              <a:gd name="connsiteX23" fmla="*/ 263387 w 755077"/>
              <a:gd name="connsiteY23" fmla="*/ 199718 h 256427"/>
              <a:gd name="connsiteX24" fmla="*/ 246401 w 755077"/>
              <a:gd name="connsiteY24" fmla="*/ 194211 h 256427"/>
              <a:gd name="connsiteX25" fmla="*/ 231025 w 755077"/>
              <a:gd name="connsiteY25" fmla="*/ 198099 h 256427"/>
              <a:gd name="connsiteX26" fmla="*/ 220810 w 755077"/>
              <a:gd name="connsiteY26" fmla="*/ 209069 h 256427"/>
              <a:gd name="connsiteX27" fmla="*/ 217231 w 755077"/>
              <a:gd name="connsiteY27" fmla="*/ 225319 h 256427"/>
              <a:gd name="connsiteX28" fmla="*/ 220810 w 755077"/>
              <a:gd name="connsiteY28" fmla="*/ 241615 h 256427"/>
              <a:gd name="connsiteX29" fmla="*/ 231025 w 755077"/>
              <a:gd name="connsiteY29" fmla="*/ 252539 h 256427"/>
              <a:gd name="connsiteX30" fmla="*/ 246401 w 755077"/>
              <a:gd name="connsiteY30" fmla="*/ 256428 h 256427"/>
              <a:gd name="connsiteX31" fmla="*/ 263387 w 755077"/>
              <a:gd name="connsiteY31" fmla="*/ 250920 h 256427"/>
              <a:gd name="connsiteX32" fmla="*/ 271902 w 755077"/>
              <a:gd name="connsiteY32" fmla="*/ 235891 h 256427"/>
              <a:gd name="connsiteX33" fmla="*/ 264300 w 755077"/>
              <a:gd name="connsiteY33" fmla="*/ 235891 h 256427"/>
              <a:gd name="connsiteX34" fmla="*/ 257837 w 755077"/>
              <a:gd name="connsiteY34" fmla="*/ 245892 h 256427"/>
              <a:gd name="connsiteX35" fmla="*/ 246049 w 755077"/>
              <a:gd name="connsiteY35" fmla="*/ 249428 h 256427"/>
              <a:gd name="connsiteX36" fmla="*/ 234957 w 755077"/>
              <a:gd name="connsiteY36" fmla="*/ 246372 h 256427"/>
              <a:gd name="connsiteX37" fmla="*/ 227581 w 755077"/>
              <a:gd name="connsiteY37" fmla="*/ 237808 h 256427"/>
              <a:gd name="connsiteX38" fmla="*/ 225005 w 755077"/>
              <a:gd name="connsiteY38" fmla="*/ 225310 h 256427"/>
              <a:gd name="connsiteX39" fmla="*/ 227581 w 755077"/>
              <a:gd name="connsiteY39" fmla="*/ 212776 h 256427"/>
              <a:gd name="connsiteX40" fmla="*/ 234957 w 755077"/>
              <a:gd name="connsiteY40" fmla="*/ 204258 h 256427"/>
              <a:gd name="connsiteX41" fmla="*/ 330858 w 755077"/>
              <a:gd name="connsiteY41" fmla="*/ 194744 h 256427"/>
              <a:gd name="connsiteX42" fmla="*/ 307536 w 755077"/>
              <a:gd name="connsiteY42" fmla="*/ 255903 h 256427"/>
              <a:gd name="connsiteX43" fmla="*/ 315392 w 755077"/>
              <a:gd name="connsiteY43" fmla="*/ 255903 h 256427"/>
              <a:gd name="connsiteX44" fmla="*/ 321855 w 755077"/>
              <a:gd name="connsiteY44" fmla="*/ 239390 h 256427"/>
              <a:gd name="connsiteX45" fmla="*/ 348495 w 755077"/>
              <a:gd name="connsiteY45" fmla="*/ 239390 h 256427"/>
              <a:gd name="connsiteX46" fmla="*/ 354958 w 755077"/>
              <a:gd name="connsiteY46" fmla="*/ 255903 h 256427"/>
              <a:gd name="connsiteX47" fmla="*/ 363076 w 755077"/>
              <a:gd name="connsiteY47" fmla="*/ 255903 h 256427"/>
              <a:gd name="connsiteX48" fmla="*/ 339844 w 755077"/>
              <a:gd name="connsiteY48" fmla="*/ 194744 h 256427"/>
              <a:gd name="connsiteX49" fmla="*/ 330849 w 755077"/>
              <a:gd name="connsiteY49" fmla="*/ 194744 h 256427"/>
              <a:gd name="connsiteX50" fmla="*/ 324133 w 755077"/>
              <a:gd name="connsiteY50" fmla="*/ 232490 h 256427"/>
              <a:gd name="connsiteX51" fmla="*/ 335134 w 755077"/>
              <a:gd name="connsiteY51" fmla="*/ 203046 h 256427"/>
              <a:gd name="connsiteX52" fmla="*/ 346226 w 755077"/>
              <a:gd name="connsiteY52" fmla="*/ 232490 h 256427"/>
              <a:gd name="connsiteX53" fmla="*/ 324124 w 755077"/>
              <a:gd name="connsiteY53" fmla="*/ 232490 h 256427"/>
              <a:gd name="connsiteX54" fmla="*/ 715231 w 755077"/>
              <a:gd name="connsiteY54" fmla="*/ 194744 h 256427"/>
              <a:gd name="connsiteX55" fmla="*/ 707638 w 755077"/>
              <a:gd name="connsiteY55" fmla="*/ 194744 h 256427"/>
              <a:gd name="connsiteX56" fmla="*/ 707638 w 755077"/>
              <a:gd name="connsiteY56" fmla="*/ 255903 h 256427"/>
              <a:gd name="connsiteX57" fmla="*/ 743100 w 755077"/>
              <a:gd name="connsiteY57" fmla="*/ 255903 h 256427"/>
              <a:gd name="connsiteX58" fmla="*/ 743100 w 755077"/>
              <a:gd name="connsiteY58" fmla="*/ 248913 h 256427"/>
              <a:gd name="connsiteX59" fmla="*/ 715240 w 755077"/>
              <a:gd name="connsiteY59" fmla="*/ 248913 h 256427"/>
              <a:gd name="connsiteX60" fmla="*/ 715240 w 755077"/>
              <a:gd name="connsiteY60" fmla="*/ 194744 h 256427"/>
              <a:gd name="connsiteX61" fmla="*/ 247423 w 755077"/>
              <a:gd name="connsiteY61" fmla="*/ 2089 h 256427"/>
              <a:gd name="connsiteX62" fmla="*/ 222392 w 755077"/>
              <a:gd name="connsiteY62" fmla="*/ 2089 h 256427"/>
              <a:gd name="connsiteX63" fmla="*/ 222392 w 755077"/>
              <a:gd name="connsiteY63" fmla="*/ 162361 h 256427"/>
              <a:gd name="connsiteX64" fmla="*/ 247423 w 755077"/>
              <a:gd name="connsiteY64" fmla="*/ 162361 h 256427"/>
              <a:gd name="connsiteX65" fmla="*/ 247423 w 755077"/>
              <a:gd name="connsiteY65" fmla="*/ 2089 h 256427"/>
              <a:gd name="connsiteX66" fmla="*/ 79458 w 755077"/>
              <a:gd name="connsiteY66" fmla="*/ 61810 h 256427"/>
              <a:gd name="connsiteX67" fmla="*/ 79458 w 755077"/>
              <a:gd name="connsiteY67" fmla="*/ 162370 h 256427"/>
              <a:gd name="connsiteX68" fmla="*/ 105230 w 755077"/>
              <a:gd name="connsiteY68" fmla="*/ 162370 h 256427"/>
              <a:gd name="connsiteX69" fmla="*/ 105212 w 755077"/>
              <a:gd name="connsiteY69" fmla="*/ 61810 h 256427"/>
              <a:gd name="connsiteX70" fmla="*/ 93786 w 755077"/>
              <a:gd name="connsiteY70" fmla="*/ 28296 h 256427"/>
              <a:gd name="connsiteX71" fmla="*/ 92330 w 755077"/>
              <a:gd name="connsiteY71" fmla="*/ 26415 h 256427"/>
              <a:gd name="connsiteX72" fmla="*/ 90875 w 755077"/>
              <a:gd name="connsiteY72" fmla="*/ 28296 h 256427"/>
              <a:gd name="connsiteX73" fmla="*/ 79449 w 755077"/>
              <a:gd name="connsiteY73" fmla="*/ 61810 h 256427"/>
              <a:gd name="connsiteX74" fmla="*/ 46608 w 755077"/>
              <a:gd name="connsiteY74" fmla="*/ 2089 h 256427"/>
              <a:gd name="connsiteX75" fmla="*/ 0 w 755077"/>
              <a:gd name="connsiteY75" fmla="*/ 2089 h 256427"/>
              <a:gd name="connsiteX76" fmla="*/ 0 w 755077"/>
              <a:gd name="connsiteY76" fmla="*/ 26415 h 256427"/>
              <a:gd name="connsiteX77" fmla="*/ 92330 w 755077"/>
              <a:gd name="connsiteY77" fmla="*/ 26415 h 256427"/>
              <a:gd name="connsiteX78" fmla="*/ 90043 w 755077"/>
              <a:gd name="connsiteY78" fmla="*/ 23458 h 256427"/>
              <a:gd name="connsiteX79" fmla="*/ 46608 w 755077"/>
              <a:gd name="connsiteY79" fmla="*/ 2089 h 256427"/>
              <a:gd name="connsiteX80" fmla="*/ 94618 w 755077"/>
              <a:gd name="connsiteY80" fmla="*/ 23458 h 256427"/>
              <a:gd name="connsiteX81" fmla="*/ 92330 w 755077"/>
              <a:gd name="connsiteY81" fmla="*/ 26415 h 256427"/>
              <a:gd name="connsiteX82" fmla="*/ 184661 w 755077"/>
              <a:gd name="connsiteY82" fmla="*/ 26415 h 256427"/>
              <a:gd name="connsiteX83" fmla="*/ 184661 w 755077"/>
              <a:gd name="connsiteY83" fmla="*/ 2089 h 256427"/>
              <a:gd name="connsiteX84" fmla="*/ 138053 w 755077"/>
              <a:gd name="connsiteY84" fmla="*/ 2089 h 256427"/>
              <a:gd name="connsiteX85" fmla="*/ 94608 w 755077"/>
              <a:gd name="connsiteY85" fmla="*/ 23458 h 256427"/>
              <a:gd name="connsiteX86" fmla="*/ 507601 w 755077"/>
              <a:gd name="connsiteY86" fmla="*/ 162361 h 256427"/>
              <a:gd name="connsiteX87" fmla="*/ 532631 w 755077"/>
              <a:gd name="connsiteY87" fmla="*/ 162361 h 256427"/>
              <a:gd name="connsiteX88" fmla="*/ 532631 w 755077"/>
              <a:gd name="connsiteY88" fmla="*/ 2089 h 256427"/>
              <a:gd name="connsiteX89" fmla="*/ 507601 w 755077"/>
              <a:gd name="connsiteY89" fmla="*/ 2089 h 256427"/>
              <a:gd name="connsiteX90" fmla="*/ 507601 w 755077"/>
              <a:gd name="connsiteY90" fmla="*/ 162361 h 256427"/>
              <a:gd name="connsiteX91" fmla="*/ 488238 w 755077"/>
              <a:gd name="connsiteY91" fmla="*/ 255903 h 256427"/>
              <a:gd name="connsiteX92" fmla="*/ 495840 w 755077"/>
              <a:gd name="connsiteY92" fmla="*/ 255903 h 256427"/>
              <a:gd name="connsiteX93" fmla="*/ 495840 w 755077"/>
              <a:gd name="connsiteY93" fmla="*/ 194744 h 256427"/>
              <a:gd name="connsiteX94" fmla="*/ 488238 w 755077"/>
              <a:gd name="connsiteY94" fmla="*/ 194744 h 256427"/>
              <a:gd name="connsiteX95" fmla="*/ 488238 w 755077"/>
              <a:gd name="connsiteY95" fmla="*/ 255903 h 256427"/>
              <a:gd name="connsiteX96" fmla="*/ 537151 w 755077"/>
              <a:gd name="connsiteY96" fmla="*/ 201735 h 256427"/>
              <a:gd name="connsiteX97" fmla="*/ 556975 w 755077"/>
              <a:gd name="connsiteY97" fmla="*/ 201735 h 256427"/>
              <a:gd name="connsiteX98" fmla="*/ 556975 w 755077"/>
              <a:gd name="connsiteY98" fmla="*/ 255903 h 256427"/>
              <a:gd name="connsiteX99" fmla="*/ 564577 w 755077"/>
              <a:gd name="connsiteY99" fmla="*/ 255903 h 256427"/>
              <a:gd name="connsiteX100" fmla="*/ 564577 w 755077"/>
              <a:gd name="connsiteY100" fmla="*/ 201735 h 256427"/>
              <a:gd name="connsiteX101" fmla="*/ 584401 w 755077"/>
              <a:gd name="connsiteY101" fmla="*/ 201735 h 256427"/>
              <a:gd name="connsiteX102" fmla="*/ 584401 w 755077"/>
              <a:gd name="connsiteY102" fmla="*/ 194744 h 256427"/>
              <a:gd name="connsiteX103" fmla="*/ 537151 w 755077"/>
              <a:gd name="connsiteY103" fmla="*/ 194744 h 256427"/>
              <a:gd name="connsiteX104" fmla="*/ 537151 w 755077"/>
              <a:gd name="connsiteY104" fmla="*/ 201735 h 256427"/>
              <a:gd name="connsiteX105" fmla="*/ 283346 w 755077"/>
              <a:gd name="connsiteY105" fmla="*/ 2089 h 256427"/>
              <a:gd name="connsiteX106" fmla="*/ 340377 w 755077"/>
              <a:gd name="connsiteY106" fmla="*/ 138134 h 256427"/>
              <a:gd name="connsiteX107" fmla="*/ 376047 w 755077"/>
              <a:gd name="connsiteY107" fmla="*/ 164450 h 256427"/>
              <a:gd name="connsiteX108" fmla="*/ 377512 w 755077"/>
              <a:gd name="connsiteY108" fmla="*/ 164450 h 256427"/>
              <a:gd name="connsiteX109" fmla="*/ 312237 w 755077"/>
              <a:gd name="connsiteY109" fmla="*/ 2089 h 256427"/>
              <a:gd name="connsiteX110" fmla="*/ 283346 w 755077"/>
              <a:gd name="connsiteY110" fmla="*/ 2089 h 256427"/>
              <a:gd name="connsiteX111" fmla="*/ 437309 w 755077"/>
              <a:gd name="connsiteY111" fmla="*/ 197059 h 256427"/>
              <a:gd name="connsiteX112" fmla="*/ 426651 w 755077"/>
              <a:gd name="connsiteY112" fmla="*/ 194744 h 256427"/>
              <a:gd name="connsiteX113" fmla="*/ 403157 w 755077"/>
              <a:gd name="connsiteY113" fmla="*/ 194744 h 256427"/>
              <a:gd name="connsiteX114" fmla="*/ 403157 w 755077"/>
              <a:gd name="connsiteY114" fmla="*/ 255903 h 256427"/>
              <a:gd name="connsiteX115" fmla="*/ 410759 w 755077"/>
              <a:gd name="connsiteY115" fmla="*/ 255903 h 256427"/>
              <a:gd name="connsiteX116" fmla="*/ 410759 w 755077"/>
              <a:gd name="connsiteY116" fmla="*/ 232400 h 256427"/>
              <a:gd name="connsiteX117" fmla="*/ 426660 w 755077"/>
              <a:gd name="connsiteY117" fmla="*/ 232400 h 256427"/>
              <a:gd name="connsiteX118" fmla="*/ 437273 w 755077"/>
              <a:gd name="connsiteY118" fmla="*/ 230085 h 256427"/>
              <a:gd name="connsiteX119" fmla="*/ 444387 w 755077"/>
              <a:gd name="connsiteY119" fmla="*/ 223492 h 256427"/>
              <a:gd name="connsiteX120" fmla="*/ 446918 w 755077"/>
              <a:gd name="connsiteY120" fmla="*/ 213536 h 256427"/>
              <a:gd name="connsiteX121" fmla="*/ 444432 w 755077"/>
              <a:gd name="connsiteY121" fmla="*/ 203616 h 256427"/>
              <a:gd name="connsiteX122" fmla="*/ 437318 w 755077"/>
              <a:gd name="connsiteY122" fmla="*/ 197059 h 256427"/>
              <a:gd name="connsiteX123" fmla="*/ 435564 w 755077"/>
              <a:gd name="connsiteY123" fmla="*/ 222181 h 256427"/>
              <a:gd name="connsiteX124" fmla="*/ 425955 w 755077"/>
              <a:gd name="connsiteY124" fmla="*/ 225419 h 256427"/>
              <a:gd name="connsiteX125" fmla="*/ 410759 w 755077"/>
              <a:gd name="connsiteY125" fmla="*/ 225419 h 256427"/>
              <a:gd name="connsiteX126" fmla="*/ 410759 w 755077"/>
              <a:gd name="connsiteY126" fmla="*/ 201744 h 256427"/>
              <a:gd name="connsiteX127" fmla="*/ 426045 w 755077"/>
              <a:gd name="connsiteY127" fmla="*/ 201744 h 256427"/>
              <a:gd name="connsiteX128" fmla="*/ 435609 w 755077"/>
              <a:gd name="connsiteY128" fmla="*/ 204936 h 256427"/>
              <a:gd name="connsiteX129" fmla="*/ 439144 w 755077"/>
              <a:gd name="connsiteY129" fmla="*/ 213545 h 256427"/>
              <a:gd name="connsiteX130" fmla="*/ 435564 w 755077"/>
              <a:gd name="connsiteY130" fmla="*/ 222190 h 256427"/>
              <a:gd name="connsiteX131" fmla="*/ 377503 w 755077"/>
              <a:gd name="connsiteY131" fmla="*/ 164459 h 256427"/>
              <a:gd name="connsiteX132" fmla="*/ 378967 w 755077"/>
              <a:gd name="connsiteY132" fmla="*/ 164459 h 256427"/>
              <a:gd name="connsiteX133" fmla="*/ 414637 w 755077"/>
              <a:gd name="connsiteY133" fmla="*/ 138143 h 256427"/>
              <a:gd name="connsiteX134" fmla="*/ 471668 w 755077"/>
              <a:gd name="connsiteY134" fmla="*/ 2098 h 256427"/>
              <a:gd name="connsiteX135" fmla="*/ 442778 w 755077"/>
              <a:gd name="connsiteY135" fmla="*/ 2098 h 256427"/>
              <a:gd name="connsiteX136" fmla="*/ 377503 w 755077"/>
              <a:gd name="connsiteY136" fmla="*/ 164468 h 256427"/>
              <a:gd name="connsiteX137" fmla="*/ 635303 w 755077"/>
              <a:gd name="connsiteY137" fmla="*/ 194744 h 256427"/>
              <a:gd name="connsiteX138" fmla="*/ 611981 w 755077"/>
              <a:gd name="connsiteY138" fmla="*/ 255903 h 256427"/>
              <a:gd name="connsiteX139" fmla="*/ 619845 w 755077"/>
              <a:gd name="connsiteY139" fmla="*/ 255903 h 256427"/>
              <a:gd name="connsiteX140" fmla="*/ 626309 w 755077"/>
              <a:gd name="connsiteY140" fmla="*/ 239390 h 256427"/>
              <a:gd name="connsiteX141" fmla="*/ 652948 w 755077"/>
              <a:gd name="connsiteY141" fmla="*/ 239390 h 256427"/>
              <a:gd name="connsiteX142" fmla="*/ 659412 w 755077"/>
              <a:gd name="connsiteY142" fmla="*/ 255903 h 256427"/>
              <a:gd name="connsiteX143" fmla="*/ 667529 w 755077"/>
              <a:gd name="connsiteY143" fmla="*/ 255903 h 256427"/>
              <a:gd name="connsiteX144" fmla="*/ 644298 w 755077"/>
              <a:gd name="connsiteY144" fmla="*/ 194744 h 256427"/>
              <a:gd name="connsiteX145" fmla="*/ 635303 w 755077"/>
              <a:gd name="connsiteY145" fmla="*/ 194744 h 256427"/>
              <a:gd name="connsiteX146" fmla="*/ 628578 w 755077"/>
              <a:gd name="connsiteY146" fmla="*/ 232490 h 256427"/>
              <a:gd name="connsiteX147" fmla="*/ 639579 w 755077"/>
              <a:gd name="connsiteY147" fmla="*/ 203046 h 256427"/>
              <a:gd name="connsiteX148" fmla="*/ 650670 w 755077"/>
              <a:gd name="connsiteY148" fmla="*/ 232490 h 256427"/>
              <a:gd name="connsiteX149" fmla="*/ 628569 w 755077"/>
              <a:gd name="connsiteY149" fmla="*/ 232490 h 25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55077" h="256427">
                <a:moveTo>
                  <a:pt x="729170" y="141860"/>
                </a:moveTo>
                <a:cubicBezTo>
                  <a:pt x="745876" y="127092"/>
                  <a:pt x="755078" y="105913"/>
                  <a:pt x="755078" y="82229"/>
                </a:cubicBezTo>
                <a:cubicBezTo>
                  <a:pt x="755078" y="58545"/>
                  <a:pt x="745876" y="37366"/>
                  <a:pt x="729170" y="22599"/>
                </a:cubicBezTo>
                <a:cubicBezTo>
                  <a:pt x="712447" y="7813"/>
                  <a:pt x="689468" y="0"/>
                  <a:pt x="662720" y="0"/>
                </a:cubicBezTo>
                <a:cubicBezTo>
                  <a:pt x="635972" y="0"/>
                  <a:pt x="612993" y="7813"/>
                  <a:pt x="596270" y="22599"/>
                </a:cubicBezTo>
                <a:cubicBezTo>
                  <a:pt x="579565" y="37366"/>
                  <a:pt x="570363" y="58545"/>
                  <a:pt x="570363" y="82229"/>
                </a:cubicBezTo>
                <a:cubicBezTo>
                  <a:pt x="570363" y="105913"/>
                  <a:pt x="579565" y="127092"/>
                  <a:pt x="596270" y="141860"/>
                </a:cubicBezTo>
                <a:cubicBezTo>
                  <a:pt x="612993" y="156645"/>
                  <a:pt x="635972" y="164459"/>
                  <a:pt x="662720" y="164459"/>
                </a:cubicBezTo>
                <a:cubicBezTo>
                  <a:pt x="689468" y="164459"/>
                  <a:pt x="712447" y="156645"/>
                  <a:pt x="729170" y="141860"/>
                </a:cubicBezTo>
                <a:close/>
                <a:moveTo>
                  <a:pt x="596089" y="82229"/>
                </a:moveTo>
                <a:cubicBezTo>
                  <a:pt x="596089" y="65554"/>
                  <a:pt x="602227" y="51401"/>
                  <a:pt x="613852" y="41282"/>
                </a:cubicBezTo>
                <a:cubicBezTo>
                  <a:pt x="625821" y="30864"/>
                  <a:pt x="642716" y="25357"/>
                  <a:pt x="662720" y="25357"/>
                </a:cubicBezTo>
                <a:cubicBezTo>
                  <a:pt x="682725" y="25357"/>
                  <a:pt x="699620" y="30864"/>
                  <a:pt x="711588" y="41282"/>
                </a:cubicBezTo>
                <a:cubicBezTo>
                  <a:pt x="723204" y="51392"/>
                  <a:pt x="729351" y="65554"/>
                  <a:pt x="729351" y="82229"/>
                </a:cubicBezTo>
                <a:cubicBezTo>
                  <a:pt x="729351" y="98905"/>
                  <a:pt x="723213" y="113057"/>
                  <a:pt x="711588" y="123177"/>
                </a:cubicBezTo>
                <a:cubicBezTo>
                  <a:pt x="699620" y="133594"/>
                  <a:pt x="682725" y="139093"/>
                  <a:pt x="662720" y="139093"/>
                </a:cubicBezTo>
                <a:cubicBezTo>
                  <a:pt x="642716" y="139093"/>
                  <a:pt x="625812" y="133585"/>
                  <a:pt x="613852" y="123177"/>
                </a:cubicBezTo>
                <a:cubicBezTo>
                  <a:pt x="602236" y="113057"/>
                  <a:pt x="596089" y="98905"/>
                  <a:pt x="596089" y="82229"/>
                </a:cubicBezTo>
                <a:close/>
                <a:moveTo>
                  <a:pt x="234957" y="204267"/>
                </a:moveTo>
                <a:cubicBezTo>
                  <a:pt x="238157" y="202232"/>
                  <a:pt x="241855" y="201210"/>
                  <a:pt x="246049" y="201210"/>
                </a:cubicBezTo>
                <a:cubicBezTo>
                  <a:pt x="250704" y="201210"/>
                  <a:pt x="254655" y="202404"/>
                  <a:pt x="257882" y="204791"/>
                </a:cubicBezTo>
                <a:cubicBezTo>
                  <a:pt x="261109" y="207179"/>
                  <a:pt x="263278" y="210497"/>
                  <a:pt x="264390" y="214748"/>
                </a:cubicBezTo>
                <a:lnTo>
                  <a:pt x="271993" y="214748"/>
                </a:lnTo>
                <a:cubicBezTo>
                  <a:pt x="270826" y="208399"/>
                  <a:pt x="267961" y="203389"/>
                  <a:pt x="263387" y="199718"/>
                </a:cubicBezTo>
                <a:cubicBezTo>
                  <a:pt x="258813" y="196046"/>
                  <a:pt x="253154" y="194211"/>
                  <a:pt x="246401" y="194211"/>
                </a:cubicBezTo>
                <a:cubicBezTo>
                  <a:pt x="240580" y="194211"/>
                  <a:pt x="235454" y="195504"/>
                  <a:pt x="231025" y="198099"/>
                </a:cubicBezTo>
                <a:cubicBezTo>
                  <a:pt x="226605" y="200695"/>
                  <a:pt x="223197" y="204348"/>
                  <a:pt x="220810" y="209069"/>
                </a:cubicBezTo>
                <a:cubicBezTo>
                  <a:pt x="218424" y="213789"/>
                  <a:pt x="217231" y="219206"/>
                  <a:pt x="217231" y="225319"/>
                </a:cubicBezTo>
                <a:cubicBezTo>
                  <a:pt x="217231" y="231432"/>
                  <a:pt x="218424" y="236921"/>
                  <a:pt x="220810" y="241615"/>
                </a:cubicBezTo>
                <a:cubicBezTo>
                  <a:pt x="223197" y="246308"/>
                  <a:pt x="226605" y="249944"/>
                  <a:pt x="231025" y="252539"/>
                </a:cubicBezTo>
                <a:cubicBezTo>
                  <a:pt x="235445" y="255134"/>
                  <a:pt x="240571" y="256428"/>
                  <a:pt x="246401" y="256428"/>
                </a:cubicBezTo>
                <a:cubicBezTo>
                  <a:pt x="253217" y="256428"/>
                  <a:pt x="258876" y="254592"/>
                  <a:pt x="263387" y="250920"/>
                </a:cubicBezTo>
                <a:cubicBezTo>
                  <a:pt x="267898" y="247249"/>
                  <a:pt x="270736" y="242239"/>
                  <a:pt x="271902" y="235891"/>
                </a:cubicBezTo>
                <a:lnTo>
                  <a:pt x="264300" y="235891"/>
                </a:lnTo>
                <a:cubicBezTo>
                  <a:pt x="263134" y="240204"/>
                  <a:pt x="260982" y="243532"/>
                  <a:pt x="257837" y="245892"/>
                </a:cubicBezTo>
                <a:cubicBezTo>
                  <a:pt x="254691" y="248253"/>
                  <a:pt x="250759" y="249428"/>
                  <a:pt x="246049" y="249428"/>
                </a:cubicBezTo>
                <a:cubicBezTo>
                  <a:pt x="241855" y="249428"/>
                  <a:pt x="238157" y="248406"/>
                  <a:pt x="234957" y="246372"/>
                </a:cubicBezTo>
                <a:cubicBezTo>
                  <a:pt x="231757" y="244337"/>
                  <a:pt x="229289" y="241479"/>
                  <a:pt x="227581" y="237808"/>
                </a:cubicBezTo>
                <a:cubicBezTo>
                  <a:pt x="225863" y="234136"/>
                  <a:pt x="225005" y="229976"/>
                  <a:pt x="225005" y="225310"/>
                </a:cubicBezTo>
                <a:cubicBezTo>
                  <a:pt x="225005" y="220644"/>
                  <a:pt x="225863" y="216412"/>
                  <a:pt x="227581" y="212776"/>
                </a:cubicBezTo>
                <a:cubicBezTo>
                  <a:pt x="229299" y="209141"/>
                  <a:pt x="231757" y="206301"/>
                  <a:pt x="234957" y="204258"/>
                </a:cubicBezTo>
                <a:close/>
                <a:moveTo>
                  <a:pt x="330858" y="194744"/>
                </a:moveTo>
                <a:lnTo>
                  <a:pt x="307536" y="255903"/>
                </a:lnTo>
                <a:lnTo>
                  <a:pt x="315392" y="255903"/>
                </a:lnTo>
                <a:lnTo>
                  <a:pt x="321855" y="239390"/>
                </a:lnTo>
                <a:lnTo>
                  <a:pt x="348495" y="239390"/>
                </a:lnTo>
                <a:lnTo>
                  <a:pt x="354958" y="255903"/>
                </a:lnTo>
                <a:lnTo>
                  <a:pt x="363076" y="255903"/>
                </a:lnTo>
                <a:lnTo>
                  <a:pt x="339844" y="194744"/>
                </a:lnTo>
                <a:lnTo>
                  <a:pt x="330849" y="194744"/>
                </a:lnTo>
                <a:close/>
                <a:moveTo>
                  <a:pt x="324133" y="232490"/>
                </a:moveTo>
                <a:lnTo>
                  <a:pt x="335134" y="203046"/>
                </a:lnTo>
                <a:lnTo>
                  <a:pt x="346226" y="232490"/>
                </a:lnTo>
                <a:lnTo>
                  <a:pt x="324124" y="232490"/>
                </a:lnTo>
                <a:close/>
                <a:moveTo>
                  <a:pt x="715231" y="194744"/>
                </a:moveTo>
                <a:lnTo>
                  <a:pt x="707638" y="194744"/>
                </a:lnTo>
                <a:lnTo>
                  <a:pt x="707638" y="255903"/>
                </a:lnTo>
                <a:lnTo>
                  <a:pt x="743100" y="255903"/>
                </a:lnTo>
                <a:lnTo>
                  <a:pt x="743100" y="248913"/>
                </a:lnTo>
                <a:lnTo>
                  <a:pt x="715240" y="248913"/>
                </a:lnTo>
                <a:lnTo>
                  <a:pt x="715240" y="194744"/>
                </a:lnTo>
                <a:close/>
                <a:moveTo>
                  <a:pt x="247423" y="2089"/>
                </a:moveTo>
                <a:lnTo>
                  <a:pt x="222392" y="2089"/>
                </a:lnTo>
                <a:lnTo>
                  <a:pt x="222392" y="162361"/>
                </a:lnTo>
                <a:lnTo>
                  <a:pt x="247423" y="162361"/>
                </a:lnTo>
                <a:lnTo>
                  <a:pt x="247423" y="2089"/>
                </a:lnTo>
                <a:close/>
                <a:moveTo>
                  <a:pt x="79458" y="61810"/>
                </a:moveTo>
                <a:lnTo>
                  <a:pt x="79458" y="162370"/>
                </a:lnTo>
                <a:cubicBezTo>
                  <a:pt x="79458" y="162370"/>
                  <a:pt x="105230" y="162370"/>
                  <a:pt x="105230" y="162370"/>
                </a:cubicBezTo>
                <a:lnTo>
                  <a:pt x="105212" y="61810"/>
                </a:lnTo>
                <a:cubicBezTo>
                  <a:pt x="105212" y="49575"/>
                  <a:pt x="101262" y="37981"/>
                  <a:pt x="93786" y="28296"/>
                </a:cubicBezTo>
                <a:lnTo>
                  <a:pt x="92330" y="26415"/>
                </a:lnTo>
                <a:lnTo>
                  <a:pt x="90875" y="28296"/>
                </a:lnTo>
                <a:cubicBezTo>
                  <a:pt x="83399" y="37981"/>
                  <a:pt x="79449" y="49566"/>
                  <a:pt x="79449" y="61810"/>
                </a:cubicBezTo>
                <a:close/>
                <a:moveTo>
                  <a:pt x="46608" y="2089"/>
                </a:moveTo>
                <a:lnTo>
                  <a:pt x="0" y="2089"/>
                </a:lnTo>
                <a:lnTo>
                  <a:pt x="0" y="26415"/>
                </a:lnTo>
                <a:lnTo>
                  <a:pt x="92330" y="26415"/>
                </a:lnTo>
                <a:lnTo>
                  <a:pt x="90043" y="23458"/>
                </a:lnTo>
                <a:cubicBezTo>
                  <a:pt x="79558" y="9884"/>
                  <a:pt x="63720" y="2089"/>
                  <a:pt x="46608" y="2089"/>
                </a:cubicBezTo>
                <a:close/>
                <a:moveTo>
                  <a:pt x="94618" y="23458"/>
                </a:moveTo>
                <a:lnTo>
                  <a:pt x="92330" y="26415"/>
                </a:lnTo>
                <a:lnTo>
                  <a:pt x="184661" y="26415"/>
                </a:lnTo>
                <a:lnTo>
                  <a:pt x="184661" y="2089"/>
                </a:lnTo>
                <a:lnTo>
                  <a:pt x="138053" y="2089"/>
                </a:lnTo>
                <a:cubicBezTo>
                  <a:pt x="120932" y="2089"/>
                  <a:pt x="105103" y="9875"/>
                  <a:pt x="94608" y="23458"/>
                </a:cubicBezTo>
                <a:close/>
                <a:moveTo>
                  <a:pt x="507601" y="162361"/>
                </a:moveTo>
                <a:lnTo>
                  <a:pt x="532631" y="162361"/>
                </a:lnTo>
                <a:lnTo>
                  <a:pt x="532631" y="2089"/>
                </a:lnTo>
                <a:lnTo>
                  <a:pt x="507601" y="2089"/>
                </a:lnTo>
                <a:lnTo>
                  <a:pt x="507601" y="162361"/>
                </a:lnTo>
                <a:close/>
                <a:moveTo>
                  <a:pt x="488238" y="255903"/>
                </a:moveTo>
                <a:lnTo>
                  <a:pt x="495840" y="255903"/>
                </a:lnTo>
                <a:lnTo>
                  <a:pt x="495840" y="194744"/>
                </a:lnTo>
                <a:lnTo>
                  <a:pt x="488238" y="194744"/>
                </a:lnTo>
                <a:lnTo>
                  <a:pt x="488238" y="255903"/>
                </a:lnTo>
                <a:close/>
                <a:moveTo>
                  <a:pt x="537151" y="201735"/>
                </a:moveTo>
                <a:lnTo>
                  <a:pt x="556975" y="201735"/>
                </a:lnTo>
                <a:lnTo>
                  <a:pt x="556975" y="255903"/>
                </a:lnTo>
                <a:lnTo>
                  <a:pt x="564577" y="255903"/>
                </a:lnTo>
                <a:lnTo>
                  <a:pt x="564577" y="201735"/>
                </a:lnTo>
                <a:lnTo>
                  <a:pt x="584401" y="201735"/>
                </a:lnTo>
                <a:lnTo>
                  <a:pt x="584401" y="194744"/>
                </a:lnTo>
                <a:lnTo>
                  <a:pt x="537151" y="194744"/>
                </a:lnTo>
                <a:lnTo>
                  <a:pt x="537151" y="201735"/>
                </a:lnTo>
                <a:close/>
                <a:moveTo>
                  <a:pt x="283346" y="2089"/>
                </a:moveTo>
                <a:cubicBezTo>
                  <a:pt x="283346" y="2089"/>
                  <a:pt x="330958" y="115571"/>
                  <a:pt x="340377" y="138134"/>
                </a:cubicBezTo>
                <a:cubicBezTo>
                  <a:pt x="351360" y="164450"/>
                  <a:pt x="369195" y="164450"/>
                  <a:pt x="376047" y="164450"/>
                </a:cubicBezTo>
                <a:lnTo>
                  <a:pt x="377512" y="164450"/>
                </a:lnTo>
                <a:lnTo>
                  <a:pt x="312237" y="2089"/>
                </a:lnTo>
                <a:lnTo>
                  <a:pt x="283346" y="2089"/>
                </a:lnTo>
                <a:close/>
                <a:moveTo>
                  <a:pt x="437309" y="197059"/>
                </a:moveTo>
                <a:cubicBezTo>
                  <a:pt x="434217" y="195513"/>
                  <a:pt x="430674" y="194744"/>
                  <a:pt x="426651" y="194744"/>
                </a:cubicBezTo>
                <a:lnTo>
                  <a:pt x="403157" y="194744"/>
                </a:lnTo>
                <a:lnTo>
                  <a:pt x="403157" y="255903"/>
                </a:lnTo>
                <a:lnTo>
                  <a:pt x="410759" y="255903"/>
                </a:lnTo>
                <a:lnTo>
                  <a:pt x="410759" y="232400"/>
                </a:lnTo>
                <a:lnTo>
                  <a:pt x="426660" y="232400"/>
                </a:lnTo>
                <a:cubicBezTo>
                  <a:pt x="430674" y="232400"/>
                  <a:pt x="434217" y="231631"/>
                  <a:pt x="437273" y="230085"/>
                </a:cubicBezTo>
                <a:cubicBezTo>
                  <a:pt x="440328" y="228538"/>
                  <a:pt x="442696" y="226341"/>
                  <a:pt x="444387" y="223492"/>
                </a:cubicBezTo>
                <a:cubicBezTo>
                  <a:pt x="446077" y="220635"/>
                  <a:pt x="446918" y="217316"/>
                  <a:pt x="446918" y="213536"/>
                </a:cubicBezTo>
                <a:cubicBezTo>
                  <a:pt x="446918" y="209756"/>
                  <a:pt x="446086" y="206446"/>
                  <a:pt x="444432" y="203616"/>
                </a:cubicBezTo>
                <a:cubicBezTo>
                  <a:pt x="442769" y="200794"/>
                  <a:pt x="440400" y="198606"/>
                  <a:pt x="437318" y="197059"/>
                </a:cubicBezTo>
                <a:close/>
                <a:moveTo>
                  <a:pt x="435564" y="222181"/>
                </a:moveTo>
                <a:cubicBezTo>
                  <a:pt x="433178" y="224333"/>
                  <a:pt x="429978" y="225419"/>
                  <a:pt x="425955" y="225419"/>
                </a:cubicBezTo>
                <a:lnTo>
                  <a:pt x="410759" y="225419"/>
                </a:lnTo>
                <a:lnTo>
                  <a:pt x="410759" y="201744"/>
                </a:lnTo>
                <a:lnTo>
                  <a:pt x="426045" y="201744"/>
                </a:lnTo>
                <a:cubicBezTo>
                  <a:pt x="430059" y="201744"/>
                  <a:pt x="433250" y="202811"/>
                  <a:pt x="435609" y="204936"/>
                </a:cubicBezTo>
                <a:cubicBezTo>
                  <a:pt x="437969" y="207061"/>
                  <a:pt x="439144" y="209928"/>
                  <a:pt x="439144" y="213545"/>
                </a:cubicBezTo>
                <a:cubicBezTo>
                  <a:pt x="439144" y="217162"/>
                  <a:pt x="437951" y="220038"/>
                  <a:pt x="435564" y="222190"/>
                </a:cubicBezTo>
                <a:close/>
                <a:moveTo>
                  <a:pt x="377503" y="164459"/>
                </a:moveTo>
                <a:lnTo>
                  <a:pt x="378967" y="164459"/>
                </a:lnTo>
                <a:cubicBezTo>
                  <a:pt x="385828" y="164459"/>
                  <a:pt x="403663" y="164459"/>
                  <a:pt x="414637" y="138143"/>
                </a:cubicBezTo>
                <a:cubicBezTo>
                  <a:pt x="424048" y="115580"/>
                  <a:pt x="471668" y="2098"/>
                  <a:pt x="471668" y="2098"/>
                </a:cubicBezTo>
                <a:lnTo>
                  <a:pt x="442778" y="2098"/>
                </a:lnTo>
                <a:lnTo>
                  <a:pt x="377503" y="164468"/>
                </a:lnTo>
                <a:close/>
                <a:moveTo>
                  <a:pt x="635303" y="194744"/>
                </a:moveTo>
                <a:lnTo>
                  <a:pt x="611981" y="255903"/>
                </a:lnTo>
                <a:lnTo>
                  <a:pt x="619845" y="255903"/>
                </a:lnTo>
                <a:lnTo>
                  <a:pt x="626309" y="239390"/>
                </a:lnTo>
                <a:lnTo>
                  <a:pt x="652948" y="239390"/>
                </a:lnTo>
                <a:lnTo>
                  <a:pt x="659412" y="255903"/>
                </a:lnTo>
                <a:lnTo>
                  <a:pt x="667529" y="255903"/>
                </a:lnTo>
                <a:lnTo>
                  <a:pt x="644298" y="194744"/>
                </a:lnTo>
                <a:lnTo>
                  <a:pt x="635303" y="194744"/>
                </a:lnTo>
                <a:close/>
                <a:moveTo>
                  <a:pt x="628578" y="232490"/>
                </a:moveTo>
                <a:lnTo>
                  <a:pt x="639579" y="203046"/>
                </a:lnTo>
                <a:lnTo>
                  <a:pt x="650670" y="232490"/>
                </a:lnTo>
                <a:lnTo>
                  <a:pt x="628569" y="232490"/>
                </a:lnTo>
                <a:close/>
              </a:path>
            </a:pathLst>
          </a:custGeom>
          <a:solidFill>
            <a:schemeClr val="bg1"/>
          </a:solidFill>
          <a:ln w="1049" cap="flat">
            <a:noFill/>
            <a:prstDash val="solid"/>
            <a:miter/>
          </a:ln>
        </p:spPr>
        <p:txBody>
          <a:bodyPr rtlCol="0" anchor="ctr"/>
          <a:lstStyle/>
          <a:p>
            <a:endParaRPr lang="pt-BR" sz="849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6343AC24-3D20-1E58-EEA1-00E726405F33}"/>
              </a:ext>
            </a:extLst>
          </p:cNvPr>
          <p:cNvSpPr/>
          <p:nvPr userDrawn="1"/>
        </p:nvSpPr>
        <p:spPr>
          <a:xfrm flipV="1">
            <a:off x="334963" y="6294311"/>
            <a:ext cx="11097267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554466">
              <a:buClrTx/>
              <a:defRPr/>
            </a:pPr>
            <a:endParaRPr sz="1092">
              <a:solidFill>
                <a:sysClr val="windowText" lastClr="000000"/>
              </a:solidFill>
            </a:endParaRPr>
          </a:p>
        </p:txBody>
      </p:sp>
      <p:sp>
        <p:nvSpPr>
          <p:cNvPr id="10" name="Espaço Reservado para Número de Slide 5">
            <a:extLst>
              <a:ext uri="{FF2B5EF4-FFF2-40B4-BE49-F238E27FC236}">
                <a16:creationId xmlns:a16="http://schemas.microsoft.com/office/drawing/2014/main" id="{94531090-414D-3695-0E2D-BB126927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7363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2135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gradFill>
          <a:gsLst>
            <a:gs pos="100000">
              <a:schemeClr val="tx1"/>
            </a:gs>
            <a:gs pos="0">
              <a:schemeClr val="tx1">
                <a:lumMod val="95000"/>
                <a:lumOff val="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043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65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82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32BCE3-A04F-8602-64F7-7623C7EAF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5249" y="6475414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fld id="{77667D73-C69A-4DAA-9003-24A825D36FE9}" type="slidenum">
              <a:rPr lang="pt-BR" smtClean="0"/>
              <a:pPr/>
              <a:t>‹#›</a:t>
            </a:fld>
            <a:endParaRPr lang="pt-BR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B7B3B770-9B14-1379-A09F-1CBACC59D407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10770615" y="290513"/>
            <a:ext cx="1125316" cy="48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186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46">
          <p15:clr>
            <a:srgbClr val="FBAE40"/>
          </p15:clr>
        </p15:guide>
        <p15:guide id="2" orient="horz" pos="3974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pos="234">
          <p15:clr>
            <a:srgbClr val="FBAE40"/>
          </p15:clr>
        </p15:guide>
      </p15:sldGuideLst>
    </p:ext>
  </p:extLst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apa 01 - F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A68C5C04-9F9C-AD5B-8544-86BD159ED55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lIns="0" tIns="0" rIns="0" bIns="972000" anchor="ctr" anchorCtr="0">
            <a:noAutofit/>
          </a:bodyPr>
          <a:lstStyle>
            <a:lvl1pPr algn="ctr">
              <a:defRPr sz="24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AA4D9F5-240A-9CC5-1EF0-9AAA83CC69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9" y="1113018"/>
            <a:ext cx="4233853" cy="1046440"/>
          </a:xfrm>
          <a:prstGeom prst="rect">
            <a:avLst/>
          </a:prstGeom>
          <a:noFill/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Template</a:t>
            </a:r>
          </a:p>
          <a:p>
            <a:pPr lvl="0"/>
            <a:r>
              <a:rPr lang="en-US" err="1"/>
              <a:t>Padrão</a:t>
            </a:r>
            <a:r>
              <a:rPr lang="en-US"/>
              <a:t> </a:t>
            </a:r>
            <a:r>
              <a:rPr lang="en-US" err="1"/>
              <a:t>Exemplo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3AE31B1-0E8A-430C-61E0-A4A65D4D93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9" y="2159780"/>
            <a:ext cx="4233853" cy="30777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95D97E3-B378-E7B0-4A76-391C0989E8B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0331" y="6296541"/>
            <a:ext cx="2364803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r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Data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E424369-4F91-BA78-D59E-F025384664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0331" y="6089649"/>
            <a:ext cx="2364803" cy="184666"/>
          </a:xfrm>
          <a:prstGeom prst="rect">
            <a:avLst/>
          </a:prstGeom>
        </p:spPr>
        <p:txBody>
          <a:bodyPr lIns="0" tIns="0" rIns="0" bIns="0"/>
          <a:lstStyle>
            <a:lvl1pPr marL="0" marR="3081" algn="r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</a:t>
            </a:r>
            <a:endParaRPr lang="pt-B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D0E34669-E9A0-3031-84E9-7C3208F4EB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8" y="5927209"/>
            <a:ext cx="6115360" cy="553998"/>
          </a:xfrm>
          <a:prstGeom prst="rect">
            <a:avLst/>
          </a:prstGeom>
        </p:spPr>
        <p:txBody>
          <a:bodyPr lIns="0" tIns="0" rIns="0" bIns="0"/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TIVIO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CRÉDITO </a:t>
            </a:r>
            <a:b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</a:b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ESTRUTURADO</a:t>
            </a:r>
          </a:p>
        </p:txBody>
      </p:sp>
    </p:spTree>
    <p:extLst>
      <p:ext uri="{BB962C8B-B14F-4D97-AF65-F5344CB8AC3E}">
        <p14:creationId xmlns:p14="http://schemas.microsoft.com/office/powerpoint/2010/main" val="192577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pos="7423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3725">
          <p15:clr>
            <a:srgbClr val="FBAE40"/>
          </p15:clr>
        </p15:guide>
        <p15:guide id="5" orient="horz" pos="255">
          <p15:clr>
            <a:srgbClr val="FBAE40"/>
          </p15:clr>
        </p15:guide>
      </p15:sldGuideLst>
    </p:ext>
  </p:extLst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sória - Escuro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100000">
              <a:schemeClr val="tx1">
                <a:lumMod val="85000"/>
                <a:lumOff val="15000"/>
              </a:schemeClr>
            </a:gs>
            <a:gs pos="49000">
              <a:schemeClr val="tx1">
                <a:lumMod val="95000"/>
                <a:lumOff val="5000"/>
              </a:schemeClr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53E2E6E-222A-F591-1663-CA402B732D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2938015"/>
            <a:ext cx="4167530" cy="278397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buNone/>
              <a:defRPr sz="34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</a:lstStyle>
          <a:p>
            <a:pPr lvl="0"/>
            <a:r>
              <a:rPr lang="en-US" err="1"/>
              <a:t>Anexos</a:t>
            </a:r>
            <a:endParaRPr lang="en-US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96110406-75EA-FDCF-8EC5-727339936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8" y="5722315"/>
            <a:ext cx="4167530" cy="997297"/>
          </a:xfrm>
          <a:prstGeom prst="rect">
            <a:avLst/>
          </a:prstGeom>
        </p:spPr>
        <p:txBody>
          <a:bodyPr lIns="0" tIns="0" rIns="0" bIns="0"/>
          <a:lstStyle>
            <a:lvl1pPr>
              <a:defRPr lang="en-US" sz="2000" b="1" i="0" u="none" strike="noStrike" kern="1200" cap="none" dirty="0" smtClean="0">
                <a:solidFill>
                  <a:schemeClr val="bg1"/>
                </a:solidFill>
                <a:latin typeface="Versos"/>
                <a:ea typeface="+mj-ea"/>
                <a:cs typeface="+mj-cs"/>
                <a:sym typeface="Arial"/>
              </a:defRPr>
            </a:lvl1pPr>
            <a:lvl2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2pPr>
            <a:lvl3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3pPr>
            <a:lvl4pPr>
              <a:defRPr lang="en-US" sz="2000" b="1" i="0" u="none" strike="noStrike" kern="1200" cap="none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4pPr>
            <a:lvl5pPr>
              <a:defRPr lang="pt-BR" sz="2000" b="1" i="0" u="none" strike="noStrike" kern="1200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pt-BR" sz="2000" b="1">
                <a:solidFill>
                  <a:schemeClr val="tx1">
                    <a:lumMod val="85000"/>
                    <a:lumOff val="15000"/>
                  </a:schemeClr>
                </a:solidFill>
                <a:latin typeface="Versos"/>
              </a:rPr>
              <a:t>FIC FIM EXEMPLO</a:t>
            </a:r>
            <a:endParaRPr lang="pt-BR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681B05B-2386-9C81-6A6D-BFFEF6DED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1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ACB2D47A-729B-16A4-3FD8-0779C01BA7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66084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6392F700-2642-3814-0747-D0EBAE5EE8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36009" y="5804626"/>
            <a:ext cx="1449387" cy="18466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</a:rPr>
              <a:t>email@tivio.com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157C41B9-AF41-31A7-3A0A-19B45968B4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3517E57F-3F51-7633-EEE2-B42F36DCED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66083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7" name="Text Placeholder 41">
            <a:extLst>
              <a:ext uri="{FF2B5EF4-FFF2-40B4-BE49-F238E27FC236}">
                <a16:creationId xmlns:a16="http://schemas.microsoft.com/office/drawing/2014/main" id="{87E0728A-5639-44E4-17A8-459EA6042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6008" y="5597734"/>
            <a:ext cx="1449387" cy="180000"/>
          </a:xfrm>
          <a:prstGeom prst="rect">
            <a:avLst/>
          </a:prstGeom>
        </p:spPr>
        <p:txBody>
          <a:bodyPr lIns="0" tIns="0" rIns="0" bIns="0"/>
          <a:lstStyle>
            <a:lvl1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bg1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1" i="0" u="none" strike="noStrike" kern="1200" cap="none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lvl="0"/>
            <a:r>
              <a:rPr lang="en-US"/>
              <a:t>Nome </a:t>
            </a:r>
            <a:r>
              <a:rPr lang="en-US" err="1"/>
              <a:t>Sobrenome</a:t>
            </a:r>
            <a:endParaRPr lang="pt-BR"/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46268A65-19CA-59CF-EB3E-096ECD0A6A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5300937"/>
            <a:ext cx="4789394" cy="200722"/>
          </a:xfrm>
          <a:prstGeom prst="rect">
            <a:avLst/>
          </a:prstGeom>
        </p:spPr>
        <p:txBody>
          <a:bodyPr lIns="0" tIns="0" rIns="0" bIns="0"/>
          <a:lstStyle>
            <a:lvl1pPr marL="0" marR="1868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accent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1pPr>
            <a:lvl2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2pPr>
            <a:lvl3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3pPr>
            <a:lvl4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en-US" sz="1200" b="0" i="0" u="none" strike="noStrike" kern="1200" cap="none" dirty="0" smtClean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4pPr>
            <a:lvl5pPr marL="0" marR="3081" algn="l" defTabSz="91435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 lang="pt-BR" sz="1200" b="0" i="0" u="none" strike="noStrike" kern="1200" cap="none" dirty="0">
                <a:solidFill>
                  <a:schemeClr val="tx2"/>
                </a:solidFill>
                <a:latin typeface="Versos" panose="020B0503020204030204" pitchFamily="34" charset="0"/>
                <a:ea typeface="+mj-ea"/>
                <a:cs typeface="+mj-cs"/>
                <a:sym typeface="Arial"/>
              </a:defRPr>
            </a:lvl5pPr>
          </a:lstStyle>
          <a:p>
            <a:pPr marR="3081">
              <a:lnSpc>
                <a:spcPct val="100000"/>
              </a:lnSpc>
              <a:spcBef>
                <a:spcPts val="0"/>
              </a:spcBef>
              <a:buClrTx/>
              <a:buFontTx/>
            </a:pPr>
            <a:r>
              <a:rPr lang="pt-BR" sz="1200">
                <a:solidFill>
                  <a:schemeClr val="tx2"/>
                </a:solidFill>
                <a:latin typeface="Versos" panose="020B0503020204030204" pitchFamily="34" charset="0"/>
              </a:rPr>
              <a:t>Área de atuação</a:t>
            </a:r>
          </a:p>
        </p:txBody>
      </p:sp>
    </p:spTree>
    <p:extLst>
      <p:ext uri="{BB962C8B-B14F-4D97-AF65-F5344CB8AC3E}">
        <p14:creationId xmlns:p14="http://schemas.microsoft.com/office/powerpoint/2010/main" val="687384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">
          <p15:clr>
            <a:srgbClr val="FBAE40"/>
          </p15:clr>
        </p15:guide>
        <p15:guide id="2" orient="horz" pos="3770">
          <p15:clr>
            <a:srgbClr val="FBAE40"/>
          </p15:clr>
        </p15:guide>
        <p15:guide id="3" pos="7446">
          <p15:clr>
            <a:srgbClr val="FBAE40"/>
          </p15:clr>
        </p15:guide>
        <p15:guide id="4" orient="horz" pos="3997">
          <p15:clr>
            <a:srgbClr val="FBAE40"/>
          </p15:clr>
        </p15:guide>
        <p15:guide id="5" orient="horz" pos="550">
          <p15:clr>
            <a:srgbClr val="FBAE40"/>
          </p15:clr>
        </p15:guide>
        <p15:guide id="6" orient="horz" pos="323">
          <p15:clr>
            <a:srgbClr val="FBAE40"/>
          </p15:clr>
        </p15:guide>
      </p15:sldGuideLst>
    </p:ext>
  </p:extLst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claimer - Branco">
    <p:bg>
      <p:bgPr>
        <a:gradFill>
          <a:gsLst>
            <a:gs pos="100000">
              <a:schemeClr val="tx1">
                <a:lumMod val="95000"/>
                <a:lumOff val="5000"/>
              </a:schemeClr>
            </a:gs>
            <a:gs pos="0">
              <a:schemeClr val="tx1">
                <a:lumMod val="85000"/>
                <a:lumOff val="15000"/>
              </a:schemeClr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8">
            <a:extLst>
              <a:ext uri="{FF2B5EF4-FFF2-40B4-BE49-F238E27FC236}">
                <a16:creationId xmlns:a16="http://schemas.microsoft.com/office/drawing/2014/main" id="{0A77DBCB-2AB5-6CB5-41F8-C0F34878DCC3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271656" y="6354583"/>
            <a:ext cx="889861" cy="38534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1873E-A461-1060-F030-72F82DE78F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68301"/>
            <a:ext cx="8441175" cy="4308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Disclaimer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F3B14A-4381-EE52-0164-94E04FE17D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4963" y="1103586"/>
            <a:ext cx="11522075" cy="5133702"/>
          </a:xfrm>
          <a:prstGeom prst="rect">
            <a:avLst/>
          </a:prstGeom>
        </p:spPr>
        <p:txBody>
          <a:bodyPr lIns="0" tIns="0" rIns="0" bIns="0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Versos Light" panose="020B0403020204030204" pitchFamily="34" charset="0"/>
              </a:defRPr>
            </a:lvl1pPr>
            <a:lvl2pPr>
              <a:defRPr sz="2000">
                <a:latin typeface="Versos" panose="020B0503020204030204" pitchFamily="34" charset="0"/>
              </a:defRPr>
            </a:lvl2pPr>
            <a:lvl3pPr>
              <a:defRPr sz="2000">
                <a:latin typeface="Versos" panose="020B0503020204030204" pitchFamily="34" charset="0"/>
              </a:defRPr>
            </a:lvl3pPr>
            <a:lvl4pPr>
              <a:defRPr sz="2000">
                <a:latin typeface="Versos" panose="020B0503020204030204" pitchFamily="34" charset="0"/>
              </a:defRPr>
            </a:lvl4pPr>
            <a:lvl5pPr>
              <a:defRPr sz="2000">
                <a:latin typeface="Versos" panose="020B0503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586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3929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232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686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slideLayout" Target="../slideLayouts/slideLayout71.xml"/><Relationship Id="rId72" Type="http://schemas.openxmlformats.org/officeDocument/2006/relationships/slideLayout" Target="../slideLayouts/slideLayout72.xml"/><Relationship Id="rId73" Type="http://schemas.openxmlformats.org/officeDocument/2006/relationships/slideLayout" Target="../slideLayouts/slideLayout73.xml"/><Relationship Id="rId74" Type="http://schemas.openxmlformats.org/officeDocument/2006/relationships/slideLayout" Target="../slideLayouts/slideLayout74.xml"/><Relationship Id="rId75" Type="http://schemas.openxmlformats.org/officeDocument/2006/relationships/slideLayout" Target="../slideLayouts/slideLayout75.xml"/><Relationship Id="rId76" Type="http://schemas.openxmlformats.org/officeDocument/2006/relationships/slideLayout" Target="../slideLayouts/slideLayout76.xml"/><Relationship Id="rId77" Type="http://schemas.openxmlformats.org/officeDocument/2006/relationships/slideLayout" Target="../slideLayouts/slideLayout77.xml"/><Relationship Id="rId78" Type="http://schemas.openxmlformats.org/officeDocument/2006/relationships/slideLayout" Target="../slideLayouts/slideLayout78.xml"/><Relationship Id="rId79" Type="http://schemas.openxmlformats.org/officeDocument/2006/relationships/slideLayout" Target="../slideLayouts/slideLayout79.xml"/><Relationship Id="rId80" Type="http://schemas.openxmlformats.org/officeDocument/2006/relationships/slideLayout" Target="../slideLayouts/slideLayout80.xml"/><Relationship Id="rId81" Type="http://schemas.openxmlformats.org/officeDocument/2006/relationships/slideLayout" Target="../slideLayouts/slideLayout81.xml"/><Relationship Id="rId82" Type="http://schemas.openxmlformats.org/officeDocument/2006/relationships/slideLayout" Target="../slideLayouts/slideLayout82.xml"/><Relationship Id="rId83" Type="http://schemas.openxmlformats.org/officeDocument/2006/relationships/slideLayout" Target="../slideLayouts/slideLayout83.xml"/><Relationship Id="rId84" Type="http://schemas.openxmlformats.org/officeDocument/2006/relationships/slideLayout" Target="../slideLayouts/slideLayout84.xml"/><Relationship Id="rId85" Type="http://schemas.openxmlformats.org/officeDocument/2006/relationships/slideLayout" Target="../slideLayouts/slideLayout85.xml"/><Relationship Id="rId86" Type="http://schemas.openxmlformats.org/officeDocument/2006/relationships/slideLayout" Target="../slideLayouts/slideLayout86.xml"/><Relationship Id="rId87" Type="http://schemas.openxmlformats.org/officeDocument/2006/relationships/slideLayout" Target="../slideLayouts/slideLayout87.xml"/><Relationship Id="rId88" Type="http://schemas.openxmlformats.org/officeDocument/2006/relationships/slideLayout" Target="../slideLayouts/slideLayout88.xml"/><Relationship Id="rId89" Type="http://schemas.openxmlformats.org/officeDocument/2006/relationships/slideLayout" Target="../slideLayouts/slideLayout89.xml"/><Relationship Id="rId90" Type="http://schemas.openxmlformats.org/officeDocument/2006/relationships/slideLayout" Target="../slideLayouts/slideLayout90.xml"/><Relationship Id="rId91" Type="http://schemas.openxmlformats.org/officeDocument/2006/relationships/slideLayout" Target="../slideLayouts/slideLayout91.xml"/><Relationship Id="rId92" Type="http://schemas.openxmlformats.org/officeDocument/2006/relationships/slideLayout" Target="../slideLayouts/slideLayout92.xml"/><Relationship Id="rId93" Type="http://schemas.openxmlformats.org/officeDocument/2006/relationships/slideLayout" Target="../slideLayouts/slideLayout93.xml"/><Relationship Id="rId94" Type="http://schemas.openxmlformats.org/officeDocument/2006/relationships/slideLayout" Target="../slideLayouts/slideLayout94.xml"/><Relationship Id="rId95" Type="http://schemas.openxmlformats.org/officeDocument/2006/relationships/slideLayout" Target="../slideLayouts/slideLayout95.xml"/><Relationship Id="rId96" Type="http://schemas.openxmlformats.org/officeDocument/2006/relationships/slideLayout" Target="../slideLayouts/slideLayout96.xml"/><Relationship Id="rId97" Type="http://schemas.openxmlformats.org/officeDocument/2006/relationships/slideLayout" Target="../slideLayouts/slideLayout97.xml"/><Relationship Id="rId98" Type="http://schemas.openxmlformats.org/officeDocument/2006/relationships/slideLayout" Target="../slideLayouts/slideLayout98.xml"/><Relationship Id="rId99" Type="http://schemas.openxmlformats.org/officeDocument/2006/relationships/slideLayout" Target="../slideLayouts/slideLayout99.xml"/><Relationship Id="rId100" Type="http://schemas.openxmlformats.org/officeDocument/2006/relationships/slideLayout" Target="../slideLayouts/slideLayout100.xml"/><Relationship Id="rId101" Type="http://schemas.openxmlformats.org/officeDocument/2006/relationships/slideLayout" Target="../slideLayouts/slideLayout101.xml"/><Relationship Id="rId102" Type="http://schemas.openxmlformats.org/officeDocument/2006/relationships/slideLayout" Target="../slideLayouts/slideLayout102.xml"/><Relationship Id="rId103" Type="http://schemas.openxmlformats.org/officeDocument/2006/relationships/slideLayout" Target="../slideLayouts/slideLayout103.xml"/><Relationship Id="rId104" Type="http://schemas.openxmlformats.org/officeDocument/2006/relationships/slideLayout" Target="../slideLayouts/slideLayout104.xml"/><Relationship Id="rId105" Type="http://schemas.openxmlformats.org/officeDocument/2006/relationships/slideLayout" Target="../slideLayouts/slideLayout105.xml"/><Relationship Id="rId106" Type="http://schemas.openxmlformats.org/officeDocument/2006/relationships/slideLayout" Target="../slideLayouts/slideLayout106.xml"/><Relationship Id="rId107" Type="http://schemas.openxmlformats.org/officeDocument/2006/relationships/slideLayout" Target="../slideLayouts/slideLayout107.xml"/><Relationship Id="rId108" Type="http://schemas.openxmlformats.org/officeDocument/2006/relationships/slideLayout" Target="../slideLayouts/slideLayout108.xml"/><Relationship Id="rId109" Type="http://schemas.openxmlformats.org/officeDocument/2006/relationships/slideLayout" Target="../slideLayouts/slideLayout109.xml"/><Relationship Id="rId110" Type="http://schemas.openxmlformats.org/officeDocument/2006/relationships/slideLayout" Target="../slideLayouts/slideLayout110.xml"/><Relationship Id="rId111" Type="http://schemas.openxmlformats.org/officeDocument/2006/relationships/slideLayout" Target="../slideLayouts/slideLayout111.xml"/><Relationship Id="rId112" Type="http://schemas.openxmlformats.org/officeDocument/2006/relationships/slideLayout" Target="../slideLayouts/slideLayout112.xml"/><Relationship Id="rId113" Type="http://schemas.openxmlformats.org/officeDocument/2006/relationships/slideLayout" Target="../slideLayouts/slideLayout113.xml"/><Relationship Id="rId114" Type="http://schemas.openxmlformats.org/officeDocument/2006/relationships/slideLayout" Target="../slideLayouts/slideLayout114.xml"/><Relationship Id="rId115" Type="http://schemas.openxmlformats.org/officeDocument/2006/relationships/slideLayout" Target="../slideLayouts/slideLayout115.xml"/><Relationship Id="rId116" Type="http://schemas.openxmlformats.org/officeDocument/2006/relationships/slideLayout" Target="../slideLayouts/slideLayout116.xml"/><Relationship Id="rId117" Type="http://schemas.openxmlformats.org/officeDocument/2006/relationships/slideLayout" Target="../slideLayouts/slideLayout117.xml"/><Relationship Id="rId118" Type="http://schemas.openxmlformats.org/officeDocument/2006/relationships/slideLayout" Target="../slideLayouts/slideLayout118.xml"/><Relationship Id="rId119" Type="http://schemas.openxmlformats.org/officeDocument/2006/relationships/slideLayout" Target="../slideLayouts/slideLayout119.xml"/><Relationship Id="rId120" Type="http://schemas.openxmlformats.org/officeDocument/2006/relationships/slideLayout" Target="../slideLayouts/slideLayout120.xml"/><Relationship Id="rId121" Type="http://schemas.openxmlformats.org/officeDocument/2006/relationships/slideLayout" Target="../slideLayouts/slideLayout121.xml"/><Relationship Id="rId122" Type="http://schemas.openxmlformats.org/officeDocument/2006/relationships/slideLayout" Target="../slideLayouts/slideLayout122.xml"/><Relationship Id="rId12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3.xml"/><Relationship Id="rId2" Type="http://schemas.openxmlformats.org/officeDocument/2006/relationships/slideLayout" Target="../slideLayouts/slideLayout124.xml"/><Relationship Id="rId3" Type="http://schemas.openxmlformats.org/officeDocument/2006/relationships/slideLayout" Target="../slideLayouts/slideLayout125.xml"/><Relationship Id="rId4" Type="http://schemas.openxmlformats.org/officeDocument/2006/relationships/slideLayout" Target="../slideLayouts/slideLayout126.xml"/><Relationship Id="rId5" Type="http://schemas.openxmlformats.org/officeDocument/2006/relationships/slideLayout" Target="../slideLayouts/slideLayout127.xml"/><Relationship Id="rId6" Type="http://schemas.openxmlformats.org/officeDocument/2006/relationships/slideLayout" Target="../slideLayouts/slideLayout128.xml"/><Relationship Id="rId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31.xml"/><Relationship Id="rId4" Type="http://schemas.openxmlformats.org/officeDocument/2006/relationships/slideLayout" Target="../slideLayouts/slideLayout132.xml"/><Relationship Id="rId5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35.xml"/><Relationship Id="rId8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39.xml"/><Relationship Id="rId12" Type="http://schemas.openxmlformats.org/officeDocument/2006/relationships/slideLayout" Target="../slideLayouts/slideLayout140.xml"/><Relationship Id="rId13" Type="http://schemas.openxmlformats.org/officeDocument/2006/relationships/slideLayout" Target="../slideLayouts/slideLayout141.xml"/><Relationship Id="rId14" Type="http://schemas.openxmlformats.org/officeDocument/2006/relationships/slideLayout" Target="../slideLayouts/slideLayout142.xml"/><Relationship Id="rId15" Type="http://schemas.openxmlformats.org/officeDocument/2006/relationships/slideLayout" Target="../slideLayouts/slideLayout143.xml"/><Relationship Id="rId16" Type="http://schemas.openxmlformats.org/officeDocument/2006/relationships/slideLayout" Target="../slideLayouts/slideLayout144.xml"/><Relationship Id="rId17" Type="http://schemas.openxmlformats.org/officeDocument/2006/relationships/slideLayout" Target="../slideLayouts/slideLayout145.xml"/><Relationship Id="rId18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2.xml"/><Relationship Id="rId8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3.xml"/><Relationship Id="rId2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55.xml"/><Relationship Id="rId4" Type="http://schemas.openxmlformats.org/officeDocument/2006/relationships/slideLayout" Target="../slideLayouts/slideLayout156.xml"/><Relationship Id="rId5" Type="http://schemas.openxmlformats.org/officeDocument/2006/relationships/slideLayout" Target="../slideLayouts/slideLayout157.xml"/><Relationship Id="rId6" Type="http://schemas.openxmlformats.org/officeDocument/2006/relationships/slideLayout" Target="../slideLayouts/slideLayout158.xml"/><Relationship Id="rId7" Type="http://schemas.openxmlformats.org/officeDocument/2006/relationships/slideLayout" Target="../slideLayouts/slideLayout159.xml"/><Relationship Id="rId8" Type="http://schemas.openxmlformats.org/officeDocument/2006/relationships/slideLayout" Target="../slideLayouts/slideLayout160.xml"/><Relationship Id="rId9" Type="http://schemas.openxmlformats.org/officeDocument/2006/relationships/slideLayout" Target="../slideLayouts/slideLayout161.xml"/><Relationship Id="rId10" Type="http://schemas.openxmlformats.org/officeDocument/2006/relationships/slideLayout" Target="../slideLayouts/slideLayout162.xml"/><Relationship Id="rId11" Type="http://schemas.openxmlformats.org/officeDocument/2006/relationships/slideLayout" Target="../slideLayouts/slideLayout163.xml"/><Relationship Id="rId12" Type="http://schemas.openxmlformats.org/officeDocument/2006/relationships/slideLayout" Target="../slideLayouts/slideLayout164.xml"/><Relationship Id="rId13" Type="http://schemas.openxmlformats.org/officeDocument/2006/relationships/slideLayout" Target="../slideLayouts/slideLayout165.xml"/><Relationship Id="rId14" Type="http://schemas.openxmlformats.org/officeDocument/2006/relationships/slideLayout" Target="../slideLayouts/slideLayout166.xml"/><Relationship Id="rId15" Type="http://schemas.openxmlformats.org/officeDocument/2006/relationships/slideLayout" Target="../slideLayouts/slideLayout167.xml"/><Relationship Id="rId16" Type="http://schemas.openxmlformats.org/officeDocument/2006/relationships/slideLayout" Target="../slideLayouts/slideLayout168.xml"/><Relationship Id="rId17" Type="http://schemas.openxmlformats.org/officeDocument/2006/relationships/slideLayout" Target="../slideLayouts/slideLayout169.xml"/><Relationship Id="rId18" Type="http://schemas.openxmlformats.org/officeDocument/2006/relationships/slideLayout" Target="../slideLayouts/slideLayout170.xml"/><Relationship Id="rId19" Type="http://schemas.openxmlformats.org/officeDocument/2006/relationships/slideLayout" Target="../slideLayouts/slideLayout171.xml"/><Relationship Id="rId20" Type="http://schemas.openxmlformats.org/officeDocument/2006/relationships/slideLayout" Target="../slideLayouts/slideLayout172.xml"/><Relationship Id="rId21" Type="http://schemas.openxmlformats.org/officeDocument/2006/relationships/slideLayout" Target="../slideLayouts/slideLayout173.xml"/><Relationship Id="rId22" Type="http://schemas.openxmlformats.org/officeDocument/2006/relationships/slideLayout" Target="../slideLayouts/slideLayout174.xml"/><Relationship Id="rId23" Type="http://schemas.openxmlformats.org/officeDocument/2006/relationships/slideLayout" Target="../slideLayouts/slideLayout175.xml"/><Relationship Id="rId24" Type="http://schemas.openxmlformats.org/officeDocument/2006/relationships/slideLayout" Target="../slideLayouts/slideLayout176.xml"/><Relationship Id="rId25" Type="http://schemas.openxmlformats.org/officeDocument/2006/relationships/slideLayout" Target="../slideLayouts/slideLayout177.xml"/><Relationship Id="rId26" Type="http://schemas.openxmlformats.org/officeDocument/2006/relationships/slideLayout" Target="../slideLayouts/slideLayout178.xml"/><Relationship Id="rId27" Type="http://schemas.openxmlformats.org/officeDocument/2006/relationships/slideLayout" Target="../slideLayouts/slideLayout179.xml"/><Relationship Id="rId28" Type="http://schemas.openxmlformats.org/officeDocument/2006/relationships/slideLayout" Target="../slideLayouts/slideLayout180.xml"/><Relationship Id="rId29" Type="http://schemas.openxmlformats.org/officeDocument/2006/relationships/slideLayout" Target="../slideLayouts/slideLayout181.xml"/><Relationship Id="rId30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slideLayout" Target="../slideLayouts/slideLayout183.xml"/><Relationship Id="rId3" Type="http://schemas.openxmlformats.org/officeDocument/2006/relationships/slideLayout" Target="../slideLayouts/slideLayout184.xml"/><Relationship Id="rId4" Type="http://schemas.openxmlformats.org/officeDocument/2006/relationships/slideLayout" Target="../slideLayouts/slideLayout185.xml"/><Relationship Id="rId5" Type="http://schemas.openxmlformats.org/officeDocument/2006/relationships/slideLayout" Target="../slideLayouts/slideLayout186.xml"/><Relationship Id="rId6" Type="http://schemas.openxmlformats.org/officeDocument/2006/relationships/slideLayout" Target="../slideLayouts/slideLayout187.xml"/><Relationship Id="rId7" Type="http://schemas.openxmlformats.org/officeDocument/2006/relationships/slideLayout" Target="../slideLayouts/slideLayout188.xml"/><Relationship Id="rId8" Type="http://schemas.openxmlformats.org/officeDocument/2006/relationships/slideLayout" Target="../slideLayouts/slideLayout189.xml"/><Relationship Id="rId9" Type="http://schemas.openxmlformats.org/officeDocument/2006/relationships/slideLayout" Target="../slideLayouts/slideLayout190.xml"/><Relationship Id="rId10" Type="http://schemas.openxmlformats.org/officeDocument/2006/relationships/slideLayout" Target="../slideLayouts/slideLayout191.xml"/><Relationship Id="rId11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2.xml"/><Relationship Id="rId2" Type="http://schemas.openxmlformats.org/officeDocument/2006/relationships/slideLayout" Target="../slideLayouts/slideLayout193.xml"/><Relationship Id="rId3" Type="http://schemas.openxmlformats.org/officeDocument/2006/relationships/slideLayout" Target="../slideLayouts/slideLayout194.xml"/><Relationship Id="rId4" Type="http://schemas.openxmlformats.org/officeDocument/2006/relationships/slideLayout" Target="../slideLayouts/slideLayout195.xml"/><Relationship Id="rId5" Type="http://schemas.openxmlformats.org/officeDocument/2006/relationships/slideLayout" Target="../slideLayouts/slideLayout196.xml"/><Relationship Id="rId6" Type="http://schemas.openxmlformats.org/officeDocument/2006/relationships/slideLayout" Target="../slideLayouts/slideLayout197.xml"/><Relationship Id="rId7" Type="http://schemas.openxmlformats.org/officeDocument/2006/relationships/slideLayout" Target="../slideLayouts/slideLayout198.xml"/><Relationship Id="rId8" Type="http://schemas.openxmlformats.org/officeDocument/2006/relationships/theme" Target="../theme/theme7.xml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9.xml"/><Relationship Id="rId2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206.xml"/><Relationship Id="rId9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7.xml"/><Relationship Id="rId2" Type="http://schemas.openxmlformats.org/officeDocument/2006/relationships/slideLayout" Target="../slideLayouts/slideLayout208.xml"/><Relationship Id="rId3" Type="http://schemas.openxmlformats.org/officeDocument/2006/relationships/slideLayout" Target="../slideLayouts/slideLayout209.xml"/><Relationship Id="rId4" Type="http://schemas.openxmlformats.org/officeDocument/2006/relationships/slideLayout" Target="../slideLayouts/slideLayout210.xml"/><Relationship Id="rId5" Type="http://schemas.openxmlformats.org/officeDocument/2006/relationships/slideLayout" Target="../slideLayouts/slideLayout211.xml"/><Relationship Id="rId6" Type="http://schemas.openxmlformats.org/officeDocument/2006/relationships/slideLayout" Target="../slideLayouts/slideLayout212.xml"/><Relationship Id="rId7" Type="http://schemas.openxmlformats.org/officeDocument/2006/relationships/slideLayout" Target="../slideLayouts/slideLayout213.xml"/><Relationship Id="rId8" Type="http://schemas.openxmlformats.org/officeDocument/2006/relationships/slideLayout" Target="../slideLayouts/slideLayout214.xml"/><Relationship Id="rId9" Type="http://schemas.openxmlformats.org/officeDocument/2006/relationships/slideLayout" Target="../slideLayouts/slideLayout215.xml"/><Relationship Id="rId10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6.xml"/><Relationship Id="rId2" Type="http://schemas.openxmlformats.org/officeDocument/2006/relationships/slideLayout" Target="../slideLayouts/slideLayout217.xml"/><Relationship Id="rId3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219.xml"/><Relationship Id="rId5" Type="http://schemas.openxmlformats.org/officeDocument/2006/relationships/slideLayout" Target="../slideLayouts/slideLayout220.xml"/><Relationship Id="rId6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1.xml"/><Relationship Id="rId2" Type="http://schemas.openxmlformats.org/officeDocument/2006/relationships/slideLayout" Target="../slideLayouts/slideLayout222.xml"/><Relationship Id="rId3" Type="http://schemas.openxmlformats.org/officeDocument/2006/relationships/slideLayout" Target="../slideLayouts/slideLayout223.xml"/><Relationship Id="rId4" Type="http://schemas.openxmlformats.org/officeDocument/2006/relationships/slideLayout" Target="../slideLayouts/slideLayout224.xml"/><Relationship Id="rId5" Type="http://schemas.openxmlformats.org/officeDocument/2006/relationships/slideLayout" Target="../slideLayouts/slideLayout225.xml"/><Relationship Id="rId6" Type="http://schemas.openxmlformats.org/officeDocument/2006/relationships/slideLayout" Target="../slideLayouts/slideLayout226.xml"/><Relationship Id="rId7" Type="http://schemas.openxmlformats.org/officeDocument/2006/relationships/slideLayout" Target="../slideLayouts/slideLayout227.xml"/><Relationship Id="rId8" Type="http://schemas.openxmlformats.org/officeDocument/2006/relationships/slideLayout" Target="../slideLayouts/slideLayout228.xml"/><Relationship Id="rId9" Type="http://schemas.openxmlformats.org/officeDocument/2006/relationships/slideLayout" Target="../slideLayouts/slideLayout229.xml"/><Relationship Id="rId10" Type="http://schemas.openxmlformats.org/officeDocument/2006/relationships/slideLayout" Target="../slideLayouts/slideLayout230.xml"/><Relationship Id="rId11" Type="http://schemas.openxmlformats.org/officeDocument/2006/relationships/slideLayout" Target="../slideLayouts/slideLayout231.xml"/><Relationship Id="rId12" Type="http://schemas.openxmlformats.org/officeDocument/2006/relationships/slideLayout" Target="../slideLayouts/slideLayout232.xml"/><Relationship Id="rId13" Type="http://schemas.openxmlformats.org/officeDocument/2006/relationships/slideLayout" Target="../slideLayouts/slideLayout233.xml"/><Relationship Id="rId14" Type="http://schemas.openxmlformats.org/officeDocument/2006/relationships/slideLayout" Target="../slideLayouts/slideLayout234.xml"/><Relationship Id="rId15" Type="http://schemas.openxmlformats.org/officeDocument/2006/relationships/slideLayout" Target="../slideLayouts/slideLayout235.xml"/><Relationship Id="rId16" Type="http://schemas.openxmlformats.org/officeDocument/2006/relationships/slideLayout" Target="../slideLayouts/slideLayout236.xml"/><Relationship Id="rId17" Type="http://schemas.openxmlformats.org/officeDocument/2006/relationships/slideLayout" Target="../slideLayouts/slideLayout237.xml"/><Relationship Id="rId18" Type="http://schemas.openxmlformats.org/officeDocument/2006/relationships/slideLayout" Target="../slideLayouts/slideLayout238.xml"/><Relationship Id="rId19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9.xml"/><Relationship Id="rId2" Type="http://schemas.openxmlformats.org/officeDocument/2006/relationships/slideLayout" Target="../slideLayouts/slideLayout240.xml"/><Relationship Id="rId3" Type="http://schemas.openxmlformats.org/officeDocument/2006/relationships/slideLayout" Target="../slideLayouts/slideLayout241.xml"/><Relationship Id="rId4" Type="http://schemas.openxmlformats.org/officeDocument/2006/relationships/slideLayout" Target="../slideLayouts/slideLayout242.xml"/><Relationship Id="rId5" Type="http://schemas.openxmlformats.org/officeDocument/2006/relationships/slideLayout" Target="../slideLayouts/slideLayout243.xml"/><Relationship Id="rId6" Type="http://schemas.openxmlformats.org/officeDocument/2006/relationships/slideLayout" Target="../slideLayouts/slideLayout244.xml"/><Relationship Id="rId7" Type="http://schemas.openxmlformats.org/officeDocument/2006/relationships/slideLayout" Target="../slideLayouts/slideLayout245.xml"/><Relationship Id="rId8" Type="http://schemas.openxmlformats.org/officeDocument/2006/relationships/slideLayout" Target="../slideLayouts/slideLayout246.xml"/><Relationship Id="rId9" Type="http://schemas.openxmlformats.org/officeDocument/2006/relationships/slideLayout" Target="../slideLayouts/slideLayout247.xml"/><Relationship Id="rId10" Type="http://schemas.openxmlformats.org/officeDocument/2006/relationships/slideLayout" Target="../slideLayouts/slideLayout248.xml"/><Relationship Id="rId11" Type="http://schemas.openxmlformats.org/officeDocument/2006/relationships/slideLayout" Target="../slideLayouts/slideLayout249.xml"/><Relationship Id="rId12" Type="http://schemas.openxmlformats.org/officeDocument/2006/relationships/slideLayout" Target="../slideLayouts/slideLayout250.xml"/><Relationship Id="rId13" Type="http://schemas.openxmlformats.org/officeDocument/2006/relationships/slideLayout" Target="../slideLayouts/slideLayout251.xml"/><Relationship Id="rId14" Type="http://schemas.openxmlformats.org/officeDocument/2006/relationships/slideLayout" Target="../slideLayouts/slideLayout252.xml"/><Relationship Id="rId15" Type="http://schemas.openxmlformats.org/officeDocument/2006/relationships/slideLayout" Target="../slideLayouts/slideLayout253.xml"/><Relationship Id="rId16" Type="http://schemas.openxmlformats.org/officeDocument/2006/relationships/slideLayout" Target="../slideLayouts/slideLayout254.xml"/><Relationship Id="rId17" Type="http://schemas.openxmlformats.org/officeDocument/2006/relationships/slideLayout" Target="../slideLayouts/slideLayout255.xml"/><Relationship Id="rId18" Type="http://schemas.openxmlformats.org/officeDocument/2006/relationships/slideLayout" Target="../slideLayouts/slideLayout256.xml"/><Relationship Id="rId19" Type="http://schemas.openxmlformats.org/officeDocument/2006/relationships/slideLayout" Target="../slideLayouts/slideLayout257.xml"/><Relationship Id="rId20" Type="http://schemas.openxmlformats.org/officeDocument/2006/relationships/slideLayout" Target="../slideLayouts/slideLayout258.xml"/><Relationship Id="rId21" Type="http://schemas.openxmlformats.org/officeDocument/2006/relationships/slideLayout" Target="../slideLayouts/slideLayout259.xml"/><Relationship Id="rId22" Type="http://schemas.openxmlformats.org/officeDocument/2006/relationships/slideLayout" Target="../slideLayouts/slideLayout260.xml"/><Relationship Id="rId23" Type="http://schemas.openxmlformats.org/officeDocument/2006/relationships/slideLayout" Target="../slideLayouts/slideLayout261.xml"/><Relationship Id="rId24" Type="http://schemas.openxmlformats.org/officeDocument/2006/relationships/theme" Target="../theme/theme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6675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8" r:id="rId7"/>
    <p:sldLayoutId id="2147483669" r:id="rId8"/>
    <p:sldLayoutId id="2147483670" r:id="rId9"/>
    <p:sldLayoutId id="2147483671" r:id="rId10"/>
    <p:sldLayoutId id="2147483673" r:id="rId11"/>
    <p:sldLayoutId id="2147483676" r:id="rId12"/>
    <p:sldLayoutId id="2147483788" r:id="rId13"/>
    <p:sldLayoutId id="2147483967" r:id="rId14"/>
    <p:sldLayoutId id="2147483968" r:id="rId15"/>
    <p:sldLayoutId id="2147483969" r:id="rId16"/>
    <p:sldLayoutId id="2147483970" r:id="rId17"/>
    <p:sldLayoutId id="2147483971" r:id="rId18"/>
    <p:sldLayoutId id="2147483972" r:id="rId19"/>
    <p:sldLayoutId id="2147483973" r:id="rId20"/>
    <p:sldLayoutId id="2147483974" r:id="rId21"/>
    <p:sldLayoutId id="2147483975" r:id="rId22"/>
    <p:sldLayoutId id="2147483976" r:id="rId23"/>
    <p:sldLayoutId id="2147483977" r:id="rId24"/>
    <p:sldLayoutId id="2147483978" r:id="rId25"/>
    <p:sldLayoutId id="2147483979" r:id="rId26"/>
    <p:sldLayoutId id="2147483980" r:id="rId27"/>
    <p:sldLayoutId id="2147483981" r:id="rId28"/>
    <p:sldLayoutId id="2147483982" r:id="rId29"/>
    <p:sldLayoutId id="2147483983" r:id="rId30"/>
    <p:sldLayoutId id="2147483984" r:id="rId31"/>
    <p:sldLayoutId id="2147483985" r:id="rId32"/>
    <p:sldLayoutId id="2147483986" r:id="rId33"/>
    <p:sldLayoutId id="2147483987" r:id="rId34"/>
    <p:sldLayoutId id="2147483988" r:id="rId35"/>
    <p:sldLayoutId id="2147483989" r:id="rId36"/>
    <p:sldLayoutId id="2147483990" r:id="rId37"/>
    <p:sldLayoutId id="2147483991" r:id="rId38"/>
    <p:sldLayoutId id="2147483992" r:id="rId39"/>
    <p:sldLayoutId id="2147483993" r:id="rId40"/>
    <p:sldLayoutId id="2147484088" r:id="rId41"/>
    <p:sldLayoutId id="2147484255" r:id="rId42"/>
    <p:sldLayoutId id="2147484346" r:id="rId43"/>
    <p:sldLayoutId id="2147484347" r:id="rId44"/>
    <p:sldLayoutId id="2147484348" r:id="rId45"/>
    <p:sldLayoutId id="2147484349" r:id="rId46"/>
    <p:sldLayoutId id="2147484350" r:id="rId47"/>
    <p:sldLayoutId id="2147484351" r:id="rId48"/>
    <p:sldLayoutId id="2147484352" r:id="rId49"/>
    <p:sldLayoutId id="2147484353" r:id="rId50"/>
    <p:sldLayoutId id="2147484354" r:id="rId51"/>
    <p:sldLayoutId id="2147484355" r:id="rId52"/>
    <p:sldLayoutId id="2147484356" r:id="rId53"/>
    <p:sldLayoutId id="2147484357" r:id="rId54"/>
    <p:sldLayoutId id="2147484358" r:id="rId55"/>
    <p:sldLayoutId id="2147484359" r:id="rId56"/>
    <p:sldLayoutId id="2147484360" r:id="rId57"/>
    <p:sldLayoutId id="2147484361" r:id="rId58"/>
    <p:sldLayoutId id="2147484362" r:id="rId59"/>
    <p:sldLayoutId id="2147484363" r:id="rId60"/>
    <p:sldLayoutId id="2147484365" r:id="rId61"/>
    <p:sldLayoutId id="2147484366" r:id="rId62"/>
    <p:sldLayoutId id="2147484367" r:id="rId63"/>
    <p:sldLayoutId id="2147484370" r:id="rId64"/>
    <p:sldLayoutId id="2147484371" r:id="rId65"/>
    <p:sldLayoutId id="2147484372" r:id="rId66"/>
    <p:sldLayoutId id="2147484373" r:id="rId67"/>
    <p:sldLayoutId id="2147484375" r:id="rId68"/>
    <p:sldLayoutId id="2147484378" r:id="rId69"/>
    <p:sldLayoutId id="2147484379" r:id="rId70"/>
    <p:sldLayoutId id="2147484380" r:id="rId71"/>
    <p:sldLayoutId id="2147484381" r:id="rId72"/>
    <p:sldLayoutId id="2147484382" r:id="rId73"/>
    <p:sldLayoutId id="2147484383" r:id="rId74"/>
    <p:sldLayoutId id="2147484384" r:id="rId75"/>
    <p:sldLayoutId id="2147484385" r:id="rId76"/>
    <p:sldLayoutId id="2147484387" r:id="rId77"/>
    <p:sldLayoutId id="2147484388" r:id="rId78"/>
    <p:sldLayoutId id="2147484389" r:id="rId79"/>
    <p:sldLayoutId id="2147484390" r:id="rId80"/>
    <p:sldLayoutId id="2147484391" r:id="rId81"/>
    <p:sldLayoutId id="2147484392" r:id="rId82"/>
    <p:sldLayoutId id="2147484393" r:id="rId83"/>
    <p:sldLayoutId id="2147484396" r:id="rId84"/>
    <p:sldLayoutId id="2147484397" r:id="rId85"/>
    <p:sldLayoutId id="2147484398" r:id="rId86"/>
    <p:sldLayoutId id="2147484400" r:id="rId87"/>
    <p:sldLayoutId id="2147484401" r:id="rId88"/>
    <p:sldLayoutId id="2147484402" r:id="rId89"/>
    <p:sldLayoutId id="2147484403" r:id="rId90"/>
    <p:sldLayoutId id="2147484404" r:id="rId91"/>
    <p:sldLayoutId id="2147484405" r:id="rId92"/>
    <p:sldLayoutId id="2147484406" r:id="rId93"/>
    <p:sldLayoutId id="2147484407" r:id="rId94"/>
    <p:sldLayoutId id="2147484408" r:id="rId95"/>
    <p:sldLayoutId id="2147484409" r:id="rId96"/>
    <p:sldLayoutId id="2147484410" r:id="rId97"/>
    <p:sldLayoutId id="2147484411" r:id="rId98"/>
    <p:sldLayoutId id="2147484412" r:id="rId99"/>
    <p:sldLayoutId id="2147484413" r:id="rId100"/>
    <p:sldLayoutId id="2147484414" r:id="rId101"/>
    <p:sldLayoutId id="2147484415" r:id="rId102"/>
    <p:sldLayoutId id="2147484416" r:id="rId103"/>
    <p:sldLayoutId id="2147484417" r:id="rId104"/>
    <p:sldLayoutId id="2147484418" r:id="rId105"/>
    <p:sldLayoutId id="2147484419" r:id="rId106"/>
    <p:sldLayoutId id="2147484420" r:id="rId107"/>
    <p:sldLayoutId id="2147484421" r:id="rId108"/>
    <p:sldLayoutId id="2147484422" r:id="rId109"/>
    <p:sldLayoutId id="2147484423" r:id="rId110"/>
    <p:sldLayoutId id="2147484460" r:id="rId111"/>
    <p:sldLayoutId id="2147484550" r:id="rId112"/>
    <p:sldLayoutId id="2147484551" r:id="rId113"/>
    <p:sldLayoutId id="2147484553" r:id="rId114"/>
    <p:sldLayoutId id="2147484663" r:id="rId115"/>
    <p:sldLayoutId id="2147484661" r:id="rId116"/>
    <p:sldLayoutId id="2147484667" r:id="rId117"/>
    <p:sldLayoutId id="2147484665" r:id="rId118"/>
    <p:sldLayoutId id="2147484696" r:id="rId119"/>
    <p:sldLayoutId id="2147484697" r:id="rId120"/>
    <p:sldLayoutId id="2147484695" r:id="rId121"/>
    <p:sldLayoutId id="2147484847" r:id="rId122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0" i="0">
          <a:latin typeface="Versos" panose="020B0503020204030204" pitchFamily="34" charset="77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06548" y="1442433"/>
            <a:ext cx="2778902" cy="7001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50" b="1" i="0">
                <a:solidFill>
                  <a:srgbClr val="1E271F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23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4749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67000">
              <a:schemeClr val="tx1"/>
            </a:gs>
            <a:gs pos="100000">
              <a:schemeClr val="tx1"/>
            </a:gs>
            <a:gs pos="0">
              <a:srgbClr val="161B21"/>
            </a:gs>
          </a:gsLst>
          <a:lin ang="8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896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3" r:id="rId9"/>
    <p:sldLayoutId id="2147483694" r:id="rId10"/>
    <p:sldLayoutId id="2147483704" r:id="rId11"/>
    <p:sldLayoutId id="2147483791" r:id="rId12"/>
    <p:sldLayoutId id="2147483929" r:id="rId13"/>
    <p:sldLayoutId id="2147483934" r:id="rId14"/>
    <p:sldLayoutId id="2147483935" r:id="rId15"/>
    <p:sldLayoutId id="2147484803" r:id="rId16"/>
    <p:sldLayoutId id="2147484845" r:id="rId1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95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4555" r:id="rId7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0" i="0">
          <a:latin typeface="Versos" panose="020B0503020204030204" pitchFamily="34" charset="77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678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4" r:id="rId1"/>
    <p:sldLayoutId id="2147484125" r:id="rId2"/>
    <p:sldLayoutId id="2147484126" r:id="rId3"/>
    <p:sldLayoutId id="2147484127" r:id="rId4"/>
    <p:sldLayoutId id="2147484128" r:id="rId5"/>
    <p:sldLayoutId id="2147484129" r:id="rId6"/>
    <p:sldLayoutId id="2147484130" r:id="rId7"/>
    <p:sldLayoutId id="2147484131" r:id="rId8"/>
    <p:sldLayoutId id="2147484132" r:id="rId9"/>
    <p:sldLayoutId id="2147484133" r:id="rId10"/>
    <p:sldLayoutId id="2147484134" r:id="rId11"/>
    <p:sldLayoutId id="2147484135" r:id="rId12"/>
    <p:sldLayoutId id="2147484136" r:id="rId13"/>
    <p:sldLayoutId id="2147484137" r:id="rId14"/>
    <p:sldLayoutId id="2147484138" r:id="rId15"/>
    <p:sldLayoutId id="2147484282" r:id="rId16"/>
    <p:sldLayoutId id="2147484181" r:id="rId17"/>
    <p:sldLayoutId id="2147484182" r:id="rId18"/>
    <p:sldLayoutId id="2147484183" r:id="rId19"/>
    <p:sldLayoutId id="2147484184" r:id="rId20"/>
    <p:sldLayoutId id="2147484185" r:id="rId21"/>
    <p:sldLayoutId id="2147484186" r:id="rId22"/>
    <p:sldLayoutId id="2147484187" r:id="rId23"/>
    <p:sldLayoutId id="2147484188" r:id="rId24"/>
    <p:sldLayoutId id="2147484189" r:id="rId25"/>
    <p:sldLayoutId id="2147484190" r:id="rId26"/>
    <p:sldLayoutId id="2147484191" r:id="rId27"/>
    <p:sldLayoutId id="2147484192" r:id="rId28"/>
    <p:sldLayoutId id="2147484193" r:id="rId29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0" i="0">
          <a:latin typeface="Versos" panose="020B0503020204030204" pitchFamily="34" charset="77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8"/>
            <a:ext cx="4193648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864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6" r:id="rId1"/>
    <p:sldLayoutId id="2147484307" r:id="rId2"/>
    <p:sldLayoutId id="2147484308" r:id="rId3"/>
    <p:sldLayoutId id="2147484309" r:id="rId4"/>
    <p:sldLayoutId id="2147484310" r:id="rId5"/>
    <p:sldLayoutId id="2147484317" r:id="rId6"/>
    <p:sldLayoutId id="2147484336" r:id="rId7"/>
    <p:sldLayoutId id="2147484567" r:id="rId8"/>
    <p:sldLayoutId id="2147484569" r:id="rId9"/>
    <p:sldLayoutId id="2147484707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pic>
        <p:nvPicPr>
          <p:cNvPr id="30" name="bg 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3" y="5478395"/>
            <a:ext cx="3824446" cy="460215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83871" y="5934039"/>
            <a:ext cx="2876022" cy="22998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5789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38" r:id="rId1"/>
    <p:sldLayoutId id="2147484339" r:id="rId2"/>
    <p:sldLayoutId id="2147484340" r:id="rId3"/>
    <p:sldLayoutId id="2147484341" r:id="rId4"/>
    <p:sldLayoutId id="2147484342" r:id="rId5"/>
    <p:sldLayoutId id="2147484343" r:id="rId6"/>
    <p:sldLayoutId id="2147484344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31388" y="524468"/>
            <a:ext cx="4193648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cs typeface="Verso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4208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71" r:id="rId1"/>
    <p:sldLayoutId id="2147484572" r:id="rId2"/>
    <p:sldLayoutId id="2147484573" r:id="rId3"/>
    <p:sldLayoutId id="2147484574" r:id="rId4"/>
    <p:sldLayoutId id="2147484575" r:id="rId5"/>
    <p:sldLayoutId id="2147484576" r:id="rId6"/>
    <p:sldLayoutId id="2147484577" r:id="rId7"/>
    <p:sldLayoutId id="214748457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6">
        <a:defRPr>
          <a:latin typeface="+mn-lt"/>
          <a:ea typeface="+mn-ea"/>
          <a:cs typeface="+mn-cs"/>
        </a:defRPr>
      </a:lvl2pPr>
      <a:lvl3pPr marL="554492">
        <a:defRPr>
          <a:latin typeface="+mn-lt"/>
          <a:ea typeface="+mn-ea"/>
          <a:cs typeface="+mn-cs"/>
        </a:defRPr>
      </a:lvl3pPr>
      <a:lvl4pPr marL="831738">
        <a:defRPr>
          <a:latin typeface="+mn-lt"/>
          <a:ea typeface="+mn-ea"/>
          <a:cs typeface="+mn-cs"/>
        </a:defRPr>
      </a:lvl4pPr>
      <a:lvl5pPr marL="1108984">
        <a:defRPr>
          <a:latin typeface="+mn-lt"/>
          <a:ea typeface="+mn-ea"/>
          <a:cs typeface="+mn-cs"/>
        </a:defRPr>
      </a:lvl5pPr>
      <a:lvl6pPr marL="1386230">
        <a:defRPr>
          <a:latin typeface="+mn-lt"/>
          <a:ea typeface="+mn-ea"/>
          <a:cs typeface="+mn-cs"/>
        </a:defRPr>
      </a:lvl6pPr>
      <a:lvl7pPr marL="1663476">
        <a:defRPr>
          <a:latin typeface="+mn-lt"/>
          <a:ea typeface="+mn-ea"/>
          <a:cs typeface="+mn-cs"/>
        </a:defRPr>
      </a:lvl7pPr>
      <a:lvl8pPr marL="1940723">
        <a:defRPr>
          <a:latin typeface="+mn-lt"/>
          <a:ea typeface="+mn-ea"/>
          <a:cs typeface="+mn-cs"/>
        </a:defRPr>
      </a:lvl8pPr>
      <a:lvl9pPr marL="221796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547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14" r:id="rId1"/>
    <p:sldLayoutId id="2147484815" r:id="rId2"/>
    <p:sldLayoutId id="2147484816" r:id="rId3"/>
    <p:sldLayoutId id="2147484817" r:id="rId4"/>
    <p:sldLayoutId id="2147484818" r:id="rId5"/>
    <p:sldLayoutId id="2147484819" r:id="rId6"/>
    <p:sldLayoutId id="2147484820" r:id="rId7"/>
    <p:sldLayoutId id="2147484821" r:id="rId8"/>
    <p:sldLayoutId id="2147484822" r:id="rId9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0" i="0">
          <a:latin typeface="Versos" panose="020B0503020204030204" pitchFamily="34" charset="77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1663" y="601691"/>
            <a:ext cx="10768672" cy="453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1">
                <a:solidFill>
                  <a:srgbClr val="647880"/>
                </a:solidFill>
                <a:latin typeface="Versos-BoldItalic"/>
                <a:cs typeface="Versos-Bold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09534"/>
            <a:ext cx="109728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103768"/>
            <a:ext cx="390144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103768"/>
            <a:ext cx="280416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103768"/>
            <a:ext cx="280416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9405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49" r:id="rId1"/>
    <p:sldLayoutId id="2147484850" r:id="rId2"/>
    <p:sldLayoutId id="2147484851" r:id="rId3"/>
    <p:sldLayoutId id="2147484852" r:id="rId4"/>
    <p:sldLayoutId id="2147484853" r:id="rId5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0" i="0">
          <a:latin typeface="Versos" panose="020B0503020204030204" pitchFamily="34" charset="77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25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5" r:id="rId1"/>
    <p:sldLayoutId id="2147484856" r:id="rId2"/>
    <p:sldLayoutId id="2147484857" r:id="rId3"/>
    <p:sldLayoutId id="2147484858" r:id="rId4"/>
    <p:sldLayoutId id="2147484859" r:id="rId5"/>
    <p:sldLayoutId id="2147484860" r:id="rId6"/>
    <p:sldLayoutId id="2147484861" r:id="rId7"/>
    <p:sldLayoutId id="2147484862" r:id="rId8"/>
    <p:sldLayoutId id="2147484863" r:id="rId9"/>
    <p:sldLayoutId id="2147484864" r:id="rId10"/>
    <p:sldLayoutId id="2147484865" r:id="rId11"/>
    <p:sldLayoutId id="2147484866" r:id="rId12"/>
    <p:sldLayoutId id="2147484867" r:id="rId13"/>
    <p:sldLayoutId id="2147484868" r:id="rId14"/>
    <p:sldLayoutId id="2147484869" r:id="rId15"/>
    <p:sldLayoutId id="2147484870" r:id="rId16"/>
    <p:sldLayoutId id="2147484871" r:id="rId17"/>
    <p:sldLayoutId id="2147484872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83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4" r:id="rId1"/>
    <p:sldLayoutId id="2147484875" r:id="rId2"/>
    <p:sldLayoutId id="2147484876" r:id="rId3"/>
    <p:sldLayoutId id="2147484877" r:id="rId4"/>
    <p:sldLayoutId id="2147484878" r:id="rId5"/>
    <p:sldLayoutId id="2147484879" r:id="rId6"/>
    <p:sldLayoutId id="2147484880" r:id="rId7"/>
    <p:sldLayoutId id="2147484881" r:id="rId8"/>
    <p:sldLayoutId id="2147484882" r:id="rId9"/>
    <p:sldLayoutId id="2147484883" r:id="rId10"/>
    <p:sldLayoutId id="2147484884" r:id="rId11"/>
    <p:sldLayoutId id="2147484885" r:id="rId12"/>
    <p:sldLayoutId id="2147484886" r:id="rId13"/>
    <p:sldLayoutId id="2147484887" r:id="rId14"/>
    <p:sldLayoutId id="2147484888" r:id="rId15"/>
    <p:sldLayoutId id="2147484889" r:id="rId16"/>
    <p:sldLayoutId id="2147484890" r:id="rId17"/>
    <p:sldLayoutId id="2147484891" r:id="rId18"/>
    <p:sldLayoutId id="2147484892" r:id="rId19"/>
    <p:sldLayoutId id="2147484893" r:id="rId20"/>
    <p:sldLayoutId id="2147484894" r:id="rId21"/>
    <p:sldLayoutId id="2147484895" r:id="rId22"/>
    <p:sldLayoutId id="2147484896" r:id="rId23"/>
  </p:sldLayoutIdLst>
  <p:hf hdr="0" ftr="0" dt="0"/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 b="0" i="0">
          <a:latin typeface="Versos" panose="020B0503020204030204" pitchFamily="34" charset="77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265313" eaLnBrk="1" hangingPunct="1">
        <a:defRPr>
          <a:latin typeface="+mn-lt"/>
          <a:ea typeface="+mn-ea"/>
          <a:cs typeface="+mn-cs"/>
        </a:defRPr>
      </a:lvl2pPr>
      <a:lvl3pPr marL="530626" eaLnBrk="1" hangingPunct="1">
        <a:defRPr>
          <a:latin typeface="+mn-lt"/>
          <a:ea typeface="+mn-ea"/>
          <a:cs typeface="+mn-cs"/>
        </a:defRPr>
      </a:lvl3pPr>
      <a:lvl4pPr marL="795939" eaLnBrk="1" hangingPunct="1">
        <a:defRPr>
          <a:latin typeface="+mn-lt"/>
          <a:ea typeface="+mn-ea"/>
          <a:cs typeface="+mn-cs"/>
        </a:defRPr>
      </a:lvl4pPr>
      <a:lvl5pPr marL="1061253" eaLnBrk="1" hangingPunct="1">
        <a:defRPr>
          <a:latin typeface="+mn-lt"/>
          <a:ea typeface="+mn-ea"/>
          <a:cs typeface="+mn-cs"/>
        </a:defRPr>
      </a:lvl5pPr>
      <a:lvl6pPr marL="1326566" eaLnBrk="1" hangingPunct="1">
        <a:defRPr>
          <a:latin typeface="+mn-lt"/>
          <a:ea typeface="+mn-ea"/>
          <a:cs typeface="+mn-cs"/>
        </a:defRPr>
      </a:lvl6pPr>
      <a:lvl7pPr marL="1591879" eaLnBrk="1" hangingPunct="1">
        <a:defRPr>
          <a:latin typeface="+mn-lt"/>
          <a:ea typeface="+mn-ea"/>
          <a:cs typeface="+mn-cs"/>
        </a:defRPr>
      </a:lvl7pPr>
      <a:lvl8pPr marL="1857192" eaLnBrk="1" hangingPunct="1">
        <a:defRPr>
          <a:latin typeface="+mn-lt"/>
          <a:ea typeface="+mn-ea"/>
          <a:cs typeface="+mn-cs"/>
        </a:defRPr>
      </a:lvl8pPr>
      <a:lvl9pPr marL="2122505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eg"/><Relationship Id="rId4" Type="http://schemas.microsoft.com/office/2007/relationships/hdphoto" Target="../media/hdphoto2.wdp"/><Relationship Id="rId5" Type="http://schemas.openxmlformats.org/officeDocument/2006/relationships/image" Target="../media/image1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0.xml"/><Relationship Id="rId2" Type="http://schemas.openxmlformats.org/officeDocument/2006/relationships/notesSlide" Target="../notesSlides/notesSlide2.xml"/><Relationship Id="rId3" Type="http://schemas.openxmlformats.org/officeDocument/2006/relationships/slide" Target="slide5.xml"/><Relationship Id="rId4" Type="http://schemas.openxmlformats.org/officeDocument/2006/relationships/slide" Target="slide16.xml"/><Relationship Id="rId5" Type="http://schemas.openxmlformats.org/officeDocument/2006/relationships/slide" Target="slide18.xml"/><Relationship Id="rId6" Type="http://schemas.openxmlformats.org/officeDocument/2006/relationships/slide" Target="slide34.xml"/><Relationship Id="rId7" Type="http://schemas.openxmlformats.org/officeDocument/2006/relationships/slide" Target="slide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svg"/><Relationship Id="rId4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3.xml"/><Relationship Id="rId2" Type="http://schemas.openxmlformats.org/officeDocument/2006/relationships/image" Target="../media/image19.png"/><Relationship Id="rId3" Type="http://schemas.openxmlformats.org/officeDocument/2006/relationships/image" Target="../media/image2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jpeg"/><Relationship Id="rId4" Type="http://schemas.openxmlformats.org/officeDocument/2006/relationships/image" Target="../media/image22.png"/><Relationship Id="rId5" Type="http://schemas.microsoft.com/office/2007/relationships/hdphoto" Target="../media/hdphoto3.wdp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jpeg"/><Relationship Id="rId4" Type="http://schemas.openxmlformats.org/officeDocument/2006/relationships/image" Target="../media/image24.jpeg"/><Relationship Id="rId5" Type="http://schemas.openxmlformats.org/officeDocument/2006/relationships/image" Target="../media/image25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7.jpeg"/><Relationship Id="rId3" Type="http://schemas.openxmlformats.org/officeDocument/2006/relationships/image" Target="../media/image28.svg"/><Relationship Id="rId4" Type="http://schemas.openxmlformats.org/officeDocument/2006/relationships/image" Target="../media/image17.svg"/><Relationship Id="rId5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svg"/><Relationship Id="rId4" Type="http://schemas.openxmlformats.org/officeDocument/2006/relationships/image" Target="../media/image30.svg"/><Relationship Id="rId5" Type="http://schemas.openxmlformats.org/officeDocument/2006/relationships/image" Target="../media/image31.svg"/><Relationship Id="rId6" Type="http://schemas.openxmlformats.org/officeDocument/2006/relationships/image" Target="../media/image28.svg"/><Relationship Id="rId7" Type="http://schemas.openxmlformats.org/officeDocument/2006/relationships/image" Target="../media/image18.png"/><Relationship Id="rId8" Type="http://schemas.openxmlformats.org/officeDocument/2006/relationships/image" Target="../media/image32.svg"/><Relationship Id="rId9" Type="http://schemas.openxmlformats.org/officeDocument/2006/relationships/image" Target="../media/image33.png"/><Relationship Id="rId10" Type="http://schemas.openxmlformats.org/officeDocument/2006/relationships/image" Target="../media/image34.jpeg"/><Relationship Id="rId11" Type="http://schemas.openxmlformats.org/officeDocument/2006/relationships/image" Target="../media/image35.png"/><Relationship Id="rId12" Type="http://schemas.openxmlformats.org/officeDocument/2006/relationships/image" Target="../media/image36.jpeg"/><Relationship Id="rId13" Type="http://schemas.openxmlformats.org/officeDocument/2006/relationships/image" Target="../media/image37.jpeg"/><Relationship Id="rId14" Type="http://schemas.openxmlformats.org/officeDocument/2006/relationships/hyperlink" Target="https://www.tivio.com/blog/era-uma-vez-no-centro-oeste/" TargetMode="External"/><Relationship Id="rId15" Type="http://schemas.openxmlformats.org/officeDocument/2006/relationships/image" Target="../media/image38.jpeg"/></Relationships>
</file>

<file path=ppt/slides/_rels/slide12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0.xml"/><Relationship Id="rId5" Type="http://schemas.openxmlformats.org/officeDocument/2006/relationships/image" Target="../media/image39.jpeg"/><Relationship Id="rId6" Type="http://schemas.openxmlformats.org/officeDocument/2006/relationships/image" Target="../media/image28.svg"/><Relationship Id="rId7" Type="http://schemas.openxmlformats.org/officeDocument/2006/relationships/image" Target="../media/image40.png"/><Relationship Id="rId8" Type="http://schemas.openxmlformats.org/officeDocument/2006/relationships/image" Target="../media/image29.svg"/><Relationship Id="rId9" Type="http://schemas.openxmlformats.org/officeDocument/2006/relationships/image" Target="../media/image30.svg"/><Relationship Id="rId10" Type="http://schemas.openxmlformats.org/officeDocument/2006/relationships/image" Target="../media/image41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svg"/><Relationship Id="rId4" Type="http://schemas.openxmlformats.org/officeDocument/2006/relationships/image" Target="../media/image29.svg"/><Relationship Id="rId5" Type="http://schemas.openxmlformats.org/officeDocument/2006/relationships/image" Target="../media/image30.svg"/><Relationship Id="rId6" Type="http://schemas.openxmlformats.org/officeDocument/2006/relationships/image" Target="../media/image31.svg"/><Relationship Id="rId7" Type="http://schemas.openxmlformats.org/officeDocument/2006/relationships/image" Target="../media/image38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hyperlink" Target="https://www.linkedin.com/company/tiviocapital/mycompany/" TargetMode="External"/><Relationship Id="rId3" Type="http://schemas.openxmlformats.org/officeDocument/2006/relationships/image" Target="../media/image29.svg"/><Relationship Id="rId4" Type="http://schemas.openxmlformats.org/officeDocument/2006/relationships/hyperlink" Target="https://www.youtube.com/@tiviocapital" TargetMode="External"/><Relationship Id="rId5" Type="http://schemas.openxmlformats.org/officeDocument/2006/relationships/image" Target="../media/image30.svg"/><Relationship Id="rId6" Type="http://schemas.openxmlformats.org/officeDocument/2006/relationships/hyperlink" Target="https://www.instagram.com/tiviocapital?igsh=MXYxbDY2N2tjMGJmbQ==" TargetMode="External"/><Relationship Id="rId7" Type="http://schemas.openxmlformats.org/officeDocument/2006/relationships/image" Target="../media/image41.svg"/><Relationship Id="rId8" Type="http://schemas.openxmlformats.org/officeDocument/2006/relationships/hyperlink" Target="https://tivio.com/" TargetMode="External"/><Relationship Id="rId9" Type="http://schemas.openxmlformats.org/officeDocument/2006/relationships/image" Target="../media/image1.svg"/><Relationship Id="rId10" Type="http://schemas.openxmlformats.org/officeDocument/2006/relationships/hyperlink" Target="mailto:ri@tivio.com" TargetMode="External"/><Relationship Id="rId11" Type="http://schemas.openxmlformats.org/officeDocument/2006/relationships/image" Target="../media/image42.svg"/><Relationship Id="rId12" Type="http://schemas.openxmlformats.org/officeDocument/2006/relationships/hyperlink" Target="mailto:enrico.trotta@tivio.com" TargetMode="External"/><Relationship Id="rId13" Type="http://schemas.openxmlformats.org/officeDocument/2006/relationships/image" Target="../media/image43.jpeg"/><Relationship Id="rId14" Type="http://schemas.openxmlformats.org/officeDocument/2006/relationships/image" Target="../media/image18.png"/><Relationship Id="rId15" Type="http://schemas.openxmlformats.org/officeDocument/2006/relationships/hyperlink" Target="mailto:vivian.oka@tivio.com" TargetMode="External"/><Relationship Id="rId16" Type="http://schemas.openxmlformats.org/officeDocument/2006/relationships/image" Target="../media/image44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5.jpeg"/><Relationship Id="rId4" Type="http://schemas.openxmlformats.org/officeDocument/2006/relationships/image" Target="../media/image46.jpeg"/><Relationship Id="rId5" Type="http://schemas.openxmlformats.org/officeDocument/2006/relationships/image" Target="../media/image47.png"/><Relationship Id="rId6" Type="http://schemas.microsoft.com/office/2007/relationships/hdphoto" Target="../media/hdphoto4.wdp"/><Relationship Id="rId7" Type="http://schemas.openxmlformats.org/officeDocument/2006/relationships/image" Target="../media/image48.png"/><Relationship Id="rId8" Type="http://schemas.microsoft.com/office/2007/relationships/hdphoto" Target="../media/hdphoto5.wdp"/><Relationship Id="rId9" Type="http://schemas.openxmlformats.org/officeDocument/2006/relationships/image" Target="../media/image49.png"/><Relationship Id="rId10" Type="http://schemas.microsoft.com/office/2007/relationships/hdphoto" Target="../media/hdphoto6.wdp"/><Relationship Id="rId11" Type="http://schemas.openxmlformats.org/officeDocument/2006/relationships/image" Target="../media/image50.png"/><Relationship Id="rId12" Type="http://schemas.microsoft.com/office/2007/relationships/hdphoto" Target="../media/hdphoto7.wdp"/><Relationship Id="rId13" Type="http://schemas.openxmlformats.org/officeDocument/2006/relationships/image" Target="../media/image51.jpeg"/><Relationship Id="rId14" Type="http://schemas.openxmlformats.org/officeDocument/2006/relationships/image" Target="../media/image52.png"/><Relationship Id="rId15" Type="http://schemas.microsoft.com/office/2007/relationships/hdphoto" Target="../media/hdphoto8.wdp"/><Relationship Id="rId16" Type="http://schemas.openxmlformats.org/officeDocument/2006/relationships/image" Target="../media/image53.png"/><Relationship Id="rId17" Type="http://schemas.microsoft.com/office/2007/relationships/hdphoto" Target="../media/hdphoto9.wdp"/><Relationship Id="rId18" Type="http://schemas.openxmlformats.org/officeDocument/2006/relationships/image" Target="../media/image54.png"/><Relationship Id="rId19" Type="http://schemas.openxmlformats.org/officeDocument/2006/relationships/image" Target="../media/image55.jpeg"/><Relationship Id="rId20" Type="http://schemas.openxmlformats.org/officeDocument/2006/relationships/image" Target="../media/image56.png"/><Relationship Id="rId21" Type="http://schemas.microsoft.com/office/2007/relationships/hdphoto" Target="../media/hdphoto10.wdp"/><Relationship Id="rId22" Type="http://schemas.openxmlformats.org/officeDocument/2006/relationships/image" Target="../media/image57.png"/><Relationship Id="rId23" Type="http://schemas.microsoft.com/office/2007/relationships/hdphoto" Target="../media/hdphoto11.wdp"/><Relationship Id="rId24" Type="http://schemas.openxmlformats.org/officeDocument/2006/relationships/image" Target="../media/image58.png"/><Relationship Id="rId25" Type="http://schemas.openxmlformats.org/officeDocument/2006/relationships/image" Target="../media/image59.png"/><Relationship Id="rId26" Type="http://schemas.openxmlformats.org/officeDocument/2006/relationships/image" Target="../media/image60.jpeg"/><Relationship Id="rId27" Type="http://schemas.openxmlformats.org/officeDocument/2006/relationships/image" Target="../media/image61.png"/><Relationship Id="rId28" Type="http://schemas.microsoft.com/office/2007/relationships/hdphoto" Target="../media/hdphoto12.wdp"/><Relationship Id="rId29" Type="http://schemas.openxmlformats.org/officeDocument/2006/relationships/image" Target="../media/image62.png"/><Relationship Id="rId30" Type="http://schemas.microsoft.com/office/2007/relationships/hdphoto" Target="../media/hdphoto13.wdp"/><Relationship Id="rId31" Type="http://schemas.openxmlformats.org/officeDocument/2006/relationships/image" Target="../media/image63.png"/><Relationship Id="rId32" Type="http://schemas.microsoft.com/office/2007/relationships/hdphoto" Target="../media/hdphoto14.wdp"/><Relationship Id="rId33" Type="http://schemas.openxmlformats.org/officeDocument/2006/relationships/image" Target="../media/image64.jpeg"/><Relationship Id="rId34" Type="http://schemas.openxmlformats.org/officeDocument/2006/relationships/image" Target="../media/image65.png"/><Relationship Id="rId35" Type="http://schemas.microsoft.com/office/2007/relationships/hdphoto" Target="../media/hdphoto15.wdp"/><Relationship Id="rId36" Type="http://schemas.openxmlformats.org/officeDocument/2006/relationships/image" Target="../media/image66.png"/><Relationship Id="rId37" Type="http://schemas.microsoft.com/office/2007/relationships/hdphoto" Target="../media/hdphoto16.wdp"/><Relationship Id="rId38" Type="http://schemas.openxmlformats.org/officeDocument/2006/relationships/image" Target="../media/image67.jpeg"/><Relationship Id="rId39" Type="http://schemas.openxmlformats.org/officeDocument/2006/relationships/image" Target="../media/image68.jpeg"/><Relationship Id="rId40" Type="http://schemas.openxmlformats.org/officeDocument/2006/relationships/image" Target="../media/image69.png"/><Relationship Id="rId41" Type="http://schemas.microsoft.com/office/2007/relationships/hdphoto" Target="../media/hdphoto17.wdp"/><Relationship Id="rId42" Type="http://schemas.openxmlformats.org/officeDocument/2006/relationships/image" Target="../media/image70.png"/><Relationship Id="rId43" Type="http://schemas.microsoft.com/office/2007/relationships/hdphoto" Target="../media/hdphoto18.wdp"/><Relationship Id="rId44" Type="http://schemas.openxmlformats.org/officeDocument/2006/relationships/image" Target="../media/image71.jpeg"/><Relationship Id="rId45" Type="http://schemas.openxmlformats.org/officeDocument/2006/relationships/image" Target="../media/image72.png"/><Relationship Id="rId46" Type="http://schemas.microsoft.com/office/2007/relationships/hdphoto" Target="../media/hdphoto19.wdp"/><Relationship Id="rId47" Type="http://schemas.openxmlformats.org/officeDocument/2006/relationships/image" Target="../media/image73.png"/><Relationship Id="rId48" Type="http://schemas.microsoft.com/office/2007/relationships/hdphoto" Target="../media/hdphoto20.wdp"/><Relationship Id="rId49" Type="http://schemas.openxmlformats.org/officeDocument/2006/relationships/image" Target="../media/image74.png"/><Relationship Id="rId50" Type="http://schemas.openxmlformats.org/officeDocument/2006/relationships/image" Target="../media/image75.png"/><Relationship Id="rId51" Type="http://schemas.microsoft.com/office/2007/relationships/hdphoto" Target="../media/hdphoto21.wdp"/><Relationship Id="rId52" Type="http://schemas.openxmlformats.org/officeDocument/2006/relationships/image" Target="../media/image76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image" Target="../media/image17.svg"/><Relationship Id="rId3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7.png"/><Relationship Id="rId4" Type="http://schemas.openxmlformats.org/officeDocument/2006/relationships/image" Target="../media/image78.jpg"/><Relationship Id="rId5" Type="http://schemas.openxmlformats.org/officeDocument/2006/relationships/image" Target="../media/image79.jpeg"/><Relationship Id="rId6" Type="http://schemas.openxmlformats.org/officeDocument/2006/relationships/image" Target="../media/image80.jpeg"/><Relationship Id="rId7" Type="http://schemas.openxmlformats.org/officeDocument/2006/relationships/image" Target="../media/image81.png"/><Relationship Id="rId8" Type="http://schemas.openxmlformats.org/officeDocument/2006/relationships/image" Target="../media/image82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3.jpeg"/><Relationship Id="rId4" Type="http://schemas.openxmlformats.org/officeDocument/2006/relationships/image" Target="../media/image28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4.jpeg"/><Relationship Id="rId4" Type="http://schemas.openxmlformats.org/officeDocument/2006/relationships/image" Target="../media/image85.svg"/><Relationship Id="rId5" Type="http://schemas.openxmlformats.org/officeDocument/2006/relationships/image" Target="../media/image86.jpeg"/><Relationship Id="rId6" Type="http://schemas.openxmlformats.org/officeDocument/2006/relationships/image" Target="../media/image87.svg"/><Relationship Id="rId7" Type="http://schemas.openxmlformats.org/officeDocument/2006/relationships/image" Target="../media/image88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9.jpeg"/><Relationship Id="rId4" Type="http://schemas.openxmlformats.org/officeDocument/2006/relationships/image" Target="../media/image90.svg"/><Relationship Id="rId5" Type="http://schemas.openxmlformats.org/officeDocument/2006/relationships/image" Target="../media/image91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2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3.jpeg"/><Relationship Id="rId4" Type="http://schemas.openxmlformats.org/officeDocument/2006/relationships/image" Target="../media/image94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3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3.jpeg"/><Relationship Id="rId4" Type="http://schemas.openxmlformats.org/officeDocument/2006/relationships/image" Target="../media/image95.sv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3.jpeg"/><Relationship Id="rId4" Type="http://schemas.openxmlformats.org/officeDocument/2006/relationships/image" Target="../media/image96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3.jpeg"/><Relationship Id="rId4" Type="http://schemas.openxmlformats.org/officeDocument/2006/relationships/image" Target="../media/image97.sv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8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9.jpeg"/><Relationship Id="rId3" Type="http://schemas.openxmlformats.org/officeDocument/2006/relationships/image" Target="../media/image28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0.sv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1.xml"/><Relationship Id="rId4" Type="http://schemas.openxmlformats.org/officeDocument/2006/relationships/image" Target="../media/image100.sv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0.sv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0.svg"/><Relationship Id="rId4" Type="http://schemas.openxmlformats.org/officeDocument/2006/relationships/chart" Target="../charts/char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0.sv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1.jpeg"/><Relationship Id="rId4" Type="http://schemas.openxmlformats.org/officeDocument/2006/relationships/image" Target="../media/image102.svg"/><Relationship Id="rId5" Type="http://schemas.openxmlformats.org/officeDocument/2006/relationships/image" Target="../media/image1.svg"/><Relationship Id="rId6" Type="http://schemas.openxmlformats.org/officeDocument/2006/relationships/image" Target="../media/image103.png"/><Relationship Id="rId7" Type="http://schemas.microsoft.com/office/2007/relationships/hdphoto" Target="../media/hdphoto22.wdp"/><Relationship Id="rId8" Type="http://schemas.openxmlformats.org/officeDocument/2006/relationships/image" Target="../media/image104.svg"/><Relationship Id="rId9" Type="http://schemas.openxmlformats.org/officeDocument/2006/relationships/image" Target="../media/image105.sv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06.jpeg"/><Relationship Id="rId3" Type="http://schemas.openxmlformats.org/officeDocument/2006/relationships/image" Target="../media/image28.svg"/><Relationship Id="rId4" Type="http://schemas.openxmlformats.org/officeDocument/2006/relationships/image" Target="../media/image107.sv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6.xml"/><Relationship Id="rId2" Type="http://schemas.openxmlformats.org/officeDocument/2006/relationships/image" Target="../media/image108.png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sv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30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image" Target="../media/image102.sv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2.png"/><Relationship Id="rId4" Type="http://schemas.openxmlformats.org/officeDocument/2006/relationships/chart" Target="../charts/char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6.xml"/><Relationship Id="rId4" Type="http://schemas.openxmlformats.org/officeDocument/2006/relationships/chart" Target="../charts/chart7.xml"/><Relationship Id="rId5" Type="http://schemas.openxmlformats.org/officeDocument/2006/relationships/chart" Target="../charts/chart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3.png"/><Relationship Id="rId4" Type="http://schemas.openxmlformats.org/officeDocument/2006/relationships/image" Target="../media/image1.svg"/><Relationship Id="rId5" Type="http://schemas.openxmlformats.org/officeDocument/2006/relationships/image" Target="../media/image104.svg"/><Relationship Id="rId6" Type="http://schemas.openxmlformats.org/officeDocument/2006/relationships/image" Target="../media/image11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6.xml"/><Relationship Id="rId2" Type="http://schemas.openxmlformats.org/officeDocument/2006/relationships/image" Target="../media/image115.svg"/><Relationship Id="rId3" Type="http://schemas.openxmlformats.org/officeDocument/2006/relationships/image" Target="../media/image116.sv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2.png"/><Relationship Id="rId4" Type="http://schemas.openxmlformats.org/officeDocument/2006/relationships/chart" Target="../charts/chart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2.png"/><Relationship Id="rId4" Type="http://schemas.openxmlformats.org/officeDocument/2006/relationships/chart" Target="../charts/chart1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7.png"/><Relationship Id="rId4" Type="http://schemas.microsoft.com/office/2007/relationships/hdphoto" Target="../media/hdphoto23.wdp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8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6.xml"/><Relationship Id="rId2" Type="http://schemas.openxmlformats.org/officeDocument/2006/relationships/image" Target="../media/image118.svg"/><Relationship Id="rId3" Type="http://schemas.openxmlformats.org/officeDocument/2006/relationships/image" Target="../media/image103.png"/><Relationship Id="rId4" Type="http://schemas.microsoft.com/office/2007/relationships/hdphoto" Target="../media/hdphoto22.wdp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8.xml"/><Relationship Id="rId2" Type="http://schemas.openxmlformats.org/officeDocument/2006/relationships/notesSlide" Target="../notesSlides/notesSlide38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8.xml"/><Relationship Id="rId2" Type="http://schemas.openxmlformats.org/officeDocument/2006/relationships/notesSlide" Target="../notesSlides/notesSlide39.xml"/><Relationship Id="rId3" Type="http://schemas.openxmlformats.org/officeDocument/2006/relationships/chart" Target="../charts/chart1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7.xml"/><Relationship Id="rId2" Type="http://schemas.openxmlformats.org/officeDocument/2006/relationships/chart" Target="../charts/chart14.xml"/></Relationships>
</file>

<file path=ppt/slides/_rels/slide50.xml.rels><?xml version='1.0' encoding='UTF-8' standalone='yes'?>
<Relationships xmlns="http://schemas.openxmlformats.org/package/2006/relationships"><Relationship Id="rId1" Type="http://schemas.microsoft.com/office/2007/relationships/media" Target="../media/media2.mp4"/><Relationship Id="rId2" Type="http://schemas.openxmlformats.org/officeDocument/2006/relationships/video" Target="../media/media2.mp4"/><Relationship Id="rId3" Type="http://schemas.openxmlformats.org/officeDocument/2006/relationships/slideLayout" Target="../slideLayouts/slideLayout8.xml"/><Relationship Id="rId4" Type="http://schemas.openxmlformats.org/officeDocument/2006/relationships/image" Target="../media/image11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0.svg"/><Relationship Id="rId3" Type="http://schemas.openxmlformats.org/officeDocument/2006/relationships/image" Target="../media/image121.svg"/><Relationship Id="rId4" Type="http://schemas.openxmlformats.org/officeDocument/2006/relationships/image" Target="../media/image122.svg"/><Relationship Id="rId5" Type="http://schemas.openxmlformats.org/officeDocument/2006/relationships/image" Target="../media/image123.svg"/><Relationship Id="rId6" Type="http://schemas.openxmlformats.org/officeDocument/2006/relationships/image" Target="../media/image103.png"/><Relationship Id="rId7" Type="http://schemas.microsoft.com/office/2007/relationships/hdphoto" Target="../media/hdphoto22.wdp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0.xml"/><Relationship Id="rId2" Type="http://schemas.openxmlformats.org/officeDocument/2006/relationships/image" Target="../media/image124.jpeg"/><Relationship Id="rId3" Type="http://schemas.openxmlformats.org/officeDocument/2006/relationships/image" Target="../media/image125.svg"/><Relationship Id="rId4" Type="http://schemas.openxmlformats.org/officeDocument/2006/relationships/image" Target="../media/image126.sv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6.xml"/><Relationship Id="rId2" Type="http://schemas.openxmlformats.org/officeDocument/2006/relationships/notesSlide" Target="../notesSlides/notesSlide4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2.xml"/><Relationship Id="rId2" Type="http://schemas.openxmlformats.org/officeDocument/2006/relationships/image" Target="../media/image127.svg"/><Relationship Id="rId3" Type="http://schemas.openxmlformats.org/officeDocument/2006/relationships/image" Target="../media/image128.sv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2.xml"/><Relationship Id="rId2" Type="http://schemas.openxmlformats.org/officeDocument/2006/relationships/chart" Target="../charts/chart1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5.xml"/><Relationship Id="rId2" Type="http://schemas.openxmlformats.org/officeDocument/2006/relationships/image" Target="../media/image129.jpeg"/><Relationship Id="rId3" Type="http://schemas.openxmlformats.org/officeDocument/2006/relationships/image" Target="../media/image130.png"/><Relationship Id="rId4" Type="http://schemas.microsoft.com/office/2007/relationships/hdphoto" Target="../media/hdphoto24.wdp"/><Relationship Id="rId5" Type="http://schemas.openxmlformats.org/officeDocument/2006/relationships/image" Target="../media/image28.svg"/><Relationship Id="rId6" Type="http://schemas.openxmlformats.org/officeDocument/2006/relationships/image" Target="../media/image131.png"/><Relationship Id="rId7" Type="http://schemas.openxmlformats.org/officeDocument/2006/relationships/image" Target="../media/image132.png"/><Relationship Id="rId8" Type="http://schemas.openxmlformats.org/officeDocument/2006/relationships/image" Target="../media/image133.png"/><Relationship Id="rId9" Type="http://schemas.openxmlformats.org/officeDocument/2006/relationships/image" Target="../media/image1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D66EA98E-4837-4E44-356C-AFE307E6CC0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Picture 8">
            <a:extLst>
              <a:ext uri="{FF2B5EF4-FFF2-40B4-BE49-F238E27FC236}">
                <a16:creationId xmlns:a16="http://schemas.microsoft.com/office/drawing/2014/main" id="{97482919-4F17-19E3-9D11-3D7B4E9B9FC5}"/>
              </a:ext>
            </a:extLst>
          </p:cNvPr>
          <p:cNvSpPr/>
          <p:nvPr/>
        </p:nvSpPr>
        <p:spPr>
          <a:xfrm>
            <a:off x="9928156" y="5516106"/>
            <a:ext cx="1465268" cy="497610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endParaRPr lang="pt-BR">
              <a:solidFill>
                <a:schemeClr val="bg1"/>
              </a:solidFill>
            </a:endParaRP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6A46D917-B84F-0B6E-A80B-8DDCB7FBA3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-3391853" y="2102822"/>
            <a:ext cx="15870032" cy="6300788"/>
          </a:xfrm>
          <a:prstGeom prst="rect">
            <a:avLst/>
          </a:prstGeom>
        </p:spPr>
      </p:pic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369DC1F-E657-9F1F-2A38-CB7A583059A3}"/>
              </a:ext>
            </a:extLst>
          </p:cNvPr>
          <p:cNvSpPr txBox="1">
            <a:spLocks/>
          </p:cNvSpPr>
          <p:nvPr/>
        </p:nvSpPr>
        <p:spPr>
          <a:xfrm>
            <a:off x="985324" y="5516105"/>
            <a:ext cx="3598106" cy="497611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277246">
              <a:defRPr>
                <a:latin typeface="+mn-lt"/>
                <a:ea typeface="+mn-ea"/>
                <a:cs typeface="+mn-cs"/>
              </a:defRPr>
            </a:lvl2pPr>
            <a:lvl3pPr marL="554492">
              <a:defRPr>
                <a:latin typeface="+mn-lt"/>
                <a:ea typeface="+mn-ea"/>
                <a:cs typeface="+mn-cs"/>
              </a:defRPr>
            </a:lvl3pPr>
            <a:lvl4pPr marL="831738">
              <a:defRPr>
                <a:latin typeface="+mn-lt"/>
                <a:ea typeface="+mn-ea"/>
                <a:cs typeface="+mn-cs"/>
              </a:defRPr>
            </a:lvl4pPr>
            <a:lvl5pPr marL="1108984">
              <a:defRPr>
                <a:latin typeface="+mn-lt"/>
                <a:ea typeface="+mn-ea"/>
                <a:cs typeface="+mn-cs"/>
              </a:defRPr>
            </a:lvl5pPr>
            <a:lvl6pPr marL="1386230">
              <a:defRPr>
                <a:latin typeface="+mn-lt"/>
                <a:ea typeface="+mn-ea"/>
                <a:cs typeface="+mn-cs"/>
              </a:defRPr>
            </a:lvl6pPr>
            <a:lvl7pPr marL="1663476">
              <a:defRPr>
                <a:latin typeface="+mn-lt"/>
                <a:ea typeface="+mn-ea"/>
                <a:cs typeface="+mn-cs"/>
              </a:defRPr>
            </a:lvl7pPr>
            <a:lvl8pPr marL="1940723">
              <a:defRPr>
                <a:latin typeface="+mn-lt"/>
                <a:ea typeface="+mn-ea"/>
                <a:cs typeface="+mn-cs"/>
              </a:defRPr>
            </a:lvl8pPr>
            <a:lvl9pPr marL="2217969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b="1" kern="0">
                <a:solidFill>
                  <a:schemeClr val="bg1"/>
                </a:solidFill>
                <a:latin typeface="+mj-lt"/>
              </a:rPr>
              <a:t>Setembro de 2026</a:t>
            </a: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5D92E2A6-3EDF-2B9D-8C54-D1BFBCE56FC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0088" y="738188"/>
            <a:ext cx="3424237" cy="1673225"/>
            <a:chOff x="441" y="465"/>
            <a:chExt cx="2157" cy="105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93D895DD-B2BA-B691-E2FA-1C399692F9A8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41" y="465"/>
              <a:ext cx="2157" cy="1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89256657-9CC9-9B99-29C8-8F5AC2519B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738"/>
              <a:ext cx="2022" cy="6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altLang="pt-BR" sz="54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Versos SemiBold" panose="020B0703020204030204" pitchFamily="34" charset="0"/>
                </a:rPr>
                <a:t>conecta</a:t>
              </a:r>
              <a:endPara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A3A399B1-538B-BD8F-B154-B26B40010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558"/>
              <a:ext cx="1174" cy="4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pt-BR" altLang="pt-BR" sz="3900" b="1" i="0" u="none" strike="noStrike" cap="none" normalizeH="0" baseline="0">
                  <a:ln>
                    <a:noFill/>
                  </a:ln>
                  <a:solidFill>
                    <a:srgbClr val="FFFFFF"/>
                  </a:solidFill>
                  <a:effectLst/>
                  <a:latin typeface="Versos SemiBold" panose="020B0703020204030204" pitchFamily="34" charset="0"/>
                </a:rPr>
                <a:t>TIVIO</a:t>
              </a:r>
              <a:endParaRPr kumimoji="0" lang="pt-BR" altLang="pt-B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463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7">
            <a:extLst>
              <a:ext uri="{FF2B5EF4-FFF2-40B4-BE49-F238E27FC236}">
                <a16:creationId xmlns:a16="http://schemas.microsoft.com/office/drawing/2014/main" id="{08906141-AE65-1C09-20D5-703CAE4996B2}"/>
              </a:ext>
            </a:extLst>
          </p:cNvPr>
          <p:cNvSpPr/>
          <p:nvPr/>
        </p:nvSpPr>
        <p:spPr>
          <a:xfrm>
            <a:off x="427" y="957801"/>
            <a:ext cx="12562608" cy="5886426"/>
          </a:xfrm>
          <a:custGeom>
            <a:avLst/>
            <a:gdLst/>
            <a:ahLst/>
            <a:cxnLst/>
            <a:rect l="l" t="t" r="r" b="b"/>
            <a:pathLst>
              <a:path w="11090275" h="5636259">
                <a:moveTo>
                  <a:pt x="5775612" y="0"/>
                </a:moveTo>
                <a:lnTo>
                  <a:pt x="0" y="0"/>
                </a:lnTo>
                <a:lnTo>
                  <a:pt x="0" y="5636246"/>
                </a:lnTo>
                <a:lnTo>
                  <a:pt x="11089830" y="5636246"/>
                </a:lnTo>
                <a:lnTo>
                  <a:pt x="9148766" y="2228780"/>
                </a:lnTo>
                <a:lnTo>
                  <a:pt x="8980394" y="1957793"/>
                </a:lnTo>
                <a:lnTo>
                  <a:pt x="8951548" y="1911957"/>
                </a:lnTo>
                <a:lnTo>
                  <a:pt x="8922344" y="1866609"/>
                </a:lnTo>
                <a:lnTo>
                  <a:pt x="8892787" y="1821749"/>
                </a:lnTo>
                <a:lnTo>
                  <a:pt x="8862880" y="1777381"/>
                </a:lnTo>
                <a:lnTo>
                  <a:pt x="8832626" y="1733506"/>
                </a:lnTo>
                <a:lnTo>
                  <a:pt x="8802029" y="1690126"/>
                </a:lnTo>
                <a:lnTo>
                  <a:pt x="8771091" y="1647245"/>
                </a:lnTo>
                <a:lnTo>
                  <a:pt x="8739817" y="1604862"/>
                </a:lnTo>
                <a:lnTo>
                  <a:pt x="8708209" y="1562982"/>
                </a:lnTo>
                <a:lnTo>
                  <a:pt x="8676272" y="1521605"/>
                </a:lnTo>
                <a:lnTo>
                  <a:pt x="8644008" y="1480734"/>
                </a:lnTo>
                <a:lnTo>
                  <a:pt x="8611421" y="1440370"/>
                </a:lnTo>
                <a:lnTo>
                  <a:pt x="8578514" y="1400517"/>
                </a:lnTo>
                <a:lnTo>
                  <a:pt x="8545291" y="1361176"/>
                </a:lnTo>
                <a:lnTo>
                  <a:pt x="8511755" y="1322348"/>
                </a:lnTo>
                <a:lnTo>
                  <a:pt x="8477909" y="1284037"/>
                </a:lnTo>
                <a:lnTo>
                  <a:pt x="8443757" y="1246244"/>
                </a:lnTo>
                <a:lnTo>
                  <a:pt x="8409302" y="1208971"/>
                </a:lnTo>
                <a:lnTo>
                  <a:pt x="8374547" y="1172221"/>
                </a:lnTo>
                <a:lnTo>
                  <a:pt x="8339497" y="1135995"/>
                </a:lnTo>
                <a:lnTo>
                  <a:pt x="8304153" y="1100296"/>
                </a:lnTo>
                <a:lnTo>
                  <a:pt x="8268520" y="1065125"/>
                </a:lnTo>
                <a:lnTo>
                  <a:pt x="8232602" y="1030484"/>
                </a:lnTo>
                <a:lnTo>
                  <a:pt x="8196400" y="996377"/>
                </a:lnTo>
                <a:lnTo>
                  <a:pt x="8159920" y="962804"/>
                </a:lnTo>
                <a:lnTo>
                  <a:pt x="8123163" y="929768"/>
                </a:lnTo>
                <a:lnTo>
                  <a:pt x="8086134" y="897271"/>
                </a:lnTo>
                <a:lnTo>
                  <a:pt x="8048836" y="865314"/>
                </a:lnTo>
                <a:lnTo>
                  <a:pt x="8011273" y="833901"/>
                </a:lnTo>
                <a:lnTo>
                  <a:pt x="7973447" y="803033"/>
                </a:lnTo>
                <a:lnTo>
                  <a:pt x="7935362" y="772712"/>
                </a:lnTo>
                <a:lnTo>
                  <a:pt x="7897021" y="742940"/>
                </a:lnTo>
                <a:lnTo>
                  <a:pt x="7858428" y="713720"/>
                </a:lnTo>
                <a:lnTo>
                  <a:pt x="7819587" y="685053"/>
                </a:lnTo>
                <a:lnTo>
                  <a:pt x="7780500" y="656941"/>
                </a:lnTo>
                <a:lnTo>
                  <a:pt x="7741170" y="629387"/>
                </a:lnTo>
                <a:lnTo>
                  <a:pt x="7701603" y="602392"/>
                </a:lnTo>
                <a:lnTo>
                  <a:pt x="7661800" y="575959"/>
                </a:lnTo>
                <a:lnTo>
                  <a:pt x="7621765" y="550090"/>
                </a:lnTo>
                <a:lnTo>
                  <a:pt x="7581501" y="524787"/>
                </a:lnTo>
                <a:lnTo>
                  <a:pt x="7541012" y="500051"/>
                </a:lnTo>
                <a:lnTo>
                  <a:pt x="7500302" y="475885"/>
                </a:lnTo>
                <a:lnTo>
                  <a:pt x="7459373" y="452292"/>
                </a:lnTo>
                <a:lnTo>
                  <a:pt x="7418229" y="429272"/>
                </a:lnTo>
                <a:lnTo>
                  <a:pt x="7376873" y="406828"/>
                </a:lnTo>
                <a:lnTo>
                  <a:pt x="7335309" y="384963"/>
                </a:lnTo>
                <a:lnTo>
                  <a:pt x="7293540" y="363678"/>
                </a:lnTo>
                <a:lnTo>
                  <a:pt x="7251570" y="342975"/>
                </a:lnTo>
                <a:lnTo>
                  <a:pt x="7209402" y="322856"/>
                </a:lnTo>
                <a:lnTo>
                  <a:pt x="7167039" y="303324"/>
                </a:lnTo>
                <a:lnTo>
                  <a:pt x="7124484" y="284381"/>
                </a:lnTo>
                <a:lnTo>
                  <a:pt x="7081741" y="266028"/>
                </a:lnTo>
                <a:lnTo>
                  <a:pt x="7038814" y="248268"/>
                </a:lnTo>
                <a:lnTo>
                  <a:pt x="6995706" y="231102"/>
                </a:lnTo>
                <a:lnTo>
                  <a:pt x="6952419" y="214534"/>
                </a:lnTo>
                <a:lnTo>
                  <a:pt x="6908958" y="198564"/>
                </a:lnTo>
                <a:lnTo>
                  <a:pt x="6865327" y="183195"/>
                </a:lnTo>
                <a:lnTo>
                  <a:pt x="6821527" y="168429"/>
                </a:lnTo>
                <a:lnTo>
                  <a:pt x="6777563" y="154268"/>
                </a:lnTo>
                <a:lnTo>
                  <a:pt x="6733438" y="140715"/>
                </a:lnTo>
                <a:lnTo>
                  <a:pt x="6689155" y="127770"/>
                </a:lnTo>
                <a:lnTo>
                  <a:pt x="6644719" y="115437"/>
                </a:lnTo>
                <a:lnTo>
                  <a:pt x="6600131" y="103717"/>
                </a:lnTo>
                <a:lnTo>
                  <a:pt x="6555396" y="92613"/>
                </a:lnTo>
                <a:lnTo>
                  <a:pt x="6510517" y="82126"/>
                </a:lnTo>
                <a:lnTo>
                  <a:pt x="6465497" y="72258"/>
                </a:lnTo>
                <a:lnTo>
                  <a:pt x="6420340" y="63013"/>
                </a:lnTo>
                <a:lnTo>
                  <a:pt x="6375049" y="54390"/>
                </a:lnTo>
                <a:lnTo>
                  <a:pt x="6329627" y="46394"/>
                </a:lnTo>
                <a:lnTo>
                  <a:pt x="6284078" y="39026"/>
                </a:lnTo>
                <a:lnTo>
                  <a:pt x="6238405" y="32287"/>
                </a:lnTo>
                <a:lnTo>
                  <a:pt x="6192612" y="26180"/>
                </a:lnTo>
                <a:lnTo>
                  <a:pt x="6146702" y="20708"/>
                </a:lnTo>
                <a:lnTo>
                  <a:pt x="6100678" y="15871"/>
                </a:lnTo>
                <a:lnTo>
                  <a:pt x="6054544" y="11673"/>
                </a:lnTo>
                <a:lnTo>
                  <a:pt x="6008303" y="8114"/>
                </a:lnTo>
                <a:lnTo>
                  <a:pt x="5961958" y="5199"/>
                </a:lnTo>
                <a:lnTo>
                  <a:pt x="5915514" y="2927"/>
                </a:lnTo>
                <a:lnTo>
                  <a:pt x="5868972" y="1302"/>
                </a:lnTo>
                <a:lnTo>
                  <a:pt x="5822337" y="325"/>
                </a:lnTo>
                <a:lnTo>
                  <a:pt x="5775612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75317" y="216094"/>
            <a:ext cx="5741267" cy="587333"/>
          </a:xfrm>
          <a:prstGeom prst="rect">
            <a:avLst/>
          </a:prstGeom>
        </p:spPr>
        <p:txBody>
          <a:bodyPr vert="horz" wrap="square" lIns="0" tIns="93973" rIns="0" bIns="0" rtlCol="0">
            <a:spAutoFit/>
          </a:bodyPr>
          <a:lstStyle/>
          <a:p>
            <a:pPr marL="12699">
              <a:spcBef>
                <a:spcPts val="740"/>
              </a:spcBef>
            </a:pPr>
            <a:r>
              <a:rPr lang="pt-BR" sz="3200"/>
              <a:t>Índice</a:t>
            </a:r>
            <a:endParaRPr sz="1400">
              <a:highlight>
                <a:srgbClr val="FFFF00"/>
              </a:highlight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D78E7D0-9698-0301-F199-A1BE9DE9C393}"/>
              </a:ext>
            </a:extLst>
          </p:cNvPr>
          <p:cNvGrpSpPr/>
          <p:nvPr/>
        </p:nvGrpSpPr>
        <p:grpSpPr>
          <a:xfrm>
            <a:off x="358712" y="1878746"/>
            <a:ext cx="8076632" cy="258403"/>
            <a:chOff x="609600" y="1340432"/>
            <a:chExt cx="8077199" cy="258422"/>
          </a:xfrm>
        </p:grpSpPr>
        <p:sp>
          <p:nvSpPr>
            <p:cNvPr id="34" name="object 15">
              <a:extLst>
                <a:ext uri="{FF2B5EF4-FFF2-40B4-BE49-F238E27FC236}">
                  <a16:creationId xmlns:a16="http://schemas.microsoft.com/office/drawing/2014/main" id="{5EB93472-1EB7-73C8-6C0B-BEDA2A052D42}"/>
                </a:ext>
              </a:extLst>
            </p:cNvPr>
            <p:cNvSpPr txBox="1">
              <a:spLocks/>
            </p:cNvSpPr>
            <p:nvPr/>
          </p:nvSpPr>
          <p:spPr>
            <a:xfrm>
              <a:off x="609600" y="1340432"/>
              <a:ext cx="7594615" cy="258422"/>
            </a:xfrm>
            <a:prstGeom prst="rect">
              <a:avLst/>
            </a:prstGeom>
          </p:spPr>
          <p:txBody>
            <a:bodyPr vert="horz" wrap="square" lIns="0" tIns="12064" rIns="0" bIns="0" rtlCol="0">
              <a:spAutoFit/>
            </a:bodyPr>
            <a:lstStyle>
              <a:lvl1pPr>
                <a:defRPr sz="2100" b="1" i="0">
                  <a:solidFill>
                    <a:srgbClr val="ABC6CD"/>
                  </a:solidFill>
                  <a:latin typeface="Versos"/>
                  <a:ea typeface="+mj-ea"/>
                  <a:cs typeface="Versos"/>
                </a:defRPr>
              </a:lvl1pPr>
            </a:lstStyle>
            <a:p>
              <a:pPr marL="224144" marR="5080" lvl="0" indent="0" algn="l" defTabSz="914358" rtl="0" eaLnBrk="1" fontAlgn="auto" latinLnBrk="0" hangingPunct="1">
                <a:lnSpc>
                  <a:spcPct val="100000"/>
                </a:lnSpc>
                <a:spcBef>
                  <a:spcPts val="95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-1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/>
                  <a:ea typeface="+mj-ea"/>
                  <a:sym typeface="Arial"/>
                </a:rPr>
                <a:t>1. Tivio Capital……..................................................................................................................</a:t>
              </a:r>
            </a:p>
          </p:txBody>
        </p:sp>
        <p:sp>
          <p:nvSpPr>
            <p:cNvPr id="35" name="object 15">
              <a:extLst>
                <a:ext uri="{FF2B5EF4-FFF2-40B4-BE49-F238E27FC236}">
                  <a16:creationId xmlns:a16="http://schemas.microsoft.com/office/drawing/2014/main" id="{B804DDD6-E6B8-E757-B9DB-1F56617C8AE4}"/>
                </a:ext>
              </a:extLst>
            </p:cNvPr>
            <p:cNvSpPr txBox="1">
              <a:spLocks/>
            </p:cNvSpPr>
            <p:nvPr/>
          </p:nvSpPr>
          <p:spPr>
            <a:xfrm>
              <a:off x="8001000" y="1340432"/>
              <a:ext cx="685799" cy="258422"/>
            </a:xfrm>
            <a:prstGeom prst="rect">
              <a:avLst/>
            </a:prstGeom>
          </p:spPr>
          <p:txBody>
            <a:bodyPr vert="horz" wrap="square" lIns="0" tIns="12064" rIns="0" bIns="0" rtlCol="0">
              <a:spAutoFit/>
            </a:bodyPr>
            <a:lstStyle>
              <a:lvl1pPr>
                <a:defRPr sz="2100" b="1" i="0">
                  <a:solidFill>
                    <a:srgbClr val="ABC6CD"/>
                  </a:solidFill>
                  <a:latin typeface="Versos"/>
                  <a:ea typeface="+mj-ea"/>
                  <a:cs typeface="Versos"/>
                </a:defRPr>
              </a:lvl1pPr>
            </a:lstStyle>
            <a:p>
              <a:pPr marL="224144" marR="5080" lvl="0" indent="0" algn="l" defTabSz="914358" rtl="0" eaLnBrk="1" fontAlgn="auto" latinLnBrk="0" hangingPunct="1">
                <a:lnSpc>
                  <a:spcPct val="100000"/>
                </a:lnSpc>
                <a:spcBef>
                  <a:spcPts val="95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1600" b="1" i="0" u="none" strike="noStrike" kern="0" cap="none" spc="-10" normalizeH="0" baseline="0" noProof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Versos"/>
                  <a:ea typeface="+mj-ea"/>
                  <a:sym typeface="Arial"/>
                  <a:hlinkClick r:id="rId3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5</a:t>
              </a:r>
              <a:endParaRPr kumimoji="0" lang="pt-BR" sz="1600" b="1" i="0" u="none" strike="noStrike" kern="0" cap="none" spc="-1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Versos"/>
                <a:ea typeface="+mj-ea"/>
                <a:sym typeface="Arial"/>
              </a:endParaRPr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3B83A8F-94B5-5FFF-B115-71E66BABC7BC}"/>
              </a:ext>
            </a:extLst>
          </p:cNvPr>
          <p:cNvGrpSpPr/>
          <p:nvPr/>
        </p:nvGrpSpPr>
        <p:grpSpPr>
          <a:xfrm>
            <a:off x="358712" y="3430024"/>
            <a:ext cx="8076632" cy="258403"/>
            <a:chOff x="609600" y="1841828"/>
            <a:chExt cx="8077199" cy="258421"/>
          </a:xfrm>
        </p:grpSpPr>
        <p:sp>
          <p:nvSpPr>
            <p:cNvPr id="38" name="object 15">
              <a:extLst>
                <a:ext uri="{FF2B5EF4-FFF2-40B4-BE49-F238E27FC236}">
                  <a16:creationId xmlns:a16="http://schemas.microsoft.com/office/drawing/2014/main" id="{8BE54976-9B9D-EB5F-BDCF-564ABEBF9568}"/>
                </a:ext>
              </a:extLst>
            </p:cNvPr>
            <p:cNvSpPr txBox="1">
              <a:spLocks/>
            </p:cNvSpPr>
            <p:nvPr/>
          </p:nvSpPr>
          <p:spPr>
            <a:xfrm>
              <a:off x="609600" y="1841828"/>
              <a:ext cx="7594615" cy="258421"/>
            </a:xfrm>
            <a:prstGeom prst="rect">
              <a:avLst/>
            </a:prstGeom>
          </p:spPr>
          <p:txBody>
            <a:bodyPr vert="horz" wrap="square" lIns="0" tIns="12064" rIns="0" bIns="0" rtlCol="0">
              <a:spAutoFit/>
            </a:bodyPr>
            <a:lstStyle>
              <a:lvl1pPr>
                <a:defRPr sz="2100" b="1" i="0">
                  <a:solidFill>
                    <a:srgbClr val="ABC6CD"/>
                  </a:solidFill>
                  <a:latin typeface="Versos"/>
                  <a:ea typeface="+mj-ea"/>
                  <a:cs typeface="Versos"/>
                </a:defRPr>
              </a:lvl1pPr>
            </a:lstStyle>
            <a:p>
              <a:pPr marL="224144" marR="5080" lvl="0" indent="0" algn="l" defTabSz="914358" rtl="0" eaLnBrk="1" fontAlgn="auto" latinLnBrk="0" hangingPunct="1">
                <a:lnSpc>
                  <a:spcPct val="100000"/>
                </a:lnSpc>
                <a:spcBef>
                  <a:spcPts val="95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-1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/>
                  <a:ea typeface="+mj-ea"/>
                  <a:sym typeface="Arial"/>
                </a:rPr>
                <a:t>2. </a:t>
              </a:r>
              <a:r>
                <a:rPr kumimoji="0" lang="pt-BR" sz="1600" b="0" i="0" u="none" strike="noStrike" kern="0" cap="none" spc="-1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/>
                  <a:ea typeface="+mj-ea"/>
                  <a:sym typeface="Arial"/>
                </a:rPr>
                <a:t>Verticais de Investimentos...........................................................................................</a:t>
              </a:r>
              <a:endParaRPr kumimoji="0" lang="en-US" sz="1600" b="0" i="0" u="none" strike="noStrike" kern="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/>
                <a:ea typeface="+mj-ea"/>
                <a:sym typeface="Arial"/>
              </a:endParaRPr>
            </a:p>
          </p:txBody>
        </p:sp>
        <p:sp>
          <p:nvSpPr>
            <p:cNvPr id="39" name="object 15">
              <a:extLst>
                <a:ext uri="{FF2B5EF4-FFF2-40B4-BE49-F238E27FC236}">
                  <a16:creationId xmlns:a16="http://schemas.microsoft.com/office/drawing/2014/main" id="{C7B09281-32B9-591C-C6BC-9C8EFB32262D}"/>
                </a:ext>
              </a:extLst>
            </p:cNvPr>
            <p:cNvSpPr txBox="1">
              <a:spLocks/>
            </p:cNvSpPr>
            <p:nvPr/>
          </p:nvSpPr>
          <p:spPr>
            <a:xfrm>
              <a:off x="8001000" y="1841828"/>
              <a:ext cx="685799" cy="258421"/>
            </a:xfrm>
            <a:prstGeom prst="rect">
              <a:avLst/>
            </a:prstGeom>
          </p:spPr>
          <p:txBody>
            <a:bodyPr vert="horz" wrap="square" lIns="0" tIns="12064" rIns="0" bIns="0" rtlCol="0">
              <a:spAutoFit/>
            </a:bodyPr>
            <a:lstStyle>
              <a:lvl1pPr>
                <a:defRPr sz="2100" b="1" i="0">
                  <a:solidFill>
                    <a:srgbClr val="ABC6CD"/>
                  </a:solidFill>
                  <a:latin typeface="Versos"/>
                  <a:ea typeface="+mj-ea"/>
                  <a:cs typeface="Versos"/>
                </a:defRPr>
              </a:lvl1pPr>
            </a:lstStyle>
            <a:p>
              <a:pPr marL="224144" marR="5080" lvl="0" indent="0" algn="l" defTabSz="914358" rtl="0" eaLnBrk="1" fontAlgn="auto" latinLnBrk="0" hangingPunct="1">
                <a:lnSpc>
                  <a:spcPct val="100000"/>
                </a:lnSpc>
                <a:spcBef>
                  <a:spcPts val="95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1600" b="1" i="0" u="none" strike="noStrike" kern="0" cap="none" spc="-10" normalizeH="0" baseline="0" noProof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Versos"/>
                  <a:ea typeface="+mj-ea"/>
                  <a:sym typeface="Arial"/>
                  <a:hlinkClick r:id="rId4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15</a:t>
              </a:r>
              <a:endParaRPr kumimoji="0" lang="pt-BR" sz="1600" b="1" i="0" u="none" strike="noStrike" kern="0" cap="none" spc="-1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Versos"/>
                <a:ea typeface="+mj-ea"/>
                <a:sym typeface="Arial"/>
              </a:endParaRPr>
            </a:p>
          </p:txBody>
        </p:sp>
      </p:grpSp>
      <p:sp>
        <p:nvSpPr>
          <p:cNvPr id="6" name="object 36">
            <a:extLst>
              <a:ext uri="{FF2B5EF4-FFF2-40B4-BE49-F238E27FC236}">
                <a16:creationId xmlns:a16="http://schemas.microsoft.com/office/drawing/2014/main" id="{5D10E8B5-0015-BA42-D55C-EF63144FF705}"/>
              </a:ext>
            </a:extLst>
          </p:cNvPr>
          <p:cNvSpPr/>
          <p:nvPr/>
        </p:nvSpPr>
        <p:spPr>
          <a:xfrm>
            <a:off x="443648" y="6573426"/>
            <a:ext cx="11267759" cy="0"/>
          </a:xfrm>
          <a:custGeom>
            <a:avLst/>
            <a:gdLst/>
            <a:ahLst/>
            <a:cxnLst/>
            <a:rect l="l" t="t" r="r" b="b"/>
            <a:pathLst>
              <a:path w="18581370">
                <a:moveTo>
                  <a:pt x="18580889" y="0"/>
                </a:moveTo>
                <a:lnTo>
                  <a:pt x="0" y="0"/>
                </a:lnTo>
              </a:path>
            </a:pathLst>
          </a:custGeom>
          <a:ln w="593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Espaço Reservado para Número de Slide 5">
            <a:extLst>
              <a:ext uri="{FF2B5EF4-FFF2-40B4-BE49-F238E27FC236}">
                <a16:creationId xmlns:a16="http://schemas.microsoft.com/office/drawing/2014/main" id="{5B4344E4-ED13-6B49-F7F1-5565C2D5EAC5}"/>
              </a:ext>
            </a:extLst>
          </p:cNvPr>
          <p:cNvSpPr txBox="1">
            <a:spLocks/>
          </p:cNvSpPr>
          <p:nvPr/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pt-BR"/>
            </a:defPPr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defRPr sz="1100" kern="1200">
                <a:solidFill>
                  <a:schemeClr val="bg1"/>
                </a:solidFill>
                <a:latin typeface="Versos" panose="020B0503020204030204" pitchFamily="34" charset="0"/>
                <a:ea typeface="+mn-ea"/>
                <a:cs typeface="Versos" panose="020B0503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</a:endParaRPr>
          </a:p>
        </p:txBody>
      </p:sp>
      <p:grpSp>
        <p:nvGrpSpPr>
          <p:cNvPr id="20" name="Agrupar 7">
            <a:extLst>
              <a:ext uri="{FF2B5EF4-FFF2-40B4-BE49-F238E27FC236}">
                <a16:creationId xmlns:a16="http://schemas.microsoft.com/office/drawing/2014/main" id="{B26EF99A-B67A-186A-9A6F-714E8736B762}"/>
              </a:ext>
            </a:extLst>
          </p:cNvPr>
          <p:cNvGrpSpPr/>
          <p:nvPr/>
        </p:nvGrpSpPr>
        <p:grpSpPr>
          <a:xfrm>
            <a:off x="358712" y="4205663"/>
            <a:ext cx="8076632" cy="258403"/>
            <a:chOff x="609600" y="1841828"/>
            <a:chExt cx="8077199" cy="258421"/>
          </a:xfrm>
        </p:grpSpPr>
        <p:sp>
          <p:nvSpPr>
            <p:cNvPr id="21" name="object 15">
              <a:extLst>
                <a:ext uri="{FF2B5EF4-FFF2-40B4-BE49-F238E27FC236}">
                  <a16:creationId xmlns:a16="http://schemas.microsoft.com/office/drawing/2014/main" id="{120BC194-3861-98E8-2445-C601CAF402BD}"/>
                </a:ext>
              </a:extLst>
            </p:cNvPr>
            <p:cNvSpPr txBox="1">
              <a:spLocks/>
            </p:cNvSpPr>
            <p:nvPr/>
          </p:nvSpPr>
          <p:spPr>
            <a:xfrm>
              <a:off x="609600" y="1841828"/>
              <a:ext cx="7594615" cy="258421"/>
            </a:xfrm>
            <a:prstGeom prst="rect">
              <a:avLst/>
            </a:prstGeom>
          </p:spPr>
          <p:txBody>
            <a:bodyPr vert="horz" wrap="square" lIns="0" tIns="12064" rIns="0" bIns="0" rtlCol="0">
              <a:spAutoFit/>
            </a:bodyPr>
            <a:lstStyle>
              <a:lvl1pPr>
                <a:defRPr sz="2100" b="1" i="0">
                  <a:solidFill>
                    <a:srgbClr val="ABC6CD"/>
                  </a:solidFill>
                  <a:latin typeface="Versos"/>
                  <a:ea typeface="+mj-ea"/>
                  <a:cs typeface="Versos"/>
                </a:defRPr>
              </a:lvl1pPr>
            </a:lstStyle>
            <a:p>
              <a:pPr marL="224144" marR="5080" lvl="0" indent="0" algn="l" defTabSz="914358" rtl="0" eaLnBrk="1" fontAlgn="auto" latinLnBrk="0" hangingPunct="1">
                <a:lnSpc>
                  <a:spcPct val="100000"/>
                </a:lnSpc>
                <a:spcBef>
                  <a:spcPts val="95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-1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/>
                  <a:ea typeface="+mj-ea"/>
                  <a:sym typeface="Arial"/>
                </a:rPr>
                <a:t>3. </a:t>
              </a:r>
              <a:r>
                <a:rPr kumimoji="0" lang="pt-BR" sz="1600" b="0" i="0" u="none" strike="noStrike" kern="0" cap="none" spc="-1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/>
                  <a:ea typeface="+mj-ea"/>
                  <a:sym typeface="Arial"/>
                </a:rPr>
                <a:t>Fundos </a:t>
              </a:r>
              <a:r>
                <a:rPr kumimoji="0" lang="pt-BR" sz="1600" b="0" i="0" u="none" strike="noStrike" kern="0" cap="none" spc="-1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/>
                  <a:ea typeface="+mj-ea"/>
                  <a:sym typeface="Arial"/>
                </a:rPr>
                <a:t>Tivio</a:t>
              </a:r>
              <a:r>
                <a:rPr kumimoji="0" lang="pt-BR" sz="1600" b="0" i="0" u="none" strike="noStrike" kern="0" cap="none" spc="-1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/>
                  <a:ea typeface="+mj-ea"/>
                  <a:sym typeface="Arial"/>
                </a:rPr>
                <a:t> Capital........................................................................................................</a:t>
              </a:r>
              <a:endParaRPr kumimoji="0" lang="en-US" sz="1600" b="0" i="0" u="none" strike="noStrike" kern="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/>
                <a:ea typeface="+mj-ea"/>
                <a:sym typeface="Arial"/>
              </a:endParaRPr>
            </a:p>
          </p:txBody>
        </p:sp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A5D56E35-4948-42BD-2122-75586ABF0212}"/>
                </a:ext>
              </a:extLst>
            </p:cNvPr>
            <p:cNvSpPr txBox="1">
              <a:spLocks/>
            </p:cNvSpPr>
            <p:nvPr/>
          </p:nvSpPr>
          <p:spPr>
            <a:xfrm>
              <a:off x="8001000" y="1841828"/>
              <a:ext cx="685799" cy="258421"/>
            </a:xfrm>
            <a:prstGeom prst="rect">
              <a:avLst/>
            </a:prstGeom>
          </p:spPr>
          <p:txBody>
            <a:bodyPr vert="horz" wrap="square" lIns="0" tIns="12064" rIns="0" bIns="0" rtlCol="0">
              <a:spAutoFit/>
            </a:bodyPr>
            <a:lstStyle>
              <a:lvl1pPr>
                <a:defRPr sz="2100" b="1" i="0">
                  <a:solidFill>
                    <a:srgbClr val="ABC6CD"/>
                  </a:solidFill>
                  <a:latin typeface="Versos"/>
                  <a:ea typeface="+mj-ea"/>
                  <a:cs typeface="Versos"/>
                </a:defRPr>
              </a:lvl1pPr>
            </a:lstStyle>
            <a:p>
              <a:pPr marL="224144" marR="5080" lvl="0" indent="0" algn="l" defTabSz="914358" rtl="0" eaLnBrk="1" fontAlgn="auto" latinLnBrk="0" hangingPunct="1">
                <a:lnSpc>
                  <a:spcPct val="100000"/>
                </a:lnSpc>
                <a:spcBef>
                  <a:spcPts val="95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1600" b="1" i="0" u="none" strike="noStrike" kern="0" cap="none" spc="-10" normalizeH="0" baseline="0" noProof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Versos"/>
                  <a:ea typeface="+mj-ea"/>
                  <a:sym typeface="Arial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17</a:t>
              </a:r>
              <a:endParaRPr kumimoji="0" lang="pt-BR" sz="1600" b="1" i="0" u="none" strike="noStrike" kern="0" cap="none" spc="-1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Versos"/>
                <a:ea typeface="+mj-ea"/>
                <a:sym typeface="Arial"/>
              </a:endParaRPr>
            </a:p>
          </p:txBody>
        </p:sp>
      </p:grpSp>
      <p:grpSp>
        <p:nvGrpSpPr>
          <p:cNvPr id="31" name="Agrupar 7">
            <a:extLst>
              <a:ext uri="{FF2B5EF4-FFF2-40B4-BE49-F238E27FC236}">
                <a16:creationId xmlns:a16="http://schemas.microsoft.com/office/drawing/2014/main" id="{640A3302-1A01-14A4-1445-D9CAA6090938}"/>
              </a:ext>
            </a:extLst>
          </p:cNvPr>
          <p:cNvGrpSpPr/>
          <p:nvPr/>
        </p:nvGrpSpPr>
        <p:grpSpPr>
          <a:xfrm>
            <a:off x="358712" y="4981301"/>
            <a:ext cx="8076632" cy="258403"/>
            <a:chOff x="609600" y="1841828"/>
            <a:chExt cx="8077199" cy="258421"/>
          </a:xfrm>
        </p:grpSpPr>
        <p:sp>
          <p:nvSpPr>
            <p:cNvPr id="32" name="object 15">
              <a:extLst>
                <a:ext uri="{FF2B5EF4-FFF2-40B4-BE49-F238E27FC236}">
                  <a16:creationId xmlns:a16="http://schemas.microsoft.com/office/drawing/2014/main" id="{C509ADEF-E144-54E6-4E0A-27C00FED2724}"/>
                </a:ext>
              </a:extLst>
            </p:cNvPr>
            <p:cNvSpPr txBox="1">
              <a:spLocks/>
            </p:cNvSpPr>
            <p:nvPr/>
          </p:nvSpPr>
          <p:spPr>
            <a:xfrm>
              <a:off x="609600" y="1841828"/>
              <a:ext cx="7594615" cy="258421"/>
            </a:xfrm>
            <a:prstGeom prst="rect">
              <a:avLst/>
            </a:prstGeom>
          </p:spPr>
          <p:txBody>
            <a:bodyPr vert="horz" wrap="square" lIns="0" tIns="12064" rIns="0" bIns="0" rtlCol="0">
              <a:spAutoFit/>
            </a:bodyPr>
            <a:lstStyle>
              <a:lvl1pPr>
                <a:defRPr sz="2100" b="1" i="0">
                  <a:solidFill>
                    <a:srgbClr val="ABC6CD"/>
                  </a:solidFill>
                  <a:latin typeface="Versos"/>
                  <a:ea typeface="+mj-ea"/>
                  <a:cs typeface="Versos"/>
                </a:defRPr>
              </a:lvl1pPr>
            </a:lstStyle>
            <a:p>
              <a:pPr marL="224144" marR="5080" lvl="0" indent="0" algn="l" defTabSz="914358" rtl="0" eaLnBrk="1" fontAlgn="auto" latinLnBrk="0" hangingPunct="1">
                <a:lnSpc>
                  <a:spcPct val="100000"/>
                </a:lnSpc>
                <a:spcBef>
                  <a:spcPts val="95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-1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/>
                  <a:ea typeface="+mj-ea"/>
                  <a:sym typeface="Arial"/>
                </a:rPr>
                <a:t>4. </a:t>
              </a:r>
              <a:r>
                <a:rPr kumimoji="0" lang="pt-BR" sz="1600" b="0" i="0" u="none" strike="noStrike" kern="0" cap="none" spc="-1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/>
                  <a:ea typeface="+mj-ea"/>
                  <a:sym typeface="Arial"/>
                </a:rPr>
                <a:t>Fundos de Previdência...................................................................................................</a:t>
              </a:r>
              <a:endParaRPr kumimoji="0" lang="en-US" sz="1600" b="0" i="0" u="none" strike="noStrike" kern="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/>
                <a:ea typeface="+mj-ea"/>
                <a:sym typeface="Arial"/>
              </a:endParaRPr>
            </a:p>
          </p:txBody>
        </p:sp>
        <p:sp>
          <p:nvSpPr>
            <p:cNvPr id="33" name="object 15">
              <a:extLst>
                <a:ext uri="{FF2B5EF4-FFF2-40B4-BE49-F238E27FC236}">
                  <a16:creationId xmlns:a16="http://schemas.microsoft.com/office/drawing/2014/main" id="{56F57F02-FCA2-4FF0-B42F-CDEDA43EA0F9}"/>
                </a:ext>
              </a:extLst>
            </p:cNvPr>
            <p:cNvSpPr txBox="1">
              <a:spLocks/>
            </p:cNvSpPr>
            <p:nvPr/>
          </p:nvSpPr>
          <p:spPr>
            <a:xfrm>
              <a:off x="8001000" y="1841828"/>
              <a:ext cx="685799" cy="258421"/>
            </a:xfrm>
            <a:prstGeom prst="rect">
              <a:avLst/>
            </a:prstGeom>
          </p:spPr>
          <p:txBody>
            <a:bodyPr vert="horz" wrap="square" lIns="0" tIns="12064" rIns="0" bIns="0" rtlCol="0">
              <a:spAutoFit/>
            </a:bodyPr>
            <a:lstStyle>
              <a:lvl1pPr>
                <a:defRPr sz="2100" b="1" i="0">
                  <a:solidFill>
                    <a:srgbClr val="ABC6CD"/>
                  </a:solidFill>
                  <a:latin typeface="Versos"/>
                  <a:ea typeface="+mj-ea"/>
                  <a:cs typeface="Versos"/>
                </a:defRPr>
              </a:lvl1pPr>
            </a:lstStyle>
            <a:p>
              <a:pPr marL="224144" marR="5080" lvl="0" indent="0" algn="l" defTabSz="914358" rtl="0" eaLnBrk="1" fontAlgn="auto" latinLnBrk="0" hangingPunct="1">
                <a:lnSpc>
                  <a:spcPct val="100000"/>
                </a:lnSpc>
                <a:spcBef>
                  <a:spcPts val="95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1600" b="1" i="0" u="none" strike="noStrike" kern="0" cap="none" spc="-10" normalizeH="0" baseline="0" noProof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Versos"/>
                  <a:ea typeface="+mj-ea"/>
                  <a:sym typeface="Arial"/>
                  <a:hlinkClick r:id="rId6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24</a:t>
              </a:r>
              <a:endParaRPr kumimoji="0" lang="pt-BR" sz="1600" b="1" i="0" u="none" strike="noStrike" kern="0" cap="none" spc="-1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Versos"/>
                <a:ea typeface="+mj-ea"/>
                <a:sym typeface="Arial"/>
              </a:endParaRPr>
            </a:p>
          </p:txBody>
        </p:sp>
      </p:grpSp>
      <p:grpSp>
        <p:nvGrpSpPr>
          <p:cNvPr id="36" name="Agrupar 7">
            <a:extLst>
              <a:ext uri="{FF2B5EF4-FFF2-40B4-BE49-F238E27FC236}">
                <a16:creationId xmlns:a16="http://schemas.microsoft.com/office/drawing/2014/main" id="{3AA069BF-2BB7-8673-4966-D943142DDD34}"/>
              </a:ext>
            </a:extLst>
          </p:cNvPr>
          <p:cNvGrpSpPr/>
          <p:nvPr/>
        </p:nvGrpSpPr>
        <p:grpSpPr>
          <a:xfrm>
            <a:off x="358712" y="2654385"/>
            <a:ext cx="8076632" cy="258403"/>
            <a:chOff x="609600" y="1841828"/>
            <a:chExt cx="8077199" cy="258421"/>
          </a:xfrm>
        </p:grpSpPr>
        <p:sp>
          <p:nvSpPr>
            <p:cNvPr id="37" name="object 15">
              <a:extLst>
                <a:ext uri="{FF2B5EF4-FFF2-40B4-BE49-F238E27FC236}">
                  <a16:creationId xmlns:a16="http://schemas.microsoft.com/office/drawing/2014/main" id="{149B0C80-C1AE-548E-50EA-544BB7C5739C}"/>
                </a:ext>
              </a:extLst>
            </p:cNvPr>
            <p:cNvSpPr txBox="1">
              <a:spLocks/>
            </p:cNvSpPr>
            <p:nvPr/>
          </p:nvSpPr>
          <p:spPr>
            <a:xfrm>
              <a:off x="609600" y="1841828"/>
              <a:ext cx="7594615" cy="258421"/>
            </a:xfrm>
            <a:prstGeom prst="rect">
              <a:avLst/>
            </a:prstGeom>
          </p:spPr>
          <p:txBody>
            <a:bodyPr vert="horz" wrap="square" lIns="0" tIns="12064" rIns="0" bIns="0" rtlCol="0">
              <a:spAutoFit/>
            </a:bodyPr>
            <a:lstStyle>
              <a:lvl1pPr>
                <a:defRPr sz="2100" b="1" i="0">
                  <a:solidFill>
                    <a:srgbClr val="ABC6CD"/>
                  </a:solidFill>
                  <a:latin typeface="Versos"/>
                  <a:ea typeface="+mj-ea"/>
                  <a:cs typeface="Versos"/>
                </a:defRPr>
              </a:lvl1pPr>
            </a:lstStyle>
            <a:p>
              <a:pPr marL="224144" marR="5080" lvl="0" indent="0" algn="l" defTabSz="914358" rtl="0" eaLnBrk="1" fontAlgn="auto" latinLnBrk="0" hangingPunct="1">
                <a:lnSpc>
                  <a:spcPct val="100000"/>
                </a:lnSpc>
                <a:spcBef>
                  <a:spcPts val="95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600" b="0" i="0" u="none" strike="noStrike" kern="0" cap="none" spc="-1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/>
                  <a:ea typeface="+mj-ea"/>
                  <a:sym typeface="Arial"/>
                </a:rPr>
                <a:t>5. </a:t>
              </a:r>
              <a:r>
                <a:rPr kumimoji="0" lang="pt-BR" sz="1600" b="0" i="0" u="none" strike="noStrike" kern="0" cap="none" spc="-1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/>
                  <a:ea typeface="+mj-ea"/>
                  <a:sym typeface="Arial"/>
                </a:rPr>
                <a:t>Comunicação....................................................................................................................</a:t>
              </a:r>
              <a:endParaRPr kumimoji="0" lang="en-US" sz="1600" b="0" i="0" u="none" strike="noStrike" kern="0" cap="none" spc="-1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/>
                <a:ea typeface="+mj-ea"/>
                <a:sym typeface="Arial"/>
              </a:endParaRPr>
            </a:p>
          </p:txBody>
        </p:sp>
        <p:sp>
          <p:nvSpPr>
            <p:cNvPr id="40" name="object 15">
              <a:extLst>
                <a:ext uri="{FF2B5EF4-FFF2-40B4-BE49-F238E27FC236}">
                  <a16:creationId xmlns:a16="http://schemas.microsoft.com/office/drawing/2014/main" id="{D7F0050A-D258-9954-773D-4475CE94BB2F}"/>
                </a:ext>
              </a:extLst>
            </p:cNvPr>
            <p:cNvSpPr txBox="1">
              <a:spLocks/>
            </p:cNvSpPr>
            <p:nvPr/>
          </p:nvSpPr>
          <p:spPr>
            <a:xfrm>
              <a:off x="8001000" y="1841828"/>
              <a:ext cx="685799" cy="258421"/>
            </a:xfrm>
            <a:prstGeom prst="rect">
              <a:avLst/>
            </a:prstGeom>
          </p:spPr>
          <p:txBody>
            <a:bodyPr vert="horz" wrap="square" lIns="0" tIns="12064" rIns="0" bIns="0" rtlCol="0">
              <a:spAutoFit/>
            </a:bodyPr>
            <a:lstStyle>
              <a:lvl1pPr>
                <a:defRPr sz="2100" b="1" i="0">
                  <a:solidFill>
                    <a:srgbClr val="ABC6CD"/>
                  </a:solidFill>
                  <a:latin typeface="Versos"/>
                  <a:ea typeface="+mj-ea"/>
                  <a:cs typeface="Versos"/>
                </a:defRPr>
              </a:lvl1pPr>
            </a:lstStyle>
            <a:p>
              <a:pPr marL="224144" marR="5080" lvl="0" indent="0" algn="l" defTabSz="914358" rtl="0" eaLnBrk="1" fontAlgn="auto" latinLnBrk="0" hangingPunct="1">
                <a:lnSpc>
                  <a:spcPct val="100000"/>
                </a:lnSpc>
                <a:spcBef>
                  <a:spcPts val="95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1600" b="1" i="0" u="none" strike="noStrike" kern="0" cap="none" spc="-10" normalizeH="0" baseline="0" noProof="0">
                  <a:ln>
                    <a:noFill/>
                  </a:ln>
                  <a:solidFill>
                    <a:schemeClr val="bg2">
                      <a:lumMod val="75000"/>
                    </a:schemeClr>
                  </a:solidFill>
                  <a:effectLst/>
                  <a:uLnTx/>
                  <a:uFillTx/>
                  <a:latin typeface="Versos"/>
                  <a:ea typeface="+mj-ea"/>
                  <a:sym typeface="Arial"/>
                  <a:hlinkClick r:id="rId7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10</a:t>
              </a:r>
              <a:endParaRPr kumimoji="0" lang="pt-BR" sz="1600" b="1" i="0" u="none" strike="noStrike" kern="0" cap="none" spc="-10" normalizeH="0" baseline="0" noProof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LnTx/>
                <a:uFillTx/>
                <a:latin typeface="Versos"/>
                <a:ea typeface="+mj-ea"/>
                <a:sym typeface="Arial"/>
              </a:endParaRPr>
            </a:p>
          </p:txBody>
        </p:sp>
      </p:grpSp>
      <p:sp>
        <p:nvSpPr>
          <p:cNvPr id="46" name="object 6">
            <a:extLst>
              <a:ext uri="{FF2B5EF4-FFF2-40B4-BE49-F238E27FC236}">
                <a16:creationId xmlns:a16="http://schemas.microsoft.com/office/drawing/2014/main" id="{B4291F8C-8BFD-7DAB-C2FA-B550F617C72E}"/>
              </a:ext>
            </a:extLst>
          </p:cNvPr>
          <p:cNvSpPr/>
          <p:nvPr/>
        </p:nvSpPr>
        <p:spPr>
          <a:xfrm>
            <a:off x="10838059" y="405871"/>
            <a:ext cx="898748" cy="305158"/>
          </a:xfrm>
          <a:custGeom>
            <a:avLst/>
            <a:gdLst/>
            <a:ahLst/>
            <a:cxnLst/>
            <a:rect l="l" t="t" r="r" b="b"/>
            <a:pathLst>
              <a:path w="6108065" h="2073909">
                <a:moveTo>
                  <a:pt x="746861" y="202463"/>
                </a:moveTo>
                <a:lnTo>
                  <a:pt x="694613" y="139598"/>
                </a:lnTo>
                <a:lnTo>
                  <a:pt x="657161" y="105219"/>
                </a:lnTo>
                <a:lnTo>
                  <a:pt x="616432" y="75615"/>
                </a:lnTo>
                <a:lnTo>
                  <a:pt x="572808" y="50977"/>
                </a:lnTo>
                <a:lnTo>
                  <a:pt x="526669" y="31483"/>
                </a:lnTo>
                <a:lnTo>
                  <a:pt x="478396" y="17322"/>
                </a:lnTo>
                <a:lnTo>
                  <a:pt x="428383" y="8686"/>
                </a:lnTo>
                <a:lnTo>
                  <a:pt x="377012" y="5765"/>
                </a:lnTo>
                <a:lnTo>
                  <a:pt x="0" y="5765"/>
                </a:lnTo>
                <a:lnTo>
                  <a:pt x="0" y="202463"/>
                </a:lnTo>
                <a:lnTo>
                  <a:pt x="746861" y="202463"/>
                </a:lnTo>
                <a:close/>
              </a:path>
              <a:path w="6108065" h="2073909">
                <a:moveTo>
                  <a:pt x="856691" y="833234"/>
                </a:moveTo>
                <a:lnTo>
                  <a:pt x="850988" y="829233"/>
                </a:lnTo>
                <a:lnTo>
                  <a:pt x="850988" y="488632"/>
                </a:lnTo>
                <a:lnTo>
                  <a:pt x="848347" y="439635"/>
                </a:lnTo>
                <a:lnTo>
                  <a:pt x="840473" y="391807"/>
                </a:lnTo>
                <a:lnTo>
                  <a:pt x="827468" y="345414"/>
                </a:lnTo>
                <a:lnTo>
                  <a:pt x="809421" y="300736"/>
                </a:lnTo>
                <a:lnTo>
                  <a:pt x="786434" y="258051"/>
                </a:lnTo>
                <a:lnTo>
                  <a:pt x="758596" y="217652"/>
                </a:lnTo>
                <a:lnTo>
                  <a:pt x="746861" y="202463"/>
                </a:lnTo>
                <a:lnTo>
                  <a:pt x="735114" y="217652"/>
                </a:lnTo>
                <a:lnTo>
                  <a:pt x="707288" y="258051"/>
                </a:lnTo>
                <a:lnTo>
                  <a:pt x="684301" y="300736"/>
                </a:lnTo>
                <a:lnTo>
                  <a:pt x="666254" y="345414"/>
                </a:lnTo>
                <a:lnTo>
                  <a:pt x="653237" y="391807"/>
                </a:lnTo>
                <a:lnTo>
                  <a:pt x="645363" y="439635"/>
                </a:lnTo>
                <a:lnTo>
                  <a:pt x="642708" y="488632"/>
                </a:lnTo>
                <a:lnTo>
                  <a:pt x="642569" y="1273479"/>
                </a:lnTo>
                <a:lnTo>
                  <a:pt x="642708" y="1288351"/>
                </a:lnTo>
                <a:lnTo>
                  <a:pt x="851166" y="1288351"/>
                </a:lnTo>
                <a:lnTo>
                  <a:pt x="850988" y="841552"/>
                </a:lnTo>
                <a:lnTo>
                  <a:pt x="856691" y="833234"/>
                </a:lnTo>
                <a:close/>
              </a:path>
              <a:path w="6108065" h="2073909">
                <a:moveTo>
                  <a:pt x="1493723" y="5765"/>
                </a:moveTo>
                <a:lnTo>
                  <a:pt x="1116723" y="5765"/>
                </a:lnTo>
                <a:lnTo>
                  <a:pt x="1065352" y="8686"/>
                </a:lnTo>
                <a:lnTo>
                  <a:pt x="1015326" y="17322"/>
                </a:lnTo>
                <a:lnTo>
                  <a:pt x="967054" y="31483"/>
                </a:lnTo>
                <a:lnTo>
                  <a:pt x="920915" y="50977"/>
                </a:lnTo>
                <a:lnTo>
                  <a:pt x="877277" y="75615"/>
                </a:lnTo>
                <a:lnTo>
                  <a:pt x="836549" y="105219"/>
                </a:lnTo>
                <a:lnTo>
                  <a:pt x="799096" y="139598"/>
                </a:lnTo>
                <a:lnTo>
                  <a:pt x="765327" y="178536"/>
                </a:lnTo>
                <a:lnTo>
                  <a:pt x="746887" y="202463"/>
                </a:lnTo>
                <a:lnTo>
                  <a:pt x="1493723" y="202463"/>
                </a:lnTo>
                <a:lnTo>
                  <a:pt x="1493723" y="5765"/>
                </a:lnTo>
                <a:close/>
              </a:path>
              <a:path w="6108065" h="2073909">
                <a:moveTo>
                  <a:pt x="2001393" y="16878"/>
                </a:moveTo>
                <a:lnTo>
                  <a:pt x="1798916" y="16878"/>
                </a:lnTo>
                <a:lnTo>
                  <a:pt x="1798916" y="1312837"/>
                </a:lnTo>
                <a:lnTo>
                  <a:pt x="2001393" y="1312837"/>
                </a:lnTo>
                <a:lnTo>
                  <a:pt x="2001393" y="16878"/>
                </a:lnTo>
                <a:close/>
              </a:path>
              <a:path w="6108065" h="2073909">
                <a:moveTo>
                  <a:pt x="2213216" y="1736458"/>
                </a:moveTo>
                <a:lnTo>
                  <a:pt x="2188743" y="1667573"/>
                </a:lnTo>
                <a:lnTo>
                  <a:pt x="2143595" y="1614932"/>
                </a:lnTo>
                <a:lnTo>
                  <a:pt x="2081517" y="1581543"/>
                </a:lnTo>
                <a:lnTo>
                  <a:pt x="2006193" y="1570431"/>
                </a:lnTo>
                <a:lnTo>
                  <a:pt x="1971941" y="1572387"/>
                </a:lnTo>
                <a:lnTo>
                  <a:pt x="1909762" y="1588109"/>
                </a:lnTo>
                <a:lnTo>
                  <a:pt x="1856562" y="1619186"/>
                </a:lnTo>
                <a:lnTo>
                  <a:pt x="1815223" y="1663522"/>
                </a:lnTo>
                <a:lnTo>
                  <a:pt x="1786521" y="1720202"/>
                </a:lnTo>
                <a:lnTo>
                  <a:pt x="1772031" y="1785899"/>
                </a:lnTo>
                <a:lnTo>
                  <a:pt x="1770214" y="1821929"/>
                </a:lnTo>
                <a:lnTo>
                  <a:pt x="1772031" y="1858251"/>
                </a:lnTo>
                <a:lnTo>
                  <a:pt x="1786521" y="1924126"/>
                </a:lnTo>
                <a:lnTo>
                  <a:pt x="1815223" y="1980539"/>
                </a:lnTo>
                <a:lnTo>
                  <a:pt x="1856562" y="2024697"/>
                </a:lnTo>
                <a:lnTo>
                  <a:pt x="1909762" y="2055761"/>
                </a:lnTo>
                <a:lnTo>
                  <a:pt x="1971941" y="2071471"/>
                </a:lnTo>
                <a:lnTo>
                  <a:pt x="2006193" y="2073427"/>
                </a:lnTo>
                <a:lnTo>
                  <a:pt x="2045792" y="2070646"/>
                </a:lnTo>
                <a:lnTo>
                  <a:pt x="2114486" y="2048395"/>
                </a:lnTo>
                <a:lnTo>
                  <a:pt x="2168436" y="2004644"/>
                </a:lnTo>
                <a:lnTo>
                  <a:pt x="2202891" y="1943887"/>
                </a:lnTo>
                <a:lnTo>
                  <a:pt x="2151037" y="1907425"/>
                </a:lnTo>
                <a:lnTo>
                  <a:pt x="2142464" y="1932089"/>
                </a:lnTo>
                <a:lnTo>
                  <a:pt x="2130895" y="1953780"/>
                </a:lnTo>
                <a:lnTo>
                  <a:pt x="2098776" y="1988299"/>
                </a:lnTo>
                <a:lnTo>
                  <a:pt x="2055837" y="2009762"/>
                </a:lnTo>
                <a:lnTo>
                  <a:pt x="2003386" y="2016937"/>
                </a:lnTo>
                <a:lnTo>
                  <a:pt x="1978698" y="2015388"/>
                </a:lnTo>
                <a:lnTo>
                  <a:pt x="1933829" y="2003018"/>
                </a:lnTo>
                <a:lnTo>
                  <a:pt x="1895360" y="1978596"/>
                </a:lnTo>
                <a:lnTo>
                  <a:pt x="1865515" y="1943976"/>
                </a:lnTo>
                <a:lnTo>
                  <a:pt x="1844840" y="1899958"/>
                </a:lnTo>
                <a:lnTo>
                  <a:pt x="1834413" y="1849450"/>
                </a:lnTo>
                <a:lnTo>
                  <a:pt x="1833118" y="1821929"/>
                </a:lnTo>
                <a:lnTo>
                  <a:pt x="1834413" y="1794129"/>
                </a:lnTo>
                <a:lnTo>
                  <a:pt x="1844840" y="1743456"/>
                </a:lnTo>
                <a:lnTo>
                  <a:pt x="1865515" y="1699691"/>
                </a:lnTo>
                <a:lnTo>
                  <a:pt x="1895360" y="1665262"/>
                </a:lnTo>
                <a:lnTo>
                  <a:pt x="1933829" y="1640865"/>
                </a:lnTo>
                <a:lnTo>
                  <a:pt x="1978698" y="1628482"/>
                </a:lnTo>
                <a:lnTo>
                  <a:pt x="2003386" y="1626933"/>
                </a:lnTo>
                <a:lnTo>
                  <a:pt x="2030564" y="1628749"/>
                </a:lnTo>
                <a:lnTo>
                  <a:pt x="2078418" y="1643240"/>
                </a:lnTo>
                <a:lnTo>
                  <a:pt x="2117102" y="1671815"/>
                </a:lnTo>
                <a:lnTo>
                  <a:pt x="2143417" y="1712087"/>
                </a:lnTo>
                <a:lnTo>
                  <a:pt x="2151748" y="1736458"/>
                </a:lnTo>
                <a:lnTo>
                  <a:pt x="2213216" y="1736458"/>
                </a:lnTo>
                <a:close/>
              </a:path>
              <a:path w="6108065" h="2073909">
                <a:moveTo>
                  <a:pt x="2950057" y="2069198"/>
                </a:moveTo>
                <a:lnTo>
                  <a:pt x="2899321" y="1935683"/>
                </a:lnTo>
                <a:lnTo>
                  <a:pt x="2878112" y="1879866"/>
                </a:lnTo>
                <a:lnTo>
                  <a:pt x="2813685" y="1710347"/>
                </a:lnTo>
                <a:lnTo>
                  <a:pt x="2813685" y="1879866"/>
                </a:lnTo>
                <a:lnTo>
                  <a:pt x="2634945" y="1879866"/>
                </a:lnTo>
                <a:lnTo>
                  <a:pt x="2723972" y="1641767"/>
                </a:lnTo>
                <a:lnTo>
                  <a:pt x="2813685" y="1879866"/>
                </a:lnTo>
                <a:lnTo>
                  <a:pt x="2813685" y="1710347"/>
                </a:lnTo>
                <a:lnTo>
                  <a:pt x="2787624" y="1641767"/>
                </a:lnTo>
                <a:lnTo>
                  <a:pt x="2762123" y="1574673"/>
                </a:lnTo>
                <a:lnTo>
                  <a:pt x="2689352" y="1574673"/>
                </a:lnTo>
                <a:lnTo>
                  <a:pt x="2500731" y="2069198"/>
                </a:lnTo>
                <a:lnTo>
                  <a:pt x="2564295" y="2069198"/>
                </a:lnTo>
                <a:lnTo>
                  <a:pt x="2616593" y="1935683"/>
                </a:lnTo>
                <a:lnTo>
                  <a:pt x="2832049" y="1935683"/>
                </a:lnTo>
                <a:lnTo>
                  <a:pt x="2884347" y="2069198"/>
                </a:lnTo>
                <a:lnTo>
                  <a:pt x="2950057" y="2069198"/>
                </a:lnTo>
                <a:close/>
              </a:path>
              <a:path w="6108065" h="2073909">
                <a:moveTo>
                  <a:pt x="3053638" y="1312849"/>
                </a:moveTo>
                <a:lnTo>
                  <a:pt x="2532443" y="16891"/>
                </a:lnTo>
                <a:lnTo>
                  <a:pt x="2299081" y="16891"/>
                </a:lnTo>
                <a:lnTo>
                  <a:pt x="2766174" y="1130668"/>
                </a:lnTo>
                <a:lnTo>
                  <a:pt x="2788412" y="1173162"/>
                </a:lnTo>
                <a:lnTo>
                  <a:pt x="2817114" y="1210919"/>
                </a:lnTo>
                <a:lnTo>
                  <a:pt x="2851556" y="1243457"/>
                </a:lnTo>
                <a:lnTo>
                  <a:pt x="2890977" y="1270317"/>
                </a:lnTo>
                <a:lnTo>
                  <a:pt x="2934627" y="1291031"/>
                </a:lnTo>
                <a:lnTo>
                  <a:pt x="2981756" y="1305128"/>
                </a:lnTo>
                <a:lnTo>
                  <a:pt x="3031629" y="1312113"/>
                </a:lnTo>
                <a:lnTo>
                  <a:pt x="3031337" y="1312849"/>
                </a:lnTo>
                <a:lnTo>
                  <a:pt x="3053638" y="1312849"/>
                </a:lnTo>
                <a:close/>
              </a:path>
              <a:path w="6108065" h="2073909">
                <a:moveTo>
                  <a:pt x="3628263" y="1726539"/>
                </a:moveTo>
                <a:lnTo>
                  <a:pt x="3623221" y="1683550"/>
                </a:lnTo>
                <a:lnTo>
                  <a:pt x="3608108" y="1646377"/>
                </a:lnTo>
                <a:lnTo>
                  <a:pt x="3583648" y="1615998"/>
                </a:lnTo>
                <a:lnTo>
                  <a:pt x="3565360" y="1602079"/>
                </a:lnTo>
                <a:lnTo>
                  <a:pt x="3565360" y="1726539"/>
                </a:lnTo>
                <a:lnTo>
                  <a:pt x="3563556" y="1747354"/>
                </a:lnTo>
                <a:lnTo>
                  <a:pt x="3536429" y="1796491"/>
                </a:lnTo>
                <a:lnTo>
                  <a:pt x="3502495" y="1816112"/>
                </a:lnTo>
                <a:lnTo>
                  <a:pt x="3458692" y="1822640"/>
                </a:lnTo>
                <a:lnTo>
                  <a:pt x="3335769" y="1822640"/>
                </a:lnTo>
                <a:lnTo>
                  <a:pt x="3335769" y="1631175"/>
                </a:lnTo>
                <a:lnTo>
                  <a:pt x="3459403" y="1631175"/>
                </a:lnTo>
                <a:lnTo>
                  <a:pt x="3503117" y="1637626"/>
                </a:lnTo>
                <a:lnTo>
                  <a:pt x="3536772" y="1656981"/>
                </a:lnTo>
                <a:lnTo>
                  <a:pt x="3563582" y="1705775"/>
                </a:lnTo>
                <a:lnTo>
                  <a:pt x="3565360" y="1726539"/>
                </a:lnTo>
                <a:lnTo>
                  <a:pt x="3565360" y="1602079"/>
                </a:lnTo>
                <a:lnTo>
                  <a:pt x="3531108" y="1585201"/>
                </a:lnTo>
                <a:lnTo>
                  <a:pt x="3488017" y="1575828"/>
                </a:lnTo>
                <a:lnTo>
                  <a:pt x="3464356" y="1574647"/>
                </a:lnTo>
                <a:lnTo>
                  <a:pt x="3274326" y="1574647"/>
                </a:lnTo>
                <a:lnTo>
                  <a:pt x="3274326" y="2069211"/>
                </a:lnTo>
                <a:lnTo>
                  <a:pt x="3335769" y="2069211"/>
                </a:lnTo>
                <a:lnTo>
                  <a:pt x="3335769" y="1879155"/>
                </a:lnTo>
                <a:lnTo>
                  <a:pt x="3464356" y="1879155"/>
                </a:lnTo>
                <a:lnTo>
                  <a:pt x="3510178" y="1874469"/>
                </a:lnTo>
                <a:lnTo>
                  <a:pt x="3550196" y="1860435"/>
                </a:lnTo>
                <a:lnTo>
                  <a:pt x="3583140" y="1837740"/>
                </a:lnTo>
                <a:lnTo>
                  <a:pt x="3597021" y="1822640"/>
                </a:lnTo>
                <a:lnTo>
                  <a:pt x="3607765" y="1807095"/>
                </a:lnTo>
                <a:lnTo>
                  <a:pt x="3616731" y="1789087"/>
                </a:lnTo>
                <a:lnTo>
                  <a:pt x="3623132" y="1769656"/>
                </a:lnTo>
                <a:lnTo>
                  <a:pt x="3626980" y="1748815"/>
                </a:lnTo>
                <a:lnTo>
                  <a:pt x="3628263" y="1726539"/>
                </a:lnTo>
                <a:close/>
              </a:path>
              <a:path w="6108065" h="2073909">
                <a:moveTo>
                  <a:pt x="3808209" y="16891"/>
                </a:moveTo>
                <a:lnTo>
                  <a:pt x="3574846" y="16891"/>
                </a:lnTo>
                <a:lnTo>
                  <a:pt x="3053638" y="1312849"/>
                </a:lnTo>
                <a:lnTo>
                  <a:pt x="3075952" y="1312849"/>
                </a:lnTo>
                <a:lnTo>
                  <a:pt x="3075660" y="1312113"/>
                </a:lnTo>
                <a:lnTo>
                  <a:pt x="3125533" y="1305128"/>
                </a:lnTo>
                <a:lnTo>
                  <a:pt x="3172663" y="1291031"/>
                </a:lnTo>
                <a:lnTo>
                  <a:pt x="3216313" y="1270317"/>
                </a:lnTo>
                <a:lnTo>
                  <a:pt x="3255734" y="1243457"/>
                </a:lnTo>
                <a:lnTo>
                  <a:pt x="3290176" y="1210919"/>
                </a:lnTo>
                <a:lnTo>
                  <a:pt x="3318878" y="1173162"/>
                </a:lnTo>
                <a:lnTo>
                  <a:pt x="3341116" y="1130668"/>
                </a:lnTo>
                <a:lnTo>
                  <a:pt x="3808209" y="16891"/>
                </a:lnTo>
                <a:close/>
              </a:path>
              <a:path w="6108065" h="2073909">
                <a:moveTo>
                  <a:pt x="4023880" y="1574673"/>
                </a:moveTo>
                <a:lnTo>
                  <a:pt x="3962438" y="1574673"/>
                </a:lnTo>
                <a:lnTo>
                  <a:pt x="3962438" y="2069211"/>
                </a:lnTo>
                <a:lnTo>
                  <a:pt x="4023880" y="2069211"/>
                </a:lnTo>
                <a:lnTo>
                  <a:pt x="4023880" y="1574673"/>
                </a:lnTo>
                <a:close/>
              </a:path>
              <a:path w="6108065" h="2073909">
                <a:moveTo>
                  <a:pt x="4308399" y="16878"/>
                </a:moveTo>
                <a:lnTo>
                  <a:pt x="4105922" y="16878"/>
                </a:lnTo>
                <a:lnTo>
                  <a:pt x="4105922" y="1312837"/>
                </a:lnTo>
                <a:lnTo>
                  <a:pt x="4308399" y="1312837"/>
                </a:lnTo>
                <a:lnTo>
                  <a:pt x="4308399" y="16878"/>
                </a:lnTo>
                <a:close/>
              </a:path>
              <a:path w="6108065" h="2073909">
                <a:moveTo>
                  <a:pt x="4740275" y="1574673"/>
                </a:moveTo>
                <a:lnTo>
                  <a:pt x="4358068" y="1574673"/>
                </a:lnTo>
                <a:lnTo>
                  <a:pt x="4358068" y="1630553"/>
                </a:lnTo>
                <a:lnTo>
                  <a:pt x="4518431" y="1630553"/>
                </a:lnTo>
                <a:lnTo>
                  <a:pt x="4518431" y="2068703"/>
                </a:lnTo>
                <a:lnTo>
                  <a:pt x="4579912" y="2068703"/>
                </a:lnTo>
                <a:lnTo>
                  <a:pt x="4579912" y="1630553"/>
                </a:lnTo>
                <a:lnTo>
                  <a:pt x="4740275" y="1630553"/>
                </a:lnTo>
                <a:lnTo>
                  <a:pt x="4740275" y="1574673"/>
                </a:lnTo>
                <a:close/>
              </a:path>
              <a:path w="6108065" h="2073909">
                <a:moveTo>
                  <a:pt x="5412841" y="2069198"/>
                </a:moveTo>
                <a:lnTo>
                  <a:pt x="5362105" y="1935683"/>
                </a:lnTo>
                <a:lnTo>
                  <a:pt x="5340896" y="1879866"/>
                </a:lnTo>
                <a:lnTo>
                  <a:pt x="5276469" y="1710347"/>
                </a:lnTo>
                <a:lnTo>
                  <a:pt x="5276469" y="1879866"/>
                </a:lnTo>
                <a:lnTo>
                  <a:pt x="5097742" y="1879866"/>
                </a:lnTo>
                <a:lnTo>
                  <a:pt x="5186756" y="1641767"/>
                </a:lnTo>
                <a:lnTo>
                  <a:pt x="5276469" y="1879866"/>
                </a:lnTo>
                <a:lnTo>
                  <a:pt x="5276469" y="1710347"/>
                </a:lnTo>
                <a:lnTo>
                  <a:pt x="5250408" y="1641767"/>
                </a:lnTo>
                <a:lnTo>
                  <a:pt x="5224919" y="1574673"/>
                </a:lnTo>
                <a:lnTo>
                  <a:pt x="5152148" y="1574673"/>
                </a:lnTo>
                <a:lnTo>
                  <a:pt x="4963515" y="2069198"/>
                </a:lnTo>
                <a:lnTo>
                  <a:pt x="5027092" y="2069198"/>
                </a:lnTo>
                <a:lnTo>
                  <a:pt x="5079377" y="1935683"/>
                </a:lnTo>
                <a:lnTo>
                  <a:pt x="5294846" y="1935683"/>
                </a:lnTo>
                <a:lnTo>
                  <a:pt x="5347132" y="2069198"/>
                </a:lnTo>
                <a:lnTo>
                  <a:pt x="5412841" y="2069198"/>
                </a:lnTo>
                <a:close/>
              </a:path>
              <a:path w="6108065" h="2073909">
                <a:moveTo>
                  <a:pt x="6023915" y="2012061"/>
                </a:moveTo>
                <a:lnTo>
                  <a:pt x="5798540" y="2012061"/>
                </a:lnTo>
                <a:lnTo>
                  <a:pt x="5798540" y="1575181"/>
                </a:lnTo>
                <a:lnTo>
                  <a:pt x="5737098" y="1575181"/>
                </a:lnTo>
                <a:lnTo>
                  <a:pt x="5737098" y="2012061"/>
                </a:lnTo>
                <a:lnTo>
                  <a:pt x="5737098" y="2069211"/>
                </a:lnTo>
                <a:lnTo>
                  <a:pt x="6023915" y="2069211"/>
                </a:lnTo>
                <a:lnTo>
                  <a:pt x="6023915" y="2012061"/>
                </a:lnTo>
                <a:close/>
              </a:path>
              <a:path w="6108065" h="2073909">
                <a:moveTo>
                  <a:pt x="6107785" y="664883"/>
                </a:moveTo>
                <a:lnTo>
                  <a:pt x="6105957" y="613181"/>
                </a:lnTo>
                <a:lnTo>
                  <a:pt x="6100483" y="562635"/>
                </a:lnTo>
                <a:lnTo>
                  <a:pt x="6091453" y="513372"/>
                </a:lnTo>
                <a:lnTo>
                  <a:pt x="6078918" y="465543"/>
                </a:lnTo>
                <a:lnTo>
                  <a:pt x="6062929" y="419277"/>
                </a:lnTo>
                <a:lnTo>
                  <a:pt x="6043561" y="374738"/>
                </a:lnTo>
                <a:lnTo>
                  <a:pt x="6020879" y="332054"/>
                </a:lnTo>
                <a:lnTo>
                  <a:pt x="5994946" y="291363"/>
                </a:lnTo>
                <a:lnTo>
                  <a:pt x="5965812" y="252818"/>
                </a:lnTo>
                <a:lnTo>
                  <a:pt x="5933541" y="216560"/>
                </a:lnTo>
                <a:lnTo>
                  <a:pt x="5899658" y="184124"/>
                </a:lnTo>
                <a:lnTo>
                  <a:pt x="5899658" y="664883"/>
                </a:lnTo>
                <a:lnTo>
                  <a:pt x="5897334" y="714451"/>
                </a:lnTo>
                <a:lnTo>
                  <a:pt x="5890425" y="761974"/>
                </a:lnTo>
                <a:lnTo>
                  <a:pt x="5878982" y="807300"/>
                </a:lnTo>
                <a:lnTo>
                  <a:pt x="5863069" y="850290"/>
                </a:lnTo>
                <a:lnTo>
                  <a:pt x="5842749" y="890803"/>
                </a:lnTo>
                <a:lnTo>
                  <a:pt x="5818086" y="928674"/>
                </a:lnTo>
                <a:lnTo>
                  <a:pt x="5789142" y="963777"/>
                </a:lnTo>
                <a:lnTo>
                  <a:pt x="5755983" y="995959"/>
                </a:lnTo>
                <a:lnTo>
                  <a:pt x="5722264" y="1022553"/>
                </a:lnTo>
                <a:lnTo>
                  <a:pt x="5685714" y="1046175"/>
                </a:lnTo>
                <a:lnTo>
                  <a:pt x="5646445" y="1066761"/>
                </a:lnTo>
                <a:lnTo>
                  <a:pt x="5604573" y="1084300"/>
                </a:lnTo>
                <a:lnTo>
                  <a:pt x="5560250" y="1098740"/>
                </a:lnTo>
                <a:lnTo>
                  <a:pt x="5513578" y="1110043"/>
                </a:lnTo>
                <a:lnTo>
                  <a:pt x="5464670" y="1118158"/>
                </a:lnTo>
                <a:lnTo>
                  <a:pt x="5413654" y="1123061"/>
                </a:lnTo>
                <a:lnTo>
                  <a:pt x="5360670" y="1124699"/>
                </a:lnTo>
                <a:lnTo>
                  <a:pt x="5307685" y="1123061"/>
                </a:lnTo>
                <a:lnTo>
                  <a:pt x="5256669" y="1118158"/>
                </a:lnTo>
                <a:lnTo>
                  <a:pt x="5207774" y="1110043"/>
                </a:lnTo>
                <a:lnTo>
                  <a:pt x="5161102" y="1098740"/>
                </a:lnTo>
                <a:lnTo>
                  <a:pt x="5116766" y="1084300"/>
                </a:lnTo>
                <a:lnTo>
                  <a:pt x="5074907" y="1066761"/>
                </a:lnTo>
                <a:lnTo>
                  <a:pt x="5035639" y="1046175"/>
                </a:lnTo>
                <a:lnTo>
                  <a:pt x="4999088" y="1022553"/>
                </a:lnTo>
                <a:lnTo>
                  <a:pt x="4965357" y="995959"/>
                </a:lnTo>
                <a:lnTo>
                  <a:pt x="4932197" y="963777"/>
                </a:lnTo>
                <a:lnTo>
                  <a:pt x="4903254" y="928674"/>
                </a:lnTo>
                <a:lnTo>
                  <a:pt x="4878590" y="890803"/>
                </a:lnTo>
                <a:lnTo>
                  <a:pt x="4858270" y="850290"/>
                </a:lnTo>
                <a:lnTo>
                  <a:pt x="4842370" y="807300"/>
                </a:lnTo>
                <a:lnTo>
                  <a:pt x="4830915" y="761974"/>
                </a:lnTo>
                <a:lnTo>
                  <a:pt x="4824006" y="714451"/>
                </a:lnTo>
                <a:lnTo>
                  <a:pt x="4821694" y="664883"/>
                </a:lnTo>
                <a:lnTo>
                  <a:pt x="4824006" y="615302"/>
                </a:lnTo>
                <a:lnTo>
                  <a:pt x="4830915" y="567778"/>
                </a:lnTo>
                <a:lnTo>
                  <a:pt x="4842370" y="522452"/>
                </a:lnTo>
                <a:lnTo>
                  <a:pt x="4858270" y="479475"/>
                </a:lnTo>
                <a:lnTo>
                  <a:pt x="4878590" y="438962"/>
                </a:lnTo>
                <a:lnTo>
                  <a:pt x="4903254" y="401091"/>
                </a:lnTo>
                <a:lnTo>
                  <a:pt x="4932197" y="365988"/>
                </a:lnTo>
                <a:lnTo>
                  <a:pt x="4965357" y="333806"/>
                </a:lnTo>
                <a:lnTo>
                  <a:pt x="4999088" y="307225"/>
                </a:lnTo>
                <a:lnTo>
                  <a:pt x="5035639" y="283616"/>
                </a:lnTo>
                <a:lnTo>
                  <a:pt x="5074907" y="263017"/>
                </a:lnTo>
                <a:lnTo>
                  <a:pt x="5116766" y="245491"/>
                </a:lnTo>
                <a:lnTo>
                  <a:pt x="5161102" y="231051"/>
                </a:lnTo>
                <a:lnTo>
                  <a:pt x="5207774" y="219748"/>
                </a:lnTo>
                <a:lnTo>
                  <a:pt x="5256669" y="211632"/>
                </a:lnTo>
                <a:lnTo>
                  <a:pt x="5307685" y="206730"/>
                </a:lnTo>
                <a:lnTo>
                  <a:pt x="5360670" y="205079"/>
                </a:lnTo>
                <a:lnTo>
                  <a:pt x="5413654" y="206730"/>
                </a:lnTo>
                <a:lnTo>
                  <a:pt x="5464670" y="211632"/>
                </a:lnTo>
                <a:lnTo>
                  <a:pt x="5513578" y="219748"/>
                </a:lnTo>
                <a:lnTo>
                  <a:pt x="5560250" y="231051"/>
                </a:lnTo>
                <a:lnTo>
                  <a:pt x="5604573" y="245491"/>
                </a:lnTo>
                <a:lnTo>
                  <a:pt x="5646445" y="263017"/>
                </a:lnTo>
                <a:lnTo>
                  <a:pt x="5685714" y="283616"/>
                </a:lnTo>
                <a:lnTo>
                  <a:pt x="5722264" y="307225"/>
                </a:lnTo>
                <a:lnTo>
                  <a:pt x="5755983" y="333806"/>
                </a:lnTo>
                <a:lnTo>
                  <a:pt x="5789142" y="365988"/>
                </a:lnTo>
                <a:lnTo>
                  <a:pt x="5818086" y="401091"/>
                </a:lnTo>
                <a:lnTo>
                  <a:pt x="5842749" y="438962"/>
                </a:lnTo>
                <a:lnTo>
                  <a:pt x="5863069" y="479475"/>
                </a:lnTo>
                <a:lnTo>
                  <a:pt x="5878982" y="522452"/>
                </a:lnTo>
                <a:lnTo>
                  <a:pt x="5890425" y="567778"/>
                </a:lnTo>
                <a:lnTo>
                  <a:pt x="5897334" y="615302"/>
                </a:lnTo>
                <a:lnTo>
                  <a:pt x="5899658" y="664883"/>
                </a:lnTo>
                <a:lnTo>
                  <a:pt x="5899658" y="184124"/>
                </a:lnTo>
                <a:lnTo>
                  <a:pt x="5863348" y="154012"/>
                </a:lnTo>
                <a:lnTo>
                  <a:pt x="5826455" y="127685"/>
                </a:lnTo>
                <a:lnTo>
                  <a:pt x="5787593" y="103746"/>
                </a:lnTo>
                <a:lnTo>
                  <a:pt x="5746826" y="82232"/>
                </a:lnTo>
                <a:lnTo>
                  <a:pt x="5704230" y="63157"/>
                </a:lnTo>
                <a:lnTo>
                  <a:pt x="5659869" y="46545"/>
                </a:lnTo>
                <a:lnTo>
                  <a:pt x="5613832" y="32423"/>
                </a:lnTo>
                <a:lnTo>
                  <a:pt x="5566156" y="20815"/>
                </a:lnTo>
                <a:lnTo>
                  <a:pt x="5516943" y="11747"/>
                </a:lnTo>
                <a:lnTo>
                  <a:pt x="5466232" y="5232"/>
                </a:lnTo>
                <a:lnTo>
                  <a:pt x="5414124" y="1308"/>
                </a:lnTo>
                <a:lnTo>
                  <a:pt x="5360670" y="0"/>
                </a:lnTo>
                <a:lnTo>
                  <a:pt x="5307215" y="1308"/>
                </a:lnTo>
                <a:lnTo>
                  <a:pt x="5255107" y="5232"/>
                </a:lnTo>
                <a:lnTo>
                  <a:pt x="5204409" y="11747"/>
                </a:lnTo>
                <a:lnTo>
                  <a:pt x="5155184" y="20815"/>
                </a:lnTo>
                <a:lnTo>
                  <a:pt x="5107521" y="32423"/>
                </a:lnTo>
                <a:lnTo>
                  <a:pt x="5061470" y="46545"/>
                </a:lnTo>
                <a:lnTo>
                  <a:pt x="5017122" y="63157"/>
                </a:lnTo>
                <a:lnTo>
                  <a:pt x="4974526" y="82232"/>
                </a:lnTo>
                <a:lnTo>
                  <a:pt x="4933759" y="103746"/>
                </a:lnTo>
                <a:lnTo>
                  <a:pt x="4894897" y="127685"/>
                </a:lnTo>
                <a:lnTo>
                  <a:pt x="4858004" y="154012"/>
                </a:lnTo>
                <a:lnTo>
                  <a:pt x="4823142" y="182714"/>
                </a:lnTo>
                <a:lnTo>
                  <a:pt x="4787798" y="216560"/>
                </a:lnTo>
                <a:lnTo>
                  <a:pt x="4755540" y="252818"/>
                </a:lnTo>
                <a:lnTo>
                  <a:pt x="4726406" y="291363"/>
                </a:lnTo>
                <a:lnTo>
                  <a:pt x="4700460" y="332054"/>
                </a:lnTo>
                <a:lnTo>
                  <a:pt x="4677791" y="374738"/>
                </a:lnTo>
                <a:lnTo>
                  <a:pt x="4658423" y="419277"/>
                </a:lnTo>
                <a:lnTo>
                  <a:pt x="4642447" y="465543"/>
                </a:lnTo>
                <a:lnTo>
                  <a:pt x="4629912" y="513372"/>
                </a:lnTo>
                <a:lnTo>
                  <a:pt x="4620895" y="562635"/>
                </a:lnTo>
                <a:lnTo>
                  <a:pt x="4615421" y="613181"/>
                </a:lnTo>
                <a:lnTo>
                  <a:pt x="4613592" y="664883"/>
                </a:lnTo>
                <a:lnTo>
                  <a:pt x="4615421" y="716584"/>
                </a:lnTo>
                <a:lnTo>
                  <a:pt x="4620895" y="767130"/>
                </a:lnTo>
                <a:lnTo>
                  <a:pt x="4629912" y="816394"/>
                </a:lnTo>
                <a:lnTo>
                  <a:pt x="4642447" y="864222"/>
                </a:lnTo>
                <a:lnTo>
                  <a:pt x="4658423" y="910488"/>
                </a:lnTo>
                <a:lnTo>
                  <a:pt x="4677791" y="955027"/>
                </a:lnTo>
                <a:lnTo>
                  <a:pt x="4700460" y="997712"/>
                </a:lnTo>
                <a:lnTo>
                  <a:pt x="4726406" y="1038390"/>
                </a:lnTo>
                <a:lnTo>
                  <a:pt x="4755540" y="1076934"/>
                </a:lnTo>
                <a:lnTo>
                  <a:pt x="4787798" y="1113193"/>
                </a:lnTo>
                <a:lnTo>
                  <a:pt x="4823142" y="1147038"/>
                </a:lnTo>
                <a:lnTo>
                  <a:pt x="4858004" y="1175740"/>
                </a:lnTo>
                <a:lnTo>
                  <a:pt x="4894897" y="1202080"/>
                </a:lnTo>
                <a:lnTo>
                  <a:pt x="4933759" y="1226019"/>
                </a:lnTo>
                <a:lnTo>
                  <a:pt x="4974526" y="1247546"/>
                </a:lnTo>
                <a:lnTo>
                  <a:pt x="5017122" y="1266621"/>
                </a:lnTo>
                <a:lnTo>
                  <a:pt x="5061470" y="1283233"/>
                </a:lnTo>
                <a:lnTo>
                  <a:pt x="5107521" y="1297355"/>
                </a:lnTo>
                <a:lnTo>
                  <a:pt x="5155184" y="1308963"/>
                </a:lnTo>
                <a:lnTo>
                  <a:pt x="5204409" y="1318031"/>
                </a:lnTo>
                <a:lnTo>
                  <a:pt x="5255107" y="1324533"/>
                </a:lnTo>
                <a:lnTo>
                  <a:pt x="5307215" y="1328458"/>
                </a:lnTo>
                <a:lnTo>
                  <a:pt x="5360670" y="1329766"/>
                </a:lnTo>
                <a:lnTo>
                  <a:pt x="5414124" y="1328458"/>
                </a:lnTo>
                <a:lnTo>
                  <a:pt x="5466232" y="1324533"/>
                </a:lnTo>
                <a:lnTo>
                  <a:pt x="5516943" y="1318031"/>
                </a:lnTo>
                <a:lnTo>
                  <a:pt x="5566156" y="1308963"/>
                </a:lnTo>
                <a:lnTo>
                  <a:pt x="5613832" y="1297355"/>
                </a:lnTo>
                <a:lnTo>
                  <a:pt x="5659869" y="1283233"/>
                </a:lnTo>
                <a:lnTo>
                  <a:pt x="5704230" y="1266621"/>
                </a:lnTo>
                <a:lnTo>
                  <a:pt x="5746826" y="1247546"/>
                </a:lnTo>
                <a:lnTo>
                  <a:pt x="5787593" y="1226019"/>
                </a:lnTo>
                <a:lnTo>
                  <a:pt x="5826455" y="1202080"/>
                </a:lnTo>
                <a:lnTo>
                  <a:pt x="5863348" y="1175740"/>
                </a:lnTo>
                <a:lnTo>
                  <a:pt x="5898197" y="1147038"/>
                </a:lnTo>
                <a:lnTo>
                  <a:pt x="5933541" y="1113193"/>
                </a:lnTo>
                <a:lnTo>
                  <a:pt x="5965812" y="1076934"/>
                </a:lnTo>
                <a:lnTo>
                  <a:pt x="5994946" y="1038390"/>
                </a:lnTo>
                <a:lnTo>
                  <a:pt x="6020879" y="997712"/>
                </a:lnTo>
                <a:lnTo>
                  <a:pt x="6043561" y="955027"/>
                </a:lnTo>
                <a:lnTo>
                  <a:pt x="6062929" y="910488"/>
                </a:lnTo>
                <a:lnTo>
                  <a:pt x="6078918" y="864222"/>
                </a:lnTo>
                <a:lnTo>
                  <a:pt x="6091453" y="816394"/>
                </a:lnTo>
                <a:lnTo>
                  <a:pt x="6100483" y="767130"/>
                </a:lnTo>
                <a:lnTo>
                  <a:pt x="6105957" y="716584"/>
                </a:lnTo>
                <a:lnTo>
                  <a:pt x="6107785" y="6648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E10927-66E7-F68B-02BD-946C402ED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8D139F25-5E0A-020F-A406-54F6CA5342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83015" y="2025933"/>
            <a:ext cx="6928497" cy="3897279"/>
          </a:xfrm>
          <a:prstGeom prst="rect">
            <a:avLst/>
          </a:prstGeom>
          <a:ln w="38100">
            <a:solidFill>
              <a:schemeClr val="bg2">
                <a:lumMod val="25000"/>
              </a:schemeClr>
            </a:solidFill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E41FE-03E5-5B8C-1D35-A048E1E7F9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368300"/>
            <a:ext cx="10183813" cy="430887"/>
          </a:xfrm>
        </p:spPr>
        <p:txBody>
          <a:bodyPr anchor="ctr" anchorCtr="0"/>
          <a:lstStyle/>
          <a:p>
            <a:r>
              <a:rPr lang="pt-BR"/>
              <a:t>Baixe a apresentação completa no QR </a:t>
            </a:r>
            <a:r>
              <a:rPr lang="pt-BR" err="1"/>
              <a:t>Code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64C00B7-9E22-FA0D-2E40-D7AA580936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4963" y="2026099"/>
            <a:ext cx="3897114" cy="3897114"/>
          </a:xfrm>
          <a:prstGeom prst="rect">
            <a:avLst/>
          </a:prstGeom>
        </p:spPr>
      </p:pic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57168C95-3C15-74CB-0EFD-9AFD4857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100">
                <a:solidFill>
                  <a:schemeClr val="bg1"/>
                </a:solidFill>
                <a:latin typeface="Versos" panose="020B0503020204030204" pitchFamily="34" charset="0"/>
                <a:cs typeface="Versos" panose="020B0503020204030204" pitchFamily="34" charset="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7256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8C4D43EA-D2E3-BF76-9910-33F2E88A020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Imagem 7" descr="Uma imagem contendo Diagrama&#10;&#10;O conteúdo gerado por IA pode estar incorreto.">
            <a:extLst>
              <a:ext uri="{FF2B5EF4-FFF2-40B4-BE49-F238E27FC236}">
                <a16:creationId xmlns:a16="http://schemas.microsoft.com/office/drawing/2014/main" id="{6AADCCDD-D8C2-B04D-4303-E6B0A061A1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54"/>
          <a:stretch/>
        </p:blipFill>
        <p:spPr>
          <a:xfrm>
            <a:off x="-50494" y="0"/>
            <a:ext cx="12292987" cy="686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57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852A0-036D-66B2-730C-6C6B55CE9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158906CB-F407-4B30-64A9-FBCFFF52D9EE}"/>
              </a:ext>
            </a:extLst>
          </p:cNvPr>
          <p:cNvSpPr/>
          <p:nvPr/>
        </p:nvSpPr>
        <p:spPr>
          <a:xfrm>
            <a:off x="455193" y="592842"/>
            <a:ext cx="610127" cy="523852"/>
          </a:xfrm>
          <a:custGeom>
            <a:avLst/>
            <a:gdLst/>
            <a:ahLst/>
            <a:cxnLst/>
            <a:rect l="l" t="t" r="r" b="b"/>
            <a:pathLst>
              <a:path w="3933825" h="3377565">
                <a:moveTo>
                  <a:pt x="1966645" y="517944"/>
                </a:moveTo>
                <a:lnTo>
                  <a:pt x="1918042" y="454977"/>
                </a:lnTo>
                <a:lnTo>
                  <a:pt x="1886877" y="416318"/>
                </a:lnTo>
                <a:lnTo>
                  <a:pt x="1854339" y="379209"/>
                </a:lnTo>
                <a:lnTo>
                  <a:pt x="1820494" y="343674"/>
                </a:lnTo>
                <a:lnTo>
                  <a:pt x="1785391" y="309753"/>
                </a:lnTo>
                <a:lnTo>
                  <a:pt x="1749056" y="277444"/>
                </a:lnTo>
                <a:lnTo>
                  <a:pt x="1711566" y="246786"/>
                </a:lnTo>
                <a:lnTo>
                  <a:pt x="1672958" y="217805"/>
                </a:lnTo>
                <a:lnTo>
                  <a:pt x="1633283" y="190512"/>
                </a:lnTo>
                <a:lnTo>
                  <a:pt x="1592580" y="164947"/>
                </a:lnTo>
                <a:lnTo>
                  <a:pt x="1550911" y="141122"/>
                </a:lnTo>
                <a:lnTo>
                  <a:pt x="1508315" y="119062"/>
                </a:lnTo>
                <a:lnTo>
                  <a:pt x="1464856" y="98793"/>
                </a:lnTo>
                <a:lnTo>
                  <a:pt x="1420558" y="80352"/>
                </a:lnTo>
                <a:lnTo>
                  <a:pt x="1375486" y="63741"/>
                </a:lnTo>
                <a:lnTo>
                  <a:pt x="1329677" y="48996"/>
                </a:lnTo>
                <a:lnTo>
                  <a:pt x="1283195" y="36144"/>
                </a:lnTo>
                <a:lnTo>
                  <a:pt x="1236091" y="25196"/>
                </a:lnTo>
                <a:lnTo>
                  <a:pt x="1188389" y="16192"/>
                </a:lnTo>
                <a:lnTo>
                  <a:pt x="1140167" y="9144"/>
                </a:lnTo>
                <a:lnTo>
                  <a:pt x="1091450" y="4076"/>
                </a:lnTo>
                <a:lnTo>
                  <a:pt x="1042301" y="1016"/>
                </a:lnTo>
                <a:lnTo>
                  <a:pt x="992759" y="0"/>
                </a:lnTo>
                <a:lnTo>
                  <a:pt x="0" y="0"/>
                </a:lnTo>
                <a:lnTo>
                  <a:pt x="0" y="517944"/>
                </a:lnTo>
                <a:lnTo>
                  <a:pt x="1966645" y="517944"/>
                </a:lnTo>
                <a:close/>
              </a:path>
              <a:path w="3933825" h="3377565">
                <a:moveTo>
                  <a:pt x="2255837" y="2178951"/>
                </a:moveTo>
                <a:lnTo>
                  <a:pt x="2240851" y="2168410"/>
                </a:lnTo>
                <a:lnTo>
                  <a:pt x="2240851" y="1271511"/>
                </a:lnTo>
                <a:lnTo>
                  <a:pt x="2239734" y="1219581"/>
                </a:lnTo>
                <a:lnTo>
                  <a:pt x="2236393" y="1168082"/>
                </a:lnTo>
                <a:lnTo>
                  <a:pt x="2230831" y="1117041"/>
                </a:lnTo>
                <a:lnTo>
                  <a:pt x="2223084" y="1066507"/>
                </a:lnTo>
                <a:lnTo>
                  <a:pt x="2213152" y="1016546"/>
                </a:lnTo>
                <a:lnTo>
                  <a:pt x="2201062" y="967168"/>
                </a:lnTo>
                <a:lnTo>
                  <a:pt x="2186825" y="918464"/>
                </a:lnTo>
                <a:lnTo>
                  <a:pt x="2170455" y="870445"/>
                </a:lnTo>
                <a:lnTo>
                  <a:pt x="2151977" y="823188"/>
                </a:lnTo>
                <a:lnTo>
                  <a:pt x="2131390" y="776719"/>
                </a:lnTo>
                <a:lnTo>
                  <a:pt x="2108720" y="731088"/>
                </a:lnTo>
                <a:lnTo>
                  <a:pt x="2083993" y="686358"/>
                </a:lnTo>
                <a:lnTo>
                  <a:pt x="2057209" y="642556"/>
                </a:lnTo>
                <a:lnTo>
                  <a:pt x="2028380" y="599744"/>
                </a:lnTo>
                <a:lnTo>
                  <a:pt x="1997544" y="557961"/>
                </a:lnTo>
                <a:lnTo>
                  <a:pt x="1966645" y="517944"/>
                </a:lnTo>
                <a:lnTo>
                  <a:pt x="1935708" y="557961"/>
                </a:lnTo>
                <a:lnTo>
                  <a:pt x="1904885" y="599744"/>
                </a:lnTo>
                <a:lnTo>
                  <a:pt x="1876082" y="642556"/>
                </a:lnTo>
                <a:lnTo>
                  <a:pt x="1849297" y="686358"/>
                </a:lnTo>
                <a:lnTo>
                  <a:pt x="1824570" y="731088"/>
                </a:lnTo>
                <a:lnTo>
                  <a:pt x="1801901" y="776719"/>
                </a:lnTo>
                <a:lnTo>
                  <a:pt x="1781327" y="823188"/>
                </a:lnTo>
                <a:lnTo>
                  <a:pt x="1762836" y="870445"/>
                </a:lnTo>
                <a:lnTo>
                  <a:pt x="1746465" y="918464"/>
                </a:lnTo>
                <a:lnTo>
                  <a:pt x="1732216" y="967168"/>
                </a:lnTo>
                <a:lnTo>
                  <a:pt x="1720126" y="1016546"/>
                </a:lnTo>
                <a:lnTo>
                  <a:pt x="1710194" y="1066507"/>
                </a:lnTo>
                <a:lnTo>
                  <a:pt x="1702435" y="1117041"/>
                </a:lnTo>
                <a:lnTo>
                  <a:pt x="1696872" y="1168082"/>
                </a:lnTo>
                <a:lnTo>
                  <a:pt x="1693532" y="1219581"/>
                </a:lnTo>
                <a:lnTo>
                  <a:pt x="1692402" y="1271511"/>
                </a:lnTo>
                <a:lnTo>
                  <a:pt x="1692402" y="2188641"/>
                </a:lnTo>
                <a:lnTo>
                  <a:pt x="1692008" y="3338182"/>
                </a:lnTo>
                <a:lnTo>
                  <a:pt x="1692402" y="3377336"/>
                </a:lnTo>
                <a:lnTo>
                  <a:pt x="2241296" y="3377336"/>
                </a:lnTo>
                <a:lnTo>
                  <a:pt x="2240851" y="2200846"/>
                </a:lnTo>
                <a:lnTo>
                  <a:pt x="2255837" y="2178951"/>
                </a:lnTo>
                <a:close/>
              </a:path>
              <a:path w="3933825" h="3377565">
                <a:moveTo>
                  <a:pt x="3933317" y="0"/>
                </a:moveTo>
                <a:lnTo>
                  <a:pt x="2940608" y="0"/>
                </a:lnTo>
                <a:lnTo>
                  <a:pt x="2891066" y="1016"/>
                </a:lnTo>
                <a:lnTo>
                  <a:pt x="2841904" y="4076"/>
                </a:lnTo>
                <a:lnTo>
                  <a:pt x="2793187" y="9144"/>
                </a:lnTo>
                <a:lnTo>
                  <a:pt x="2744940" y="16192"/>
                </a:lnTo>
                <a:lnTo>
                  <a:pt x="2697238" y="25196"/>
                </a:lnTo>
                <a:lnTo>
                  <a:pt x="2650121" y="36144"/>
                </a:lnTo>
                <a:lnTo>
                  <a:pt x="2603639" y="48996"/>
                </a:lnTo>
                <a:lnTo>
                  <a:pt x="2557830" y="63741"/>
                </a:lnTo>
                <a:lnTo>
                  <a:pt x="2512745" y="80352"/>
                </a:lnTo>
                <a:lnTo>
                  <a:pt x="2468448" y="98793"/>
                </a:lnTo>
                <a:lnTo>
                  <a:pt x="2424976" y="119062"/>
                </a:lnTo>
                <a:lnTo>
                  <a:pt x="2382380" y="141122"/>
                </a:lnTo>
                <a:lnTo>
                  <a:pt x="2340699" y="164947"/>
                </a:lnTo>
                <a:lnTo>
                  <a:pt x="2300008" y="190512"/>
                </a:lnTo>
                <a:lnTo>
                  <a:pt x="2260320" y="217805"/>
                </a:lnTo>
                <a:lnTo>
                  <a:pt x="2221712" y="246786"/>
                </a:lnTo>
                <a:lnTo>
                  <a:pt x="2184222" y="277444"/>
                </a:lnTo>
                <a:lnTo>
                  <a:pt x="2147900" y="309753"/>
                </a:lnTo>
                <a:lnTo>
                  <a:pt x="2112797" y="343674"/>
                </a:lnTo>
                <a:lnTo>
                  <a:pt x="2078951" y="379209"/>
                </a:lnTo>
                <a:lnTo>
                  <a:pt x="2046427" y="416318"/>
                </a:lnTo>
                <a:lnTo>
                  <a:pt x="2015261" y="454977"/>
                </a:lnTo>
                <a:lnTo>
                  <a:pt x="1966709" y="517944"/>
                </a:lnTo>
                <a:lnTo>
                  <a:pt x="3933317" y="517944"/>
                </a:lnTo>
                <a:lnTo>
                  <a:pt x="393331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86E8807-8CAD-1955-0FB9-2801185101BC}"/>
              </a:ext>
            </a:extLst>
          </p:cNvPr>
          <p:cNvSpPr/>
          <p:nvPr/>
        </p:nvSpPr>
        <p:spPr>
          <a:xfrm>
            <a:off x="10315794" y="613525"/>
            <a:ext cx="1421013" cy="482486"/>
          </a:xfrm>
          <a:custGeom>
            <a:avLst/>
            <a:gdLst/>
            <a:ahLst/>
            <a:cxnLst/>
            <a:rect l="l" t="t" r="r" b="b"/>
            <a:pathLst>
              <a:path w="6108065" h="2073909">
                <a:moveTo>
                  <a:pt x="746861" y="202463"/>
                </a:moveTo>
                <a:lnTo>
                  <a:pt x="694613" y="139598"/>
                </a:lnTo>
                <a:lnTo>
                  <a:pt x="657161" y="105219"/>
                </a:lnTo>
                <a:lnTo>
                  <a:pt x="616432" y="75615"/>
                </a:lnTo>
                <a:lnTo>
                  <a:pt x="572808" y="50977"/>
                </a:lnTo>
                <a:lnTo>
                  <a:pt x="526669" y="31483"/>
                </a:lnTo>
                <a:lnTo>
                  <a:pt x="478396" y="17322"/>
                </a:lnTo>
                <a:lnTo>
                  <a:pt x="428383" y="8686"/>
                </a:lnTo>
                <a:lnTo>
                  <a:pt x="377012" y="5765"/>
                </a:lnTo>
                <a:lnTo>
                  <a:pt x="0" y="5765"/>
                </a:lnTo>
                <a:lnTo>
                  <a:pt x="0" y="202463"/>
                </a:lnTo>
                <a:lnTo>
                  <a:pt x="746861" y="202463"/>
                </a:lnTo>
                <a:close/>
              </a:path>
              <a:path w="6108065" h="2073909">
                <a:moveTo>
                  <a:pt x="856691" y="833234"/>
                </a:moveTo>
                <a:lnTo>
                  <a:pt x="850988" y="829233"/>
                </a:lnTo>
                <a:lnTo>
                  <a:pt x="850988" y="488632"/>
                </a:lnTo>
                <a:lnTo>
                  <a:pt x="848347" y="439635"/>
                </a:lnTo>
                <a:lnTo>
                  <a:pt x="840473" y="391807"/>
                </a:lnTo>
                <a:lnTo>
                  <a:pt x="827468" y="345414"/>
                </a:lnTo>
                <a:lnTo>
                  <a:pt x="809421" y="300736"/>
                </a:lnTo>
                <a:lnTo>
                  <a:pt x="786434" y="258051"/>
                </a:lnTo>
                <a:lnTo>
                  <a:pt x="758596" y="217652"/>
                </a:lnTo>
                <a:lnTo>
                  <a:pt x="746861" y="202463"/>
                </a:lnTo>
                <a:lnTo>
                  <a:pt x="735114" y="217652"/>
                </a:lnTo>
                <a:lnTo>
                  <a:pt x="707288" y="258051"/>
                </a:lnTo>
                <a:lnTo>
                  <a:pt x="684301" y="300736"/>
                </a:lnTo>
                <a:lnTo>
                  <a:pt x="666254" y="345414"/>
                </a:lnTo>
                <a:lnTo>
                  <a:pt x="653237" y="391807"/>
                </a:lnTo>
                <a:lnTo>
                  <a:pt x="645363" y="439635"/>
                </a:lnTo>
                <a:lnTo>
                  <a:pt x="642708" y="488632"/>
                </a:lnTo>
                <a:lnTo>
                  <a:pt x="642569" y="1273479"/>
                </a:lnTo>
                <a:lnTo>
                  <a:pt x="642708" y="1288351"/>
                </a:lnTo>
                <a:lnTo>
                  <a:pt x="851166" y="1288351"/>
                </a:lnTo>
                <a:lnTo>
                  <a:pt x="850988" y="841552"/>
                </a:lnTo>
                <a:lnTo>
                  <a:pt x="856691" y="833234"/>
                </a:lnTo>
                <a:close/>
              </a:path>
              <a:path w="6108065" h="2073909">
                <a:moveTo>
                  <a:pt x="1493723" y="5765"/>
                </a:moveTo>
                <a:lnTo>
                  <a:pt x="1116723" y="5765"/>
                </a:lnTo>
                <a:lnTo>
                  <a:pt x="1065352" y="8686"/>
                </a:lnTo>
                <a:lnTo>
                  <a:pt x="1015326" y="17322"/>
                </a:lnTo>
                <a:lnTo>
                  <a:pt x="967054" y="31483"/>
                </a:lnTo>
                <a:lnTo>
                  <a:pt x="920915" y="50977"/>
                </a:lnTo>
                <a:lnTo>
                  <a:pt x="877277" y="75615"/>
                </a:lnTo>
                <a:lnTo>
                  <a:pt x="836549" y="105219"/>
                </a:lnTo>
                <a:lnTo>
                  <a:pt x="799096" y="139598"/>
                </a:lnTo>
                <a:lnTo>
                  <a:pt x="765327" y="178536"/>
                </a:lnTo>
                <a:lnTo>
                  <a:pt x="746887" y="202463"/>
                </a:lnTo>
                <a:lnTo>
                  <a:pt x="1493723" y="202463"/>
                </a:lnTo>
                <a:lnTo>
                  <a:pt x="1493723" y="5765"/>
                </a:lnTo>
                <a:close/>
              </a:path>
              <a:path w="6108065" h="2073909">
                <a:moveTo>
                  <a:pt x="2001393" y="16878"/>
                </a:moveTo>
                <a:lnTo>
                  <a:pt x="1798916" y="16878"/>
                </a:lnTo>
                <a:lnTo>
                  <a:pt x="1798916" y="1312837"/>
                </a:lnTo>
                <a:lnTo>
                  <a:pt x="2001393" y="1312837"/>
                </a:lnTo>
                <a:lnTo>
                  <a:pt x="2001393" y="16878"/>
                </a:lnTo>
                <a:close/>
              </a:path>
              <a:path w="6108065" h="2073909">
                <a:moveTo>
                  <a:pt x="2213216" y="1736458"/>
                </a:moveTo>
                <a:lnTo>
                  <a:pt x="2188743" y="1667573"/>
                </a:lnTo>
                <a:lnTo>
                  <a:pt x="2143595" y="1614932"/>
                </a:lnTo>
                <a:lnTo>
                  <a:pt x="2081517" y="1581543"/>
                </a:lnTo>
                <a:lnTo>
                  <a:pt x="2006193" y="1570431"/>
                </a:lnTo>
                <a:lnTo>
                  <a:pt x="1971941" y="1572387"/>
                </a:lnTo>
                <a:lnTo>
                  <a:pt x="1909762" y="1588109"/>
                </a:lnTo>
                <a:lnTo>
                  <a:pt x="1856562" y="1619186"/>
                </a:lnTo>
                <a:lnTo>
                  <a:pt x="1815223" y="1663522"/>
                </a:lnTo>
                <a:lnTo>
                  <a:pt x="1786521" y="1720202"/>
                </a:lnTo>
                <a:lnTo>
                  <a:pt x="1772031" y="1785899"/>
                </a:lnTo>
                <a:lnTo>
                  <a:pt x="1770214" y="1821929"/>
                </a:lnTo>
                <a:lnTo>
                  <a:pt x="1772031" y="1858251"/>
                </a:lnTo>
                <a:lnTo>
                  <a:pt x="1786521" y="1924126"/>
                </a:lnTo>
                <a:lnTo>
                  <a:pt x="1815223" y="1980539"/>
                </a:lnTo>
                <a:lnTo>
                  <a:pt x="1856562" y="2024697"/>
                </a:lnTo>
                <a:lnTo>
                  <a:pt x="1909762" y="2055761"/>
                </a:lnTo>
                <a:lnTo>
                  <a:pt x="1971941" y="2071471"/>
                </a:lnTo>
                <a:lnTo>
                  <a:pt x="2006193" y="2073427"/>
                </a:lnTo>
                <a:lnTo>
                  <a:pt x="2045792" y="2070646"/>
                </a:lnTo>
                <a:lnTo>
                  <a:pt x="2114486" y="2048395"/>
                </a:lnTo>
                <a:lnTo>
                  <a:pt x="2168436" y="2004644"/>
                </a:lnTo>
                <a:lnTo>
                  <a:pt x="2202891" y="1943887"/>
                </a:lnTo>
                <a:lnTo>
                  <a:pt x="2151037" y="1907425"/>
                </a:lnTo>
                <a:lnTo>
                  <a:pt x="2142464" y="1932089"/>
                </a:lnTo>
                <a:lnTo>
                  <a:pt x="2130895" y="1953780"/>
                </a:lnTo>
                <a:lnTo>
                  <a:pt x="2098776" y="1988299"/>
                </a:lnTo>
                <a:lnTo>
                  <a:pt x="2055837" y="2009762"/>
                </a:lnTo>
                <a:lnTo>
                  <a:pt x="2003386" y="2016937"/>
                </a:lnTo>
                <a:lnTo>
                  <a:pt x="1978698" y="2015388"/>
                </a:lnTo>
                <a:lnTo>
                  <a:pt x="1933829" y="2003018"/>
                </a:lnTo>
                <a:lnTo>
                  <a:pt x="1895360" y="1978596"/>
                </a:lnTo>
                <a:lnTo>
                  <a:pt x="1865515" y="1943976"/>
                </a:lnTo>
                <a:lnTo>
                  <a:pt x="1844840" y="1899958"/>
                </a:lnTo>
                <a:lnTo>
                  <a:pt x="1834413" y="1849450"/>
                </a:lnTo>
                <a:lnTo>
                  <a:pt x="1833118" y="1821929"/>
                </a:lnTo>
                <a:lnTo>
                  <a:pt x="1834413" y="1794129"/>
                </a:lnTo>
                <a:lnTo>
                  <a:pt x="1844840" y="1743456"/>
                </a:lnTo>
                <a:lnTo>
                  <a:pt x="1865515" y="1699691"/>
                </a:lnTo>
                <a:lnTo>
                  <a:pt x="1895360" y="1665262"/>
                </a:lnTo>
                <a:lnTo>
                  <a:pt x="1933829" y="1640865"/>
                </a:lnTo>
                <a:lnTo>
                  <a:pt x="1978698" y="1628482"/>
                </a:lnTo>
                <a:lnTo>
                  <a:pt x="2003386" y="1626933"/>
                </a:lnTo>
                <a:lnTo>
                  <a:pt x="2030564" y="1628749"/>
                </a:lnTo>
                <a:lnTo>
                  <a:pt x="2078418" y="1643240"/>
                </a:lnTo>
                <a:lnTo>
                  <a:pt x="2117102" y="1671815"/>
                </a:lnTo>
                <a:lnTo>
                  <a:pt x="2143417" y="1712087"/>
                </a:lnTo>
                <a:lnTo>
                  <a:pt x="2151748" y="1736458"/>
                </a:lnTo>
                <a:lnTo>
                  <a:pt x="2213216" y="1736458"/>
                </a:lnTo>
                <a:close/>
              </a:path>
              <a:path w="6108065" h="2073909">
                <a:moveTo>
                  <a:pt x="2950057" y="2069198"/>
                </a:moveTo>
                <a:lnTo>
                  <a:pt x="2899321" y="1935683"/>
                </a:lnTo>
                <a:lnTo>
                  <a:pt x="2878112" y="1879866"/>
                </a:lnTo>
                <a:lnTo>
                  <a:pt x="2813685" y="1710347"/>
                </a:lnTo>
                <a:lnTo>
                  <a:pt x="2813685" y="1879866"/>
                </a:lnTo>
                <a:lnTo>
                  <a:pt x="2634945" y="1879866"/>
                </a:lnTo>
                <a:lnTo>
                  <a:pt x="2723972" y="1641767"/>
                </a:lnTo>
                <a:lnTo>
                  <a:pt x="2813685" y="1879866"/>
                </a:lnTo>
                <a:lnTo>
                  <a:pt x="2813685" y="1710347"/>
                </a:lnTo>
                <a:lnTo>
                  <a:pt x="2787624" y="1641767"/>
                </a:lnTo>
                <a:lnTo>
                  <a:pt x="2762123" y="1574673"/>
                </a:lnTo>
                <a:lnTo>
                  <a:pt x="2689352" y="1574673"/>
                </a:lnTo>
                <a:lnTo>
                  <a:pt x="2500731" y="2069198"/>
                </a:lnTo>
                <a:lnTo>
                  <a:pt x="2564295" y="2069198"/>
                </a:lnTo>
                <a:lnTo>
                  <a:pt x="2616593" y="1935683"/>
                </a:lnTo>
                <a:lnTo>
                  <a:pt x="2832049" y="1935683"/>
                </a:lnTo>
                <a:lnTo>
                  <a:pt x="2884347" y="2069198"/>
                </a:lnTo>
                <a:lnTo>
                  <a:pt x="2950057" y="2069198"/>
                </a:lnTo>
                <a:close/>
              </a:path>
              <a:path w="6108065" h="2073909">
                <a:moveTo>
                  <a:pt x="3053638" y="1312849"/>
                </a:moveTo>
                <a:lnTo>
                  <a:pt x="2532443" y="16891"/>
                </a:lnTo>
                <a:lnTo>
                  <a:pt x="2299081" y="16891"/>
                </a:lnTo>
                <a:lnTo>
                  <a:pt x="2766174" y="1130668"/>
                </a:lnTo>
                <a:lnTo>
                  <a:pt x="2788412" y="1173162"/>
                </a:lnTo>
                <a:lnTo>
                  <a:pt x="2817114" y="1210919"/>
                </a:lnTo>
                <a:lnTo>
                  <a:pt x="2851556" y="1243457"/>
                </a:lnTo>
                <a:lnTo>
                  <a:pt x="2890977" y="1270317"/>
                </a:lnTo>
                <a:lnTo>
                  <a:pt x="2934627" y="1291031"/>
                </a:lnTo>
                <a:lnTo>
                  <a:pt x="2981756" y="1305128"/>
                </a:lnTo>
                <a:lnTo>
                  <a:pt x="3031629" y="1312113"/>
                </a:lnTo>
                <a:lnTo>
                  <a:pt x="3031337" y="1312849"/>
                </a:lnTo>
                <a:lnTo>
                  <a:pt x="3053638" y="1312849"/>
                </a:lnTo>
                <a:close/>
              </a:path>
              <a:path w="6108065" h="2073909">
                <a:moveTo>
                  <a:pt x="3628263" y="1726539"/>
                </a:moveTo>
                <a:lnTo>
                  <a:pt x="3623221" y="1683550"/>
                </a:lnTo>
                <a:lnTo>
                  <a:pt x="3608108" y="1646377"/>
                </a:lnTo>
                <a:lnTo>
                  <a:pt x="3583648" y="1615998"/>
                </a:lnTo>
                <a:lnTo>
                  <a:pt x="3565360" y="1602079"/>
                </a:lnTo>
                <a:lnTo>
                  <a:pt x="3565360" y="1726539"/>
                </a:lnTo>
                <a:lnTo>
                  <a:pt x="3563556" y="1747354"/>
                </a:lnTo>
                <a:lnTo>
                  <a:pt x="3536429" y="1796491"/>
                </a:lnTo>
                <a:lnTo>
                  <a:pt x="3502495" y="1816112"/>
                </a:lnTo>
                <a:lnTo>
                  <a:pt x="3458692" y="1822640"/>
                </a:lnTo>
                <a:lnTo>
                  <a:pt x="3335769" y="1822640"/>
                </a:lnTo>
                <a:lnTo>
                  <a:pt x="3335769" y="1631175"/>
                </a:lnTo>
                <a:lnTo>
                  <a:pt x="3459403" y="1631175"/>
                </a:lnTo>
                <a:lnTo>
                  <a:pt x="3503117" y="1637626"/>
                </a:lnTo>
                <a:lnTo>
                  <a:pt x="3536772" y="1656981"/>
                </a:lnTo>
                <a:lnTo>
                  <a:pt x="3563582" y="1705775"/>
                </a:lnTo>
                <a:lnTo>
                  <a:pt x="3565360" y="1726539"/>
                </a:lnTo>
                <a:lnTo>
                  <a:pt x="3565360" y="1602079"/>
                </a:lnTo>
                <a:lnTo>
                  <a:pt x="3531108" y="1585201"/>
                </a:lnTo>
                <a:lnTo>
                  <a:pt x="3488017" y="1575828"/>
                </a:lnTo>
                <a:lnTo>
                  <a:pt x="3464356" y="1574647"/>
                </a:lnTo>
                <a:lnTo>
                  <a:pt x="3274326" y="1574647"/>
                </a:lnTo>
                <a:lnTo>
                  <a:pt x="3274326" y="2069211"/>
                </a:lnTo>
                <a:lnTo>
                  <a:pt x="3335769" y="2069211"/>
                </a:lnTo>
                <a:lnTo>
                  <a:pt x="3335769" y="1879155"/>
                </a:lnTo>
                <a:lnTo>
                  <a:pt x="3464356" y="1879155"/>
                </a:lnTo>
                <a:lnTo>
                  <a:pt x="3510178" y="1874469"/>
                </a:lnTo>
                <a:lnTo>
                  <a:pt x="3550196" y="1860435"/>
                </a:lnTo>
                <a:lnTo>
                  <a:pt x="3583140" y="1837740"/>
                </a:lnTo>
                <a:lnTo>
                  <a:pt x="3597021" y="1822640"/>
                </a:lnTo>
                <a:lnTo>
                  <a:pt x="3607765" y="1807095"/>
                </a:lnTo>
                <a:lnTo>
                  <a:pt x="3616731" y="1789087"/>
                </a:lnTo>
                <a:lnTo>
                  <a:pt x="3623132" y="1769656"/>
                </a:lnTo>
                <a:lnTo>
                  <a:pt x="3626980" y="1748815"/>
                </a:lnTo>
                <a:lnTo>
                  <a:pt x="3628263" y="1726539"/>
                </a:lnTo>
                <a:close/>
              </a:path>
              <a:path w="6108065" h="2073909">
                <a:moveTo>
                  <a:pt x="3808209" y="16891"/>
                </a:moveTo>
                <a:lnTo>
                  <a:pt x="3574846" y="16891"/>
                </a:lnTo>
                <a:lnTo>
                  <a:pt x="3053638" y="1312849"/>
                </a:lnTo>
                <a:lnTo>
                  <a:pt x="3075952" y="1312849"/>
                </a:lnTo>
                <a:lnTo>
                  <a:pt x="3075660" y="1312113"/>
                </a:lnTo>
                <a:lnTo>
                  <a:pt x="3125533" y="1305128"/>
                </a:lnTo>
                <a:lnTo>
                  <a:pt x="3172663" y="1291031"/>
                </a:lnTo>
                <a:lnTo>
                  <a:pt x="3216313" y="1270317"/>
                </a:lnTo>
                <a:lnTo>
                  <a:pt x="3255734" y="1243457"/>
                </a:lnTo>
                <a:lnTo>
                  <a:pt x="3290176" y="1210919"/>
                </a:lnTo>
                <a:lnTo>
                  <a:pt x="3318878" y="1173162"/>
                </a:lnTo>
                <a:lnTo>
                  <a:pt x="3341116" y="1130668"/>
                </a:lnTo>
                <a:lnTo>
                  <a:pt x="3808209" y="16891"/>
                </a:lnTo>
                <a:close/>
              </a:path>
              <a:path w="6108065" h="2073909">
                <a:moveTo>
                  <a:pt x="4023880" y="1574673"/>
                </a:moveTo>
                <a:lnTo>
                  <a:pt x="3962438" y="1574673"/>
                </a:lnTo>
                <a:lnTo>
                  <a:pt x="3962438" y="2069211"/>
                </a:lnTo>
                <a:lnTo>
                  <a:pt x="4023880" y="2069211"/>
                </a:lnTo>
                <a:lnTo>
                  <a:pt x="4023880" y="1574673"/>
                </a:lnTo>
                <a:close/>
              </a:path>
              <a:path w="6108065" h="2073909">
                <a:moveTo>
                  <a:pt x="4308399" y="16878"/>
                </a:moveTo>
                <a:lnTo>
                  <a:pt x="4105922" y="16878"/>
                </a:lnTo>
                <a:lnTo>
                  <a:pt x="4105922" y="1312837"/>
                </a:lnTo>
                <a:lnTo>
                  <a:pt x="4308399" y="1312837"/>
                </a:lnTo>
                <a:lnTo>
                  <a:pt x="4308399" y="16878"/>
                </a:lnTo>
                <a:close/>
              </a:path>
              <a:path w="6108065" h="2073909">
                <a:moveTo>
                  <a:pt x="4740275" y="1574673"/>
                </a:moveTo>
                <a:lnTo>
                  <a:pt x="4358068" y="1574673"/>
                </a:lnTo>
                <a:lnTo>
                  <a:pt x="4358068" y="1630553"/>
                </a:lnTo>
                <a:lnTo>
                  <a:pt x="4518431" y="1630553"/>
                </a:lnTo>
                <a:lnTo>
                  <a:pt x="4518431" y="2068703"/>
                </a:lnTo>
                <a:lnTo>
                  <a:pt x="4579912" y="2068703"/>
                </a:lnTo>
                <a:lnTo>
                  <a:pt x="4579912" y="1630553"/>
                </a:lnTo>
                <a:lnTo>
                  <a:pt x="4740275" y="1630553"/>
                </a:lnTo>
                <a:lnTo>
                  <a:pt x="4740275" y="1574673"/>
                </a:lnTo>
                <a:close/>
              </a:path>
              <a:path w="6108065" h="2073909">
                <a:moveTo>
                  <a:pt x="5412841" y="2069198"/>
                </a:moveTo>
                <a:lnTo>
                  <a:pt x="5362105" y="1935683"/>
                </a:lnTo>
                <a:lnTo>
                  <a:pt x="5340896" y="1879866"/>
                </a:lnTo>
                <a:lnTo>
                  <a:pt x="5276469" y="1710347"/>
                </a:lnTo>
                <a:lnTo>
                  <a:pt x="5276469" y="1879866"/>
                </a:lnTo>
                <a:lnTo>
                  <a:pt x="5097742" y="1879866"/>
                </a:lnTo>
                <a:lnTo>
                  <a:pt x="5186756" y="1641767"/>
                </a:lnTo>
                <a:lnTo>
                  <a:pt x="5276469" y="1879866"/>
                </a:lnTo>
                <a:lnTo>
                  <a:pt x="5276469" y="1710347"/>
                </a:lnTo>
                <a:lnTo>
                  <a:pt x="5250408" y="1641767"/>
                </a:lnTo>
                <a:lnTo>
                  <a:pt x="5224919" y="1574673"/>
                </a:lnTo>
                <a:lnTo>
                  <a:pt x="5152148" y="1574673"/>
                </a:lnTo>
                <a:lnTo>
                  <a:pt x="4963515" y="2069198"/>
                </a:lnTo>
                <a:lnTo>
                  <a:pt x="5027092" y="2069198"/>
                </a:lnTo>
                <a:lnTo>
                  <a:pt x="5079377" y="1935683"/>
                </a:lnTo>
                <a:lnTo>
                  <a:pt x="5294846" y="1935683"/>
                </a:lnTo>
                <a:lnTo>
                  <a:pt x="5347132" y="2069198"/>
                </a:lnTo>
                <a:lnTo>
                  <a:pt x="5412841" y="2069198"/>
                </a:lnTo>
                <a:close/>
              </a:path>
              <a:path w="6108065" h="2073909">
                <a:moveTo>
                  <a:pt x="6023915" y="2012061"/>
                </a:moveTo>
                <a:lnTo>
                  <a:pt x="5798540" y="2012061"/>
                </a:lnTo>
                <a:lnTo>
                  <a:pt x="5798540" y="1575181"/>
                </a:lnTo>
                <a:lnTo>
                  <a:pt x="5737098" y="1575181"/>
                </a:lnTo>
                <a:lnTo>
                  <a:pt x="5737098" y="2012061"/>
                </a:lnTo>
                <a:lnTo>
                  <a:pt x="5737098" y="2069211"/>
                </a:lnTo>
                <a:lnTo>
                  <a:pt x="6023915" y="2069211"/>
                </a:lnTo>
                <a:lnTo>
                  <a:pt x="6023915" y="2012061"/>
                </a:lnTo>
                <a:close/>
              </a:path>
              <a:path w="6108065" h="2073909">
                <a:moveTo>
                  <a:pt x="6107785" y="664883"/>
                </a:moveTo>
                <a:lnTo>
                  <a:pt x="6105957" y="613181"/>
                </a:lnTo>
                <a:lnTo>
                  <a:pt x="6100483" y="562635"/>
                </a:lnTo>
                <a:lnTo>
                  <a:pt x="6091453" y="513372"/>
                </a:lnTo>
                <a:lnTo>
                  <a:pt x="6078918" y="465543"/>
                </a:lnTo>
                <a:lnTo>
                  <a:pt x="6062929" y="419277"/>
                </a:lnTo>
                <a:lnTo>
                  <a:pt x="6043561" y="374738"/>
                </a:lnTo>
                <a:lnTo>
                  <a:pt x="6020879" y="332054"/>
                </a:lnTo>
                <a:lnTo>
                  <a:pt x="5994946" y="291363"/>
                </a:lnTo>
                <a:lnTo>
                  <a:pt x="5965812" y="252818"/>
                </a:lnTo>
                <a:lnTo>
                  <a:pt x="5933541" y="216560"/>
                </a:lnTo>
                <a:lnTo>
                  <a:pt x="5899658" y="184124"/>
                </a:lnTo>
                <a:lnTo>
                  <a:pt x="5899658" y="664883"/>
                </a:lnTo>
                <a:lnTo>
                  <a:pt x="5897334" y="714451"/>
                </a:lnTo>
                <a:lnTo>
                  <a:pt x="5890425" y="761974"/>
                </a:lnTo>
                <a:lnTo>
                  <a:pt x="5878982" y="807300"/>
                </a:lnTo>
                <a:lnTo>
                  <a:pt x="5863069" y="850290"/>
                </a:lnTo>
                <a:lnTo>
                  <a:pt x="5842749" y="890803"/>
                </a:lnTo>
                <a:lnTo>
                  <a:pt x="5818086" y="928674"/>
                </a:lnTo>
                <a:lnTo>
                  <a:pt x="5789142" y="963777"/>
                </a:lnTo>
                <a:lnTo>
                  <a:pt x="5755983" y="995959"/>
                </a:lnTo>
                <a:lnTo>
                  <a:pt x="5722264" y="1022553"/>
                </a:lnTo>
                <a:lnTo>
                  <a:pt x="5685714" y="1046175"/>
                </a:lnTo>
                <a:lnTo>
                  <a:pt x="5646445" y="1066761"/>
                </a:lnTo>
                <a:lnTo>
                  <a:pt x="5604573" y="1084300"/>
                </a:lnTo>
                <a:lnTo>
                  <a:pt x="5560250" y="1098740"/>
                </a:lnTo>
                <a:lnTo>
                  <a:pt x="5513578" y="1110043"/>
                </a:lnTo>
                <a:lnTo>
                  <a:pt x="5464670" y="1118158"/>
                </a:lnTo>
                <a:lnTo>
                  <a:pt x="5413654" y="1123061"/>
                </a:lnTo>
                <a:lnTo>
                  <a:pt x="5360670" y="1124699"/>
                </a:lnTo>
                <a:lnTo>
                  <a:pt x="5307685" y="1123061"/>
                </a:lnTo>
                <a:lnTo>
                  <a:pt x="5256669" y="1118158"/>
                </a:lnTo>
                <a:lnTo>
                  <a:pt x="5207774" y="1110043"/>
                </a:lnTo>
                <a:lnTo>
                  <a:pt x="5161102" y="1098740"/>
                </a:lnTo>
                <a:lnTo>
                  <a:pt x="5116766" y="1084300"/>
                </a:lnTo>
                <a:lnTo>
                  <a:pt x="5074907" y="1066761"/>
                </a:lnTo>
                <a:lnTo>
                  <a:pt x="5035639" y="1046175"/>
                </a:lnTo>
                <a:lnTo>
                  <a:pt x="4999088" y="1022553"/>
                </a:lnTo>
                <a:lnTo>
                  <a:pt x="4965357" y="995959"/>
                </a:lnTo>
                <a:lnTo>
                  <a:pt x="4932197" y="963777"/>
                </a:lnTo>
                <a:lnTo>
                  <a:pt x="4903254" y="928674"/>
                </a:lnTo>
                <a:lnTo>
                  <a:pt x="4878590" y="890803"/>
                </a:lnTo>
                <a:lnTo>
                  <a:pt x="4858270" y="850290"/>
                </a:lnTo>
                <a:lnTo>
                  <a:pt x="4842370" y="807300"/>
                </a:lnTo>
                <a:lnTo>
                  <a:pt x="4830915" y="761974"/>
                </a:lnTo>
                <a:lnTo>
                  <a:pt x="4824006" y="714451"/>
                </a:lnTo>
                <a:lnTo>
                  <a:pt x="4821694" y="664883"/>
                </a:lnTo>
                <a:lnTo>
                  <a:pt x="4824006" y="615302"/>
                </a:lnTo>
                <a:lnTo>
                  <a:pt x="4830915" y="567778"/>
                </a:lnTo>
                <a:lnTo>
                  <a:pt x="4842370" y="522452"/>
                </a:lnTo>
                <a:lnTo>
                  <a:pt x="4858270" y="479475"/>
                </a:lnTo>
                <a:lnTo>
                  <a:pt x="4878590" y="438962"/>
                </a:lnTo>
                <a:lnTo>
                  <a:pt x="4903254" y="401091"/>
                </a:lnTo>
                <a:lnTo>
                  <a:pt x="4932197" y="365988"/>
                </a:lnTo>
                <a:lnTo>
                  <a:pt x="4965357" y="333806"/>
                </a:lnTo>
                <a:lnTo>
                  <a:pt x="4999088" y="307225"/>
                </a:lnTo>
                <a:lnTo>
                  <a:pt x="5035639" y="283616"/>
                </a:lnTo>
                <a:lnTo>
                  <a:pt x="5074907" y="263017"/>
                </a:lnTo>
                <a:lnTo>
                  <a:pt x="5116766" y="245491"/>
                </a:lnTo>
                <a:lnTo>
                  <a:pt x="5161102" y="231051"/>
                </a:lnTo>
                <a:lnTo>
                  <a:pt x="5207774" y="219748"/>
                </a:lnTo>
                <a:lnTo>
                  <a:pt x="5256669" y="211632"/>
                </a:lnTo>
                <a:lnTo>
                  <a:pt x="5307685" y="206730"/>
                </a:lnTo>
                <a:lnTo>
                  <a:pt x="5360670" y="205079"/>
                </a:lnTo>
                <a:lnTo>
                  <a:pt x="5413654" y="206730"/>
                </a:lnTo>
                <a:lnTo>
                  <a:pt x="5464670" y="211632"/>
                </a:lnTo>
                <a:lnTo>
                  <a:pt x="5513578" y="219748"/>
                </a:lnTo>
                <a:lnTo>
                  <a:pt x="5560250" y="231051"/>
                </a:lnTo>
                <a:lnTo>
                  <a:pt x="5604573" y="245491"/>
                </a:lnTo>
                <a:lnTo>
                  <a:pt x="5646445" y="263017"/>
                </a:lnTo>
                <a:lnTo>
                  <a:pt x="5685714" y="283616"/>
                </a:lnTo>
                <a:lnTo>
                  <a:pt x="5722264" y="307225"/>
                </a:lnTo>
                <a:lnTo>
                  <a:pt x="5755983" y="333806"/>
                </a:lnTo>
                <a:lnTo>
                  <a:pt x="5789142" y="365988"/>
                </a:lnTo>
                <a:lnTo>
                  <a:pt x="5818086" y="401091"/>
                </a:lnTo>
                <a:lnTo>
                  <a:pt x="5842749" y="438962"/>
                </a:lnTo>
                <a:lnTo>
                  <a:pt x="5863069" y="479475"/>
                </a:lnTo>
                <a:lnTo>
                  <a:pt x="5878982" y="522452"/>
                </a:lnTo>
                <a:lnTo>
                  <a:pt x="5890425" y="567778"/>
                </a:lnTo>
                <a:lnTo>
                  <a:pt x="5897334" y="615302"/>
                </a:lnTo>
                <a:lnTo>
                  <a:pt x="5899658" y="664883"/>
                </a:lnTo>
                <a:lnTo>
                  <a:pt x="5899658" y="184124"/>
                </a:lnTo>
                <a:lnTo>
                  <a:pt x="5863348" y="154012"/>
                </a:lnTo>
                <a:lnTo>
                  <a:pt x="5826455" y="127685"/>
                </a:lnTo>
                <a:lnTo>
                  <a:pt x="5787593" y="103746"/>
                </a:lnTo>
                <a:lnTo>
                  <a:pt x="5746826" y="82232"/>
                </a:lnTo>
                <a:lnTo>
                  <a:pt x="5704230" y="63157"/>
                </a:lnTo>
                <a:lnTo>
                  <a:pt x="5659869" y="46545"/>
                </a:lnTo>
                <a:lnTo>
                  <a:pt x="5613832" y="32423"/>
                </a:lnTo>
                <a:lnTo>
                  <a:pt x="5566156" y="20815"/>
                </a:lnTo>
                <a:lnTo>
                  <a:pt x="5516943" y="11747"/>
                </a:lnTo>
                <a:lnTo>
                  <a:pt x="5466232" y="5232"/>
                </a:lnTo>
                <a:lnTo>
                  <a:pt x="5414124" y="1308"/>
                </a:lnTo>
                <a:lnTo>
                  <a:pt x="5360670" y="0"/>
                </a:lnTo>
                <a:lnTo>
                  <a:pt x="5307215" y="1308"/>
                </a:lnTo>
                <a:lnTo>
                  <a:pt x="5255107" y="5232"/>
                </a:lnTo>
                <a:lnTo>
                  <a:pt x="5204409" y="11747"/>
                </a:lnTo>
                <a:lnTo>
                  <a:pt x="5155184" y="20815"/>
                </a:lnTo>
                <a:lnTo>
                  <a:pt x="5107521" y="32423"/>
                </a:lnTo>
                <a:lnTo>
                  <a:pt x="5061470" y="46545"/>
                </a:lnTo>
                <a:lnTo>
                  <a:pt x="5017122" y="63157"/>
                </a:lnTo>
                <a:lnTo>
                  <a:pt x="4974526" y="82232"/>
                </a:lnTo>
                <a:lnTo>
                  <a:pt x="4933759" y="103746"/>
                </a:lnTo>
                <a:lnTo>
                  <a:pt x="4894897" y="127685"/>
                </a:lnTo>
                <a:lnTo>
                  <a:pt x="4858004" y="154012"/>
                </a:lnTo>
                <a:lnTo>
                  <a:pt x="4823142" y="182714"/>
                </a:lnTo>
                <a:lnTo>
                  <a:pt x="4787798" y="216560"/>
                </a:lnTo>
                <a:lnTo>
                  <a:pt x="4755540" y="252818"/>
                </a:lnTo>
                <a:lnTo>
                  <a:pt x="4726406" y="291363"/>
                </a:lnTo>
                <a:lnTo>
                  <a:pt x="4700460" y="332054"/>
                </a:lnTo>
                <a:lnTo>
                  <a:pt x="4677791" y="374738"/>
                </a:lnTo>
                <a:lnTo>
                  <a:pt x="4658423" y="419277"/>
                </a:lnTo>
                <a:lnTo>
                  <a:pt x="4642447" y="465543"/>
                </a:lnTo>
                <a:lnTo>
                  <a:pt x="4629912" y="513372"/>
                </a:lnTo>
                <a:lnTo>
                  <a:pt x="4620895" y="562635"/>
                </a:lnTo>
                <a:lnTo>
                  <a:pt x="4615421" y="613181"/>
                </a:lnTo>
                <a:lnTo>
                  <a:pt x="4613592" y="664883"/>
                </a:lnTo>
                <a:lnTo>
                  <a:pt x="4615421" y="716584"/>
                </a:lnTo>
                <a:lnTo>
                  <a:pt x="4620895" y="767130"/>
                </a:lnTo>
                <a:lnTo>
                  <a:pt x="4629912" y="816394"/>
                </a:lnTo>
                <a:lnTo>
                  <a:pt x="4642447" y="864222"/>
                </a:lnTo>
                <a:lnTo>
                  <a:pt x="4658423" y="910488"/>
                </a:lnTo>
                <a:lnTo>
                  <a:pt x="4677791" y="955027"/>
                </a:lnTo>
                <a:lnTo>
                  <a:pt x="4700460" y="997712"/>
                </a:lnTo>
                <a:lnTo>
                  <a:pt x="4726406" y="1038390"/>
                </a:lnTo>
                <a:lnTo>
                  <a:pt x="4755540" y="1076934"/>
                </a:lnTo>
                <a:lnTo>
                  <a:pt x="4787798" y="1113193"/>
                </a:lnTo>
                <a:lnTo>
                  <a:pt x="4823142" y="1147038"/>
                </a:lnTo>
                <a:lnTo>
                  <a:pt x="4858004" y="1175740"/>
                </a:lnTo>
                <a:lnTo>
                  <a:pt x="4894897" y="1202080"/>
                </a:lnTo>
                <a:lnTo>
                  <a:pt x="4933759" y="1226019"/>
                </a:lnTo>
                <a:lnTo>
                  <a:pt x="4974526" y="1247546"/>
                </a:lnTo>
                <a:lnTo>
                  <a:pt x="5017122" y="1266621"/>
                </a:lnTo>
                <a:lnTo>
                  <a:pt x="5061470" y="1283233"/>
                </a:lnTo>
                <a:lnTo>
                  <a:pt x="5107521" y="1297355"/>
                </a:lnTo>
                <a:lnTo>
                  <a:pt x="5155184" y="1308963"/>
                </a:lnTo>
                <a:lnTo>
                  <a:pt x="5204409" y="1318031"/>
                </a:lnTo>
                <a:lnTo>
                  <a:pt x="5255107" y="1324533"/>
                </a:lnTo>
                <a:lnTo>
                  <a:pt x="5307215" y="1328458"/>
                </a:lnTo>
                <a:lnTo>
                  <a:pt x="5360670" y="1329766"/>
                </a:lnTo>
                <a:lnTo>
                  <a:pt x="5414124" y="1328458"/>
                </a:lnTo>
                <a:lnTo>
                  <a:pt x="5466232" y="1324533"/>
                </a:lnTo>
                <a:lnTo>
                  <a:pt x="5516943" y="1318031"/>
                </a:lnTo>
                <a:lnTo>
                  <a:pt x="5566156" y="1308963"/>
                </a:lnTo>
                <a:lnTo>
                  <a:pt x="5613832" y="1297355"/>
                </a:lnTo>
                <a:lnTo>
                  <a:pt x="5659869" y="1283233"/>
                </a:lnTo>
                <a:lnTo>
                  <a:pt x="5704230" y="1266621"/>
                </a:lnTo>
                <a:lnTo>
                  <a:pt x="5746826" y="1247546"/>
                </a:lnTo>
                <a:lnTo>
                  <a:pt x="5787593" y="1226019"/>
                </a:lnTo>
                <a:lnTo>
                  <a:pt x="5826455" y="1202080"/>
                </a:lnTo>
                <a:lnTo>
                  <a:pt x="5863348" y="1175740"/>
                </a:lnTo>
                <a:lnTo>
                  <a:pt x="5898197" y="1147038"/>
                </a:lnTo>
                <a:lnTo>
                  <a:pt x="5933541" y="1113193"/>
                </a:lnTo>
                <a:lnTo>
                  <a:pt x="5965812" y="1076934"/>
                </a:lnTo>
                <a:lnTo>
                  <a:pt x="5994946" y="1038390"/>
                </a:lnTo>
                <a:lnTo>
                  <a:pt x="6020879" y="997712"/>
                </a:lnTo>
                <a:lnTo>
                  <a:pt x="6043561" y="955027"/>
                </a:lnTo>
                <a:lnTo>
                  <a:pt x="6062929" y="910488"/>
                </a:lnTo>
                <a:lnTo>
                  <a:pt x="6078918" y="864222"/>
                </a:lnTo>
                <a:lnTo>
                  <a:pt x="6091453" y="816394"/>
                </a:lnTo>
                <a:lnTo>
                  <a:pt x="6100483" y="767130"/>
                </a:lnTo>
                <a:lnTo>
                  <a:pt x="6105957" y="716584"/>
                </a:lnTo>
                <a:lnTo>
                  <a:pt x="6107785" y="6648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Google Shape;133;p18">
            <a:extLst>
              <a:ext uri="{FF2B5EF4-FFF2-40B4-BE49-F238E27FC236}">
                <a16:creationId xmlns:a16="http://schemas.microsoft.com/office/drawing/2014/main" id="{68142DF8-C887-8557-0AC3-9904E978E14F}"/>
              </a:ext>
            </a:extLst>
          </p:cNvPr>
          <p:cNvSpPr txBox="1">
            <a:spLocks/>
          </p:cNvSpPr>
          <p:nvPr/>
        </p:nvSpPr>
        <p:spPr>
          <a:xfrm>
            <a:off x="1000116" y="4498073"/>
            <a:ext cx="9491471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48148"/>
              <a:buFont typeface="Arial"/>
              <a:buNone/>
              <a:tabLst/>
              <a:defRPr/>
            </a:pPr>
            <a:r>
              <a:rPr kumimoji="0" lang="en-US" sz="325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+mj-lt"/>
                <a:cs typeface="Plus Jakarta Sans Light" pitchFamily="2" charset="77"/>
                <a:sym typeface="Arial"/>
              </a:rPr>
              <a:t>/TIVIO </a:t>
            </a:r>
            <a:r>
              <a:rPr kumimoji="0" lang="en-US" sz="325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+mn-lt"/>
                <a:cs typeface="Plus Jakarta Sans Light" pitchFamily="2" charset="77"/>
                <a:sym typeface="Arial"/>
              </a:rPr>
              <a:t>CAPITAL</a:t>
            </a: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A2897A90-89DB-EE26-41B4-FA25B3D648F6}"/>
              </a:ext>
            </a:extLst>
          </p:cNvPr>
          <p:cNvSpPr/>
          <p:nvPr/>
        </p:nvSpPr>
        <p:spPr>
          <a:xfrm>
            <a:off x="6566998" y="-351970"/>
            <a:ext cx="6896018" cy="7209970"/>
          </a:xfrm>
          <a:custGeom>
            <a:avLst/>
            <a:gdLst/>
            <a:ahLst/>
            <a:cxnLst/>
            <a:rect l="l" t="t" r="r" b="b"/>
            <a:pathLst>
              <a:path w="10809605" h="11301730">
                <a:moveTo>
                  <a:pt x="10809564" y="0"/>
                </a:moveTo>
                <a:lnTo>
                  <a:pt x="0" y="0"/>
                </a:lnTo>
                <a:lnTo>
                  <a:pt x="4341752" y="9288984"/>
                </a:lnTo>
                <a:lnTo>
                  <a:pt x="4361850" y="9334143"/>
                </a:lnTo>
                <a:lnTo>
                  <a:pt x="4382530" y="9378922"/>
                </a:lnTo>
                <a:lnTo>
                  <a:pt x="4403787" y="9423315"/>
                </a:lnTo>
                <a:lnTo>
                  <a:pt x="4425615" y="9467321"/>
                </a:lnTo>
                <a:lnTo>
                  <a:pt x="4448008" y="9510934"/>
                </a:lnTo>
                <a:lnTo>
                  <a:pt x="4470961" y="9554152"/>
                </a:lnTo>
                <a:lnTo>
                  <a:pt x="4494468" y="9596970"/>
                </a:lnTo>
                <a:lnTo>
                  <a:pt x="4518523" y="9639385"/>
                </a:lnTo>
                <a:lnTo>
                  <a:pt x="4543121" y="9681393"/>
                </a:lnTo>
                <a:lnTo>
                  <a:pt x="4568256" y="9722991"/>
                </a:lnTo>
                <a:lnTo>
                  <a:pt x="4593923" y="9764175"/>
                </a:lnTo>
                <a:lnTo>
                  <a:pt x="4620117" y="9804941"/>
                </a:lnTo>
                <a:lnTo>
                  <a:pt x="4646830" y="9845286"/>
                </a:lnTo>
                <a:lnTo>
                  <a:pt x="4674058" y="9885205"/>
                </a:lnTo>
                <a:lnTo>
                  <a:pt x="4701796" y="9924696"/>
                </a:lnTo>
                <a:lnTo>
                  <a:pt x="4730037" y="9963754"/>
                </a:lnTo>
                <a:lnTo>
                  <a:pt x="4758776" y="10002376"/>
                </a:lnTo>
                <a:lnTo>
                  <a:pt x="4788007" y="10040558"/>
                </a:lnTo>
                <a:lnTo>
                  <a:pt x="4817725" y="10078297"/>
                </a:lnTo>
                <a:lnTo>
                  <a:pt x="4847924" y="10115588"/>
                </a:lnTo>
                <a:lnTo>
                  <a:pt x="4878599" y="10152429"/>
                </a:lnTo>
                <a:lnTo>
                  <a:pt x="4909743" y="10188815"/>
                </a:lnTo>
                <a:lnTo>
                  <a:pt x="4941352" y="10224743"/>
                </a:lnTo>
                <a:lnTo>
                  <a:pt x="4973419" y="10260209"/>
                </a:lnTo>
                <a:lnTo>
                  <a:pt x="5005940" y="10295210"/>
                </a:lnTo>
                <a:lnTo>
                  <a:pt x="5038907" y="10329741"/>
                </a:lnTo>
                <a:lnTo>
                  <a:pt x="5072317" y="10363800"/>
                </a:lnTo>
                <a:lnTo>
                  <a:pt x="5106163" y="10397382"/>
                </a:lnTo>
                <a:lnTo>
                  <a:pt x="5140439" y="10430483"/>
                </a:lnTo>
                <a:lnTo>
                  <a:pt x="5175141" y="10463101"/>
                </a:lnTo>
                <a:lnTo>
                  <a:pt x="5210261" y="10495231"/>
                </a:lnTo>
                <a:lnTo>
                  <a:pt x="5245796" y="10526870"/>
                </a:lnTo>
                <a:lnTo>
                  <a:pt x="5281738" y="10558014"/>
                </a:lnTo>
                <a:lnTo>
                  <a:pt x="5318083" y="10588659"/>
                </a:lnTo>
                <a:lnTo>
                  <a:pt x="5354825" y="10618803"/>
                </a:lnTo>
                <a:lnTo>
                  <a:pt x="5391959" y="10648440"/>
                </a:lnTo>
                <a:lnTo>
                  <a:pt x="5429478" y="10677567"/>
                </a:lnTo>
                <a:lnTo>
                  <a:pt x="5467376" y="10706181"/>
                </a:lnTo>
                <a:lnTo>
                  <a:pt x="5505650" y="10734278"/>
                </a:lnTo>
                <a:lnTo>
                  <a:pt x="5544292" y="10761855"/>
                </a:lnTo>
                <a:lnTo>
                  <a:pt x="5583297" y="10788907"/>
                </a:lnTo>
                <a:lnTo>
                  <a:pt x="5622660" y="10815431"/>
                </a:lnTo>
                <a:lnTo>
                  <a:pt x="5662375" y="10841424"/>
                </a:lnTo>
                <a:lnTo>
                  <a:pt x="5702437" y="10866881"/>
                </a:lnTo>
                <a:lnTo>
                  <a:pt x="5742839" y="10891799"/>
                </a:lnTo>
                <a:lnTo>
                  <a:pt x="5783576" y="10916175"/>
                </a:lnTo>
                <a:lnTo>
                  <a:pt x="5824643" y="10940004"/>
                </a:lnTo>
                <a:lnTo>
                  <a:pt x="5866033" y="10963283"/>
                </a:lnTo>
                <a:lnTo>
                  <a:pt x="5907742" y="10986008"/>
                </a:lnTo>
                <a:lnTo>
                  <a:pt x="5949764" y="11008176"/>
                </a:lnTo>
                <a:lnTo>
                  <a:pt x="5992093" y="11029783"/>
                </a:lnTo>
                <a:lnTo>
                  <a:pt x="6034723" y="11050825"/>
                </a:lnTo>
                <a:lnTo>
                  <a:pt x="6077649" y="11071299"/>
                </a:lnTo>
                <a:lnTo>
                  <a:pt x="6120865" y="11091200"/>
                </a:lnTo>
                <a:lnTo>
                  <a:pt x="6164366" y="11110526"/>
                </a:lnTo>
                <a:lnTo>
                  <a:pt x="6208145" y="11129272"/>
                </a:lnTo>
                <a:lnTo>
                  <a:pt x="6252199" y="11147436"/>
                </a:lnTo>
                <a:lnTo>
                  <a:pt x="6296520" y="11165012"/>
                </a:lnTo>
                <a:lnTo>
                  <a:pt x="6341103" y="11181998"/>
                </a:lnTo>
                <a:lnTo>
                  <a:pt x="6385942" y="11198390"/>
                </a:lnTo>
                <a:lnTo>
                  <a:pt x="6431033" y="11214184"/>
                </a:lnTo>
                <a:lnTo>
                  <a:pt x="6476369" y="11229376"/>
                </a:lnTo>
                <a:lnTo>
                  <a:pt x="6521944" y="11243964"/>
                </a:lnTo>
                <a:lnTo>
                  <a:pt x="6567754" y="11257942"/>
                </a:lnTo>
                <a:lnTo>
                  <a:pt x="6613792" y="11271308"/>
                </a:lnTo>
                <a:lnTo>
                  <a:pt x="6660053" y="11284058"/>
                </a:lnTo>
                <a:lnTo>
                  <a:pt x="6706531" y="11296188"/>
                </a:lnTo>
                <a:lnTo>
                  <a:pt x="6728460" y="11301593"/>
                </a:lnTo>
                <a:lnTo>
                  <a:pt x="10809564" y="11301593"/>
                </a:lnTo>
                <a:lnTo>
                  <a:pt x="10809564" y="0"/>
                </a:lnTo>
                <a:close/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B81AA59-7288-8E7E-F2EB-4F54E2F50735}"/>
              </a:ext>
            </a:extLst>
          </p:cNvPr>
          <p:cNvGrpSpPr/>
          <p:nvPr/>
        </p:nvGrpSpPr>
        <p:grpSpPr>
          <a:xfrm>
            <a:off x="-1" y="5582293"/>
            <a:ext cx="6851651" cy="1255711"/>
            <a:chOff x="-1" y="5582293"/>
            <a:chExt cx="6851651" cy="1255711"/>
          </a:xfrm>
        </p:grpSpPr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EEE0D45A-14F9-6AB9-4455-755F73CA7B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997" b="27493"/>
            <a:stretch>
              <a:fillRect/>
            </a:stretch>
          </p:blipFill>
          <p:spPr>
            <a:xfrm>
              <a:off x="-1" y="5582293"/>
              <a:ext cx="6851651" cy="1255711"/>
            </a:xfrm>
            <a:prstGeom prst="rect">
              <a:avLst/>
            </a:prstGeom>
          </p:spPr>
        </p:pic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DFC55820-D52B-3325-0F4C-2C545110FEFB}"/>
                </a:ext>
              </a:extLst>
            </p:cNvPr>
            <p:cNvGrpSpPr/>
            <p:nvPr/>
          </p:nvGrpSpPr>
          <p:grpSpPr>
            <a:xfrm>
              <a:off x="403749" y="5819392"/>
              <a:ext cx="2571824" cy="977626"/>
              <a:chOff x="8824651" y="5971576"/>
              <a:chExt cx="2571824" cy="977626"/>
            </a:xfrm>
          </p:grpSpPr>
          <p:pic>
            <p:nvPicPr>
              <p:cNvPr id="9" name="Picture 6" descr="A qr code with a white background&#10;&#10;AI-generated content may be incorrect.">
                <a:extLst>
                  <a:ext uri="{FF2B5EF4-FFF2-40B4-BE49-F238E27FC236}">
                    <a16:creationId xmlns:a16="http://schemas.microsoft.com/office/drawing/2014/main" id="{0A6BC84C-3879-E0B4-5630-45A4DB6A9A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24651" y="5971576"/>
                <a:ext cx="726630" cy="726630"/>
              </a:xfrm>
              <a:prstGeom prst="roundRect">
                <a:avLst>
                  <a:gd name="adj" fmla="val 5206"/>
                </a:avLst>
              </a:prstGeom>
            </p:spPr>
          </p:pic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C551307E-455F-F778-C08E-D11B8D7D0B12}"/>
                  </a:ext>
                </a:extLst>
              </p:cNvPr>
              <p:cNvSpPr txBox="1"/>
              <p:nvPr/>
            </p:nvSpPr>
            <p:spPr>
              <a:xfrm>
                <a:off x="9637159" y="6029720"/>
                <a:ext cx="1759316" cy="919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560"/>
                  </a:lnSpc>
                </a:pPr>
                <a:r>
                  <a:rPr lang="pt-BR" sz="1600" kern="0">
                    <a:solidFill>
                      <a:schemeClr val="bg1"/>
                    </a:solidFill>
                    <a:latin typeface="Versos"/>
                    <a:sym typeface="Arial"/>
                  </a:rPr>
                  <a:t>Fique por dentro de tudo da Tivio Capital</a:t>
                </a:r>
              </a:p>
              <a:p>
                <a:pPr>
                  <a:lnSpc>
                    <a:spcPts val="1560"/>
                  </a:lnSpc>
                </a:pPr>
                <a:endParaRPr lang="pt-BR" sz="16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5835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28" y="0"/>
            <a:ext cx="12191144" cy="68576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12242A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10100" y="3460380"/>
            <a:ext cx="6574594" cy="3397040"/>
          </a:xfrm>
          <a:custGeom>
            <a:avLst/>
            <a:gdLst/>
            <a:ahLst/>
            <a:cxnLst/>
            <a:rect l="l" t="t" r="r" b="b"/>
            <a:pathLst>
              <a:path w="10841990" h="5601970">
                <a:moveTo>
                  <a:pt x="10841816" y="0"/>
                </a:moveTo>
                <a:lnTo>
                  <a:pt x="0" y="0"/>
                </a:lnTo>
                <a:lnTo>
                  <a:pt x="0" y="5601379"/>
                </a:lnTo>
                <a:lnTo>
                  <a:pt x="10841816" y="5601379"/>
                </a:lnTo>
                <a:lnTo>
                  <a:pt x="10841816" y="0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6000" y="3970405"/>
            <a:ext cx="1983468" cy="101516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lvl="0" indent="0" algn="l" defTabSz="554492" rtl="0" eaLnBrk="1" fontAlgn="auto" latinLnBrk="0" hangingPunct="1">
              <a:lnSpc>
                <a:spcPct val="1002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183" b="0" i="0" u="none" strike="noStrike" kern="0" cap="none" spc="0" normalizeH="0" baseline="0" noProof="0">
                <a:ln>
                  <a:noFill/>
                </a:ln>
                <a:solidFill>
                  <a:srgbClr val="C3E0CC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Focada em investimentos alternativos</a:t>
            </a:r>
            <a:endParaRPr kumimoji="0" sz="2183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</a:endParaRPr>
          </a:p>
        </p:txBody>
      </p:sp>
      <p:sp>
        <p:nvSpPr>
          <p:cNvPr id="22" name="object 6">
            <a:extLst>
              <a:ext uri="{FF2B5EF4-FFF2-40B4-BE49-F238E27FC236}">
                <a16:creationId xmlns:a16="http://schemas.microsoft.com/office/drawing/2014/main" id="{442CBCF9-B9BF-C5FB-2D6F-5005A1FA6222}"/>
              </a:ext>
            </a:extLst>
          </p:cNvPr>
          <p:cNvSpPr/>
          <p:nvPr/>
        </p:nvSpPr>
        <p:spPr>
          <a:xfrm>
            <a:off x="9932465" y="593125"/>
            <a:ext cx="1695872" cy="575856"/>
          </a:xfrm>
          <a:custGeom>
            <a:avLst/>
            <a:gdLst/>
            <a:ahLst/>
            <a:cxnLst/>
            <a:rect l="l" t="t" r="r" b="b"/>
            <a:pathLst>
              <a:path w="4892040" h="1661159">
                <a:moveTo>
                  <a:pt x="598157" y="162128"/>
                </a:moveTo>
                <a:lnTo>
                  <a:pt x="552208" y="107619"/>
                </a:lnTo>
                <a:lnTo>
                  <a:pt x="517258" y="77089"/>
                </a:lnTo>
                <a:lnTo>
                  <a:pt x="478993" y="51600"/>
                </a:lnTo>
                <a:lnTo>
                  <a:pt x="437870" y="31381"/>
                </a:lnTo>
                <a:lnTo>
                  <a:pt x="394347" y="16649"/>
                </a:lnTo>
                <a:lnTo>
                  <a:pt x="348894" y="7645"/>
                </a:lnTo>
                <a:lnTo>
                  <a:pt x="301955" y="4597"/>
                </a:lnTo>
                <a:lnTo>
                  <a:pt x="0" y="4597"/>
                </a:lnTo>
                <a:lnTo>
                  <a:pt x="0" y="162128"/>
                </a:lnTo>
                <a:lnTo>
                  <a:pt x="598157" y="162128"/>
                </a:lnTo>
                <a:close/>
              </a:path>
              <a:path w="4892040" h="1661159">
                <a:moveTo>
                  <a:pt x="686130" y="667334"/>
                </a:moveTo>
                <a:lnTo>
                  <a:pt x="681558" y="664121"/>
                </a:lnTo>
                <a:lnTo>
                  <a:pt x="681558" y="391325"/>
                </a:lnTo>
                <a:lnTo>
                  <a:pt x="678510" y="344347"/>
                </a:lnTo>
                <a:lnTo>
                  <a:pt x="669455" y="298767"/>
                </a:lnTo>
                <a:lnTo>
                  <a:pt x="654519" y="254977"/>
                </a:lnTo>
                <a:lnTo>
                  <a:pt x="633844" y="213360"/>
                </a:lnTo>
                <a:lnTo>
                  <a:pt x="607568" y="174294"/>
                </a:lnTo>
                <a:lnTo>
                  <a:pt x="598157" y="162128"/>
                </a:lnTo>
                <a:lnTo>
                  <a:pt x="588746" y="174294"/>
                </a:lnTo>
                <a:lnTo>
                  <a:pt x="562470" y="213360"/>
                </a:lnTo>
                <a:lnTo>
                  <a:pt x="541794" y="254977"/>
                </a:lnTo>
                <a:lnTo>
                  <a:pt x="526859" y="298767"/>
                </a:lnTo>
                <a:lnTo>
                  <a:pt x="517804" y="344347"/>
                </a:lnTo>
                <a:lnTo>
                  <a:pt x="514743" y="391325"/>
                </a:lnTo>
                <a:lnTo>
                  <a:pt x="514629" y="1019911"/>
                </a:lnTo>
                <a:lnTo>
                  <a:pt x="514743" y="1031824"/>
                </a:lnTo>
                <a:lnTo>
                  <a:pt x="681685" y="1031824"/>
                </a:lnTo>
                <a:lnTo>
                  <a:pt x="681558" y="673976"/>
                </a:lnTo>
                <a:lnTo>
                  <a:pt x="686130" y="667334"/>
                </a:lnTo>
                <a:close/>
              </a:path>
              <a:path w="4892040" h="1661159">
                <a:moveTo>
                  <a:pt x="1196327" y="4597"/>
                </a:moveTo>
                <a:lnTo>
                  <a:pt x="894384" y="4597"/>
                </a:lnTo>
                <a:lnTo>
                  <a:pt x="847432" y="7645"/>
                </a:lnTo>
                <a:lnTo>
                  <a:pt x="801966" y="16649"/>
                </a:lnTo>
                <a:lnTo>
                  <a:pt x="758444" y="31381"/>
                </a:lnTo>
                <a:lnTo>
                  <a:pt x="717321" y="51600"/>
                </a:lnTo>
                <a:lnTo>
                  <a:pt x="679056" y="77089"/>
                </a:lnTo>
                <a:lnTo>
                  <a:pt x="644105" y="107619"/>
                </a:lnTo>
                <a:lnTo>
                  <a:pt x="612952" y="142976"/>
                </a:lnTo>
                <a:lnTo>
                  <a:pt x="598182" y="162128"/>
                </a:lnTo>
                <a:lnTo>
                  <a:pt x="1196327" y="162128"/>
                </a:lnTo>
                <a:lnTo>
                  <a:pt x="1196327" y="4597"/>
                </a:lnTo>
                <a:close/>
              </a:path>
              <a:path w="4892040" h="1661159">
                <a:moveTo>
                  <a:pt x="1602905" y="13525"/>
                </a:moveTo>
                <a:lnTo>
                  <a:pt x="1440751" y="13525"/>
                </a:lnTo>
                <a:lnTo>
                  <a:pt x="1440751" y="1051445"/>
                </a:lnTo>
                <a:lnTo>
                  <a:pt x="1602905" y="1051445"/>
                </a:lnTo>
                <a:lnTo>
                  <a:pt x="1602905" y="13525"/>
                </a:lnTo>
                <a:close/>
              </a:path>
              <a:path w="4892040" h="1661159">
                <a:moveTo>
                  <a:pt x="1772564" y="1390700"/>
                </a:moveTo>
                <a:lnTo>
                  <a:pt x="1752968" y="1335557"/>
                </a:lnTo>
                <a:lnTo>
                  <a:pt x="1716811" y="1293393"/>
                </a:lnTo>
                <a:lnTo>
                  <a:pt x="1667090" y="1266647"/>
                </a:lnTo>
                <a:lnTo>
                  <a:pt x="1606765" y="1257731"/>
                </a:lnTo>
                <a:lnTo>
                  <a:pt x="1579333" y="1259306"/>
                </a:lnTo>
                <a:lnTo>
                  <a:pt x="1529537" y="1271905"/>
                </a:lnTo>
                <a:lnTo>
                  <a:pt x="1486928" y="1296797"/>
                </a:lnTo>
                <a:lnTo>
                  <a:pt x="1453819" y="1332306"/>
                </a:lnTo>
                <a:lnTo>
                  <a:pt x="1430832" y="1377696"/>
                </a:lnTo>
                <a:lnTo>
                  <a:pt x="1419212" y="1430312"/>
                </a:lnTo>
                <a:lnTo>
                  <a:pt x="1417751" y="1459179"/>
                </a:lnTo>
                <a:lnTo>
                  <a:pt x="1419212" y="1488262"/>
                </a:lnTo>
                <a:lnTo>
                  <a:pt x="1430832" y="1541030"/>
                </a:lnTo>
                <a:lnTo>
                  <a:pt x="1453819" y="1586204"/>
                </a:lnTo>
                <a:lnTo>
                  <a:pt x="1486928" y="1621561"/>
                </a:lnTo>
                <a:lnTo>
                  <a:pt x="1529537" y="1646440"/>
                </a:lnTo>
                <a:lnTo>
                  <a:pt x="1579333" y="1659026"/>
                </a:lnTo>
                <a:lnTo>
                  <a:pt x="1606765" y="1660588"/>
                </a:lnTo>
                <a:lnTo>
                  <a:pt x="1638477" y="1658366"/>
                </a:lnTo>
                <a:lnTo>
                  <a:pt x="1693494" y="1640547"/>
                </a:lnTo>
                <a:lnTo>
                  <a:pt x="1736712" y="1605508"/>
                </a:lnTo>
                <a:lnTo>
                  <a:pt x="1764296" y="1556854"/>
                </a:lnTo>
                <a:lnTo>
                  <a:pt x="1722767" y="1527644"/>
                </a:lnTo>
                <a:lnTo>
                  <a:pt x="1715897" y="1547393"/>
                </a:lnTo>
                <a:lnTo>
                  <a:pt x="1706638" y="1564779"/>
                </a:lnTo>
                <a:lnTo>
                  <a:pt x="1664652" y="1602447"/>
                </a:lnTo>
                <a:lnTo>
                  <a:pt x="1626476" y="1613916"/>
                </a:lnTo>
                <a:lnTo>
                  <a:pt x="1604518" y="1615351"/>
                </a:lnTo>
                <a:lnTo>
                  <a:pt x="1584744" y="1614106"/>
                </a:lnTo>
                <a:lnTo>
                  <a:pt x="1532648" y="1595551"/>
                </a:lnTo>
                <a:lnTo>
                  <a:pt x="1494091" y="1556931"/>
                </a:lnTo>
                <a:lnTo>
                  <a:pt x="1477530" y="1521663"/>
                </a:lnTo>
                <a:lnTo>
                  <a:pt x="1469186" y="1481213"/>
                </a:lnTo>
                <a:lnTo>
                  <a:pt x="1468145" y="1459179"/>
                </a:lnTo>
                <a:lnTo>
                  <a:pt x="1469186" y="1436916"/>
                </a:lnTo>
                <a:lnTo>
                  <a:pt x="1477530" y="1396326"/>
                </a:lnTo>
                <a:lnTo>
                  <a:pt x="1494091" y="1361274"/>
                </a:lnTo>
                <a:lnTo>
                  <a:pt x="1532648" y="1322819"/>
                </a:lnTo>
                <a:lnTo>
                  <a:pt x="1584744" y="1304239"/>
                </a:lnTo>
                <a:lnTo>
                  <a:pt x="1604518" y="1303007"/>
                </a:lnTo>
                <a:lnTo>
                  <a:pt x="1626273" y="1304455"/>
                </a:lnTo>
                <a:lnTo>
                  <a:pt x="1664601" y="1316075"/>
                </a:lnTo>
                <a:lnTo>
                  <a:pt x="1695577" y="1338948"/>
                </a:lnTo>
                <a:lnTo>
                  <a:pt x="1716659" y="1371193"/>
                </a:lnTo>
                <a:lnTo>
                  <a:pt x="1723339" y="1390700"/>
                </a:lnTo>
                <a:lnTo>
                  <a:pt x="1772564" y="1390700"/>
                </a:lnTo>
                <a:close/>
              </a:path>
              <a:path w="4892040" h="1661159">
                <a:moveTo>
                  <a:pt x="2362708" y="1657223"/>
                </a:moveTo>
                <a:lnTo>
                  <a:pt x="2322068" y="1550276"/>
                </a:lnTo>
                <a:lnTo>
                  <a:pt x="2305075" y="1505572"/>
                </a:lnTo>
                <a:lnTo>
                  <a:pt x="2253475" y="1369783"/>
                </a:lnTo>
                <a:lnTo>
                  <a:pt x="2253475" y="1505572"/>
                </a:lnTo>
                <a:lnTo>
                  <a:pt x="2110333" y="1505572"/>
                </a:lnTo>
                <a:lnTo>
                  <a:pt x="2181618" y="1314869"/>
                </a:lnTo>
                <a:lnTo>
                  <a:pt x="2253475" y="1505572"/>
                </a:lnTo>
                <a:lnTo>
                  <a:pt x="2253475" y="1369783"/>
                </a:lnTo>
                <a:lnTo>
                  <a:pt x="2232609" y="1314869"/>
                </a:lnTo>
                <a:lnTo>
                  <a:pt x="2212200" y="1261135"/>
                </a:lnTo>
                <a:lnTo>
                  <a:pt x="2153907" y="1261135"/>
                </a:lnTo>
                <a:lnTo>
                  <a:pt x="2002853" y="1657223"/>
                </a:lnTo>
                <a:lnTo>
                  <a:pt x="2053755" y="1657223"/>
                </a:lnTo>
                <a:lnTo>
                  <a:pt x="2095627" y="1550276"/>
                </a:lnTo>
                <a:lnTo>
                  <a:pt x="2268194" y="1550276"/>
                </a:lnTo>
                <a:lnTo>
                  <a:pt x="2310066" y="1657223"/>
                </a:lnTo>
                <a:lnTo>
                  <a:pt x="2362708" y="1657223"/>
                </a:lnTo>
                <a:close/>
              </a:path>
              <a:path w="4892040" h="1661159">
                <a:moveTo>
                  <a:pt x="2445664" y="1051445"/>
                </a:moveTo>
                <a:lnTo>
                  <a:pt x="2028228" y="13512"/>
                </a:lnTo>
                <a:lnTo>
                  <a:pt x="1841347" y="13512"/>
                </a:lnTo>
                <a:lnTo>
                  <a:pt x="2215438" y="905535"/>
                </a:lnTo>
                <a:lnTo>
                  <a:pt x="2236724" y="944880"/>
                </a:lnTo>
                <a:lnTo>
                  <a:pt x="2264943" y="978966"/>
                </a:lnTo>
                <a:lnTo>
                  <a:pt x="2299144" y="1007224"/>
                </a:lnTo>
                <a:lnTo>
                  <a:pt x="2338362" y="1029017"/>
                </a:lnTo>
                <a:lnTo>
                  <a:pt x="2381643" y="1043762"/>
                </a:lnTo>
                <a:lnTo>
                  <a:pt x="2428036" y="1050874"/>
                </a:lnTo>
                <a:lnTo>
                  <a:pt x="2427795" y="1051445"/>
                </a:lnTo>
                <a:lnTo>
                  <a:pt x="2445664" y="1051445"/>
                </a:lnTo>
                <a:close/>
              </a:path>
              <a:path w="4892040" h="1661159">
                <a:moveTo>
                  <a:pt x="2905874" y="1382776"/>
                </a:moveTo>
                <a:lnTo>
                  <a:pt x="2904934" y="1366151"/>
                </a:lnTo>
                <a:lnTo>
                  <a:pt x="2904871" y="1364983"/>
                </a:lnTo>
                <a:lnTo>
                  <a:pt x="2901848" y="1348333"/>
                </a:lnTo>
                <a:lnTo>
                  <a:pt x="2896806" y="1332865"/>
                </a:lnTo>
                <a:lnTo>
                  <a:pt x="2889745" y="1318564"/>
                </a:lnTo>
                <a:lnTo>
                  <a:pt x="2881350" y="1306410"/>
                </a:lnTo>
                <a:lnTo>
                  <a:pt x="2880817" y="1305623"/>
                </a:lnTo>
                <a:lnTo>
                  <a:pt x="2870149" y="1294244"/>
                </a:lnTo>
                <a:lnTo>
                  <a:pt x="2857754" y="1284414"/>
                </a:lnTo>
                <a:lnTo>
                  <a:pt x="2855506" y="1283106"/>
                </a:lnTo>
                <a:lnTo>
                  <a:pt x="2855506" y="1382776"/>
                </a:lnTo>
                <a:lnTo>
                  <a:pt x="2854058" y="1399451"/>
                </a:lnTo>
                <a:lnTo>
                  <a:pt x="2832316" y="1438795"/>
                </a:lnTo>
                <a:lnTo>
                  <a:pt x="2788602" y="1458429"/>
                </a:lnTo>
                <a:lnTo>
                  <a:pt x="2770060" y="1459738"/>
                </a:lnTo>
                <a:lnTo>
                  <a:pt x="2671622" y="1459738"/>
                </a:lnTo>
                <a:lnTo>
                  <a:pt x="2671622" y="1306410"/>
                </a:lnTo>
                <a:lnTo>
                  <a:pt x="2770644" y="1306410"/>
                </a:lnTo>
                <a:lnTo>
                  <a:pt x="2820136" y="1318031"/>
                </a:lnTo>
                <a:lnTo>
                  <a:pt x="2849778" y="1351330"/>
                </a:lnTo>
                <a:lnTo>
                  <a:pt x="2855506" y="1382776"/>
                </a:lnTo>
                <a:lnTo>
                  <a:pt x="2855506" y="1283106"/>
                </a:lnTo>
                <a:lnTo>
                  <a:pt x="2811373" y="1264894"/>
                </a:lnTo>
                <a:lnTo>
                  <a:pt x="2774607" y="1261135"/>
                </a:lnTo>
                <a:lnTo>
                  <a:pt x="2622410" y="1261135"/>
                </a:lnTo>
                <a:lnTo>
                  <a:pt x="2622410" y="1657210"/>
                </a:lnTo>
                <a:lnTo>
                  <a:pt x="2671622" y="1657210"/>
                </a:lnTo>
                <a:lnTo>
                  <a:pt x="2671622" y="1505000"/>
                </a:lnTo>
                <a:lnTo>
                  <a:pt x="2774607" y="1505000"/>
                </a:lnTo>
                <a:lnTo>
                  <a:pt x="2827909" y="1496568"/>
                </a:lnTo>
                <a:lnTo>
                  <a:pt x="2869730" y="1471841"/>
                </a:lnTo>
                <a:lnTo>
                  <a:pt x="2896641" y="1432864"/>
                </a:lnTo>
                <a:lnTo>
                  <a:pt x="2904845" y="1400606"/>
                </a:lnTo>
                <a:lnTo>
                  <a:pt x="2905874" y="1382776"/>
                </a:lnTo>
                <a:close/>
              </a:path>
              <a:path w="4892040" h="1661159">
                <a:moveTo>
                  <a:pt x="3049994" y="13512"/>
                </a:moveTo>
                <a:lnTo>
                  <a:pt x="2863088" y="13512"/>
                </a:lnTo>
                <a:lnTo>
                  <a:pt x="2445664" y="1051445"/>
                </a:lnTo>
                <a:lnTo>
                  <a:pt x="2463546" y="1051445"/>
                </a:lnTo>
                <a:lnTo>
                  <a:pt x="2463304" y="1050874"/>
                </a:lnTo>
                <a:lnTo>
                  <a:pt x="2509697" y="1043762"/>
                </a:lnTo>
                <a:lnTo>
                  <a:pt x="2552979" y="1029017"/>
                </a:lnTo>
                <a:lnTo>
                  <a:pt x="2592197" y="1007224"/>
                </a:lnTo>
                <a:lnTo>
                  <a:pt x="2626385" y="978966"/>
                </a:lnTo>
                <a:lnTo>
                  <a:pt x="2654604" y="944880"/>
                </a:lnTo>
                <a:lnTo>
                  <a:pt x="2675902" y="905535"/>
                </a:lnTo>
                <a:lnTo>
                  <a:pt x="3049994" y="13512"/>
                </a:lnTo>
                <a:close/>
              </a:path>
              <a:path w="4892040" h="1661159">
                <a:moveTo>
                  <a:pt x="3222739" y="1261122"/>
                </a:moveTo>
                <a:lnTo>
                  <a:pt x="3173526" y="1261122"/>
                </a:lnTo>
                <a:lnTo>
                  <a:pt x="3173526" y="1657197"/>
                </a:lnTo>
                <a:lnTo>
                  <a:pt x="3222739" y="1657197"/>
                </a:lnTo>
                <a:lnTo>
                  <a:pt x="3222739" y="1261122"/>
                </a:lnTo>
                <a:close/>
              </a:path>
              <a:path w="4892040" h="1661159">
                <a:moveTo>
                  <a:pt x="3450590" y="13525"/>
                </a:moveTo>
                <a:lnTo>
                  <a:pt x="3288436" y="13525"/>
                </a:lnTo>
                <a:lnTo>
                  <a:pt x="3288436" y="1051445"/>
                </a:lnTo>
                <a:lnTo>
                  <a:pt x="3450590" y="1051445"/>
                </a:lnTo>
                <a:lnTo>
                  <a:pt x="3450590" y="13525"/>
                </a:lnTo>
                <a:close/>
              </a:path>
              <a:path w="4892040" h="1661159">
                <a:moveTo>
                  <a:pt x="3796487" y="1261135"/>
                </a:moveTo>
                <a:lnTo>
                  <a:pt x="3490379" y="1261135"/>
                </a:lnTo>
                <a:lnTo>
                  <a:pt x="3490379" y="1306855"/>
                </a:lnTo>
                <a:lnTo>
                  <a:pt x="3618801" y="1306855"/>
                </a:lnTo>
                <a:lnTo>
                  <a:pt x="3618801" y="1657375"/>
                </a:lnTo>
                <a:lnTo>
                  <a:pt x="3668064" y="1657375"/>
                </a:lnTo>
                <a:lnTo>
                  <a:pt x="3668064" y="1306855"/>
                </a:lnTo>
                <a:lnTo>
                  <a:pt x="3796487" y="1306855"/>
                </a:lnTo>
                <a:lnTo>
                  <a:pt x="3796487" y="1261135"/>
                </a:lnTo>
                <a:close/>
              </a:path>
              <a:path w="4892040" h="1661159">
                <a:moveTo>
                  <a:pt x="4335157" y="1657223"/>
                </a:moveTo>
                <a:lnTo>
                  <a:pt x="4294517" y="1550276"/>
                </a:lnTo>
                <a:lnTo>
                  <a:pt x="4277525" y="1505572"/>
                </a:lnTo>
                <a:lnTo>
                  <a:pt x="4225925" y="1369758"/>
                </a:lnTo>
                <a:lnTo>
                  <a:pt x="4225925" y="1505572"/>
                </a:lnTo>
                <a:lnTo>
                  <a:pt x="4082783" y="1505572"/>
                </a:lnTo>
                <a:lnTo>
                  <a:pt x="4154068" y="1314869"/>
                </a:lnTo>
                <a:lnTo>
                  <a:pt x="4225925" y="1505572"/>
                </a:lnTo>
                <a:lnTo>
                  <a:pt x="4225925" y="1369758"/>
                </a:lnTo>
                <a:lnTo>
                  <a:pt x="4205071" y="1314869"/>
                </a:lnTo>
                <a:lnTo>
                  <a:pt x="4184650" y="1261135"/>
                </a:lnTo>
                <a:lnTo>
                  <a:pt x="4126369" y="1261135"/>
                </a:lnTo>
                <a:lnTo>
                  <a:pt x="3975303" y="1657223"/>
                </a:lnTo>
                <a:lnTo>
                  <a:pt x="4026217" y="1657223"/>
                </a:lnTo>
                <a:lnTo>
                  <a:pt x="4068089" y="1550276"/>
                </a:lnTo>
                <a:lnTo>
                  <a:pt x="4240644" y="1550276"/>
                </a:lnTo>
                <a:lnTo>
                  <a:pt x="4282516" y="1657223"/>
                </a:lnTo>
                <a:lnTo>
                  <a:pt x="4335157" y="1657223"/>
                </a:lnTo>
                <a:close/>
              </a:path>
              <a:path w="4892040" h="1661159">
                <a:moveTo>
                  <a:pt x="4824552" y="1611490"/>
                </a:moveTo>
                <a:lnTo>
                  <a:pt x="4644060" y="1611490"/>
                </a:lnTo>
                <a:lnTo>
                  <a:pt x="4644060" y="1260970"/>
                </a:lnTo>
                <a:lnTo>
                  <a:pt x="4594847" y="1260970"/>
                </a:lnTo>
                <a:lnTo>
                  <a:pt x="4594847" y="1611490"/>
                </a:lnTo>
                <a:lnTo>
                  <a:pt x="4594847" y="1657210"/>
                </a:lnTo>
                <a:lnTo>
                  <a:pt x="4824552" y="1657210"/>
                </a:lnTo>
                <a:lnTo>
                  <a:pt x="4824552" y="1611490"/>
                </a:lnTo>
                <a:close/>
              </a:path>
              <a:path w="4892040" h="1661159">
                <a:moveTo>
                  <a:pt x="4891735" y="532498"/>
                </a:moveTo>
                <a:lnTo>
                  <a:pt x="4889538" y="482015"/>
                </a:lnTo>
                <a:lnTo>
                  <a:pt x="4883023" y="432930"/>
                </a:lnTo>
                <a:lnTo>
                  <a:pt x="4872266" y="385470"/>
                </a:lnTo>
                <a:lnTo>
                  <a:pt x="4857369" y="339839"/>
                </a:lnTo>
                <a:lnTo>
                  <a:pt x="4838408" y="296240"/>
                </a:lnTo>
                <a:lnTo>
                  <a:pt x="4815497" y="254889"/>
                </a:lnTo>
                <a:lnTo>
                  <a:pt x="4788700" y="215976"/>
                </a:lnTo>
                <a:lnTo>
                  <a:pt x="4758131" y="179717"/>
                </a:lnTo>
                <a:lnTo>
                  <a:pt x="4725047" y="147472"/>
                </a:lnTo>
                <a:lnTo>
                  <a:pt x="4725047" y="532498"/>
                </a:lnTo>
                <a:lnTo>
                  <a:pt x="4721745" y="585076"/>
                </a:lnTo>
                <a:lnTo>
                  <a:pt x="4711941" y="634657"/>
                </a:lnTo>
                <a:lnTo>
                  <a:pt x="4695736" y="680986"/>
                </a:lnTo>
                <a:lnTo>
                  <a:pt x="4673270" y="723773"/>
                </a:lnTo>
                <a:lnTo>
                  <a:pt x="4644644" y="762762"/>
                </a:lnTo>
                <a:lnTo>
                  <a:pt x="4609973" y="797648"/>
                </a:lnTo>
                <a:lnTo>
                  <a:pt x="4574832" y="824598"/>
                </a:lnTo>
                <a:lnTo>
                  <a:pt x="4535983" y="847598"/>
                </a:lnTo>
                <a:lnTo>
                  <a:pt x="4493628" y="866559"/>
                </a:lnTo>
                <a:lnTo>
                  <a:pt x="4447984" y="881418"/>
                </a:lnTo>
                <a:lnTo>
                  <a:pt x="4399254" y="892124"/>
                </a:lnTo>
                <a:lnTo>
                  <a:pt x="4347654" y="898601"/>
                </a:lnTo>
                <a:lnTo>
                  <a:pt x="4293374" y="900772"/>
                </a:lnTo>
                <a:lnTo>
                  <a:pt x="4239095" y="898601"/>
                </a:lnTo>
                <a:lnTo>
                  <a:pt x="4187494" y="892124"/>
                </a:lnTo>
                <a:lnTo>
                  <a:pt x="4138765" y="881418"/>
                </a:lnTo>
                <a:lnTo>
                  <a:pt x="4093121" y="866559"/>
                </a:lnTo>
                <a:lnTo>
                  <a:pt x="4050766" y="847598"/>
                </a:lnTo>
                <a:lnTo>
                  <a:pt x="4011917" y="824598"/>
                </a:lnTo>
                <a:lnTo>
                  <a:pt x="3976763" y="797648"/>
                </a:lnTo>
                <a:lnTo>
                  <a:pt x="3942105" y="762762"/>
                </a:lnTo>
                <a:lnTo>
                  <a:pt x="3913479" y="723773"/>
                </a:lnTo>
                <a:lnTo>
                  <a:pt x="3891000" y="680986"/>
                </a:lnTo>
                <a:lnTo>
                  <a:pt x="3874795" y="634657"/>
                </a:lnTo>
                <a:lnTo>
                  <a:pt x="3864991" y="585076"/>
                </a:lnTo>
                <a:lnTo>
                  <a:pt x="3861701" y="532498"/>
                </a:lnTo>
                <a:lnTo>
                  <a:pt x="3864991" y="479907"/>
                </a:lnTo>
                <a:lnTo>
                  <a:pt x="3874795" y="430314"/>
                </a:lnTo>
                <a:lnTo>
                  <a:pt x="3891000" y="383997"/>
                </a:lnTo>
                <a:lnTo>
                  <a:pt x="3913479" y="341198"/>
                </a:lnTo>
                <a:lnTo>
                  <a:pt x="3942105" y="302234"/>
                </a:lnTo>
                <a:lnTo>
                  <a:pt x="3976763" y="267347"/>
                </a:lnTo>
                <a:lnTo>
                  <a:pt x="4011917" y="240398"/>
                </a:lnTo>
                <a:lnTo>
                  <a:pt x="4050766" y="217398"/>
                </a:lnTo>
                <a:lnTo>
                  <a:pt x="4093121" y="198437"/>
                </a:lnTo>
                <a:lnTo>
                  <a:pt x="4138765" y="183578"/>
                </a:lnTo>
                <a:lnTo>
                  <a:pt x="4187494" y="172872"/>
                </a:lnTo>
                <a:lnTo>
                  <a:pt x="4239095" y="166395"/>
                </a:lnTo>
                <a:lnTo>
                  <a:pt x="4293374" y="164223"/>
                </a:lnTo>
                <a:lnTo>
                  <a:pt x="4347654" y="166395"/>
                </a:lnTo>
                <a:lnTo>
                  <a:pt x="4399254" y="172872"/>
                </a:lnTo>
                <a:lnTo>
                  <a:pt x="4447984" y="183578"/>
                </a:lnTo>
                <a:lnTo>
                  <a:pt x="4493628" y="198437"/>
                </a:lnTo>
                <a:lnTo>
                  <a:pt x="4535983" y="217398"/>
                </a:lnTo>
                <a:lnTo>
                  <a:pt x="4574832" y="240398"/>
                </a:lnTo>
                <a:lnTo>
                  <a:pt x="4609973" y="267347"/>
                </a:lnTo>
                <a:lnTo>
                  <a:pt x="4644644" y="302234"/>
                </a:lnTo>
                <a:lnTo>
                  <a:pt x="4673270" y="341198"/>
                </a:lnTo>
                <a:lnTo>
                  <a:pt x="4695736" y="383997"/>
                </a:lnTo>
                <a:lnTo>
                  <a:pt x="4711941" y="430314"/>
                </a:lnTo>
                <a:lnTo>
                  <a:pt x="4721745" y="479907"/>
                </a:lnTo>
                <a:lnTo>
                  <a:pt x="4725047" y="532498"/>
                </a:lnTo>
                <a:lnTo>
                  <a:pt x="4725047" y="147472"/>
                </a:lnTo>
                <a:lnTo>
                  <a:pt x="4686300" y="116103"/>
                </a:lnTo>
                <a:lnTo>
                  <a:pt x="4645838" y="89255"/>
                </a:lnTo>
                <a:lnTo>
                  <a:pt x="4602645" y="65849"/>
                </a:lnTo>
                <a:lnTo>
                  <a:pt x="4556836" y="45910"/>
                </a:lnTo>
                <a:lnTo>
                  <a:pt x="4508563" y="29502"/>
                </a:lnTo>
                <a:lnTo>
                  <a:pt x="4457941" y="16662"/>
                </a:lnTo>
                <a:lnTo>
                  <a:pt x="4405109" y="7442"/>
                </a:lnTo>
                <a:lnTo>
                  <a:pt x="4350207" y="1866"/>
                </a:lnTo>
                <a:lnTo>
                  <a:pt x="4293374" y="0"/>
                </a:lnTo>
                <a:lnTo>
                  <a:pt x="4236529" y="1866"/>
                </a:lnTo>
                <a:lnTo>
                  <a:pt x="4181627" y="7442"/>
                </a:lnTo>
                <a:lnTo>
                  <a:pt x="4128795" y="16662"/>
                </a:lnTo>
                <a:lnTo>
                  <a:pt x="4078186" y="29502"/>
                </a:lnTo>
                <a:lnTo>
                  <a:pt x="4029913" y="45910"/>
                </a:lnTo>
                <a:lnTo>
                  <a:pt x="3984104" y="65849"/>
                </a:lnTo>
                <a:lnTo>
                  <a:pt x="3940911" y="89255"/>
                </a:lnTo>
                <a:lnTo>
                  <a:pt x="3900449" y="116103"/>
                </a:lnTo>
                <a:lnTo>
                  <a:pt x="3862857" y="146329"/>
                </a:lnTo>
                <a:lnTo>
                  <a:pt x="3828592" y="179717"/>
                </a:lnTo>
                <a:lnTo>
                  <a:pt x="3798024" y="215976"/>
                </a:lnTo>
                <a:lnTo>
                  <a:pt x="3771239" y="254889"/>
                </a:lnTo>
                <a:lnTo>
                  <a:pt x="3748328" y="296240"/>
                </a:lnTo>
                <a:lnTo>
                  <a:pt x="3729393" y="339839"/>
                </a:lnTo>
                <a:lnTo>
                  <a:pt x="3714496" y="385470"/>
                </a:lnTo>
                <a:lnTo>
                  <a:pt x="3703751" y="432930"/>
                </a:lnTo>
                <a:lnTo>
                  <a:pt x="3697236" y="482015"/>
                </a:lnTo>
                <a:lnTo>
                  <a:pt x="3695039" y="532498"/>
                </a:lnTo>
                <a:lnTo>
                  <a:pt x="3697236" y="582980"/>
                </a:lnTo>
                <a:lnTo>
                  <a:pt x="3703751" y="632053"/>
                </a:lnTo>
                <a:lnTo>
                  <a:pt x="3714496" y="679513"/>
                </a:lnTo>
                <a:lnTo>
                  <a:pt x="3729393" y="725144"/>
                </a:lnTo>
                <a:lnTo>
                  <a:pt x="3748328" y="768743"/>
                </a:lnTo>
                <a:lnTo>
                  <a:pt x="3771239" y="810094"/>
                </a:lnTo>
                <a:lnTo>
                  <a:pt x="3798024" y="849007"/>
                </a:lnTo>
                <a:lnTo>
                  <a:pt x="3828592" y="885253"/>
                </a:lnTo>
                <a:lnTo>
                  <a:pt x="3862857" y="918641"/>
                </a:lnTo>
                <a:lnTo>
                  <a:pt x="3900449" y="948880"/>
                </a:lnTo>
                <a:lnTo>
                  <a:pt x="3940911" y="975728"/>
                </a:lnTo>
                <a:lnTo>
                  <a:pt x="3984104" y="999147"/>
                </a:lnTo>
                <a:lnTo>
                  <a:pt x="4029913" y="1019073"/>
                </a:lnTo>
                <a:lnTo>
                  <a:pt x="4078186" y="1035481"/>
                </a:lnTo>
                <a:lnTo>
                  <a:pt x="4128795" y="1048334"/>
                </a:lnTo>
                <a:lnTo>
                  <a:pt x="4181627" y="1057554"/>
                </a:lnTo>
                <a:lnTo>
                  <a:pt x="4236529" y="1063129"/>
                </a:lnTo>
                <a:lnTo>
                  <a:pt x="4293374" y="1064996"/>
                </a:lnTo>
                <a:lnTo>
                  <a:pt x="4350207" y="1063129"/>
                </a:lnTo>
                <a:lnTo>
                  <a:pt x="4405109" y="1057554"/>
                </a:lnTo>
                <a:lnTo>
                  <a:pt x="4457941" y="1048334"/>
                </a:lnTo>
                <a:lnTo>
                  <a:pt x="4508563" y="1035481"/>
                </a:lnTo>
                <a:lnTo>
                  <a:pt x="4556836" y="1019073"/>
                </a:lnTo>
                <a:lnTo>
                  <a:pt x="4602645" y="999147"/>
                </a:lnTo>
                <a:lnTo>
                  <a:pt x="4645838" y="975728"/>
                </a:lnTo>
                <a:lnTo>
                  <a:pt x="4686300" y="948880"/>
                </a:lnTo>
                <a:lnTo>
                  <a:pt x="4723879" y="918641"/>
                </a:lnTo>
                <a:lnTo>
                  <a:pt x="4758131" y="885253"/>
                </a:lnTo>
                <a:lnTo>
                  <a:pt x="4788700" y="849007"/>
                </a:lnTo>
                <a:lnTo>
                  <a:pt x="4815497" y="810094"/>
                </a:lnTo>
                <a:lnTo>
                  <a:pt x="4838408" y="768743"/>
                </a:lnTo>
                <a:lnTo>
                  <a:pt x="4857369" y="725144"/>
                </a:lnTo>
                <a:lnTo>
                  <a:pt x="4872266" y="679513"/>
                </a:lnTo>
                <a:lnTo>
                  <a:pt x="4883023" y="632053"/>
                </a:lnTo>
                <a:lnTo>
                  <a:pt x="4889538" y="582980"/>
                </a:lnTo>
                <a:lnTo>
                  <a:pt x="4891735" y="5324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object 20"/>
          <p:cNvPicPr/>
          <p:nvPr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b="1166"/>
          <a:stretch>
            <a:fillRect/>
          </a:stretch>
        </p:blipFill>
        <p:spPr>
          <a:xfrm>
            <a:off x="5631548" y="2403122"/>
            <a:ext cx="6560452" cy="4441653"/>
          </a:xfrm>
          <a:prstGeom prst="rect">
            <a:avLst/>
          </a:prstGeom>
          <a:ln>
            <a:noFill/>
          </a:ln>
        </p:spPr>
      </p:pic>
      <p:sp>
        <p:nvSpPr>
          <p:cNvPr id="14" name="object 4"/>
          <p:cNvSpPr/>
          <p:nvPr/>
        </p:nvSpPr>
        <p:spPr>
          <a:xfrm>
            <a:off x="428" y="0"/>
            <a:ext cx="5632340" cy="3554730"/>
          </a:xfrm>
          <a:custGeom>
            <a:avLst/>
            <a:gdLst/>
            <a:ahLst/>
            <a:cxnLst/>
            <a:rect l="l" t="t" r="r" b="b"/>
            <a:pathLst>
              <a:path w="9288145" h="5598795">
                <a:moveTo>
                  <a:pt x="9287664" y="0"/>
                </a:moveTo>
                <a:lnTo>
                  <a:pt x="0" y="0"/>
                </a:lnTo>
                <a:lnTo>
                  <a:pt x="0" y="5598771"/>
                </a:lnTo>
                <a:lnTo>
                  <a:pt x="9287664" y="5598771"/>
                </a:lnTo>
                <a:lnTo>
                  <a:pt x="9287664" y="0"/>
                </a:lnTo>
                <a:close/>
              </a:path>
            </a:pathLst>
          </a:custGeom>
          <a:solidFill>
            <a:srgbClr val="C3E0CC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bject 7"/>
          <p:cNvSpPr txBox="1"/>
          <p:nvPr/>
        </p:nvSpPr>
        <p:spPr>
          <a:xfrm>
            <a:off x="557284" y="2540883"/>
            <a:ext cx="3278116" cy="679238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lvl="0" indent="0" algn="l" defTabSz="554492" rtl="0" eaLnBrk="1" fontAlgn="auto" latinLnBrk="0" hangingPunct="1">
              <a:lnSpc>
                <a:spcPct val="1002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183" b="1" i="0" u="none" strike="noStrike" kern="0" cap="none" spc="0" normalizeH="0" baseline="0" noProof="0">
                <a:ln>
                  <a:noFill/>
                </a:ln>
                <a:solidFill>
                  <a:srgbClr val="122328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Uma gestora de recursos independente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rcRect r="8"/>
          <a:stretch>
            <a:fillRect/>
          </a:stretch>
        </p:blipFill>
        <p:spPr>
          <a:xfrm>
            <a:off x="428" y="3472535"/>
            <a:ext cx="5630692" cy="3395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4D81C-126D-8E06-FD25-407A6316C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58451C93-7DBF-5D36-B4A9-99DBFC011B4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2" t="4350" r="2346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grpSp>
        <p:nvGrpSpPr>
          <p:cNvPr id="13" name="frase-destaque">
            <a:extLst>
              <a:ext uri="{FF2B5EF4-FFF2-40B4-BE49-F238E27FC236}">
                <a16:creationId xmlns:a16="http://schemas.microsoft.com/office/drawing/2014/main" id="{77A01888-88AC-BCCD-CFD7-A4444EB45DC9}"/>
              </a:ext>
            </a:extLst>
          </p:cNvPr>
          <p:cNvGrpSpPr/>
          <p:nvPr/>
        </p:nvGrpSpPr>
        <p:grpSpPr>
          <a:xfrm>
            <a:off x="6348738" y="978973"/>
            <a:ext cx="4555414" cy="2141976"/>
            <a:chOff x="6348738" y="678267"/>
            <a:chExt cx="4555414" cy="2141976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4284237-ADFA-22A5-793A-065A467EC1C3}"/>
                </a:ext>
              </a:extLst>
            </p:cNvPr>
            <p:cNvGrpSpPr/>
            <p:nvPr/>
          </p:nvGrpSpPr>
          <p:grpSpPr>
            <a:xfrm>
              <a:off x="6529676" y="1952575"/>
              <a:ext cx="4193538" cy="867668"/>
              <a:chOff x="6724902" y="1889019"/>
              <a:chExt cx="4193538" cy="867668"/>
            </a:xfrm>
          </p:grpSpPr>
          <p:sp>
            <p:nvSpPr>
              <p:cNvPr id="25" name="texto">
                <a:extLst>
                  <a:ext uri="{FF2B5EF4-FFF2-40B4-BE49-F238E27FC236}">
                    <a16:creationId xmlns:a16="http://schemas.microsoft.com/office/drawing/2014/main" id="{C8C2820F-7BB9-AB0C-C250-74966247A4AB}"/>
                  </a:ext>
                </a:extLst>
              </p:cNvPr>
              <p:cNvSpPr/>
              <p:nvPr/>
            </p:nvSpPr>
            <p:spPr>
              <a:xfrm>
                <a:off x="9322625" y="2089006"/>
                <a:ext cx="1595815" cy="6676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Versos"/>
                    <a:sym typeface="Arial"/>
                  </a:rPr>
                  <a:t>A 2ª maior instituição financeira do Brasil</a:t>
                </a:r>
                <a:endPara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Versos"/>
                  <a:sym typeface="Arial"/>
                </a:endParaRPr>
              </a:p>
            </p:txBody>
          </p:sp>
          <p:pic>
            <p:nvPicPr>
              <p:cNvPr id="28" name="bradesco">
                <a:extLst>
                  <a:ext uri="{FF2B5EF4-FFF2-40B4-BE49-F238E27FC236}">
                    <a16:creationId xmlns:a16="http://schemas.microsoft.com/office/drawing/2014/main" id="{3C1CBFF2-D1C1-3028-1C6C-3312A2D9BC27}"/>
                  </a:ext>
                </a:extLst>
              </p:cNvPr>
              <p:cNvPicPr/>
              <p:nvPr/>
            </p:nvPicPr>
            <p:blipFill>
              <a:blip r:embed="rId4" cstate="hqprint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6724902" y="1889019"/>
                <a:ext cx="2597723" cy="842095"/>
              </a:xfrm>
              <a:prstGeom prst="rect">
                <a:avLst/>
              </a:prstGeom>
            </p:spPr>
          </p:pic>
        </p:grpSp>
        <p:sp>
          <p:nvSpPr>
            <p:cNvPr id="6" name="texto">
              <a:extLst>
                <a:ext uri="{FF2B5EF4-FFF2-40B4-BE49-F238E27FC236}">
                  <a16:creationId xmlns:a16="http://schemas.microsoft.com/office/drawing/2014/main" id="{E580E9F2-3BCF-2069-ED91-9FA9DDFABD74}"/>
                </a:ext>
              </a:extLst>
            </p:cNvPr>
            <p:cNvSpPr txBox="1"/>
            <p:nvPr/>
          </p:nvSpPr>
          <p:spPr>
            <a:xfrm>
              <a:off x="6348738" y="678267"/>
              <a:ext cx="4555414" cy="130082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7701" marR="3081" lvl="0" indent="0" algn="ctr" defTabSz="554466" rtl="0" eaLnBrk="1" fontAlgn="auto" latinLnBrk="0" hangingPunct="1">
                <a:lnSpc>
                  <a:spcPct val="100000"/>
                </a:lnSpc>
                <a:spcBef>
                  <a:spcPts val="64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2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Estamos entre as maiores </a:t>
              </a:r>
              <a:br>
                <a:rPr kumimoji="0" lang="pt-BR" sz="2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</a:br>
              <a:r>
                <a:rPr kumimoji="0" lang="pt-BR" sz="2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gestoras de investimentos </a:t>
              </a:r>
              <a:br>
                <a:rPr kumimoji="0" lang="pt-BR" sz="2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</a:br>
              <a:r>
                <a:rPr kumimoji="0" lang="pt-BR" sz="2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do Brasil</a:t>
              </a:r>
              <a:r>
                <a: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, </a:t>
              </a:r>
              <a:r>
                <a:rPr kumimoji="0" lang="en-US" sz="2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parte</a:t>
              </a:r>
              <a:r>
                <a:rPr kumimoji="0" 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do </a:t>
              </a:r>
              <a:r>
                <a:rPr kumimoji="0" lang="en-US" sz="2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grupo</a:t>
              </a:r>
              <a:endParaRPr kumimoji="0" lang="en-US" sz="2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</p:grpSp>
      <p:sp>
        <p:nvSpPr>
          <p:cNvPr id="10" name="base">
            <a:extLst>
              <a:ext uri="{FF2B5EF4-FFF2-40B4-BE49-F238E27FC236}">
                <a16:creationId xmlns:a16="http://schemas.microsoft.com/office/drawing/2014/main" id="{6C97D18A-E100-16AF-293D-A7B55250A0A6}"/>
              </a:ext>
            </a:extLst>
          </p:cNvPr>
          <p:cNvSpPr/>
          <p:nvPr/>
        </p:nvSpPr>
        <p:spPr>
          <a:xfrm>
            <a:off x="8791745" y="3533633"/>
            <a:ext cx="2427829" cy="2388157"/>
          </a:xfrm>
          <a:prstGeom prst="roundRect">
            <a:avLst>
              <a:gd name="adj" fmla="val 1017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0" name="texto">
            <a:extLst>
              <a:ext uri="{FF2B5EF4-FFF2-40B4-BE49-F238E27FC236}">
                <a16:creationId xmlns:a16="http://schemas.microsoft.com/office/drawing/2014/main" id="{B043FD76-09F2-AF8C-23B9-5DEC9B2D3617}"/>
              </a:ext>
            </a:extLst>
          </p:cNvPr>
          <p:cNvSpPr txBox="1">
            <a:spLocks/>
          </p:cNvSpPr>
          <p:nvPr/>
        </p:nvSpPr>
        <p:spPr>
          <a:xfrm>
            <a:off x="9116826" y="4672371"/>
            <a:ext cx="1777666" cy="72648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pt-BR" sz="1800" b="0" i="0" u="none" strike="noStrike" kern="0" cap="none" spc="-6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Fundos de investimento desde a criação</a:t>
            </a:r>
          </a:p>
        </p:txBody>
      </p:sp>
      <p:sp>
        <p:nvSpPr>
          <p:cNvPr id="31" name="fundos_criacao">
            <a:extLst>
              <a:ext uri="{FF2B5EF4-FFF2-40B4-BE49-F238E27FC236}">
                <a16:creationId xmlns:a16="http://schemas.microsoft.com/office/drawing/2014/main" id="{B5F376A1-3D5D-E5B6-1B49-EF21F2E558B8}"/>
              </a:ext>
            </a:extLst>
          </p:cNvPr>
          <p:cNvSpPr txBox="1">
            <a:spLocks/>
          </p:cNvSpPr>
          <p:nvPr/>
        </p:nvSpPr>
        <p:spPr>
          <a:xfrm>
            <a:off x="9116826" y="4009162"/>
            <a:ext cx="1777666" cy="6438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pt-BR" sz="3820" b="1" i="0" u="none" strike="noStrike" kern="0" cap="none" spc="-15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sym typeface="Arial"/>
              </a:rPr>
              <a:t>+135</a:t>
            </a:r>
            <a:endParaRPr kumimoji="0" lang="pt-BR" sz="1800" b="0" i="0" u="none" strike="noStrike" kern="0" cap="none" spc="-6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9" name="base">
            <a:extLst>
              <a:ext uri="{FF2B5EF4-FFF2-40B4-BE49-F238E27FC236}">
                <a16:creationId xmlns:a16="http://schemas.microsoft.com/office/drawing/2014/main" id="{C772FA42-06EA-3B34-2AC2-37A37EBDCECD}"/>
              </a:ext>
            </a:extLst>
          </p:cNvPr>
          <p:cNvSpPr/>
          <p:nvPr/>
        </p:nvSpPr>
        <p:spPr>
          <a:xfrm>
            <a:off x="6185306" y="3533633"/>
            <a:ext cx="2427829" cy="2388157"/>
          </a:xfrm>
          <a:prstGeom prst="roundRect">
            <a:avLst>
              <a:gd name="adj" fmla="val 1082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7" name="texto">
            <a:extLst>
              <a:ext uri="{FF2B5EF4-FFF2-40B4-BE49-F238E27FC236}">
                <a16:creationId xmlns:a16="http://schemas.microsoft.com/office/drawing/2014/main" id="{162574FA-37D3-2095-E7F4-79EF5FDC0E3F}"/>
              </a:ext>
            </a:extLst>
          </p:cNvPr>
          <p:cNvSpPr txBox="1">
            <a:spLocks/>
          </p:cNvSpPr>
          <p:nvPr/>
        </p:nvSpPr>
        <p:spPr>
          <a:xfrm>
            <a:off x="6574221" y="4672371"/>
            <a:ext cx="1649998" cy="72648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en-US" sz="1800" b="0" i="0" u="none" strike="noStrike" kern="0" cap="none" spc="-6" normalizeH="0" baseline="0" noProof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Proﬁssionais</a:t>
            </a:r>
            <a:endParaRPr kumimoji="0" lang="en-US" sz="1800" b="0" i="0" u="none" strike="noStrike" kern="0" cap="none" spc="-6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endParaRPr kumimoji="0" lang="en-US" sz="1800" b="0" i="0" u="none" strike="noStrike" kern="0" cap="none" spc="-6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endParaRPr kumimoji="0" lang="pt-BR" sz="1800" b="0" i="0" u="none" strike="noStrike" kern="0" cap="none" spc="-6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29" name="profissionais">
            <a:extLst>
              <a:ext uri="{FF2B5EF4-FFF2-40B4-BE49-F238E27FC236}">
                <a16:creationId xmlns:a16="http://schemas.microsoft.com/office/drawing/2014/main" id="{A7FB7710-A1DF-D8FE-A0AA-5C18F5653E24}"/>
              </a:ext>
            </a:extLst>
          </p:cNvPr>
          <p:cNvSpPr txBox="1">
            <a:spLocks/>
          </p:cNvSpPr>
          <p:nvPr/>
        </p:nvSpPr>
        <p:spPr>
          <a:xfrm>
            <a:off x="6574221" y="4009162"/>
            <a:ext cx="1649998" cy="6438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pt-BR" sz="3820" b="1" i="0" u="none" strike="noStrike" kern="0" cap="none" spc="-15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sym typeface="Arial"/>
              </a:rPr>
              <a:t>+75</a:t>
            </a:r>
          </a:p>
        </p:txBody>
      </p:sp>
      <p:sp>
        <p:nvSpPr>
          <p:cNvPr id="8" name="base">
            <a:extLst>
              <a:ext uri="{FF2B5EF4-FFF2-40B4-BE49-F238E27FC236}">
                <a16:creationId xmlns:a16="http://schemas.microsoft.com/office/drawing/2014/main" id="{45119BE1-4748-C64D-05D3-FAC4C9EEB6A7}"/>
              </a:ext>
            </a:extLst>
          </p:cNvPr>
          <p:cNvSpPr/>
          <p:nvPr/>
        </p:nvSpPr>
        <p:spPr>
          <a:xfrm>
            <a:off x="3578866" y="3533633"/>
            <a:ext cx="2427829" cy="2388157"/>
          </a:xfrm>
          <a:prstGeom prst="roundRect">
            <a:avLst>
              <a:gd name="adj" fmla="val 10826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2" name="texto">
            <a:extLst>
              <a:ext uri="{FF2B5EF4-FFF2-40B4-BE49-F238E27FC236}">
                <a16:creationId xmlns:a16="http://schemas.microsoft.com/office/drawing/2014/main" id="{012BBE19-3EF8-991C-934E-B87BEA7078D1}"/>
              </a:ext>
            </a:extLst>
          </p:cNvPr>
          <p:cNvSpPr txBox="1">
            <a:spLocks/>
          </p:cNvSpPr>
          <p:nvPr/>
        </p:nvSpPr>
        <p:spPr>
          <a:xfrm>
            <a:off x="3867285" y="4672371"/>
            <a:ext cx="1850990" cy="72648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en-US" sz="1800" b="0" i="0" u="none" strike="noStrike" kern="0" cap="none" spc="-6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Anos de </a:t>
            </a:r>
            <a:br>
              <a:rPr kumimoji="0" lang="en-US" sz="1800" b="0" i="0" u="none" strike="noStrike" kern="0" cap="none" spc="-6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</a:br>
            <a:r>
              <a:rPr kumimoji="0" lang="en-US" sz="1800" b="0" i="0" u="none" strike="noStrike" kern="0" cap="none" spc="-6" normalizeH="0" baseline="0" noProof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história</a:t>
            </a:r>
            <a:endParaRPr kumimoji="0" lang="en-US" sz="1800" b="0" i="0" u="none" strike="noStrike" kern="0" cap="none" spc="-6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33" name="anos_historia">
            <a:extLst>
              <a:ext uri="{FF2B5EF4-FFF2-40B4-BE49-F238E27FC236}">
                <a16:creationId xmlns:a16="http://schemas.microsoft.com/office/drawing/2014/main" id="{D7CCF729-3F3F-304E-4496-0ED828696854}"/>
              </a:ext>
            </a:extLst>
          </p:cNvPr>
          <p:cNvSpPr txBox="1">
            <a:spLocks/>
          </p:cNvSpPr>
          <p:nvPr/>
        </p:nvSpPr>
        <p:spPr>
          <a:xfrm>
            <a:off x="3867285" y="4009162"/>
            <a:ext cx="1850990" cy="6438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pt-BR" sz="3820" b="1" i="0" u="none" strike="noStrike" kern="0" cap="none" spc="-15" normalizeH="0" baseline="0" noProof="0">
                <a:ln>
                  <a:noFill/>
                </a:ln>
                <a:solidFill>
                  <a:srgbClr val="FFFFFF">
                    <a:lumMod val="8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27</a:t>
            </a:r>
            <a:endParaRPr kumimoji="0" lang="en-US" sz="1800" b="0" i="0" u="none" strike="noStrike" kern="0" cap="none" spc="-6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7" name="base">
            <a:extLst>
              <a:ext uri="{FF2B5EF4-FFF2-40B4-BE49-F238E27FC236}">
                <a16:creationId xmlns:a16="http://schemas.microsoft.com/office/drawing/2014/main" id="{D5BF0590-B3AC-EA37-CF4C-8962DEE64621}"/>
              </a:ext>
            </a:extLst>
          </p:cNvPr>
          <p:cNvSpPr/>
          <p:nvPr/>
        </p:nvSpPr>
        <p:spPr>
          <a:xfrm>
            <a:off x="972426" y="3533633"/>
            <a:ext cx="2427829" cy="2388157"/>
          </a:xfrm>
          <a:prstGeom prst="roundRect">
            <a:avLst>
              <a:gd name="adj" fmla="val 8879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24" name="texto">
            <a:extLst>
              <a:ext uri="{FF2B5EF4-FFF2-40B4-BE49-F238E27FC236}">
                <a16:creationId xmlns:a16="http://schemas.microsoft.com/office/drawing/2014/main" id="{0EB0D84E-5747-36C4-6359-F306EC1F39CE}"/>
              </a:ext>
            </a:extLst>
          </p:cNvPr>
          <p:cNvSpPr txBox="1">
            <a:spLocks/>
          </p:cNvSpPr>
          <p:nvPr/>
        </p:nvSpPr>
        <p:spPr>
          <a:xfrm>
            <a:off x="972426" y="4672371"/>
            <a:ext cx="2427829" cy="726482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t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en-US" sz="1800" b="0" i="0" u="none" strike="noStrike" kern="0" cap="none" spc="-6" normalizeH="0" baseline="0" noProof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Ativos</a:t>
            </a:r>
            <a:r>
              <a:rPr kumimoji="0" lang="en-US" sz="1800" b="0" i="0" u="none" strike="noStrike" kern="0" cap="none" spc="-6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 sob </a:t>
            </a:r>
            <a:br>
              <a:rPr kumimoji="0" lang="en-US" sz="1800" b="0" i="0" u="none" strike="noStrike" kern="0" cap="none" spc="-6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</a:br>
            <a:r>
              <a:rPr kumimoji="0" lang="en-US" sz="1800" b="0" i="0" u="none" strike="noStrike" kern="0" cap="none" spc="-6" normalizeH="0" baseline="0" noProof="0" err="1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  <a:sym typeface="Arial"/>
              </a:rPr>
              <a:t>gestão</a:t>
            </a:r>
            <a:endParaRPr kumimoji="0" lang="en-US" sz="1800" b="0" i="0" u="none" strike="noStrike" kern="0" cap="none" spc="-6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 Light"/>
              <a:ea typeface="+mj-ea"/>
              <a:cs typeface="Versos Light"/>
              <a:sym typeface="Arial"/>
            </a:endParaRPr>
          </a:p>
        </p:txBody>
      </p:sp>
      <p:sp>
        <p:nvSpPr>
          <p:cNvPr id="26" name="ativos_sob_gestão">
            <a:extLst>
              <a:ext uri="{FF2B5EF4-FFF2-40B4-BE49-F238E27FC236}">
                <a16:creationId xmlns:a16="http://schemas.microsoft.com/office/drawing/2014/main" id="{7C873CEE-6F57-13CC-6D69-C783CD20E2F2}"/>
              </a:ext>
            </a:extLst>
          </p:cNvPr>
          <p:cNvSpPr txBox="1">
            <a:spLocks/>
          </p:cNvSpPr>
          <p:nvPr/>
        </p:nvSpPr>
        <p:spPr>
          <a:xfrm>
            <a:off x="972426" y="4009162"/>
            <a:ext cx="2427829" cy="643801"/>
          </a:xfrm>
          <a:prstGeom prst="rect">
            <a:avLst/>
          </a:prstGeom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sz="4100" b="1" i="0">
                <a:solidFill>
                  <a:schemeClr val="bg1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13392" algn="l"/>
              </a:tabLst>
              <a:defRPr/>
            </a:pPr>
            <a:r>
              <a:rPr kumimoji="0" lang="pt-BR" sz="2800" b="1" i="0" u="none" strike="noStrike" kern="0" cap="none" spc="-15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+</a:t>
            </a:r>
            <a:r>
              <a:rPr kumimoji="0" lang="pt-BR" sz="2800" b="1" i="0" u="none" strike="noStrike" kern="0" cap="none" spc="-12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R$ </a:t>
            </a:r>
            <a:r>
              <a:rPr kumimoji="0" lang="pt-BR" sz="3820" b="1" i="0" u="none" strike="noStrike" kern="0" cap="none" spc="-12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31 </a:t>
            </a:r>
            <a:r>
              <a:rPr kumimoji="0" lang="pt-BR" sz="3200" b="1" i="0" u="none" strike="noStrike" kern="0" cap="none" spc="-15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Versos SemiBold"/>
                <a:sym typeface="Arial"/>
              </a:rPr>
              <a:t>bi</a:t>
            </a:r>
          </a:p>
        </p:txBody>
      </p:sp>
      <p:sp>
        <p:nvSpPr>
          <p:cNvPr id="38" name="logo-tivio-capital">
            <a:extLst>
              <a:ext uri="{FF2B5EF4-FFF2-40B4-BE49-F238E27FC236}">
                <a16:creationId xmlns:a16="http://schemas.microsoft.com/office/drawing/2014/main" id="{F9A0D4D6-EF68-1D55-3E2C-001CDB3F5DB0}"/>
              </a:ext>
            </a:extLst>
          </p:cNvPr>
          <p:cNvSpPr/>
          <p:nvPr/>
        </p:nvSpPr>
        <p:spPr>
          <a:xfrm>
            <a:off x="1937484" y="1484470"/>
            <a:ext cx="3123407" cy="1060597"/>
          </a:xfrm>
          <a:custGeom>
            <a:avLst/>
            <a:gdLst/>
            <a:ahLst/>
            <a:cxnLst/>
            <a:rect l="l" t="t" r="r" b="b"/>
            <a:pathLst>
              <a:path w="4892040" h="1661159">
                <a:moveTo>
                  <a:pt x="598157" y="162128"/>
                </a:moveTo>
                <a:lnTo>
                  <a:pt x="552208" y="107619"/>
                </a:lnTo>
                <a:lnTo>
                  <a:pt x="517258" y="77089"/>
                </a:lnTo>
                <a:lnTo>
                  <a:pt x="478993" y="51600"/>
                </a:lnTo>
                <a:lnTo>
                  <a:pt x="437870" y="31381"/>
                </a:lnTo>
                <a:lnTo>
                  <a:pt x="394347" y="16649"/>
                </a:lnTo>
                <a:lnTo>
                  <a:pt x="348894" y="7645"/>
                </a:lnTo>
                <a:lnTo>
                  <a:pt x="301955" y="4597"/>
                </a:lnTo>
                <a:lnTo>
                  <a:pt x="0" y="4597"/>
                </a:lnTo>
                <a:lnTo>
                  <a:pt x="0" y="162128"/>
                </a:lnTo>
                <a:lnTo>
                  <a:pt x="598157" y="162128"/>
                </a:lnTo>
                <a:close/>
              </a:path>
              <a:path w="4892040" h="1661159">
                <a:moveTo>
                  <a:pt x="686130" y="667334"/>
                </a:moveTo>
                <a:lnTo>
                  <a:pt x="681558" y="664121"/>
                </a:lnTo>
                <a:lnTo>
                  <a:pt x="681558" y="391325"/>
                </a:lnTo>
                <a:lnTo>
                  <a:pt x="678510" y="344347"/>
                </a:lnTo>
                <a:lnTo>
                  <a:pt x="669455" y="298767"/>
                </a:lnTo>
                <a:lnTo>
                  <a:pt x="654519" y="254977"/>
                </a:lnTo>
                <a:lnTo>
                  <a:pt x="633844" y="213360"/>
                </a:lnTo>
                <a:lnTo>
                  <a:pt x="607568" y="174294"/>
                </a:lnTo>
                <a:lnTo>
                  <a:pt x="598157" y="162128"/>
                </a:lnTo>
                <a:lnTo>
                  <a:pt x="588746" y="174294"/>
                </a:lnTo>
                <a:lnTo>
                  <a:pt x="562470" y="213360"/>
                </a:lnTo>
                <a:lnTo>
                  <a:pt x="541794" y="254977"/>
                </a:lnTo>
                <a:lnTo>
                  <a:pt x="526859" y="298767"/>
                </a:lnTo>
                <a:lnTo>
                  <a:pt x="517804" y="344347"/>
                </a:lnTo>
                <a:lnTo>
                  <a:pt x="514743" y="391325"/>
                </a:lnTo>
                <a:lnTo>
                  <a:pt x="514629" y="1019911"/>
                </a:lnTo>
                <a:lnTo>
                  <a:pt x="514743" y="1031824"/>
                </a:lnTo>
                <a:lnTo>
                  <a:pt x="681685" y="1031824"/>
                </a:lnTo>
                <a:lnTo>
                  <a:pt x="681558" y="673976"/>
                </a:lnTo>
                <a:lnTo>
                  <a:pt x="686130" y="667334"/>
                </a:lnTo>
                <a:close/>
              </a:path>
              <a:path w="4892040" h="1661159">
                <a:moveTo>
                  <a:pt x="1196327" y="4597"/>
                </a:moveTo>
                <a:lnTo>
                  <a:pt x="894384" y="4597"/>
                </a:lnTo>
                <a:lnTo>
                  <a:pt x="847432" y="7645"/>
                </a:lnTo>
                <a:lnTo>
                  <a:pt x="801966" y="16649"/>
                </a:lnTo>
                <a:lnTo>
                  <a:pt x="758444" y="31381"/>
                </a:lnTo>
                <a:lnTo>
                  <a:pt x="717321" y="51600"/>
                </a:lnTo>
                <a:lnTo>
                  <a:pt x="679056" y="77089"/>
                </a:lnTo>
                <a:lnTo>
                  <a:pt x="644105" y="107619"/>
                </a:lnTo>
                <a:lnTo>
                  <a:pt x="612952" y="142976"/>
                </a:lnTo>
                <a:lnTo>
                  <a:pt x="598182" y="162128"/>
                </a:lnTo>
                <a:lnTo>
                  <a:pt x="1196327" y="162128"/>
                </a:lnTo>
                <a:lnTo>
                  <a:pt x="1196327" y="4597"/>
                </a:lnTo>
                <a:close/>
              </a:path>
              <a:path w="4892040" h="1661159">
                <a:moveTo>
                  <a:pt x="1602905" y="13525"/>
                </a:moveTo>
                <a:lnTo>
                  <a:pt x="1440751" y="13525"/>
                </a:lnTo>
                <a:lnTo>
                  <a:pt x="1440751" y="1051445"/>
                </a:lnTo>
                <a:lnTo>
                  <a:pt x="1602905" y="1051445"/>
                </a:lnTo>
                <a:lnTo>
                  <a:pt x="1602905" y="13525"/>
                </a:lnTo>
                <a:close/>
              </a:path>
              <a:path w="4892040" h="1661159">
                <a:moveTo>
                  <a:pt x="1772564" y="1390700"/>
                </a:moveTo>
                <a:lnTo>
                  <a:pt x="1752968" y="1335557"/>
                </a:lnTo>
                <a:lnTo>
                  <a:pt x="1716811" y="1293393"/>
                </a:lnTo>
                <a:lnTo>
                  <a:pt x="1667090" y="1266647"/>
                </a:lnTo>
                <a:lnTo>
                  <a:pt x="1606765" y="1257731"/>
                </a:lnTo>
                <a:lnTo>
                  <a:pt x="1579333" y="1259306"/>
                </a:lnTo>
                <a:lnTo>
                  <a:pt x="1529537" y="1271905"/>
                </a:lnTo>
                <a:lnTo>
                  <a:pt x="1486928" y="1296797"/>
                </a:lnTo>
                <a:lnTo>
                  <a:pt x="1453819" y="1332306"/>
                </a:lnTo>
                <a:lnTo>
                  <a:pt x="1430832" y="1377696"/>
                </a:lnTo>
                <a:lnTo>
                  <a:pt x="1419212" y="1430312"/>
                </a:lnTo>
                <a:lnTo>
                  <a:pt x="1417751" y="1459179"/>
                </a:lnTo>
                <a:lnTo>
                  <a:pt x="1419212" y="1488262"/>
                </a:lnTo>
                <a:lnTo>
                  <a:pt x="1430832" y="1541030"/>
                </a:lnTo>
                <a:lnTo>
                  <a:pt x="1453819" y="1586204"/>
                </a:lnTo>
                <a:lnTo>
                  <a:pt x="1486928" y="1621561"/>
                </a:lnTo>
                <a:lnTo>
                  <a:pt x="1529537" y="1646440"/>
                </a:lnTo>
                <a:lnTo>
                  <a:pt x="1579333" y="1659026"/>
                </a:lnTo>
                <a:lnTo>
                  <a:pt x="1606765" y="1660588"/>
                </a:lnTo>
                <a:lnTo>
                  <a:pt x="1638477" y="1658366"/>
                </a:lnTo>
                <a:lnTo>
                  <a:pt x="1693494" y="1640547"/>
                </a:lnTo>
                <a:lnTo>
                  <a:pt x="1736712" y="1605508"/>
                </a:lnTo>
                <a:lnTo>
                  <a:pt x="1764296" y="1556854"/>
                </a:lnTo>
                <a:lnTo>
                  <a:pt x="1722767" y="1527644"/>
                </a:lnTo>
                <a:lnTo>
                  <a:pt x="1715897" y="1547393"/>
                </a:lnTo>
                <a:lnTo>
                  <a:pt x="1706638" y="1564779"/>
                </a:lnTo>
                <a:lnTo>
                  <a:pt x="1664652" y="1602447"/>
                </a:lnTo>
                <a:lnTo>
                  <a:pt x="1626476" y="1613916"/>
                </a:lnTo>
                <a:lnTo>
                  <a:pt x="1604518" y="1615351"/>
                </a:lnTo>
                <a:lnTo>
                  <a:pt x="1584744" y="1614106"/>
                </a:lnTo>
                <a:lnTo>
                  <a:pt x="1532648" y="1595551"/>
                </a:lnTo>
                <a:lnTo>
                  <a:pt x="1494091" y="1556931"/>
                </a:lnTo>
                <a:lnTo>
                  <a:pt x="1477530" y="1521663"/>
                </a:lnTo>
                <a:lnTo>
                  <a:pt x="1469186" y="1481213"/>
                </a:lnTo>
                <a:lnTo>
                  <a:pt x="1468145" y="1459179"/>
                </a:lnTo>
                <a:lnTo>
                  <a:pt x="1469186" y="1436916"/>
                </a:lnTo>
                <a:lnTo>
                  <a:pt x="1477530" y="1396326"/>
                </a:lnTo>
                <a:lnTo>
                  <a:pt x="1494091" y="1361274"/>
                </a:lnTo>
                <a:lnTo>
                  <a:pt x="1532648" y="1322819"/>
                </a:lnTo>
                <a:lnTo>
                  <a:pt x="1584744" y="1304239"/>
                </a:lnTo>
                <a:lnTo>
                  <a:pt x="1604518" y="1303007"/>
                </a:lnTo>
                <a:lnTo>
                  <a:pt x="1626273" y="1304455"/>
                </a:lnTo>
                <a:lnTo>
                  <a:pt x="1664601" y="1316075"/>
                </a:lnTo>
                <a:lnTo>
                  <a:pt x="1695577" y="1338948"/>
                </a:lnTo>
                <a:lnTo>
                  <a:pt x="1716659" y="1371193"/>
                </a:lnTo>
                <a:lnTo>
                  <a:pt x="1723339" y="1390700"/>
                </a:lnTo>
                <a:lnTo>
                  <a:pt x="1772564" y="1390700"/>
                </a:lnTo>
                <a:close/>
              </a:path>
              <a:path w="4892040" h="1661159">
                <a:moveTo>
                  <a:pt x="2362708" y="1657223"/>
                </a:moveTo>
                <a:lnTo>
                  <a:pt x="2322068" y="1550276"/>
                </a:lnTo>
                <a:lnTo>
                  <a:pt x="2305075" y="1505572"/>
                </a:lnTo>
                <a:lnTo>
                  <a:pt x="2253475" y="1369783"/>
                </a:lnTo>
                <a:lnTo>
                  <a:pt x="2253475" y="1505572"/>
                </a:lnTo>
                <a:lnTo>
                  <a:pt x="2110333" y="1505572"/>
                </a:lnTo>
                <a:lnTo>
                  <a:pt x="2181618" y="1314869"/>
                </a:lnTo>
                <a:lnTo>
                  <a:pt x="2253475" y="1505572"/>
                </a:lnTo>
                <a:lnTo>
                  <a:pt x="2253475" y="1369783"/>
                </a:lnTo>
                <a:lnTo>
                  <a:pt x="2232609" y="1314869"/>
                </a:lnTo>
                <a:lnTo>
                  <a:pt x="2212200" y="1261135"/>
                </a:lnTo>
                <a:lnTo>
                  <a:pt x="2153907" y="1261135"/>
                </a:lnTo>
                <a:lnTo>
                  <a:pt x="2002853" y="1657223"/>
                </a:lnTo>
                <a:lnTo>
                  <a:pt x="2053755" y="1657223"/>
                </a:lnTo>
                <a:lnTo>
                  <a:pt x="2095627" y="1550276"/>
                </a:lnTo>
                <a:lnTo>
                  <a:pt x="2268194" y="1550276"/>
                </a:lnTo>
                <a:lnTo>
                  <a:pt x="2310066" y="1657223"/>
                </a:lnTo>
                <a:lnTo>
                  <a:pt x="2362708" y="1657223"/>
                </a:lnTo>
                <a:close/>
              </a:path>
              <a:path w="4892040" h="1661159">
                <a:moveTo>
                  <a:pt x="2445664" y="1051445"/>
                </a:moveTo>
                <a:lnTo>
                  <a:pt x="2028228" y="13512"/>
                </a:lnTo>
                <a:lnTo>
                  <a:pt x="1841347" y="13512"/>
                </a:lnTo>
                <a:lnTo>
                  <a:pt x="2215438" y="905535"/>
                </a:lnTo>
                <a:lnTo>
                  <a:pt x="2236724" y="944880"/>
                </a:lnTo>
                <a:lnTo>
                  <a:pt x="2264943" y="978966"/>
                </a:lnTo>
                <a:lnTo>
                  <a:pt x="2299144" y="1007224"/>
                </a:lnTo>
                <a:lnTo>
                  <a:pt x="2338362" y="1029017"/>
                </a:lnTo>
                <a:lnTo>
                  <a:pt x="2381643" y="1043762"/>
                </a:lnTo>
                <a:lnTo>
                  <a:pt x="2428036" y="1050874"/>
                </a:lnTo>
                <a:lnTo>
                  <a:pt x="2427795" y="1051445"/>
                </a:lnTo>
                <a:lnTo>
                  <a:pt x="2445664" y="1051445"/>
                </a:lnTo>
                <a:close/>
              </a:path>
              <a:path w="4892040" h="1661159">
                <a:moveTo>
                  <a:pt x="2905874" y="1382776"/>
                </a:moveTo>
                <a:lnTo>
                  <a:pt x="2904934" y="1366151"/>
                </a:lnTo>
                <a:lnTo>
                  <a:pt x="2904871" y="1364983"/>
                </a:lnTo>
                <a:lnTo>
                  <a:pt x="2901848" y="1348333"/>
                </a:lnTo>
                <a:lnTo>
                  <a:pt x="2896806" y="1332865"/>
                </a:lnTo>
                <a:lnTo>
                  <a:pt x="2889745" y="1318564"/>
                </a:lnTo>
                <a:lnTo>
                  <a:pt x="2881350" y="1306410"/>
                </a:lnTo>
                <a:lnTo>
                  <a:pt x="2880817" y="1305623"/>
                </a:lnTo>
                <a:lnTo>
                  <a:pt x="2870149" y="1294244"/>
                </a:lnTo>
                <a:lnTo>
                  <a:pt x="2857754" y="1284414"/>
                </a:lnTo>
                <a:lnTo>
                  <a:pt x="2855506" y="1283106"/>
                </a:lnTo>
                <a:lnTo>
                  <a:pt x="2855506" y="1382776"/>
                </a:lnTo>
                <a:lnTo>
                  <a:pt x="2854058" y="1399451"/>
                </a:lnTo>
                <a:lnTo>
                  <a:pt x="2832316" y="1438795"/>
                </a:lnTo>
                <a:lnTo>
                  <a:pt x="2788602" y="1458429"/>
                </a:lnTo>
                <a:lnTo>
                  <a:pt x="2770060" y="1459738"/>
                </a:lnTo>
                <a:lnTo>
                  <a:pt x="2671622" y="1459738"/>
                </a:lnTo>
                <a:lnTo>
                  <a:pt x="2671622" y="1306410"/>
                </a:lnTo>
                <a:lnTo>
                  <a:pt x="2770644" y="1306410"/>
                </a:lnTo>
                <a:lnTo>
                  <a:pt x="2820136" y="1318031"/>
                </a:lnTo>
                <a:lnTo>
                  <a:pt x="2849778" y="1351330"/>
                </a:lnTo>
                <a:lnTo>
                  <a:pt x="2855506" y="1382776"/>
                </a:lnTo>
                <a:lnTo>
                  <a:pt x="2855506" y="1283106"/>
                </a:lnTo>
                <a:lnTo>
                  <a:pt x="2811373" y="1264894"/>
                </a:lnTo>
                <a:lnTo>
                  <a:pt x="2774607" y="1261135"/>
                </a:lnTo>
                <a:lnTo>
                  <a:pt x="2622410" y="1261135"/>
                </a:lnTo>
                <a:lnTo>
                  <a:pt x="2622410" y="1657210"/>
                </a:lnTo>
                <a:lnTo>
                  <a:pt x="2671622" y="1657210"/>
                </a:lnTo>
                <a:lnTo>
                  <a:pt x="2671622" y="1505000"/>
                </a:lnTo>
                <a:lnTo>
                  <a:pt x="2774607" y="1505000"/>
                </a:lnTo>
                <a:lnTo>
                  <a:pt x="2827909" y="1496568"/>
                </a:lnTo>
                <a:lnTo>
                  <a:pt x="2869730" y="1471841"/>
                </a:lnTo>
                <a:lnTo>
                  <a:pt x="2896641" y="1432864"/>
                </a:lnTo>
                <a:lnTo>
                  <a:pt x="2904845" y="1400606"/>
                </a:lnTo>
                <a:lnTo>
                  <a:pt x="2905874" y="1382776"/>
                </a:lnTo>
                <a:close/>
              </a:path>
              <a:path w="4892040" h="1661159">
                <a:moveTo>
                  <a:pt x="3049994" y="13512"/>
                </a:moveTo>
                <a:lnTo>
                  <a:pt x="2863088" y="13512"/>
                </a:lnTo>
                <a:lnTo>
                  <a:pt x="2445664" y="1051445"/>
                </a:lnTo>
                <a:lnTo>
                  <a:pt x="2463546" y="1051445"/>
                </a:lnTo>
                <a:lnTo>
                  <a:pt x="2463304" y="1050874"/>
                </a:lnTo>
                <a:lnTo>
                  <a:pt x="2509697" y="1043762"/>
                </a:lnTo>
                <a:lnTo>
                  <a:pt x="2552979" y="1029017"/>
                </a:lnTo>
                <a:lnTo>
                  <a:pt x="2592197" y="1007224"/>
                </a:lnTo>
                <a:lnTo>
                  <a:pt x="2626385" y="978966"/>
                </a:lnTo>
                <a:lnTo>
                  <a:pt x="2654604" y="944880"/>
                </a:lnTo>
                <a:lnTo>
                  <a:pt x="2675902" y="905535"/>
                </a:lnTo>
                <a:lnTo>
                  <a:pt x="3049994" y="13512"/>
                </a:lnTo>
                <a:close/>
              </a:path>
              <a:path w="4892040" h="1661159">
                <a:moveTo>
                  <a:pt x="3222739" y="1261122"/>
                </a:moveTo>
                <a:lnTo>
                  <a:pt x="3173526" y="1261122"/>
                </a:lnTo>
                <a:lnTo>
                  <a:pt x="3173526" y="1657197"/>
                </a:lnTo>
                <a:lnTo>
                  <a:pt x="3222739" y="1657197"/>
                </a:lnTo>
                <a:lnTo>
                  <a:pt x="3222739" y="1261122"/>
                </a:lnTo>
                <a:close/>
              </a:path>
              <a:path w="4892040" h="1661159">
                <a:moveTo>
                  <a:pt x="3450590" y="13525"/>
                </a:moveTo>
                <a:lnTo>
                  <a:pt x="3288436" y="13525"/>
                </a:lnTo>
                <a:lnTo>
                  <a:pt x="3288436" y="1051445"/>
                </a:lnTo>
                <a:lnTo>
                  <a:pt x="3450590" y="1051445"/>
                </a:lnTo>
                <a:lnTo>
                  <a:pt x="3450590" y="13525"/>
                </a:lnTo>
                <a:close/>
              </a:path>
              <a:path w="4892040" h="1661159">
                <a:moveTo>
                  <a:pt x="3796487" y="1261135"/>
                </a:moveTo>
                <a:lnTo>
                  <a:pt x="3490379" y="1261135"/>
                </a:lnTo>
                <a:lnTo>
                  <a:pt x="3490379" y="1306855"/>
                </a:lnTo>
                <a:lnTo>
                  <a:pt x="3618801" y="1306855"/>
                </a:lnTo>
                <a:lnTo>
                  <a:pt x="3618801" y="1657375"/>
                </a:lnTo>
                <a:lnTo>
                  <a:pt x="3668064" y="1657375"/>
                </a:lnTo>
                <a:lnTo>
                  <a:pt x="3668064" y="1306855"/>
                </a:lnTo>
                <a:lnTo>
                  <a:pt x="3796487" y="1306855"/>
                </a:lnTo>
                <a:lnTo>
                  <a:pt x="3796487" y="1261135"/>
                </a:lnTo>
                <a:close/>
              </a:path>
              <a:path w="4892040" h="1661159">
                <a:moveTo>
                  <a:pt x="4335157" y="1657223"/>
                </a:moveTo>
                <a:lnTo>
                  <a:pt x="4294517" y="1550276"/>
                </a:lnTo>
                <a:lnTo>
                  <a:pt x="4277525" y="1505572"/>
                </a:lnTo>
                <a:lnTo>
                  <a:pt x="4225925" y="1369758"/>
                </a:lnTo>
                <a:lnTo>
                  <a:pt x="4225925" y="1505572"/>
                </a:lnTo>
                <a:lnTo>
                  <a:pt x="4082783" y="1505572"/>
                </a:lnTo>
                <a:lnTo>
                  <a:pt x="4154068" y="1314869"/>
                </a:lnTo>
                <a:lnTo>
                  <a:pt x="4225925" y="1505572"/>
                </a:lnTo>
                <a:lnTo>
                  <a:pt x="4225925" y="1369758"/>
                </a:lnTo>
                <a:lnTo>
                  <a:pt x="4205071" y="1314869"/>
                </a:lnTo>
                <a:lnTo>
                  <a:pt x="4184650" y="1261135"/>
                </a:lnTo>
                <a:lnTo>
                  <a:pt x="4126369" y="1261135"/>
                </a:lnTo>
                <a:lnTo>
                  <a:pt x="3975303" y="1657223"/>
                </a:lnTo>
                <a:lnTo>
                  <a:pt x="4026217" y="1657223"/>
                </a:lnTo>
                <a:lnTo>
                  <a:pt x="4068089" y="1550276"/>
                </a:lnTo>
                <a:lnTo>
                  <a:pt x="4240644" y="1550276"/>
                </a:lnTo>
                <a:lnTo>
                  <a:pt x="4282516" y="1657223"/>
                </a:lnTo>
                <a:lnTo>
                  <a:pt x="4335157" y="1657223"/>
                </a:lnTo>
                <a:close/>
              </a:path>
              <a:path w="4892040" h="1661159">
                <a:moveTo>
                  <a:pt x="4824552" y="1611490"/>
                </a:moveTo>
                <a:lnTo>
                  <a:pt x="4644060" y="1611490"/>
                </a:lnTo>
                <a:lnTo>
                  <a:pt x="4644060" y="1260970"/>
                </a:lnTo>
                <a:lnTo>
                  <a:pt x="4594847" y="1260970"/>
                </a:lnTo>
                <a:lnTo>
                  <a:pt x="4594847" y="1611490"/>
                </a:lnTo>
                <a:lnTo>
                  <a:pt x="4594847" y="1657210"/>
                </a:lnTo>
                <a:lnTo>
                  <a:pt x="4824552" y="1657210"/>
                </a:lnTo>
                <a:lnTo>
                  <a:pt x="4824552" y="1611490"/>
                </a:lnTo>
                <a:close/>
              </a:path>
              <a:path w="4892040" h="1661159">
                <a:moveTo>
                  <a:pt x="4891735" y="532498"/>
                </a:moveTo>
                <a:lnTo>
                  <a:pt x="4889538" y="482015"/>
                </a:lnTo>
                <a:lnTo>
                  <a:pt x="4883023" y="432930"/>
                </a:lnTo>
                <a:lnTo>
                  <a:pt x="4872266" y="385470"/>
                </a:lnTo>
                <a:lnTo>
                  <a:pt x="4857369" y="339839"/>
                </a:lnTo>
                <a:lnTo>
                  <a:pt x="4838408" y="296240"/>
                </a:lnTo>
                <a:lnTo>
                  <a:pt x="4815497" y="254889"/>
                </a:lnTo>
                <a:lnTo>
                  <a:pt x="4788700" y="215976"/>
                </a:lnTo>
                <a:lnTo>
                  <a:pt x="4758131" y="179717"/>
                </a:lnTo>
                <a:lnTo>
                  <a:pt x="4725047" y="147472"/>
                </a:lnTo>
                <a:lnTo>
                  <a:pt x="4725047" y="532498"/>
                </a:lnTo>
                <a:lnTo>
                  <a:pt x="4721745" y="585076"/>
                </a:lnTo>
                <a:lnTo>
                  <a:pt x="4711941" y="634657"/>
                </a:lnTo>
                <a:lnTo>
                  <a:pt x="4695736" y="680986"/>
                </a:lnTo>
                <a:lnTo>
                  <a:pt x="4673270" y="723773"/>
                </a:lnTo>
                <a:lnTo>
                  <a:pt x="4644644" y="762762"/>
                </a:lnTo>
                <a:lnTo>
                  <a:pt x="4609973" y="797648"/>
                </a:lnTo>
                <a:lnTo>
                  <a:pt x="4574832" y="824598"/>
                </a:lnTo>
                <a:lnTo>
                  <a:pt x="4535983" y="847598"/>
                </a:lnTo>
                <a:lnTo>
                  <a:pt x="4493628" y="866559"/>
                </a:lnTo>
                <a:lnTo>
                  <a:pt x="4447984" y="881418"/>
                </a:lnTo>
                <a:lnTo>
                  <a:pt x="4399254" y="892124"/>
                </a:lnTo>
                <a:lnTo>
                  <a:pt x="4347654" y="898601"/>
                </a:lnTo>
                <a:lnTo>
                  <a:pt x="4293374" y="900772"/>
                </a:lnTo>
                <a:lnTo>
                  <a:pt x="4239095" y="898601"/>
                </a:lnTo>
                <a:lnTo>
                  <a:pt x="4187494" y="892124"/>
                </a:lnTo>
                <a:lnTo>
                  <a:pt x="4138765" y="881418"/>
                </a:lnTo>
                <a:lnTo>
                  <a:pt x="4093121" y="866559"/>
                </a:lnTo>
                <a:lnTo>
                  <a:pt x="4050766" y="847598"/>
                </a:lnTo>
                <a:lnTo>
                  <a:pt x="4011917" y="824598"/>
                </a:lnTo>
                <a:lnTo>
                  <a:pt x="3976763" y="797648"/>
                </a:lnTo>
                <a:lnTo>
                  <a:pt x="3942105" y="762762"/>
                </a:lnTo>
                <a:lnTo>
                  <a:pt x="3913479" y="723773"/>
                </a:lnTo>
                <a:lnTo>
                  <a:pt x="3891000" y="680986"/>
                </a:lnTo>
                <a:lnTo>
                  <a:pt x="3874795" y="634657"/>
                </a:lnTo>
                <a:lnTo>
                  <a:pt x="3864991" y="585076"/>
                </a:lnTo>
                <a:lnTo>
                  <a:pt x="3861701" y="532498"/>
                </a:lnTo>
                <a:lnTo>
                  <a:pt x="3864991" y="479907"/>
                </a:lnTo>
                <a:lnTo>
                  <a:pt x="3874795" y="430314"/>
                </a:lnTo>
                <a:lnTo>
                  <a:pt x="3891000" y="383997"/>
                </a:lnTo>
                <a:lnTo>
                  <a:pt x="3913479" y="341198"/>
                </a:lnTo>
                <a:lnTo>
                  <a:pt x="3942105" y="302234"/>
                </a:lnTo>
                <a:lnTo>
                  <a:pt x="3976763" y="267347"/>
                </a:lnTo>
                <a:lnTo>
                  <a:pt x="4011917" y="240398"/>
                </a:lnTo>
                <a:lnTo>
                  <a:pt x="4050766" y="217398"/>
                </a:lnTo>
                <a:lnTo>
                  <a:pt x="4093121" y="198437"/>
                </a:lnTo>
                <a:lnTo>
                  <a:pt x="4138765" y="183578"/>
                </a:lnTo>
                <a:lnTo>
                  <a:pt x="4187494" y="172872"/>
                </a:lnTo>
                <a:lnTo>
                  <a:pt x="4239095" y="166395"/>
                </a:lnTo>
                <a:lnTo>
                  <a:pt x="4293374" y="164223"/>
                </a:lnTo>
                <a:lnTo>
                  <a:pt x="4347654" y="166395"/>
                </a:lnTo>
                <a:lnTo>
                  <a:pt x="4399254" y="172872"/>
                </a:lnTo>
                <a:lnTo>
                  <a:pt x="4447984" y="183578"/>
                </a:lnTo>
                <a:lnTo>
                  <a:pt x="4493628" y="198437"/>
                </a:lnTo>
                <a:lnTo>
                  <a:pt x="4535983" y="217398"/>
                </a:lnTo>
                <a:lnTo>
                  <a:pt x="4574832" y="240398"/>
                </a:lnTo>
                <a:lnTo>
                  <a:pt x="4609973" y="267347"/>
                </a:lnTo>
                <a:lnTo>
                  <a:pt x="4644644" y="302234"/>
                </a:lnTo>
                <a:lnTo>
                  <a:pt x="4673270" y="341198"/>
                </a:lnTo>
                <a:lnTo>
                  <a:pt x="4695736" y="383997"/>
                </a:lnTo>
                <a:lnTo>
                  <a:pt x="4711941" y="430314"/>
                </a:lnTo>
                <a:lnTo>
                  <a:pt x="4721745" y="479907"/>
                </a:lnTo>
                <a:lnTo>
                  <a:pt x="4725047" y="532498"/>
                </a:lnTo>
                <a:lnTo>
                  <a:pt x="4725047" y="147472"/>
                </a:lnTo>
                <a:lnTo>
                  <a:pt x="4686300" y="116103"/>
                </a:lnTo>
                <a:lnTo>
                  <a:pt x="4645838" y="89255"/>
                </a:lnTo>
                <a:lnTo>
                  <a:pt x="4602645" y="65849"/>
                </a:lnTo>
                <a:lnTo>
                  <a:pt x="4556836" y="45910"/>
                </a:lnTo>
                <a:lnTo>
                  <a:pt x="4508563" y="29502"/>
                </a:lnTo>
                <a:lnTo>
                  <a:pt x="4457941" y="16662"/>
                </a:lnTo>
                <a:lnTo>
                  <a:pt x="4405109" y="7442"/>
                </a:lnTo>
                <a:lnTo>
                  <a:pt x="4350207" y="1866"/>
                </a:lnTo>
                <a:lnTo>
                  <a:pt x="4293374" y="0"/>
                </a:lnTo>
                <a:lnTo>
                  <a:pt x="4236529" y="1866"/>
                </a:lnTo>
                <a:lnTo>
                  <a:pt x="4181627" y="7442"/>
                </a:lnTo>
                <a:lnTo>
                  <a:pt x="4128795" y="16662"/>
                </a:lnTo>
                <a:lnTo>
                  <a:pt x="4078186" y="29502"/>
                </a:lnTo>
                <a:lnTo>
                  <a:pt x="4029913" y="45910"/>
                </a:lnTo>
                <a:lnTo>
                  <a:pt x="3984104" y="65849"/>
                </a:lnTo>
                <a:lnTo>
                  <a:pt x="3940911" y="89255"/>
                </a:lnTo>
                <a:lnTo>
                  <a:pt x="3900449" y="116103"/>
                </a:lnTo>
                <a:lnTo>
                  <a:pt x="3862857" y="146329"/>
                </a:lnTo>
                <a:lnTo>
                  <a:pt x="3828592" y="179717"/>
                </a:lnTo>
                <a:lnTo>
                  <a:pt x="3798024" y="215976"/>
                </a:lnTo>
                <a:lnTo>
                  <a:pt x="3771239" y="254889"/>
                </a:lnTo>
                <a:lnTo>
                  <a:pt x="3748328" y="296240"/>
                </a:lnTo>
                <a:lnTo>
                  <a:pt x="3729393" y="339839"/>
                </a:lnTo>
                <a:lnTo>
                  <a:pt x="3714496" y="385470"/>
                </a:lnTo>
                <a:lnTo>
                  <a:pt x="3703751" y="432930"/>
                </a:lnTo>
                <a:lnTo>
                  <a:pt x="3697236" y="482015"/>
                </a:lnTo>
                <a:lnTo>
                  <a:pt x="3695039" y="532498"/>
                </a:lnTo>
                <a:lnTo>
                  <a:pt x="3697236" y="582980"/>
                </a:lnTo>
                <a:lnTo>
                  <a:pt x="3703751" y="632053"/>
                </a:lnTo>
                <a:lnTo>
                  <a:pt x="3714496" y="679513"/>
                </a:lnTo>
                <a:lnTo>
                  <a:pt x="3729393" y="725144"/>
                </a:lnTo>
                <a:lnTo>
                  <a:pt x="3748328" y="768743"/>
                </a:lnTo>
                <a:lnTo>
                  <a:pt x="3771239" y="810094"/>
                </a:lnTo>
                <a:lnTo>
                  <a:pt x="3798024" y="849007"/>
                </a:lnTo>
                <a:lnTo>
                  <a:pt x="3828592" y="885253"/>
                </a:lnTo>
                <a:lnTo>
                  <a:pt x="3862857" y="918641"/>
                </a:lnTo>
                <a:lnTo>
                  <a:pt x="3900449" y="948880"/>
                </a:lnTo>
                <a:lnTo>
                  <a:pt x="3940911" y="975728"/>
                </a:lnTo>
                <a:lnTo>
                  <a:pt x="3984104" y="999147"/>
                </a:lnTo>
                <a:lnTo>
                  <a:pt x="4029913" y="1019073"/>
                </a:lnTo>
                <a:lnTo>
                  <a:pt x="4078186" y="1035481"/>
                </a:lnTo>
                <a:lnTo>
                  <a:pt x="4128795" y="1048334"/>
                </a:lnTo>
                <a:lnTo>
                  <a:pt x="4181627" y="1057554"/>
                </a:lnTo>
                <a:lnTo>
                  <a:pt x="4236529" y="1063129"/>
                </a:lnTo>
                <a:lnTo>
                  <a:pt x="4293374" y="1064996"/>
                </a:lnTo>
                <a:lnTo>
                  <a:pt x="4350207" y="1063129"/>
                </a:lnTo>
                <a:lnTo>
                  <a:pt x="4405109" y="1057554"/>
                </a:lnTo>
                <a:lnTo>
                  <a:pt x="4457941" y="1048334"/>
                </a:lnTo>
                <a:lnTo>
                  <a:pt x="4508563" y="1035481"/>
                </a:lnTo>
                <a:lnTo>
                  <a:pt x="4556836" y="1019073"/>
                </a:lnTo>
                <a:lnTo>
                  <a:pt x="4602645" y="999147"/>
                </a:lnTo>
                <a:lnTo>
                  <a:pt x="4645838" y="975728"/>
                </a:lnTo>
                <a:lnTo>
                  <a:pt x="4686300" y="948880"/>
                </a:lnTo>
                <a:lnTo>
                  <a:pt x="4723879" y="918641"/>
                </a:lnTo>
                <a:lnTo>
                  <a:pt x="4758131" y="885253"/>
                </a:lnTo>
                <a:lnTo>
                  <a:pt x="4788700" y="849007"/>
                </a:lnTo>
                <a:lnTo>
                  <a:pt x="4815497" y="810094"/>
                </a:lnTo>
                <a:lnTo>
                  <a:pt x="4838408" y="768743"/>
                </a:lnTo>
                <a:lnTo>
                  <a:pt x="4857369" y="725144"/>
                </a:lnTo>
                <a:lnTo>
                  <a:pt x="4872266" y="679513"/>
                </a:lnTo>
                <a:lnTo>
                  <a:pt x="4883023" y="632053"/>
                </a:lnTo>
                <a:lnTo>
                  <a:pt x="4889538" y="582980"/>
                </a:lnTo>
                <a:lnTo>
                  <a:pt x="4891735" y="5324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5544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34" name="texto">
            <a:extLst>
              <a:ext uri="{FF2B5EF4-FFF2-40B4-BE49-F238E27FC236}">
                <a16:creationId xmlns:a16="http://schemas.microsoft.com/office/drawing/2014/main" id="{8B4E48BF-2B0E-BB3F-7D7C-74CED1B99786}"/>
              </a:ext>
            </a:extLst>
          </p:cNvPr>
          <p:cNvSpPr/>
          <p:nvPr/>
        </p:nvSpPr>
        <p:spPr>
          <a:xfrm>
            <a:off x="1450577" y="5921791"/>
            <a:ext cx="1471527" cy="30629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 w="635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Versos"/>
                <a:sym typeface="Arial"/>
              </a:rPr>
              <a:t>Fonte: </a:t>
            </a:r>
            <a:r>
              <a:rPr kumimoji="0" lang="pt-BR" sz="85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Versos"/>
                <a:sym typeface="Arial"/>
              </a:rPr>
              <a:t>Anbima</a:t>
            </a:r>
            <a:r>
              <a:rPr kumimoji="0" lang="pt-BR" sz="8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Versos"/>
                <a:sym typeface="Arial"/>
              </a:rPr>
              <a:t> – </a:t>
            </a:r>
            <a:r>
              <a:rPr kumimoji="0" lang="pt-BR" sz="85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Versos"/>
                <a:sym typeface="Arial"/>
              </a:rPr>
              <a:t>Ago</a:t>
            </a:r>
            <a:r>
              <a:rPr kumimoji="0" lang="pt-BR" sz="8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Versos"/>
                <a:sym typeface="Arial"/>
              </a:rPr>
              <a:t>/2026</a:t>
            </a:r>
            <a:endParaRPr kumimoji="0" lang="en-GB" sz="8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Verso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5975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B5E48-DE10-C2D7-FFAC-AABBEFCFA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DED790-EBD6-3F52-007D-D739EC113B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5368" y="368301"/>
            <a:ext cx="10459190" cy="738664"/>
          </a:xfrm>
        </p:spPr>
        <p:txBody>
          <a:bodyPr/>
          <a:lstStyle/>
          <a:p>
            <a:r>
              <a:rPr lang="pt-BR">
                <a:latin typeface="Versos" panose="020B0503020204030204" pitchFamily="34" charset="0"/>
              </a:rPr>
              <a:t>Solução completa em investimentos com </a:t>
            </a:r>
            <a:br>
              <a:rPr lang="pt-BR">
                <a:latin typeface="Versos" panose="020B0503020204030204" pitchFamily="34" charset="0"/>
              </a:rPr>
            </a:br>
            <a:r>
              <a:rPr lang="pt-BR" b="1">
                <a:latin typeface="Versos" panose="020B0503020204030204" pitchFamily="34" charset="0"/>
              </a:rPr>
              <a:t>gestão, estruturação e controle de riscos.</a:t>
            </a: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E46BBA9A-4807-28DC-0910-069EADBB3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</p:spPr>
        <p:txBody>
          <a:bodyPr/>
          <a:lstStyle/>
          <a:p>
            <a:pPr marL="0" marR="0" lvl="0" indent="0" algn="r" defTabSz="9143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3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A89F3B1-A0DC-E120-5776-9497141F39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9" t="19478" r="21944" b="31044"/>
          <a:stretch>
            <a:fillRect/>
          </a:stretch>
        </p:blipFill>
        <p:spPr>
          <a:xfrm>
            <a:off x="8013534" y="1317899"/>
            <a:ext cx="3839083" cy="1096366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6D35B154-A9B4-4580-C035-47A9F6D0FEB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09" r="25708" b="36130"/>
          <a:stretch>
            <a:fillRect/>
          </a:stretch>
        </p:blipFill>
        <p:spPr>
          <a:xfrm>
            <a:off x="335369" y="1320197"/>
            <a:ext cx="3839083" cy="111335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0703341-E660-A5AA-DD5D-2212C62F9B2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85" t="12340" r="5404" b="37821"/>
          <a:stretch>
            <a:fillRect/>
          </a:stretch>
        </p:blipFill>
        <p:spPr>
          <a:xfrm>
            <a:off x="4174452" y="1317899"/>
            <a:ext cx="3839083" cy="1096366"/>
          </a:xfrm>
          <a:prstGeom prst="rect">
            <a:avLst/>
          </a:prstGeom>
        </p:spPr>
      </p:pic>
      <p:sp>
        <p:nvSpPr>
          <p:cNvPr id="24" name="CaixaDeTexto 23">
            <a:extLst>
              <a:ext uri="{FF2B5EF4-FFF2-40B4-BE49-F238E27FC236}">
                <a16:creationId xmlns:a16="http://schemas.microsoft.com/office/drawing/2014/main" id="{4622F8D4-14A5-92C4-67A4-11E762C2C418}"/>
              </a:ext>
            </a:extLst>
          </p:cNvPr>
          <p:cNvSpPr txBox="1"/>
          <p:nvPr/>
        </p:nvSpPr>
        <p:spPr>
          <a:xfrm>
            <a:off x="4354480" y="1742593"/>
            <a:ext cx="15324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0" u="none" strike="noStrike" kern="1200" baseline="0">
                <a:solidFill>
                  <a:prstClr val="white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Crédito 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F1F949E-33BF-67AE-80B2-45ED66BDFD7E}"/>
              </a:ext>
            </a:extLst>
          </p:cNvPr>
          <p:cNvSpPr txBox="1"/>
          <p:nvPr/>
        </p:nvSpPr>
        <p:spPr>
          <a:xfrm>
            <a:off x="515395" y="1619483"/>
            <a:ext cx="21514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0" u="none" strike="noStrike" kern="1200" baseline="0">
                <a:solidFill>
                  <a:prstClr val="white"/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Investment Solutions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31BA0F6-43BC-D4AF-23EB-B1E142E66872}"/>
              </a:ext>
            </a:extLst>
          </p:cNvPr>
          <p:cNvSpPr txBox="1"/>
          <p:nvPr/>
        </p:nvSpPr>
        <p:spPr>
          <a:xfrm>
            <a:off x="8212275" y="1742593"/>
            <a:ext cx="25035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 i="0" u="none" strike="noStrike" kern="1200" baseline="0">
                <a:solidFill>
                  <a:prstClr val="black">
                    <a:lumMod val="75000"/>
                    <a:lumOff val="25000"/>
                  </a:prstClr>
                </a:solidFill>
                <a:latin typeface="Versos" panose="020B0503020204030204" pitchFamily="34" charset="0"/>
                <a:ea typeface="+mn-ea"/>
                <a:cs typeface="+mn-cs"/>
              </a:defRPr>
            </a:pP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Imobiliário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+mn-cs"/>
            </a:endParaRPr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664B07AD-204C-6939-BF7F-BC4717EEDFE3}"/>
              </a:ext>
            </a:extLst>
          </p:cNvPr>
          <p:cNvSpPr/>
          <p:nvPr/>
        </p:nvSpPr>
        <p:spPr>
          <a:xfrm>
            <a:off x="335368" y="1320196"/>
            <a:ext cx="3843506" cy="734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2A8AEA9C-E499-D07F-2601-8B29E22154BB}"/>
              </a:ext>
            </a:extLst>
          </p:cNvPr>
          <p:cNvSpPr/>
          <p:nvPr/>
        </p:nvSpPr>
        <p:spPr>
          <a:xfrm>
            <a:off x="4174452" y="1323339"/>
            <a:ext cx="3843504" cy="60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CEF04EF7-3E19-FEA0-2A63-FF4C922C0CCA}"/>
              </a:ext>
            </a:extLst>
          </p:cNvPr>
          <p:cNvSpPr/>
          <p:nvPr/>
        </p:nvSpPr>
        <p:spPr>
          <a:xfrm>
            <a:off x="8017957" y="1321778"/>
            <a:ext cx="3839081" cy="7184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D3A9CA4-9957-6CF3-0773-66980645AEDB}"/>
              </a:ext>
            </a:extLst>
          </p:cNvPr>
          <p:cNvGrpSpPr/>
          <p:nvPr/>
        </p:nvGrpSpPr>
        <p:grpSpPr>
          <a:xfrm>
            <a:off x="335368" y="3085533"/>
            <a:ext cx="3529560" cy="392261"/>
            <a:chOff x="335368" y="3153933"/>
            <a:chExt cx="3529560" cy="392261"/>
          </a:xfrm>
        </p:grpSpPr>
        <p:sp>
          <p:nvSpPr>
            <p:cNvPr id="64" name="CaixaDeTexto 63">
              <a:extLst>
                <a:ext uri="{FF2B5EF4-FFF2-40B4-BE49-F238E27FC236}">
                  <a16:creationId xmlns:a16="http://schemas.microsoft.com/office/drawing/2014/main" id="{A13A4017-8732-D1EB-063D-723367754CD7}"/>
                </a:ext>
              </a:extLst>
            </p:cNvPr>
            <p:cNvSpPr txBox="1"/>
            <p:nvPr/>
          </p:nvSpPr>
          <p:spPr>
            <a:xfrm>
              <a:off x="335368" y="3153933"/>
              <a:ext cx="1597433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Renda </a:t>
              </a:r>
              <a:r>
                <a:rPr kumimoji="0" lang="en-US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Fixa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+mn-cs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923C642-536C-A441-041D-2742C9A2E91E}"/>
                </a:ext>
              </a:extLst>
            </p:cNvPr>
            <p:cNvGrpSpPr/>
            <p:nvPr/>
          </p:nvGrpSpPr>
          <p:grpSpPr>
            <a:xfrm>
              <a:off x="335371" y="3249235"/>
              <a:ext cx="3529557" cy="296959"/>
              <a:chOff x="335371" y="3249235"/>
              <a:chExt cx="3529557" cy="296959"/>
            </a:xfrm>
          </p:grpSpPr>
          <p:grpSp>
            <p:nvGrpSpPr>
              <p:cNvPr id="21" name="Agrupar 20">
                <a:extLst>
                  <a:ext uri="{FF2B5EF4-FFF2-40B4-BE49-F238E27FC236}">
                    <a16:creationId xmlns:a16="http://schemas.microsoft.com/office/drawing/2014/main" id="{286951FE-2E05-FC0D-A1B8-4AF0AD70A6D1}"/>
                  </a:ext>
                </a:extLst>
              </p:cNvPr>
              <p:cNvGrpSpPr/>
              <p:nvPr/>
            </p:nvGrpSpPr>
            <p:grpSpPr>
              <a:xfrm>
                <a:off x="335371" y="3249235"/>
                <a:ext cx="1688895" cy="296959"/>
                <a:chOff x="378363" y="3200400"/>
                <a:chExt cx="2747537" cy="457200"/>
              </a:xfrm>
            </p:grpSpPr>
            <p:cxnSp>
              <p:nvCxnSpPr>
                <p:cNvPr id="12" name="Conector Reto 11">
                  <a:extLst>
                    <a:ext uri="{FF2B5EF4-FFF2-40B4-BE49-F238E27FC236}">
                      <a16:creationId xmlns:a16="http://schemas.microsoft.com/office/drawing/2014/main" id="{E59F6034-2216-8632-7E78-4BF041844731}"/>
                    </a:ext>
                  </a:extLst>
                </p:cNvPr>
                <p:cNvCxnSpPr/>
                <p:nvPr/>
              </p:nvCxnSpPr>
              <p:spPr>
                <a:xfrm>
                  <a:off x="378363" y="3657600"/>
                  <a:ext cx="274753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Conector Reto 12">
                  <a:extLst>
                    <a:ext uri="{FF2B5EF4-FFF2-40B4-BE49-F238E27FC236}">
                      <a16:creationId xmlns:a16="http://schemas.microsoft.com/office/drawing/2014/main" id="{B6384812-07D9-0C01-E33D-B9B0311DCB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25900" y="3200400"/>
                  <a:ext cx="0" cy="45720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4" name="Agrupar 123">
                <a:extLst>
                  <a:ext uri="{FF2B5EF4-FFF2-40B4-BE49-F238E27FC236}">
                    <a16:creationId xmlns:a16="http://schemas.microsoft.com/office/drawing/2014/main" id="{15B6016C-725A-B151-10C0-20415F78FFEA}"/>
                  </a:ext>
                </a:extLst>
              </p:cNvPr>
              <p:cNvGrpSpPr/>
              <p:nvPr/>
            </p:nvGrpSpPr>
            <p:grpSpPr>
              <a:xfrm>
                <a:off x="2176033" y="3249235"/>
                <a:ext cx="1688895" cy="296959"/>
                <a:chOff x="378363" y="3200400"/>
                <a:chExt cx="2747537" cy="457200"/>
              </a:xfrm>
            </p:grpSpPr>
            <p:cxnSp>
              <p:nvCxnSpPr>
                <p:cNvPr id="125" name="Conector Reto 124">
                  <a:extLst>
                    <a:ext uri="{FF2B5EF4-FFF2-40B4-BE49-F238E27FC236}">
                      <a16:creationId xmlns:a16="http://schemas.microsoft.com/office/drawing/2014/main" id="{9FD8B9FA-0A26-AF22-4128-988124400896}"/>
                    </a:ext>
                  </a:extLst>
                </p:cNvPr>
                <p:cNvCxnSpPr/>
                <p:nvPr/>
              </p:nvCxnSpPr>
              <p:spPr>
                <a:xfrm>
                  <a:off x="378363" y="3657600"/>
                  <a:ext cx="2747537" cy="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Conector Reto 125">
                  <a:extLst>
                    <a:ext uri="{FF2B5EF4-FFF2-40B4-BE49-F238E27FC236}">
                      <a16:creationId xmlns:a16="http://schemas.microsoft.com/office/drawing/2014/main" id="{8A18A140-7555-54E8-BF31-41B427A7AA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25900" y="3200400"/>
                  <a:ext cx="0" cy="457200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36" name="CaixaDeTexto 135">
              <a:extLst>
                <a:ext uri="{FF2B5EF4-FFF2-40B4-BE49-F238E27FC236}">
                  <a16:creationId xmlns:a16="http://schemas.microsoft.com/office/drawing/2014/main" id="{B017D1AC-5557-BD41-E1B4-46277FF5BD86}"/>
                </a:ext>
              </a:extLst>
            </p:cNvPr>
            <p:cNvSpPr txBox="1"/>
            <p:nvPr/>
          </p:nvSpPr>
          <p:spPr>
            <a:xfrm>
              <a:off x="2176030" y="3153933"/>
              <a:ext cx="1597433" cy="307777"/>
            </a:xfrm>
            <a:prstGeom prst="rect">
              <a:avLst/>
            </a:prstGeom>
            <a:noFill/>
          </p:spPr>
          <p:txBody>
            <a:bodyPr wrap="square" lIns="90000" rIns="900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Soberano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E8EAD18-C7AA-13F2-5084-DD832D4AAFDE}"/>
              </a:ext>
            </a:extLst>
          </p:cNvPr>
          <p:cNvGrpSpPr/>
          <p:nvPr/>
        </p:nvGrpSpPr>
        <p:grpSpPr>
          <a:xfrm>
            <a:off x="335368" y="3756143"/>
            <a:ext cx="3529560" cy="408419"/>
            <a:chOff x="335368" y="3829583"/>
            <a:chExt cx="3529560" cy="408419"/>
          </a:xfrm>
        </p:grpSpPr>
        <p:grpSp>
          <p:nvGrpSpPr>
            <p:cNvPr id="23" name="Agrupar 22">
              <a:extLst>
                <a:ext uri="{FF2B5EF4-FFF2-40B4-BE49-F238E27FC236}">
                  <a16:creationId xmlns:a16="http://schemas.microsoft.com/office/drawing/2014/main" id="{BBE0702E-7C48-42AD-57CF-9E1E4444AC33}"/>
                </a:ext>
              </a:extLst>
            </p:cNvPr>
            <p:cNvGrpSpPr/>
            <p:nvPr/>
          </p:nvGrpSpPr>
          <p:grpSpPr>
            <a:xfrm>
              <a:off x="335371" y="3941043"/>
              <a:ext cx="1688895" cy="296959"/>
              <a:chOff x="378363" y="3200400"/>
              <a:chExt cx="2747537" cy="457200"/>
            </a:xfrm>
          </p:grpSpPr>
          <p:cxnSp>
            <p:nvCxnSpPr>
              <p:cNvPr id="25" name="Conector Reto 24">
                <a:extLst>
                  <a:ext uri="{FF2B5EF4-FFF2-40B4-BE49-F238E27FC236}">
                    <a16:creationId xmlns:a16="http://schemas.microsoft.com/office/drawing/2014/main" id="{A1180793-E7BB-3A7C-A81F-AA3E490325F4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to 25">
                <a:extLst>
                  <a:ext uri="{FF2B5EF4-FFF2-40B4-BE49-F238E27FC236}">
                    <a16:creationId xmlns:a16="http://schemas.microsoft.com/office/drawing/2014/main" id="{921BAEE8-4DDD-2ADF-EDF1-CE435041D3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CaixaDeTexto 64">
              <a:extLst>
                <a:ext uri="{FF2B5EF4-FFF2-40B4-BE49-F238E27FC236}">
                  <a16:creationId xmlns:a16="http://schemas.microsoft.com/office/drawing/2014/main" id="{EC2C354F-CAE0-CD40-4872-8E98298222AE}"/>
                </a:ext>
              </a:extLst>
            </p:cNvPr>
            <p:cNvSpPr txBox="1"/>
            <p:nvPr/>
          </p:nvSpPr>
          <p:spPr>
            <a:xfrm>
              <a:off x="335368" y="3829583"/>
              <a:ext cx="1597431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Crédito Privado</a:t>
              </a:r>
            </a:p>
          </p:txBody>
        </p:sp>
        <p:grpSp>
          <p:nvGrpSpPr>
            <p:cNvPr id="127" name="Agrupar 126">
              <a:extLst>
                <a:ext uri="{FF2B5EF4-FFF2-40B4-BE49-F238E27FC236}">
                  <a16:creationId xmlns:a16="http://schemas.microsoft.com/office/drawing/2014/main" id="{AB8727E0-498D-856D-3256-3FECDF6B19BD}"/>
                </a:ext>
              </a:extLst>
            </p:cNvPr>
            <p:cNvGrpSpPr/>
            <p:nvPr/>
          </p:nvGrpSpPr>
          <p:grpSpPr>
            <a:xfrm>
              <a:off x="2176033" y="3941043"/>
              <a:ext cx="1688895" cy="296959"/>
              <a:chOff x="378363" y="3200400"/>
              <a:chExt cx="2747537" cy="457200"/>
            </a:xfrm>
          </p:grpSpPr>
          <p:cxnSp>
            <p:nvCxnSpPr>
              <p:cNvPr id="128" name="Conector Reto 127">
                <a:extLst>
                  <a:ext uri="{FF2B5EF4-FFF2-40B4-BE49-F238E27FC236}">
                    <a16:creationId xmlns:a16="http://schemas.microsoft.com/office/drawing/2014/main" id="{94F7F815-0DC5-12F1-05B4-1307EF672553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Conector Reto 128">
                <a:extLst>
                  <a:ext uri="{FF2B5EF4-FFF2-40B4-BE49-F238E27FC236}">
                    <a16:creationId xmlns:a16="http://schemas.microsoft.com/office/drawing/2014/main" id="{D18C3102-B7CF-2C5C-4EFB-ECDCF6C514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7" name="CaixaDeTexto 136">
              <a:extLst>
                <a:ext uri="{FF2B5EF4-FFF2-40B4-BE49-F238E27FC236}">
                  <a16:creationId xmlns:a16="http://schemas.microsoft.com/office/drawing/2014/main" id="{A6EF575C-E8AB-976E-DFD2-3240C123CEBE}"/>
                </a:ext>
              </a:extLst>
            </p:cNvPr>
            <p:cNvSpPr txBox="1"/>
            <p:nvPr/>
          </p:nvSpPr>
          <p:spPr>
            <a:xfrm>
              <a:off x="2176030" y="3829583"/>
              <a:ext cx="159743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Inflação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+mn-cs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7333D26-D656-483B-F704-F4D1D3435C13}"/>
              </a:ext>
            </a:extLst>
          </p:cNvPr>
          <p:cNvGrpSpPr/>
          <p:nvPr/>
        </p:nvGrpSpPr>
        <p:grpSpPr>
          <a:xfrm>
            <a:off x="335368" y="5154267"/>
            <a:ext cx="3529560" cy="444211"/>
            <a:chOff x="335368" y="5082806"/>
            <a:chExt cx="3529560" cy="444211"/>
          </a:xfrm>
        </p:grpSpPr>
        <p:grpSp>
          <p:nvGrpSpPr>
            <p:cNvPr id="61" name="Agrupar 60">
              <a:extLst>
                <a:ext uri="{FF2B5EF4-FFF2-40B4-BE49-F238E27FC236}">
                  <a16:creationId xmlns:a16="http://schemas.microsoft.com/office/drawing/2014/main" id="{3937B68A-70FE-8C59-CA37-52A5BCC14F00}"/>
                </a:ext>
              </a:extLst>
            </p:cNvPr>
            <p:cNvGrpSpPr/>
            <p:nvPr/>
          </p:nvGrpSpPr>
          <p:grpSpPr>
            <a:xfrm>
              <a:off x="335371" y="5230058"/>
              <a:ext cx="1688895" cy="296959"/>
              <a:chOff x="378363" y="3200400"/>
              <a:chExt cx="2747537" cy="457200"/>
            </a:xfrm>
          </p:grpSpPr>
          <p:cxnSp>
            <p:nvCxnSpPr>
              <p:cNvPr id="62" name="Conector Reto 61">
                <a:extLst>
                  <a:ext uri="{FF2B5EF4-FFF2-40B4-BE49-F238E27FC236}">
                    <a16:creationId xmlns:a16="http://schemas.microsoft.com/office/drawing/2014/main" id="{B24596F3-FED2-BB80-E7EC-17C2D7A4FE76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 Reto 62">
                <a:extLst>
                  <a:ext uri="{FF2B5EF4-FFF2-40B4-BE49-F238E27FC236}">
                    <a16:creationId xmlns:a16="http://schemas.microsoft.com/office/drawing/2014/main" id="{7F7B6684-ED4B-8D9F-C40D-5BC7D2F5EA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CaixaDeTexto 66">
              <a:extLst>
                <a:ext uri="{FF2B5EF4-FFF2-40B4-BE49-F238E27FC236}">
                  <a16:creationId xmlns:a16="http://schemas.microsoft.com/office/drawing/2014/main" id="{E635F9BE-91A5-7425-A53A-9A922BD05BD8}"/>
                </a:ext>
              </a:extLst>
            </p:cNvPr>
            <p:cNvSpPr txBox="1"/>
            <p:nvPr/>
          </p:nvSpPr>
          <p:spPr>
            <a:xfrm>
              <a:off x="335368" y="5082806"/>
              <a:ext cx="1597423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Multimercado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+mn-cs"/>
              </a:endParaRPr>
            </a:p>
          </p:txBody>
        </p:sp>
        <p:grpSp>
          <p:nvGrpSpPr>
            <p:cNvPr id="133" name="Agrupar 132">
              <a:extLst>
                <a:ext uri="{FF2B5EF4-FFF2-40B4-BE49-F238E27FC236}">
                  <a16:creationId xmlns:a16="http://schemas.microsoft.com/office/drawing/2014/main" id="{73AB96B6-8683-6E83-21DE-37C59E70DD07}"/>
                </a:ext>
              </a:extLst>
            </p:cNvPr>
            <p:cNvGrpSpPr/>
            <p:nvPr/>
          </p:nvGrpSpPr>
          <p:grpSpPr>
            <a:xfrm>
              <a:off x="2176033" y="5230058"/>
              <a:ext cx="1688895" cy="296959"/>
              <a:chOff x="378363" y="3200400"/>
              <a:chExt cx="2747537" cy="457200"/>
            </a:xfrm>
          </p:grpSpPr>
          <p:cxnSp>
            <p:nvCxnSpPr>
              <p:cNvPr id="134" name="Conector Reto 133">
                <a:extLst>
                  <a:ext uri="{FF2B5EF4-FFF2-40B4-BE49-F238E27FC236}">
                    <a16:creationId xmlns:a16="http://schemas.microsoft.com/office/drawing/2014/main" id="{7AE7595E-7B3A-ED67-D04B-431ED934F3B0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Conector Reto 134">
                <a:extLst>
                  <a:ext uri="{FF2B5EF4-FFF2-40B4-BE49-F238E27FC236}">
                    <a16:creationId xmlns:a16="http://schemas.microsoft.com/office/drawing/2014/main" id="{E3A5C6ED-7F0E-E8FC-22A0-958641BE52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CaixaDeTexto 138">
              <a:extLst>
                <a:ext uri="{FF2B5EF4-FFF2-40B4-BE49-F238E27FC236}">
                  <a16:creationId xmlns:a16="http://schemas.microsoft.com/office/drawing/2014/main" id="{646337A4-BD82-C2A1-24D1-8FAB622CE7C5}"/>
                </a:ext>
              </a:extLst>
            </p:cNvPr>
            <p:cNvSpPr txBox="1"/>
            <p:nvPr/>
          </p:nvSpPr>
          <p:spPr>
            <a:xfrm>
              <a:off x="2176030" y="5082806"/>
              <a:ext cx="1597423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Renda </a:t>
              </a:r>
              <a:r>
                <a:rPr kumimoji="0" lang="en-US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Fixa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 Ativa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1D21D71-11A9-B7E3-C70B-38F06D6A40BE}"/>
              </a:ext>
            </a:extLst>
          </p:cNvPr>
          <p:cNvGrpSpPr/>
          <p:nvPr/>
        </p:nvGrpSpPr>
        <p:grpSpPr>
          <a:xfrm>
            <a:off x="335368" y="5902621"/>
            <a:ext cx="3675695" cy="542591"/>
            <a:chOff x="335368" y="5693071"/>
            <a:chExt cx="3675695" cy="542591"/>
          </a:xfrm>
        </p:grpSpPr>
        <p:grpSp>
          <p:nvGrpSpPr>
            <p:cNvPr id="68" name="Agrupar 67">
              <a:extLst>
                <a:ext uri="{FF2B5EF4-FFF2-40B4-BE49-F238E27FC236}">
                  <a16:creationId xmlns:a16="http://schemas.microsoft.com/office/drawing/2014/main" id="{126B85E3-457D-F4F3-43A2-4B06F8346258}"/>
                </a:ext>
              </a:extLst>
            </p:cNvPr>
            <p:cNvGrpSpPr/>
            <p:nvPr/>
          </p:nvGrpSpPr>
          <p:grpSpPr>
            <a:xfrm>
              <a:off x="335371" y="5938703"/>
              <a:ext cx="1688895" cy="296959"/>
              <a:chOff x="378363" y="3200400"/>
              <a:chExt cx="2747537" cy="457200"/>
            </a:xfrm>
          </p:grpSpPr>
          <p:cxnSp>
            <p:nvCxnSpPr>
              <p:cNvPr id="69" name="Conector Reto 68">
                <a:extLst>
                  <a:ext uri="{FF2B5EF4-FFF2-40B4-BE49-F238E27FC236}">
                    <a16:creationId xmlns:a16="http://schemas.microsoft.com/office/drawing/2014/main" id="{6B8E3E78-3B30-FD33-614D-5E6217DA5092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ector Reto 69">
                <a:extLst>
                  <a:ext uri="{FF2B5EF4-FFF2-40B4-BE49-F238E27FC236}">
                    <a16:creationId xmlns:a16="http://schemas.microsoft.com/office/drawing/2014/main" id="{9841CEE1-E80D-A9E6-1CE5-2BCC8F91AF7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CaixaDeTexto 70">
              <a:extLst>
                <a:ext uri="{FF2B5EF4-FFF2-40B4-BE49-F238E27FC236}">
                  <a16:creationId xmlns:a16="http://schemas.microsoft.com/office/drawing/2014/main" id="{F5249917-E3E0-A94F-B768-D3C0BD13BC4F}"/>
                </a:ext>
              </a:extLst>
            </p:cNvPr>
            <p:cNvSpPr txBox="1"/>
            <p:nvPr/>
          </p:nvSpPr>
          <p:spPr>
            <a:xfrm>
              <a:off x="335368" y="5693071"/>
              <a:ext cx="159742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Exterior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(Offshore)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+mn-cs"/>
              </a:endParaRPr>
            </a:p>
          </p:txBody>
        </p:sp>
        <p:grpSp>
          <p:nvGrpSpPr>
            <p:cNvPr id="140" name="Agrupar 139">
              <a:extLst>
                <a:ext uri="{FF2B5EF4-FFF2-40B4-BE49-F238E27FC236}">
                  <a16:creationId xmlns:a16="http://schemas.microsoft.com/office/drawing/2014/main" id="{B49CDDCC-0115-DA5D-C993-2E050C083C4C}"/>
                </a:ext>
              </a:extLst>
            </p:cNvPr>
            <p:cNvGrpSpPr/>
            <p:nvPr/>
          </p:nvGrpSpPr>
          <p:grpSpPr>
            <a:xfrm>
              <a:off x="2176033" y="5938703"/>
              <a:ext cx="1688895" cy="296959"/>
              <a:chOff x="378363" y="3200400"/>
              <a:chExt cx="2747537" cy="457200"/>
            </a:xfrm>
          </p:grpSpPr>
          <p:cxnSp>
            <p:nvCxnSpPr>
              <p:cNvPr id="141" name="Conector Reto 140">
                <a:extLst>
                  <a:ext uri="{FF2B5EF4-FFF2-40B4-BE49-F238E27FC236}">
                    <a16:creationId xmlns:a16="http://schemas.microsoft.com/office/drawing/2014/main" id="{2CB77A2A-6D2D-C6D1-44F7-76E7BEA21481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Conector Reto 141">
                <a:extLst>
                  <a:ext uri="{FF2B5EF4-FFF2-40B4-BE49-F238E27FC236}">
                    <a16:creationId xmlns:a16="http://schemas.microsoft.com/office/drawing/2014/main" id="{117ACE46-A161-AA56-FC87-176547D7C2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3" name="CaixaDeTexto 142">
              <a:extLst>
                <a:ext uri="{FF2B5EF4-FFF2-40B4-BE49-F238E27FC236}">
                  <a16:creationId xmlns:a16="http://schemas.microsoft.com/office/drawing/2014/main" id="{191C9249-4439-D379-9342-E2805F2751E2}"/>
                </a:ext>
              </a:extLst>
            </p:cNvPr>
            <p:cNvSpPr txBox="1"/>
            <p:nvPr/>
          </p:nvSpPr>
          <p:spPr>
            <a:xfrm>
              <a:off x="2176030" y="5703121"/>
              <a:ext cx="183503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Multimercado </a:t>
              </a:r>
              <a:b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</a:br>
              <a:r>
                <a:rPr kumimoji="0" lang="pt-BR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Low</a:t>
              </a: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 </a:t>
              </a:r>
              <a:r>
                <a:rPr kumimoji="0" lang="pt-BR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Vol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+mn-cs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328E178-3D10-D39F-F7E6-5DE0F36C3A22}"/>
              </a:ext>
            </a:extLst>
          </p:cNvPr>
          <p:cNvGrpSpPr/>
          <p:nvPr/>
        </p:nvGrpSpPr>
        <p:grpSpPr>
          <a:xfrm>
            <a:off x="335369" y="2681148"/>
            <a:ext cx="3534766" cy="229678"/>
            <a:chOff x="335369" y="2614967"/>
            <a:chExt cx="3534766" cy="229678"/>
          </a:xfrm>
        </p:grpSpPr>
        <p:sp>
          <p:nvSpPr>
            <p:cNvPr id="144" name="Retângulo 143">
              <a:extLst>
                <a:ext uri="{FF2B5EF4-FFF2-40B4-BE49-F238E27FC236}">
                  <a16:creationId xmlns:a16="http://schemas.microsoft.com/office/drawing/2014/main" id="{4F3670D5-AD1A-CBC0-7006-C55D8E17071D}"/>
                </a:ext>
              </a:extLst>
            </p:cNvPr>
            <p:cNvSpPr/>
            <p:nvPr/>
          </p:nvSpPr>
          <p:spPr>
            <a:xfrm>
              <a:off x="335369" y="2614967"/>
              <a:ext cx="1688897" cy="2296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77"/>
                  <a:ea typeface="+mn-ea"/>
                  <a:cs typeface="+mn-cs"/>
                </a:rPr>
                <a:t>FoFs</a:t>
              </a:r>
              <a:r>
                <a:rPr kumimoji="0" lang="pt-BR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77"/>
                  <a:ea typeface="+mn-ea"/>
                  <a:cs typeface="+mn-cs"/>
                </a:rPr>
                <a:t> (Funds of Funds)</a:t>
              </a:r>
            </a:p>
          </p:txBody>
        </p:sp>
        <p:sp>
          <p:nvSpPr>
            <p:cNvPr id="145" name="Retângulo 144">
              <a:extLst>
                <a:ext uri="{FF2B5EF4-FFF2-40B4-BE49-F238E27FC236}">
                  <a16:creationId xmlns:a16="http://schemas.microsoft.com/office/drawing/2014/main" id="{3F4CD7AB-E412-C0FE-F22D-555BC6F227F6}"/>
                </a:ext>
              </a:extLst>
            </p:cNvPr>
            <p:cNvSpPr/>
            <p:nvPr/>
          </p:nvSpPr>
          <p:spPr>
            <a:xfrm>
              <a:off x="2181238" y="2614967"/>
              <a:ext cx="1688897" cy="2296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77"/>
                  <a:ea typeface="+mn-ea"/>
                  <a:cs typeface="+mn-cs"/>
                </a:rPr>
                <a:t>Fixed Income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44551CA-E5B0-C12F-83EB-DF86E2D79BCC}"/>
              </a:ext>
            </a:extLst>
          </p:cNvPr>
          <p:cNvGrpSpPr/>
          <p:nvPr/>
        </p:nvGrpSpPr>
        <p:grpSpPr>
          <a:xfrm>
            <a:off x="335368" y="4419260"/>
            <a:ext cx="3529560" cy="420866"/>
            <a:chOff x="335368" y="4461644"/>
            <a:chExt cx="3529560" cy="420866"/>
          </a:xfrm>
        </p:grpSpPr>
        <p:grpSp>
          <p:nvGrpSpPr>
            <p:cNvPr id="50" name="Agrupar 49">
              <a:extLst>
                <a:ext uri="{FF2B5EF4-FFF2-40B4-BE49-F238E27FC236}">
                  <a16:creationId xmlns:a16="http://schemas.microsoft.com/office/drawing/2014/main" id="{8489C936-2CEF-F655-5A8C-0BF35EA8889D}"/>
                </a:ext>
              </a:extLst>
            </p:cNvPr>
            <p:cNvGrpSpPr/>
            <p:nvPr/>
          </p:nvGrpSpPr>
          <p:grpSpPr>
            <a:xfrm>
              <a:off x="335371" y="4585551"/>
              <a:ext cx="1688895" cy="296959"/>
              <a:chOff x="378363" y="3200400"/>
              <a:chExt cx="2747537" cy="457200"/>
            </a:xfrm>
          </p:grpSpPr>
          <p:cxnSp>
            <p:nvCxnSpPr>
              <p:cNvPr id="59" name="Conector Reto 58">
                <a:extLst>
                  <a:ext uri="{FF2B5EF4-FFF2-40B4-BE49-F238E27FC236}">
                    <a16:creationId xmlns:a16="http://schemas.microsoft.com/office/drawing/2014/main" id="{DC1E71C6-77EE-4736-F040-0635F7E98D56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ector Reto 59">
                <a:extLst>
                  <a:ext uri="{FF2B5EF4-FFF2-40B4-BE49-F238E27FC236}">
                    <a16:creationId xmlns:a16="http://schemas.microsoft.com/office/drawing/2014/main" id="{6676EEDD-90AF-D0C9-5AE8-D61E038F6CA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CaixaDeTexto 65">
              <a:extLst>
                <a:ext uri="{FF2B5EF4-FFF2-40B4-BE49-F238E27FC236}">
                  <a16:creationId xmlns:a16="http://schemas.microsoft.com/office/drawing/2014/main" id="{EE41229D-6330-FC99-D66D-2A3705EE17ED}"/>
                </a:ext>
              </a:extLst>
            </p:cNvPr>
            <p:cNvSpPr txBox="1"/>
            <p:nvPr/>
          </p:nvSpPr>
          <p:spPr>
            <a:xfrm>
              <a:off x="335368" y="4461644"/>
              <a:ext cx="1597429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Renda Variável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+mn-cs"/>
              </a:endParaRPr>
            </a:p>
          </p:txBody>
        </p:sp>
        <p:grpSp>
          <p:nvGrpSpPr>
            <p:cNvPr id="130" name="Agrupar 129">
              <a:extLst>
                <a:ext uri="{FF2B5EF4-FFF2-40B4-BE49-F238E27FC236}">
                  <a16:creationId xmlns:a16="http://schemas.microsoft.com/office/drawing/2014/main" id="{48172520-2A88-4B8B-E4B3-9A9A94C82DEE}"/>
                </a:ext>
              </a:extLst>
            </p:cNvPr>
            <p:cNvGrpSpPr/>
            <p:nvPr/>
          </p:nvGrpSpPr>
          <p:grpSpPr>
            <a:xfrm>
              <a:off x="2176033" y="4585551"/>
              <a:ext cx="1688895" cy="296959"/>
              <a:chOff x="378363" y="3200400"/>
              <a:chExt cx="2747537" cy="457200"/>
            </a:xfrm>
          </p:grpSpPr>
          <p:cxnSp>
            <p:nvCxnSpPr>
              <p:cNvPr id="131" name="Conector Reto 130">
                <a:extLst>
                  <a:ext uri="{FF2B5EF4-FFF2-40B4-BE49-F238E27FC236}">
                    <a16:creationId xmlns:a16="http://schemas.microsoft.com/office/drawing/2014/main" id="{A9E36D04-4207-C8C3-4EF8-8902237288C1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Conector Reto 131">
                <a:extLst>
                  <a:ext uri="{FF2B5EF4-FFF2-40B4-BE49-F238E27FC236}">
                    <a16:creationId xmlns:a16="http://schemas.microsoft.com/office/drawing/2014/main" id="{26595A8D-E2CE-41B4-3044-AB8CFE10C6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6" name="CaixaDeTexto 145">
              <a:extLst>
                <a:ext uri="{FF2B5EF4-FFF2-40B4-BE49-F238E27FC236}">
                  <a16:creationId xmlns:a16="http://schemas.microsoft.com/office/drawing/2014/main" id="{9F049279-D2A0-5737-B978-F77B8A699C3E}"/>
                </a:ext>
              </a:extLst>
            </p:cNvPr>
            <p:cNvSpPr txBox="1"/>
            <p:nvPr/>
          </p:nvSpPr>
          <p:spPr>
            <a:xfrm>
              <a:off x="2176030" y="4497742"/>
              <a:ext cx="1597431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Pré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+mn-cs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0120407-552E-49CB-4803-6E02E5A16243}"/>
              </a:ext>
            </a:extLst>
          </p:cNvPr>
          <p:cNvGrpSpPr/>
          <p:nvPr/>
        </p:nvGrpSpPr>
        <p:grpSpPr>
          <a:xfrm>
            <a:off x="4258547" y="2758307"/>
            <a:ext cx="7550330" cy="392261"/>
            <a:chOff x="4258547" y="2729706"/>
            <a:chExt cx="7550330" cy="392261"/>
          </a:xfrm>
        </p:grpSpPr>
        <p:grpSp>
          <p:nvGrpSpPr>
            <p:cNvPr id="149" name="Agrupar 148">
              <a:extLst>
                <a:ext uri="{FF2B5EF4-FFF2-40B4-BE49-F238E27FC236}">
                  <a16:creationId xmlns:a16="http://schemas.microsoft.com/office/drawing/2014/main" id="{18979E4C-2203-06EA-981D-437086D402C0}"/>
                </a:ext>
              </a:extLst>
            </p:cNvPr>
            <p:cNvGrpSpPr/>
            <p:nvPr/>
          </p:nvGrpSpPr>
          <p:grpSpPr>
            <a:xfrm>
              <a:off x="4258549" y="2825008"/>
              <a:ext cx="3593727" cy="296959"/>
              <a:chOff x="378363" y="3200400"/>
              <a:chExt cx="2747537" cy="457200"/>
            </a:xfrm>
          </p:grpSpPr>
          <p:cxnSp>
            <p:nvCxnSpPr>
              <p:cNvPr id="150" name="Conector Reto 149">
                <a:extLst>
                  <a:ext uri="{FF2B5EF4-FFF2-40B4-BE49-F238E27FC236}">
                    <a16:creationId xmlns:a16="http://schemas.microsoft.com/office/drawing/2014/main" id="{39BD5E50-496D-E42B-1737-DFB5DF0739A9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Conector Reto 150">
                <a:extLst>
                  <a:ext uri="{FF2B5EF4-FFF2-40B4-BE49-F238E27FC236}">
                    <a16:creationId xmlns:a16="http://schemas.microsoft.com/office/drawing/2014/main" id="{1CB788D8-E937-EA94-67D8-07D85526B7A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1" name="CaixaDeTexto 160">
              <a:extLst>
                <a:ext uri="{FF2B5EF4-FFF2-40B4-BE49-F238E27FC236}">
                  <a16:creationId xmlns:a16="http://schemas.microsoft.com/office/drawing/2014/main" id="{FD80CBE4-0C69-281D-5701-2E32A563755C}"/>
                </a:ext>
              </a:extLst>
            </p:cNvPr>
            <p:cNvSpPr txBox="1"/>
            <p:nvPr/>
          </p:nvSpPr>
          <p:spPr>
            <a:xfrm>
              <a:off x="4258547" y="2729706"/>
              <a:ext cx="3530921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ABC6CD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Crédito Privado</a:t>
              </a:r>
            </a:p>
          </p:txBody>
        </p:sp>
        <p:grpSp>
          <p:nvGrpSpPr>
            <p:cNvPr id="169" name="Agrupar 168">
              <a:extLst>
                <a:ext uri="{FF2B5EF4-FFF2-40B4-BE49-F238E27FC236}">
                  <a16:creationId xmlns:a16="http://schemas.microsoft.com/office/drawing/2014/main" id="{E9A01F59-0BFE-3E99-5429-93F7CBE61B81}"/>
                </a:ext>
              </a:extLst>
            </p:cNvPr>
            <p:cNvGrpSpPr/>
            <p:nvPr/>
          </p:nvGrpSpPr>
          <p:grpSpPr>
            <a:xfrm>
              <a:off x="8215150" y="2825008"/>
              <a:ext cx="3593727" cy="296959"/>
              <a:chOff x="378363" y="3200400"/>
              <a:chExt cx="2747537" cy="457200"/>
            </a:xfrm>
          </p:grpSpPr>
          <p:cxnSp>
            <p:nvCxnSpPr>
              <p:cNvPr id="170" name="Conector Reto 169">
                <a:extLst>
                  <a:ext uri="{FF2B5EF4-FFF2-40B4-BE49-F238E27FC236}">
                    <a16:creationId xmlns:a16="http://schemas.microsoft.com/office/drawing/2014/main" id="{52263FD6-50FB-0315-1598-77EE4D76667E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Conector Reto 170">
                <a:extLst>
                  <a:ext uri="{FF2B5EF4-FFF2-40B4-BE49-F238E27FC236}">
                    <a16:creationId xmlns:a16="http://schemas.microsoft.com/office/drawing/2014/main" id="{F1FD2777-1D3E-8F14-536F-CA03E6C94F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1" name="CaixaDeTexto 180">
              <a:extLst>
                <a:ext uri="{FF2B5EF4-FFF2-40B4-BE49-F238E27FC236}">
                  <a16:creationId xmlns:a16="http://schemas.microsoft.com/office/drawing/2014/main" id="{4F9ECB1C-37D7-707E-45CA-523E30F37F9B}"/>
                </a:ext>
              </a:extLst>
            </p:cNvPr>
            <p:cNvSpPr txBox="1"/>
            <p:nvPr/>
          </p:nvSpPr>
          <p:spPr>
            <a:xfrm>
              <a:off x="8215148" y="2729706"/>
              <a:ext cx="3530921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ABC6CD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FII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117F351-497A-2870-DAC3-0CB95A20114C}"/>
              </a:ext>
            </a:extLst>
          </p:cNvPr>
          <p:cNvGrpSpPr/>
          <p:nvPr/>
        </p:nvGrpSpPr>
        <p:grpSpPr>
          <a:xfrm>
            <a:off x="4258547" y="3412759"/>
            <a:ext cx="7550330" cy="408419"/>
            <a:chOff x="4258547" y="3405356"/>
            <a:chExt cx="7550330" cy="408419"/>
          </a:xfrm>
        </p:grpSpPr>
        <p:grpSp>
          <p:nvGrpSpPr>
            <p:cNvPr id="152" name="Agrupar 151">
              <a:extLst>
                <a:ext uri="{FF2B5EF4-FFF2-40B4-BE49-F238E27FC236}">
                  <a16:creationId xmlns:a16="http://schemas.microsoft.com/office/drawing/2014/main" id="{76ACD91B-B93A-B3A9-1C46-9C5920FBF546}"/>
                </a:ext>
              </a:extLst>
            </p:cNvPr>
            <p:cNvGrpSpPr/>
            <p:nvPr/>
          </p:nvGrpSpPr>
          <p:grpSpPr>
            <a:xfrm>
              <a:off x="4258549" y="3516816"/>
              <a:ext cx="3593727" cy="296959"/>
              <a:chOff x="378363" y="3200400"/>
              <a:chExt cx="2747537" cy="457200"/>
            </a:xfrm>
          </p:grpSpPr>
          <p:cxnSp>
            <p:nvCxnSpPr>
              <p:cNvPr id="153" name="Conector Reto 152">
                <a:extLst>
                  <a:ext uri="{FF2B5EF4-FFF2-40B4-BE49-F238E27FC236}">
                    <a16:creationId xmlns:a16="http://schemas.microsoft.com/office/drawing/2014/main" id="{71624C9B-C849-B449-3792-070C39D643B9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Conector Reto 153">
                <a:extLst>
                  <a:ext uri="{FF2B5EF4-FFF2-40B4-BE49-F238E27FC236}">
                    <a16:creationId xmlns:a16="http://schemas.microsoft.com/office/drawing/2014/main" id="{62C1AEDC-CB1A-7D50-F311-30F1795E22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CaixaDeTexto 161">
              <a:extLst>
                <a:ext uri="{FF2B5EF4-FFF2-40B4-BE49-F238E27FC236}">
                  <a16:creationId xmlns:a16="http://schemas.microsoft.com/office/drawing/2014/main" id="{54AAB709-75D9-BE71-FFE7-99DBF5428516}"/>
                </a:ext>
              </a:extLst>
            </p:cNvPr>
            <p:cNvSpPr txBox="1"/>
            <p:nvPr/>
          </p:nvSpPr>
          <p:spPr>
            <a:xfrm>
              <a:off x="4258547" y="3405356"/>
              <a:ext cx="2887906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ABC6CD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Crédito High </a:t>
              </a:r>
              <a:r>
                <a:rPr kumimoji="0" lang="pt-BR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ABC6CD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Yield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ABC6CD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+mn-cs"/>
              </a:endParaRPr>
            </a:p>
          </p:txBody>
        </p:sp>
        <p:grpSp>
          <p:nvGrpSpPr>
            <p:cNvPr id="172" name="Agrupar 171">
              <a:extLst>
                <a:ext uri="{FF2B5EF4-FFF2-40B4-BE49-F238E27FC236}">
                  <a16:creationId xmlns:a16="http://schemas.microsoft.com/office/drawing/2014/main" id="{B2F6573B-63E7-6295-8A39-FC7FF4841F7A}"/>
                </a:ext>
              </a:extLst>
            </p:cNvPr>
            <p:cNvGrpSpPr/>
            <p:nvPr/>
          </p:nvGrpSpPr>
          <p:grpSpPr>
            <a:xfrm>
              <a:off x="8215150" y="3516816"/>
              <a:ext cx="3593727" cy="296959"/>
              <a:chOff x="378363" y="3200400"/>
              <a:chExt cx="2747537" cy="457200"/>
            </a:xfrm>
          </p:grpSpPr>
          <p:cxnSp>
            <p:nvCxnSpPr>
              <p:cNvPr id="173" name="Conector Reto 172">
                <a:extLst>
                  <a:ext uri="{FF2B5EF4-FFF2-40B4-BE49-F238E27FC236}">
                    <a16:creationId xmlns:a16="http://schemas.microsoft.com/office/drawing/2014/main" id="{BF8FDEE0-CFC7-BCE3-A4EE-6E2D4A4FC359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Conector Reto 173">
                <a:extLst>
                  <a:ext uri="{FF2B5EF4-FFF2-40B4-BE49-F238E27FC236}">
                    <a16:creationId xmlns:a16="http://schemas.microsoft.com/office/drawing/2014/main" id="{776BB06A-F577-3EBF-0BAF-40A433D0BAC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2" name="CaixaDeTexto 181">
              <a:extLst>
                <a:ext uri="{FF2B5EF4-FFF2-40B4-BE49-F238E27FC236}">
                  <a16:creationId xmlns:a16="http://schemas.microsoft.com/office/drawing/2014/main" id="{55DAB0FF-248B-9D9A-33BA-DE207D5CDF8E}"/>
                </a:ext>
              </a:extLst>
            </p:cNvPr>
            <p:cNvSpPr txBox="1"/>
            <p:nvPr/>
          </p:nvSpPr>
          <p:spPr>
            <a:xfrm>
              <a:off x="8215148" y="3405356"/>
              <a:ext cx="2887906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ABC6CD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Fiagro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ABC6CD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41A7B8C-3FDF-6234-64F3-CC4BEBC9A5B1}"/>
              </a:ext>
            </a:extLst>
          </p:cNvPr>
          <p:cNvGrpSpPr/>
          <p:nvPr/>
        </p:nvGrpSpPr>
        <p:grpSpPr>
          <a:xfrm>
            <a:off x="4258547" y="4775091"/>
            <a:ext cx="7550330" cy="444211"/>
            <a:chOff x="4258547" y="4658579"/>
            <a:chExt cx="7550330" cy="444211"/>
          </a:xfrm>
        </p:grpSpPr>
        <p:grpSp>
          <p:nvGrpSpPr>
            <p:cNvPr id="158" name="Agrupar 157">
              <a:extLst>
                <a:ext uri="{FF2B5EF4-FFF2-40B4-BE49-F238E27FC236}">
                  <a16:creationId xmlns:a16="http://schemas.microsoft.com/office/drawing/2014/main" id="{0805B99D-6AE4-B581-41C9-14E984902DDD}"/>
                </a:ext>
              </a:extLst>
            </p:cNvPr>
            <p:cNvGrpSpPr/>
            <p:nvPr/>
          </p:nvGrpSpPr>
          <p:grpSpPr>
            <a:xfrm>
              <a:off x="4258549" y="4805831"/>
              <a:ext cx="3593727" cy="296959"/>
              <a:chOff x="378363" y="3200400"/>
              <a:chExt cx="2747537" cy="457200"/>
            </a:xfrm>
          </p:grpSpPr>
          <p:cxnSp>
            <p:nvCxnSpPr>
              <p:cNvPr id="159" name="Conector Reto 158">
                <a:extLst>
                  <a:ext uri="{FF2B5EF4-FFF2-40B4-BE49-F238E27FC236}">
                    <a16:creationId xmlns:a16="http://schemas.microsoft.com/office/drawing/2014/main" id="{FFA31E58-A0DE-7DA3-345A-C15F6B3A10C2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Conector Reto 159">
                <a:extLst>
                  <a:ext uri="{FF2B5EF4-FFF2-40B4-BE49-F238E27FC236}">
                    <a16:creationId xmlns:a16="http://schemas.microsoft.com/office/drawing/2014/main" id="{72DE135E-9F3F-0221-FDF6-7864A11AF1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3" name="CaixaDeTexto 162">
              <a:extLst>
                <a:ext uri="{FF2B5EF4-FFF2-40B4-BE49-F238E27FC236}">
                  <a16:creationId xmlns:a16="http://schemas.microsoft.com/office/drawing/2014/main" id="{570AB73C-63AC-112E-DAE9-1334B8FE4682}"/>
                </a:ext>
              </a:extLst>
            </p:cNvPr>
            <p:cNvSpPr txBox="1"/>
            <p:nvPr/>
          </p:nvSpPr>
          <p:spPr>
            <a:xfrm>
              <a:off x="4258547" y="4658579"/>
              <a:ext cx="1597423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ABC6CD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Infraestrutura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ABC6CD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+mn-cs"/>
              </a:endParaRPr>
            </a:p>
          </p:txBody>
        </p:sp>
        <p:grpSp>
          <p:nvGrpSpPr>
            <p:cNvPr id="178" name="Agrupar 177">
              <a:extLst>
                <a:ext uri="{FF2B5EF4-FFF2-40B4-BE49-F238E27FC236}">
                  <a16:creationId xmlns:a16="http://schemas.microsoft.com/office/drawing/2014/main" id="{96D6C88E-D954-68F9-E341-C9B959180D17}"/>
                </a:ext>
              </a:extLst>
            </p:cNvPr>
            <p:cNvGrpSpPr/>
            <p:nvPr/>
          </p:nvGrpSpPr>
          <p:grpSpPr>
            <a:xfrm>
              <a:off x="8215150" y="4805831"/>
              <a:ext cx="3593727" cy="296959"/>
              <a:chOff x="378363" y="3200400"/>
              <a:chExt cx="2747537" cy="457200"/>
            </a:xfrm>
          </p:grpSpPr>
          <p:cxnSp>
            <p:nvCxnSpPr>
              <p:cNvPr id="179" name="Conector Reto 178">
                <a:extLst>
                  <a:ext uri="{FF2B5EF4-FFF2-40B4-BE49-F238E27FC236}">
                    <a16:creationId xmlns:a16="http://schemas.microsoft.com/office/drawing/2014/main" id="{BF538CC7-A1E4-7D2B-0D8F-9A5D357DFEC9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Conector Reto 179">
                <a:extLst>
                  <a:ext uri="{FF2B5EF4-FFF2-40B4-BE49-F238E27FC236}">
                    <a16:creationId xmlns:a16="http://schemas.microsoft.com/office/drawing/2014/main" id="{0C6A4BC7-B7A9-2EFE-ED76-EDA43E40ED6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3" name="CaixaDeTexto 182">
              <a:extLst>
                <a:ext uri="{FF2B5EF4-FFF2-40B4-BE49-F238E27FC236}">
                  <a16:creationId xmlns:a16="http://schemas.microsoft.com/office/drawing/2014/main" id="{EBA2598A-0FA4-6AEE-E0F6-F0ACE8CCBAF2}"/>
                </a:ext>
              </a:extLst>
            </p:cNvPr>
            <p:cNvSpPr txBox="1"/>
            <p:nvPr/>
          </p:nvSpPr>
          <p:spPr>
            <a:xfrm>
              <a:off x="8215148" y="4658579"/>
              <a:ext cx="1597423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 err="1">
                  <a:ln>
                    <a:noFill/>
                  </a:ln>
                  <a:solidFill>
                    <a:srgbClr val="ABC6CD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FoFs</a:t>
              </a: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ABC6CD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 FII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ABC6CD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BAFD9BC-0013-F566-155A-E6A61C8369E2}"/>
              </a:ext>
            </a:extLst>
          </p:cNvPr>
          <p:cNvGrpSpPr/>
          <p:nvPr/>
        </p:nvGrpSpPr>
        <p:grpSpPr>
          <a:xfrm>
            <a:off x="4258547" y="5533443"/>
            <a:ext cx="7550330" cy="484798"/>
            <a:chOff x="4258547" y="5377217"/>
            <a:chExt cx="7550330" cy="484798"/>
          </a:xfrm>
        </p:grpSpPr>
        <p:grpSp>
          <p:nvGrpSpPr>
            <p:cNvPr id="164" name="Agrupar 163">
              <a:extLst>
                <a:ext uri="{FF2B5EF4-FFF2-40B4-BE49-F238E27FC236}">
                  <a16:creationId xmlns:a16="http://schemas.microsoft.com/office/drawing/2014/main" id="{8101BC0F-67DD-2A12-16EB-6351634B7AA6}"/>
                </a:ext>
              </a:extLst>
            </p:cNvPr>
            <p:cNvGrpSpPr/>
            <p:nvPr/>
          </p:nvGrpSpPr>
          <p:grpSpPr>
            <a:xfrm>
              <a:off x="4258549" y="5404815"/>
              <a:ext cx="3593727" cy="457200"/>
              <a:chOff x="378363" y="1969053"/>
              <a:chExt cx="2747537" cy="457200"/>
            </a:xfrm>
          </p:grpSpPr>
          <p:cxnSp>
            <p:nvCxnSpPr>
              <p:cNvPr id="165" name="Conector Reto 164">
                <a:extLst>
                  <a:ext uri="{FF2B5EF4-FFF2-40B4-BE49-F238E27FC236}">
                    <a16:creationId xmlns:a16="http://schemas.microsoft.com/office/drawing/2014/main" id="{92FD80B4-85F7-7A71-15F7-6E1813BDAC5B}"/>
                  </a:ext>
                </a:extLst>
              </p:cNvPr>
              <p:cNvCxnSpPr/>
              <p:nvPr/>
            </p:nvCxnSpPr>
            <p:spPr>
              <a:xfrm>
                <a:off x="378363" y="2426253"/>
                <a:ext cx="2747537" cy="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Conector Reto 165">
                <a:extLst>
                  <a:ext uri="{FF2B5EF4-FFF2-40B4-BE49-F238E27FC236}">
                    <a16:creationId xmlns:a16="http://schemas.microsoft.com/office/drawing/2014/main" id="{DC19F0CD-49DE-035E-442D-B5F1FC8B6F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1969053"/>
                <a:ext cx="0" cy="4572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7" name="CaixaDeTexto 166">
              <a:extLst>
                <a:ext uri="{FF2B5EF4-FFF2-40B4-BE49-F238E27FC236}">
                  <a16:creationId xmlns:a16="http://schemas.microsoft.com/office/drawing/2014/main" id="{5679881F-9C1D-0609-FC17-51208D5CB3A1}"/>
                </a:ext>
              </a:extLst>
            </p:cNvPr>
            <p:cNvSpPr txBox="1"/>
            <p:nvPr/>
          </p:nvSpPr>
          <p:spPr>
            <a:xfrm>
              <a:off x="4258547" y="5377217"/>
              <a:ext cx="24795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ABC6CD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Fundos de Previdência</a:t>
              </a:r>
            </a:p>
          </p:txBody>
        </p:sp>
        <p:grpSp>
          <p:nvGrpSpPr>
            <p:cNvPr id="184" name="Agrupar 183">
              <a:extLst>
                <a:ext uri="{FF2B5EF4-FFF2-40B4-BE49-F238E27FC236}">
                  <a16:creationId xmlns:a16="http://schemas.microsoft.com/office/drawing/2014/main" id="{4CC02B31-30A2-2D0D-E592-6C85BFD7C32C}"/>
                </a:ext>
              </a:extLst>
            </p:cNvPr>
            <p:cNvGrpSpPr/>
            <p:nvPr/>
          </p:nvGrpSpPr>
          <p:grpSpPr>
            <a:xfrm>
              <a:off x="8215150" y="5404815"/>
              <a:ext cx="3593727" cy="457200"/>
              <a:chOff x="378363" y="1969053"/>
              <a:chExt cx="2747537" cy="457200"/>
            </a:xfrm>
          </p:grpSpPr>
          <p:cxnSp>
            <p:nvCxnSpPr>
              <p:cNvPr id="185" name="Conector Reto 184">
                <a:extLst>
                  <a:ext uri="{FF2B5EF4-FFF2-40B4-BE49-F238E27FC236}">
                    <a16:creationId xmlns:a16="http://schemas.microsoft.com/office/drawing/2014/main" id="{C99832D1-36B1-8E2D-AFD4-32F52DEB30E2}"/>
                  </a:ext>
                </a:extLst>
              </p:cNvPr>
              <p:cNvCxnSpPr/>
              <p:nvPr/>
            </p:nvCxnSpPr>
            <p:spPr>
              <a:xfrm>
                <a:off x="378363" y="2426253"/>
                <a:ext cx="2747537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Conector Reto 185">
                <a:extLst>
                  <a:ext uri="{FF2B5EF4-FFF2-40B4-BE49-F238E27FC236}">
                    <a16:creationId xmlns:a16="http://schemas.microsoft.com/office/drawing/2014/main" id="{57A5705B-7786-8B8D-73AD-A7A7D2EEBF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1969053"/>
                <a:ext cx="0" cy="45720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7" name="CaixaDeTexto 186">
              <a:extLst>
                <a:ext uri="{FF2B5EF4-FFF2-40B4-BE49-F238E27FC236}">
                  <a16:creationId xmlns:a16="http://schemas.microsoft.com/office/drawing/2014/main" id="{4890120F-5791-2AD8-6CE3-11A9327EF9FD}"/>
                </a:ext>
              </a:extLst>
            </p:cNvPr>
            <p:cNvSpPr txBox="1"/>
            <p:nvPr/>
          </p:nvSpPr>
          <p:spPr>
            <a:xfrm>
              <a:off x="8215148" y="5377217"/>
              <a:ext cx="1835033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ABC6CD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FII de Previdência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6D4C9CC-18EF-8FA7-83F0-488B77737F9B}"/>
              </a:ext>
            </a:extLst>
          </p:cNvPr>
          <p:cNvGrpSpPr/>
          <p:nvPr/>
        </p:nvGrpSpPr>
        <p:grpSpPr>
          <a:xfrm>
            <a:off x="4258547" y="4099527"/>
            <a:ext cx="7550330" cy="384768"/>
            <a:chOff x="4258547" y="4073515"/>
            <a:chExt cx="7550330" cy="384768"/>
          </a:xfrm>
        </p:grpSpPr>
        <p:grpSp>
          <p:nvGrpSpPr>
            <p:cNvPr id="155" name="Agrupar 154">
              <a:extLst>
                <a:ext uri="{FF2B5EF4-FFF2-40B4-BE49-F238E27FC236}">
                  <a16:creationId xmlns:a16="http://schemas.microsoft.com/office/drawing/2014/main" id="{C266487F-C416-CC2A-7344-81EC27A52EB5}"/>
                </a:ext>
              </a:extLst>
            </p:cNvPr>
            <p:cNvGrpSpPr/>
            <p:nvPr/>
          </p:nvGrpSpPr>
          <p:grpSpPr>
            <a:xfrm>
              <a:off x="4258549" y="4161324"/>
              <a:ext cx="3593727" cy="296959"/>
              <a:chOff x="378363" y="3200400"/>
              <a:chExt cx="2747537" cy="457200"/>
            </a:xfrm>
          </p:grpSpPr>
          <p:cxnSp>
            <p:nvCxnSpPr>
              <p:cNvPr id="156" name="Conector Reto 155">
                <a:extLst>
                  <a:ext uri="{FF2B5EF4-FFF2-40B4-BE49-F238E27FC236}">
                    <a16:creationId xmlns:a16="http://schemas.microsoft.com/office/drawing/2014/main" id="{88A1AF4E-A33C-2B59-70D5-ABE6FB81E27D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Conector Reto 156">
                <a:extLst>
                  <a:ext uri="{FF2B5EF4-FFF2-40B4-BE49-F238E27FC236}">
                    <a16:creationId xmlns:a16="http://schemas.microsoft.com/office/drawing/2014/main" id="{C73D80E5-85A6-0CA1-23B4-D8872AAC2E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accent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8" name="CaixaDeTexto 167">
              <a:extLst>
                <a:ext uri="{FF2B5EF4-FFF2-40B4-BE49-F238E27FC236}">
                  <a16:creationId xmlns:a16="http://schemas.microsoft.com/office/drawing/2014/main" id="{1523809F-749D-81E8-1C28-B8BA209AE010}"/>
                </a:ext>
              </a:extLst>
            </p:cNvPr>
            <p:cNvSpPr txBox="1"/>
            <p:nvPr/>
          </p:nvSpPr>
          <p:spPr>
            <a:xfrm>
              <a:off x="4258547" y="4073515"/>
              <a:ext cx="2479536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ABC6CD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Crédito Estruturado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ABC6CD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+mn-cs"/>
              </a:endParaRPr>
            </a:p>
          </p:txBody>
        </p:sp>
        <p:grpSp>
          <p:nvGrpSpPr>
            <p:cNvPr id="175" name="Agrupar 174">
              <a:extLst>
                <a:ext uri="{FF2B5EF4-FFF2-40B4-BE49-F238E27FC236}">
                  <a16:creationId xmlns:a16="http://schemas.microsoft.com/office/drawing/2014/main" id="{8EF340C0-1531-D163-F0FC-4ED9E755F7F1}"/>
                </a:ext>
              </a:extLst>
            </p:cNvPr>
            <p:cNvGrpSpPr/>
            <p:nvPr/>
          </p:nvGrpSpPr>
          <p:grpSpPr>
            <a:xfrm>
              <a:off x="8215150" y="4161324"/>
              <a:ext cx="3593727" cy="296959"/>
              <a:chOff x="378363" y="3200400"/>
              <a:chExt cx="2747537" cy="457200"/>
            </a:xfrm>
          </p:grpSpPr>
          <p:cxnSp>
            <p:nvCxnSpPr>
              <p:cNvPr id="176" name="Conector Reto 175">
                <a:extLst>
                  <a:ext uri="{FF2B5EF4-FFF2-40B4-BE49-F238E27FC236}">
                    <a16:creationId xmlns:a16="http://schemas.microsoft.com/office/drawing/2014/main" id="{E6E0CB88-B8E0-876D-48A6-E292EFABA1DD}"/>
                  </a:ext>
                </a:extLst>
              </p:cNvPr>
              <p:cNvCxnSpPr/>
              <p:nvPr/>
            </p:nvCxnSpPr>
            <p:spPr>
              <a:xfrm>
                <a:off x="378363" y="3657600"/>
                <a:ext cx="2747537" cy="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Conector Reto 176">
                <a:extLst>
                  <a:ext uri="{FF2B5EF4-FFF2-40B4-BE49-F238E27FC236}">
                    <a16:creationId xmlns:a16="http://schemas.microsoft.com/office/drawing/2014/main" id="{432B31F1-ABC5-D1E1-9760-F8B578A53C6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5900" y="3200400"/>
                <a:ext cx="0" cy="457200"/>
              </a:xfrm>
              <a:prstGeom prst="line">
                <a:avLst/>
              </a:prstGeom>
              <a:ln>
                <a:solidFill>
                  <a:schemeClr val="bg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8" name="CaixaDeTexto 187">
              <a:extLst>
                <a:ext uri="{FF2B5EF4-FFF2-40B4-BE49-F238E27FC236}">
                  <a16:creationId xmlns:a16="http://schemas.microsoft.com/office/drawing/2014/main" id="{FDC2905C-9D8D-4062-005A-035AD6D7D8A9}"/>
                </a:ext>
              </a:extLst>
            </p:cNvPr>
            <p:cNvSpPr txBox="1"/>
            <p:nvPr/>
          </p:nvSpPr>
          <p:spPr>
            <a:xfrm>
              <a:off x="8215148" y="4073515"/>
              <a:ext cx="2479536" cy="3077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b="0" i="0" u="none" strike="noStrike" kern="1200" cap="none" spc="0" normalizeH="0" baseline="0" noProof="0">
                  <a:ln>
                    <a:noFill/>
                  </a:ln>
                  <a:solidFill>
                    <a:srgbClr val="ABC6CD"/>
                  </a:solidFill>
                  <a:effectLst/>
                  <a:uLnTx/>
                  <a:uFillTx/>
                  <a:latin typeface="Versos Light" panose="020B0403020204030204" pitchFamily="34" charset="77"/>
                  <a:ea typeface="+mn-ea"/>
                  <a:cs typeface="+mn-cs"/>
                </a:rPr>
                <a:t>Exclusivo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ABC6CD"/>
                </a:solidFill>
                <a:effectLst/>
                <a:uLnTx/>
                <a:uFillTx/>
                <a:latin typeface="Versos Light" panose="020B0403020204030204" pitchFamily="34" charset="77"/>
                <a:ea typeface="+mn-ea"/>
                <a:cs typeface="+mn-cs"/>
              </a:endParaRPr>
            </a:p>
          </p:txBody>
        </p:sp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5281507-E63F-3570-6330-DCC22B79C3C5}"/>
              </a:ext>
            </a:extLst>
          </p:cNvPr>
          <p:cNvGrpSpPr/>
          <p:nvPr/>
        </p:nvGrpSpPr>
        <p:grpSpPr>
          <a:xfrm>
            <a:off x="3087970" y="1619443"/>
            <a:ext cx="923092" cy="874361"/>
            <a:chOff x="3346450" y="1281369"/>
            <a:chExt cx="896335" cy="874361"/>
          </a:xfrm>
        </p:grpSpPr>
        <p:sp>
          <p:nvSpPr>
            <p:cNvPr id="54" name="Retângulo Arredondado 53">
              <a:extLst>
                <a:ext uri="{FF2B5EF4-FFF2-40B4-BE49-F238E27FC236}">
                  <a16:creationId xmlns:a16="http://schemas.microsoft.com/office/drawing/2014/main" id="{71A5BD72-3FCC-9072-B264-078DD475C1E3}"/>
                </a:ext>
              </a:extLst>
            </p:cNvPr>
            <p:cNvSpPr/>
            <p:nvPr/>
          </p:nvSpPr>
          <p:spPr>
            <a:xfrm>
              <a:off x="3346450" y="1281369"/>
              <a:ext cx="896335" cy="874361"/>
            </a:xfrm>
            <a:prstGeom prst="roundRect">
              <a:avLst>
                <a:gd name="adj" fmla="val 8879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31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3600000" scaled="0"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object 13">
              <a:extLst>
                <a:ext uri="{FF2B5EF4-FFF2-40B4-BE49-F238E27FC236}">
                  <a16:creationId xmlns:a16="http://schemas.microsoft.com/office/drawing/2014/main" id="{69F2F630-DCCC-AEB7-6AA0-15B9E72E4D59}"/>
                </a:ext>
              </a:extLst>
            </p:cNvPr>
            <p:cNvSpPr txBox="1">
              <a:spLocks/>
            </p:cNvSpPr>
            <p:nvPr/>
          </p:nvSpPr>
          <p:spPr>
            <a:xfrm>
              <a:off x="3492890" y="1399916"/>
              <a:ext cx="611304" cy="478003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36000" rIns="0" bIns="36000" rtlCol="0" anchor="ctr" anchorCtr="0">
              <a:noAutofit/>
            </a:bodyPr>
            <a:lstStyle>
              <a:lvl1pPr>
                <a:defRPr sz="4100" b="1" i="0">
                  <a:solidFill>
                    <a:schemeClr val="bg1"/>
                  </a:solidFill>
                  <a:latin typeface="Versos"/>
                  <a:ea typeface="+mj-ea"/>
                  <a:cs typeface="Verso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1500"/>
                </a:lnSpc>
                <a:spcBef>
                  <a:spcPts val="61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13392" algn="l"/>
                </a:tabLst>
                <a:defRPr/>
              </a:pPr>
              <a:r>
                <a:rPr kumimoji="0" lang="pt-BR" sz="1000" b="1" i="0" u="none" strike="noStrike" kern="0" cap="none" spc="-1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Versos SemiBold"/>
                </a:rPr>
                <a:t>+</a:t>
              </a:r>
              <a:r>
                <a:rPr kumimoji="0" lang="pt-BR" sz="1000" b="1" i="0" u="none" strike="noStrike" kern="0" cap="none" spc="-1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Versos SemiBold"/>
                </a:rPr>
                <a:t>R$</a:t>
              </a:r>
            </a:p>
            <a:p>
              <a:pPr marL="0" marR="0" lvl="0" indent="0" algn="l" defTabSz="914400" rtl="0" eaLnBrk="1" fontAlgn="auto" latinLnBrk="0" hangingPunct="1">
                <a:lnSpc>
                  <a:spcPts val="1500"/>
                </a:lnSpc>
                <a:spcBef>
                  <a:spcPts val="61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13392" algn="l"/>
                </a:tabLst>
                <a:defRPr/>
              </a:pPr>
              <a:r>
                <a:rPr kumimoji="0" lang="pt-BR" sz="2000" b="1" i="0" u="none" strike="noStrike" kern="0" cap="none" spc="-1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Versos SemiBold"/>
                </a:rPr>
                <a:t>13 </a:t>
              </a:r>
              <a:r>
                <a:rPr kumimoji="0" lang="pt-BR" sz="2000" b="1" i="0" u="none" strike="noStrike" kern="0" cap="none" spc="-1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Versos SemiBold"/>
                </a:rPr>
                <a:t>bi</a:t>
              </a:r>
              <a:endParaRPr kumimoji="0" lang="en-US" sz="1200" b="0" i="0" u="none" strike="noStrike" kern="0" cap="none" spc="-6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025DFADE-4461-6167-7457-EC88919433B0}"/>
                </a:ext>
              </a:extLst>
            </p:cNvPr>
            <p:cNvSpPr txBox="1"/>
            <p:nvPr/>
          </p:nvSpPr>
          <p:spPr>
            <a:xfrm>
              <a:off x="3639239" y="1756694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AuM</a:t>
              </a:r>
              <a:endPara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C8BAE622-755C-3202-231A-D4AFEA5FC7E0}"/>
              </a:ext>
            </a:extLst>
          </p:cNvPr>
          <p:cNvGrpSpPr/>
          <p:nvPr/>
        </p:nvGrpSpPr>
        <p:grpSpPr>
          <a:xfrm>
            <a:off x="6798172" y="1619443"/>
            <a:ext cx="923092" cy="874361"/>
            <a:chOff x="3346450" y="1281369"/>
            <a:chExt cx="896335" cy="874361"/>
          </a:xfrm>
        </p:grpSpPr>
        <p:sp>
          <p:nvSpPr>
            <p:cNvPr id="18" name="Retângulo Arredondado 53">
              <a:extLst>
                <a:ext uri="{FF2B5EF4-FFF2-40B4-BE49-F238E27FC236}">
                  <a16:creationId xmlns:a16="http://schemas.microsoft.com/office/drawing/2014/main" id="{AF18CBB1-E066-63CC-E416-0640A1AAC0F5}"/>
                </a:ext>
              </a:extLst>
            </p:cNvPr>
            <p:cNvSpPr/>
            <p:nvPr/>
          </p:nvSpPr>
          <p:spPr>
            <a:xfrm>
              <a:off x="3346450" y="1281369"/>
              <a:ext cx="896335" cy="874361"/>
            </a:xfrm>
            <a:prstGeom prst="roundRect">
              <a:avLst>
                <a:gd name="adj" fmla="val 8879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31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3600000" scaled="0"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bject 13">
              <a:extLst>
                <a:ext uri="{FF2B5EF4-FFF2-40B4-BE49-F238E27FC236}">
                  <a16:creationId xmlns:a16="http://schemas.microsoft.com/office/drawing/2014/main" id="{1363FE2A-FBA6-7E36-8B88-36088B2E4A96}"/>
                </a:ext>
              </a:extLst>
            </p:cNvPr>
            <p:cNvSpPr txBox="1">
              <a:spLocks/>
            </p:cNvSpPr>
            <p:nvPr/>
          </p:nvSpPr>
          <p:spPr>
            <a:xfrm>
              <a:off x="3492890" y="1399916"/>
              <a:ext cx="611304" cy="478003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36000" rIns="0" bIns="36000" rtlCol="0" anchor="ctr" anchorCtr="0">
              <a:noAutofit/>
            </a:bodyPr>
            <a:lstStyle>
              <a:lvl1pPr>
                <a:defRPr sz="4100" b="1" i="0">
                  <a:solidFill>
                    <a:schemeClr val="bg1"/>
                  </a:solidFill>
                  <a:latin typeface="Versos"/>
                  <a:ea typeface="+mj-ea"/>
                  <a:cs typeface="Verso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1500"/>
                </a:lnSpc>
                <a:spcBef>
                  <a:spcPts val="61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13392" algn="l"/>
                </a:tabLst>
                <a:defRPr/>
              </a:pPr>
              <a:r>
                <a:rPr kumimoji="0" lang="pt-BR" sz="1000" b="1" i="0" u="none" strike="noStrike" kern="0" cap="none" spc="-1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Versos SemiBold"/>
                </a:rPr>
                <a:t>+</a:t>
              </a:r>
              <a:r>
                <a:rPr kumimoji="0" lang="pt-BR" sz="1000" b="1" i="0" u="none" strike="noStrike" kern="0" cap="none" spc="-1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Versos SemiBold"/>
                </a:rPr>
                <a:t>R$</a:t>
              </a:r>
            </a:p>
            <a:p>
              <a:pPr marL="0" marR="0" lvl="0" indent="0" algn="l" defTabSz="914400" rtl="0" eaLnBrk="1" fontAlgn="auto" latinLnBrk="0" hangingPunct="1">
                <a:lnSpc>
                  <a:spcPts val="1500"/>
                </a:lnSpc>
                <a:spcBef>
                  <a:spcPts val="61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13392" algn="l"/>
                </a:tabLst>
                <a:defRPr/>
              </a:pPr>
              <a:r>
                <a:rPr kumimoji="0" lang="pt-BR" sz="2000" b="1" i="0" u="none" strike="noStrike" kern="0" cap="none" spc="-1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Versos SemiBold"/>
                </a:rPr>
                <a:t>12 </a:t>
              </a:r>
              <a:r>
                <a:rPr kumimoji="0" lang="pt-BR" sz="2000" b="1" i="0" u="none" strike="noStrike" kern="0" cap="none" spc="-1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Versos SemiBold"/>
                </a:rPr>
                <a:t>bi</a:t>
              </a:r>
              <a:endParaRPr kumimoji="0" lang="en-US" sz="1200" b="0" i="0" u="none" strike="noStrike" kern="0" cap="none" spc="-6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</a:endParaRP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id="{4574AD37-F528-B854-B130-4103C27C85E2}"/>
                </a:ext>
              </a:extLst>
            </p:cNvPr>
            <p:cNvSpPr txBox="1"/>
            <p:nvPr/>
          </p:nvSpPr>
          <p:spPr>
            <a:xfrm>
              <a:off x="3639239" y="1756694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AuM</a:t>
              </a:r>
              <a:endPara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D00C7064-9596-3135-30F6-816B815B7A21}"/>
              </a:ext>
            </a:extLst>
          </p:cNvPr>
          <p:cNvGrpSpPr/>
          <p:nvPr/>
        </p:nvGrpSpPr>
        <p:grpSpPr>
          <a:xfrm>
            <a:off x="10625435" y="1619443"/>
            <a:ext cx="923092" cy="874361"/>
            <a:chOff x="3346450" y="1281369"/>
            <a:chExt cx="896335" cy="874361"/>
          </a:xfrm>
        </p:grpSpPr>
        <p:sp>
          <p:nvSpPr>
            <p:cNvPr id="32" name="Retângulo Arredondado 53">
              <a:extLst>
                <a:ext uri="{FF2B5EF4-FFF2-40B4-BE49-F238E27FC236}">
                  <a16:creationId xmlns:a16="http://schemas.microsoft.com/office/drawing/2014/main" id="{2640A523-B880-C171-4045-58E96D83ECC4}"/>
                </a:ext>
              </a:extLst>
            </p:cNvPr>
            <p:cNvSpPr/>
            <p:nvPr/>
          </p:nvSpPr>
          <p:spPr>
            <a:xfrm>
              <a:off x="3346450" y="1281369"/>
              <a:ext cx="896335" cy="874361"/>
            </a:xfrm>
            <a:prstGeom prst="roundRect">
              <a:avLst>
                <a:gd name="adj" fmla="val 8879"/>
              </a:avLst>
            </a:prstGeom>
            <a:gradFill>
              <a:gsLst>
                <a:gs pos="0">
                  <a:schemeClr val="accent1">
                    <a:lumMod val="5000"/>
                    <a:lumOff val="95000"/>
                    <a:alpha val="31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3600000" scaled="0"/>
            </a:gra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bject 13">
              <a:extLst>
                <a:ext uri="{FF2B5EF4-FFF2-40B4-BE49-F238E27FC236}">
                  <a16:creationId xmlns:a16="http://schemas.microsoft.com/office/drawing/2014/main" id="{B8691AF4-F20E-AA7E-D637-22CB208763AA}"/>
                </a:ext>
              </a:extLst>
            </p:cNvPr>
            <p:cNvSpPr txBox="1">
              <a:spLocks/>
            </p:cNvSpPr>
            <p:nvPr/>
          </p:nvSpPr>
          <p:spPr>
            <a:xfrm>
              <a:off x="3492890" y="1399916"/>
              <a:ext cx="611304" cy="478003"/>
            </a:xfrm>
            <a:prstGeom prst="rect">
              <a:avLst/>
            </a:prstGeom>
            <a:ln>
              <a:noFill/>
            </a:ln>
          </p:spPr>
          <p:txBody>
            <a:bodyPr vert="horz" wrap="square" lIns="0" tIns="36000" rIns="0" bIns="36000" rtlCol="0" anchor="ctr" anchorCtr="0">
              <a:noAutofit/>
            </a:bodyPr>
            <a:lstStyle>
              <a:lvl1pPr>
                <a:defRPr sz="4100" b="1" i="0">
                  <a:solidFill>
                    <a:schemeClr val="bg1"/>
                  </a:solidFill>
                  <a:latin typeface="Versos"/>
                  <a:ea typeface="+mj-ea"/>
                  <a:cs typeface="Verso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ts val="1500"/>
                </a:lnSpc>
                <a:spcBef>
                  <a:spcPts val="61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13392" algn="l"/>
                </a:tabLst>
                <a:defRPr/>
              </a:pPr>
              <a:r>
                <a:rPr kumimoji="0" lang="pt-BR" sz="1000" b="1" i="0" u="none" strike="noStrike" kern="0" cap="none" spc="-1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Versos SemiBold"/>
                </a:rPr>
                <a:t>+</a:t>
              </a:r>
              <a:r>
                <a:rPr kumimoji="0" lang="pt-BR" sz="1000" b="1" i="0" u="none" strike="noStrike" kern="0" cap="none" spc="-1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Versos SemiBold"/>
                </a:rPr>
                <a:t>R$</a:t>
              </a:r>
            </a:p>
            <a:p>
              <a:pPr marL="0" marR="0" lvl="0" indent="0" algn="l" defTabSz="914400" rtl="0" eaLnBrk="1" fontAlgn="auto" latinLnBrk="0" hangingPunct="1">
                <a:lnSpc>
                  <a:spcPts val="1500"/>
                </a:lnSpc>
                <a:spcBef>
                  <a:spcPts val="61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313392" algn="l"/>
                </a:tabLst>
                <a:defRPr/>
              </a:pPr>
              <a:r>
                <a:rPr kumimoji="0" lang="pt-BR" sz="2000" b="1" i="0" u="none" strike="noStrike" kern="0" cap="none" spc="-1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Versos SemiBold"/>
                </a:rPr>
                <a:t> 6 </a:t>
              </a:r>
              <a:r>
                <a:rPr kumimoji="0" lang="pt-BR" sz="2000" b="1" i="0" u="none" strike="noStrike" kern="0" cap="none" spc="-1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Versos SemiBold"/>
                </a:rPr>
                <a:t>bi</a:t>
              </a:r>
              <a:endParaRPr kumimoji="0" lang="en-US" sz="1200" b="0" i="0" u="none" strike="noStrike" kern="0" cap="none" spc="-6" normalizeH="0" baseline="0" noProof="0">
                <a:ln>
                  <a:noFill/>
                </a:ln>
                <a:solidFill>
                  <a:srgbClr val="E6EDF1"/>
                </a:solidFill>
                <a:effectLst/>
                <a:uLnTx/>
                <a:uFillTx/>
                <a:latin typeface="Versos Light"/>
                <a:ea typeface="+mj-ea"/>
                <a:cs typeface="Versos Light"/>
              </a:endParaRP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id="{182DCA32-8A63-9C3C-8141-0EFF80ED48BF}"/>
                </a:ext>
              </a:extLst>
            </p:cNvPr>
            <p:cNvSpPr txBox="1"/>
            <p:nvPr/>
          </p:nvSpPr>
          <p:spPr>
            <a:xfrm>
              <a:off x="3639239" y="1756694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0" i="0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AuM</a:t>
              </a:r>
              <a:endPara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6291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103CDC8A-B981-E294-060C-80BDAEB5C918}"/>
              </a:ext>
            </a:extLst>
          </p:cNvPr>
          <p:cNvSpPr txBox="1"/>
          <p:nvPr/>
        </p:nvSpPr>
        <p:spPr>
          <a:xfrm>
            <a:off x="5716556" y="1144922"/>
            <a:ext cx="6154460" cy="3088002"/>
          </a:xfrm>
          <a:prstGeom prst="roundRect">
            <a:avLst>
              <a:gd name="adj" fmla="val 2626"/>
            </a:avLst>
          </a:prstGeom>
          <a:solidFill>
            <a:srgbClr val="000000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 lIns="0" tIns="18000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Reconhecimentos no últimos anos</a:t>
            </a:r>
            <a:endParaRPr kumimoji="0" lang="pt-BR" sz="18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+mn-cs"/>
            </a:endParaRPr>
          </a:p>
        </p:txBody>
      </p:sp>
      <p:sp>
        <p:nvSpPr>
          <p:cNvPr id="38" name="bg object 33">
            <a:extLst>
              <a:ext uri="{FF2B5EF4-FFF2-40B4-BE49-F238E27FC236}">
                <a16:creationId xmlns:a16="http://schemas.microsoft.com/office/drawing/2014/main" id="{C063FDD0-D606-24C9-7907-EFB75BA7AFE7}"/>
              </a:ext>
            </a:extLst>
          </p:cNvPr>
          <p:cNvSpPr/>
          <p:nvPr/>
        </p:nvSpPr>
        <p:spPr>
          <a:xfrm>
            <a:off x="627636" y="1142720"/>
            <a:ext cx="2233531" cy="758192"/>
          </a:xfrm>
          <a:custGeom>
            <a:avLst/>
            <a:gdLst/>
            <a:ahLst/>
            <a:cxnLst/>
            <a:rect l="l" t="t" r="r" b="b"/>
            <a:pathLst>
              <a:path w="3683000" h="1250314">
                <a:moveTo>
                  <a:pt x="450342" y="122110"/>
                </a:moveTo>
                <a:lnTo>
                  <a:pt x="405523" y="71437"/>
                </a:lnTo>
                <a:lnTo>
                  <a:pt x="366560" y="42418"/>
                </a:lnTo>
                <a:lnTo>
                  <a:pt x="323240" y="21107"/>
                </a:lnTo>
                <a:lnTo>
                  <a:pt x="276504" y="7975"/>
                </a:lnTo>
                <a:lnTo>
                  <a:pt x="227330" y="3492"/>
                </a:lnTo>
                <a:lnTo>
                  <a:pt x="0" y="3492"/>
                </a:lnTo>
                <a:lnTo>
                  <a:pt x="0" y="122110"/>
                </a:lnTo>
                <a:lnTo>
                  <a:pt x="450342" y="122110"/>
                </a:lnTo>
                <a:close/>
              </a:path>
              <a:path w="3683000" h="1250314">
                <a:moveTo>
                  <a:pt x="516585" y="502475"/>
                </a:moveTo>
                <a:lnTo>
                  <a:pt x="513130" y="500024"/>
                </a:lnTo>
                <a:lnTo>
                  <a:pt x="513130" y="294665"/>
                </a:lnTo>
                <a:lnTo>
                  <a:pt x="509549" y="250621"/>
                </a:lnTo>
                <a:lnTo>
                  <a:pt x="498944" y="208318"/>
                </a:lnTo>
                <a:lnTo>
                  <a:pt x="481495" y="168351"/>
                </a:lnTo>
                <a:lnTo>
                  <a:pt x="457403" y="131292"/>
                </a:lnTo>
                <a:lnTo>
                  <a:pt x="450367" y="122123"/>
                </a:lnTo>
                <a:lnTo>
                  <a:pt x="443255" y="131292"/>
                </a:lnTo>
                <a:lnTo>
                  <a:pt x="419163" y="168351"/>
                </a:lnTo>
                <a:lnTo>
                  <a:pt x="401726" y="208318"/>
                </a:lnTo>
                <a:lnTo>
                  <a:pt x="391109" y="250621"/>
                </a:lnTo>
                <a:lnTo>
                  <a:pt x="387540" y="294665"/>
                </a:lnTo>
                <a:lnTo>
                  <a:pt x="387540" y="776897"/>
                </a:lnTo>
                <a:lnTo>
                  <a:pt x="513257" y="776897"/>
                </a:lnTo>
                <a:lnTo>
                  <a:pt x="513130" y="507453"/>
                </a:lnTo>
                <a:lnTo>
                  <a:pt x="516585" y="502475"/>
                </a:lnTo>
                <a:close/>
              </a:path>
              <a:path w="3683000" h="1250314">
                <a:moveTo>
                  <a:pt x="900696" y="3492"/>
                </a:moveTo>
                <a:lnTo>
                  <a:pt x="673366" y="3492"/>
                </a:lnTo>
                <a:lnTo>
                  <a:pt x="624179" y="7975"/>
                </a:lnTo>
                <a:lnTo>
                  <a:pt x="577443" y="21107"/>
                </a:lnTo>
                <a:lnTo>
                  <a:pt x="534123" y="42418"/>
                </a:lnTo>
                <a:lnTo>
                  <a:pt x="495160" y="71437"/>
                </a:lnTo>
                <a:lnTo>
                  <a:pt x="461505" y="107696"/>
                </a:lnTo>
                <a:lnTo>
                  <a:pt x="450342" y="122110"/>
                </a:lnTo>
                <a:lnTo>
                  <a:pt x="900696" y="122110"/>
                </a:lnTo>
                <a:lnTo>
                  <a:pt x="900696" y="3492"/>
                </a:lnTo>
                <a:close/>
              </a:path>
              <a:path w="3683000" h="1250314">
                <a:moveTo>
                  <a:pt x="1206779" y="10147"/>
                </a:moveTo>
                <a:lnTo>
                  <a:pt x="1084707" y="10147"/>
                </a:lnTo>
                <a:lnTo>
                  <a:pt x="1084707" y="791641"/>
                </a:lnTo>
                <a:lnTo>
                  <a:pt x="1206779" y="791641"/>
                </a:lnTo>
                <a:lnTo>
                  <a:pt x="1206779" y="10147"/>
                </a:lnTo>
                <a:close/>
              </a:path>
              <a:path w="3683000" h="1250314">
                <a:moveTo>
                  <a:pt x="1334554" y="1047102"/>
                </a:moveTo>
                <a:lnTo>
                  <a:pt x="1319796" y="1005560"/>
                </a:lnTo>
                <a:lnTo>
                  <a:pt x="1292580" y="973848"/>
                </a:lnTo>
                <a:lnTo>
                  <a:pt x="1255115" y="953706"/>
                </a:lnTo>
                <a:lnTo>
                  <a:pt x="1209687" y="947013"/>
                </a:lnTo>
                <a:lnTo>
                  <a:pt x="1189062" y="948194"/>
                </a:lnTo>
                <a:lnTo>
                  <a:pt x="1151572" y="957656"/>
                </a:lnTo>
                <a:lnTo>
                  <a:pt x="1106093" y="988783"/>
                </a:lnTo>
                <a:lnTo>
                  <a:pt x="1077264" y="1037285"/>
                </a:lnTo>
                <a:lnTo>
                  <a:pt x="1068527" y="1076909"/>
                </a:lnTo>
                <a:lnTo>
                  <a:pt x="1067435" y="1098638"/>
                </a:lnTo>
                <a:lnTo>
                  <a:pt x="1068527" y="1120533"/>
                </a:lnTo>
                <a:lnTo>
                  <a:pt x="1077264" y="1160246"/>
                </a:lnTo>
                <a:lnTo>
                  <a:pt x="1094562" y="1194282"/>
                </a:lnTo>
                <a:lnTo>
                  <a:pt x="1134706" y="1231328"/>
                </a:lnTo>
                <a:lnTo>
                  <a:pt x="1189062" y="1249133"/>
                </a:lnTo>
                <a:lnTo>
                  <a:pt x="1209687" y="1250315"/>
                </a:lnTo>
                <a:lnTo>
                  <a:pt x="1233589" y="1248638"/>
                </a:lnTo>
                <a:lnTo>
                  <a:pt x="1275029" y="1235189"/>
                </a:lnTo>
                <a:lnTo>
                  <a:pt x="1307541" y="1208798"/>
                </a:lnTo>
                <a:lnTo>
                  <a:pt x="1328343" y="1172159"/>
                </a:lnTo>
                <a:lnTo>
                  <a:pt x="1297025" y="1150175"/>
                </a:lnTo>
                <a:lnTo>
                  <a:pt x="1291882" y="1165059"/>
                </a:lnTo>
                <a:lnTo>
                  <a:pt x="1284922" y="1178166"/>
                </a:lnTo>
                <a:lnTo>
                  <a:pt x="1253312" y="1206538"/>
                </a:lnTo>
                <a:lnTo>
                  <a:pt x="1208024" y="1216253"/>
                </a:lnTo>
                <a:lnTo>
                  <a:pt x="1193139" y="1215326"/>
                </a:lnTo>
                <a:lnTo>
                  <a:pt x="1153909" y="1201318"/>
                </a:lnTo>
                <a:lnTo>
                  <a:pt x="1124864" y="1172235"/>
                </a:lnTo>
                <a:lnTo>
                  <a:pt x="1108494" y="1130909"/>
                </a:lnTo>
                <a:lnTo>
                  <a:pt x="1105357" y="1098638"/>
                </a:lnTo>
                <a:lnTo>
                  <a:pt x="1106144" y="1081887"/>
                </a:lnTo>
                <a:lnTo>
                  <a:pt x="1117904" y="1037539"/>
                </a:lnTo>
                <a:lnTo>
                  <a:pt x="1142873" y="1004150"/>
                </a:lnTo>
                <a:lnTo>
                  <a:pt x="1179156" y="984808"/>
                </a:lnTo>
                <a:lnTo>
                  <a:pt x="1208024" y="981087"/>
                </a:lnTo>
                <a:lnTo>
                  <a:pt x="1224407" y="982167"/>
                </a:lnTo>
                <a:lnTo>
                  <a:pt x="1265745" y="998550"/>
                </a:lnTo>
                <a:lnTo>
                  <a:pt x="1292440" y="1032408"/>
                </a:lnTo>
                <a:lnTo>
                  <a:pt x="1297495" y="1047102"/>
                </a:lnTo>
                <a:lnTo>
                  <a:pt x="1334554" y="1047102"/>
                </a:lnTo>
                <a:close/>
              </a:path>
              <a:path w="3683000" h="1250314">
                <a:moveTo>
                  <a:pt x="1778850" y="1247736"/>
                </a:moveTo>
                <a:lnTo>
                  <a:pt x="1748282" y="1167257"/>
                </a:lnTo>
                <a:lnTo>
                  <a:pt x="1735480" y="1133576"/>
                </a:lnTo>
                <a:lnTo>
                  <a:pt x="1696643" y="1031354"/>
                </a:lnTo>
                <a:lnTo>
                  <a:pt x="1696643" y="1133576"/>
                </a:lnTo>
                <a:lnTo>
                  <a:pt x="1588846" y="1133576"/>
                </a:lnTo>
                <a:lnTo>
                  <a:pt x="1642516" y="989990"/>
                </a:lnTo>
                <a:lnTo>
                  <a:pt x="1696643" y="1133576"/>
                </a:lnTo>
                <a:lnTo>
                  <a:pt x="1696643" y="1031354"/>
                </a:lnTo>
                <a:lnTo>
                  <a:pt x="1680933" y="989990"/>
                </a:lnTo>
                <a:lnTo>
                  <a:pt x="1665566" y="949540"/>
                </a:lnTo>
                <a:lnTo>
                  <a:pt x="1621663" y="949540"/>
                </a:lnTo>
                <a:lnTo>
                  <a:pt x="1507896" y="1247736"/>
                </a:lnTo>
                <a:lnTo>
                  <a:pt x="1546275" y="1247736"/>
                </a:lnTo>
                <a:lnTo>
                  <a:pt x="1577759" y="1167257"/>
                </a:lnTo>
                <a:lnTo>
                  <a:pt x="1707730" y="1167257"/>
                </a:lnTo>
                <a:lnTo>
                  <a:pt x="1739214" y="1247736"/>
                </a:lnTo>
                <a:lnTo>
                  <a:pt x="1778850" y="1247736"/>
                </a:lnTo>
                <a:close/>
              </a:path>
              <a:path w="3683000" h="1250314">
                <a:moveTo>
                  <a:pt x="1841322" y="791667"/>
                </a:moveTo>
                <a:lnTo>
                  <a:pt x="1527048" y="10172"/>
                </a:lnTo>
                <a:lnTo>
                  <a:pt x="1386319" y="10172"/>
                </a:lnTo>
                <a:lnTo>
                  <a:pt x="1667992" y="681812"/>
                </a:lnTo>
                <a:lnTo>
                  <a:pt x="1694040" y="724801"/>
                </a:lnTo>
                <a:lnTo>
                  <a:pt x="1731010" y="758380"/>
                </a:lnTo>
                <a:lnTo>
                  <a:pt x="1776476" y="781024"/>
                </a:lnTo>
                <a:lnTo>
                  <a:pt x="1828038" y="791197"/>
                </a:lnTo>
                <a:lnTo>
                  <a:pt x="1827834" y="791667"/>
                </a:lnTo>
                <a:lnTo>
                  <a:pt x="1841322" y="791667"/>
                </a:lnTo>
                <a:close/>
              </a:path>
              <a:path w="3683000" h="1250314">
                <a:moveTo>
                  <a:pt x="2187829" y="1041158"/>
                </a:moveTo>
                <a:lnTo>
                  <a:pt x="2180996" y="1003566"/>
                </a:lnTo>
                <a:lnTo>
                  <a:pt x="2169376" y="983653"/>
                </a:lnTo>
                <a:lnTo>
                  <a:pt x="2168956" y="983043"/>
                </a:lnTo>
                <a:lnTo>
                  <a:pt x="2160930" y="974471"/>
                </a:lnTo>
                <a:lnTo>
                  <a:pt x="2151596" y="967079"/>
                </a:lnTo>
                <a:lnTo>
                  <a:pt x="2149906" y="966101"/>
                </a:lnTo>
                <a:lnTo>
                  <a:pt x="2149906" y="1041158"/>
                </a:lnTo>
                <a:lnTo>
                  <a:pt x="2148814" y="1053680"/>
                </a:lnTo>
                <a:lnTo>
                  <a:pt x="2122944" y="1090218"/>
                </a:lnTo>
                <a:lnTo>
                  <a:pt x="2085555" y="1099070"/>
                </a:lnTo>
                <a:lnTo>
                  <a:pt x="2011438" y="1099070"/>
                </a:lnTo>
                <a:lnTo>
                  <a:pt x="2011438" y="983653"/>
                </a:lnTo>
                <a:lnTo>
                  <a:pt x="2085962" y="983653"/>
                </a:lnTo>
                <a:lnTo>
                  <a:pt x="2123275" y="992378"/>
                </a:lnTo>
                <a:lnTo>
                  <a:pt x="2148827" y="1028623"/>
                </a:lnTo>
                <a:lnTo>
                  <a:pt x="2149906" y="1041158"/>
                </a:lnTo>
                <a:lnTo>
                  <a:pt x="2149906" y="966101"/>
                </a:lnTo>
                <a:lnTo>
                  <a:pt x="2103221" y="950214"/>
                </a:lnTo>
                <a:lnTo>
                  <a:pt x="2088946" y="949502"/>
                </a:lnTo>
                <a:lnTo>
                  <a:pt x="1974380" y="949502"/>
                </a:lnTo>
                <a:lnTo>
                  <a:pt x="1974380" y="1247762"/>
                </a:lnTo>
                <a:lnTo>
                  <a:pt x="2011438" y="1247762"/>
                </a:lnTo>
                <a:lnTo>
                  <a:pt x="2011438" y="1133144"/>
                </a:lnTo>
                <a:lnTo>
                  <a:pt x="2088946" y="1133144"/>
                </a:lnTo>
                <a:lnTo>
                  <a:pt x="2129104" y="1126782"/>
                </a:lnTo>
                <a:lnTo>
                  <a:pt x="2168677" y="1099527"/>
                </a:lnTo>
                <a:lnTo>
                  <a:pt x="2187067" y="1054569"/>
                </a:lnTo>
                <a:lnTo>
                  <a:pt x="2187829" y="1041158"/>
                </a:lnTo>
                <a:close/>
              </a:path>
              <a:path w="3683000" h="1250314">
                <a:moveTo>
                  <a:pt x="2296325" y="10172"/>
                </a:moveTo>
                <a:lnTo>
                  <a:pt x="2155596" y="10172"/>
                </a:lnTo>
                <a:lnTo>
                  <a:pt x="1841322" y="791667"/>
                </a:lnTo>
                <a:lnTo>
                  <a:pt x="1854809" y="791667"/>
                </a:lnTo>
                <a:lnTo>
                  <a:pt x="1854606" y="791197"/>
                </a:lnTo>
                <a:lnTo>
                  <a:pt x="1906168" y="781024"/>
                </a:lnTo>
                <a:lnTo>
                  <a:pt x="1951647" y="758380"/>
                </a:lnTo>
                <a:lnTo>
                  <a:pt x="1988616" y="724801"/>
                </a:lnTo>
                <a:lnTo>
                  <a:pt x="2014664" y="681812"/>
                </a:lnTo>
                <a:lnTo>
                  <a:pt x="2296325" y="10172"/>
                </a:lnTo>
                <a:close/>
              </a:path>
              <a:path w="3683000" h="1250314">
                <a:moveTo>
                  <a:pt x="2426385" y="949566"/>
                </a:moveTo>
                <a:lnTo>
                  <a:pt x="2389327" y="949566"/>
                </a:lnTo>
                <a:lnTo>
                  <a:pt x="2389327" y="1247762"/>
                </a:lnTo>
                <a:lnTo>
                  <a:pt x="2426385" y="1247762"/>
                </a:lnTo>
                <a:lnTo>
                  <a:pt x="2426385" y="949566"/>
                </a:lnTo>
                <a:close/>
              </a:path>
              <a:path w="3683000" h="1250314">
                <a:moveTo>
                  <a:pt x="2597886" y="10147"/>
                </a:moveTo>
                <a:lnTo>
                  <a:pt x="2475814" y="10147"/>
                </a:lnTo>
                <a:lnTo>
                  <a:pt x="2475814" y="791641"/>
                </a:lnTo>
                <a:lnTo>
                  <a:pt x="2597886" y="791641"/>
                </a:lnTo>
                <a:lnTo>
                  <a:pt x="2597886" y="10147"/>
                </a:lnTo>
                <a:close/>
              </a:path>
              <a:path w="3683000" h="1250314">
                <a:moveTo>
                  <a:pt x="2858338" y="949540"/>
                </a:moveTo>
                <a:lnTo>
                  <a:pt x="2627884" y="949540"/>
                </a:lnTo>
                <a:lnTo>
                  <a:pt x="2627884" y="983830"/>
                </a:lnTo>
                <a:lnTo>
                  <a:pt x="2724594" y="983830"/>
                </a:lnTo>
                <a:lnTo>
                  <a:pt x="2724594" y="1247990"/>
                </a:lnTo>
                <a:lnTo>
                  <a:pt x="2761640" y="1247990"/>
                </a:lnTo>
                <a:lnTo>
                  <a:pt x="2761640" y="983830"/>
                </a:lnTo>
                <a:lnTo>
                  <a:pt x="2858338" y="983830"/>
                </a:lnTo>
                <a:lnTo>
                  <a:pt x="2858338" y="949540"/>
                </a:lnTo>
                <a:close/>
              </a:path>
              <a:path w="3683000" h="1250314">
                <a:moveTo>
                  <a:pt x="3263912" y="1247736"/>
                </a:moveTo>
                <a:lnTo>
                  <a:pt x="3233331" y="1167257"/>
                </a:lnTo>
                <a:lnTo>
                  <a:pt x="3220529" y="1133576"/>
                </a:lnTo>
                <a:lnTo>
                  <a:pt x="3181693" y="1031354"/>
                </a:lnTo>
                <a:lnTo>
                  <a:pt x="3181693" y="1133576"/>
                </a:lnTo>
                <a:lnTo>
                  <a:pt x="3073908" y="1133576"/>
                </a:lnTo>
                <a:lnTo>
                  <a:pt x="3127565" y="989990"/>
                </a:lnTo>
                <a:lnTo>
                  <a:pt x="3181693" y="1133576"/>
                </a:lnTo>
                <a:lnTo>
                  <a:pt x="3181693" y="1031354"/>
                </a:lnTo>
                <a:lnTo>
                  <a:pt x="3165983" y="989990"/>
                </a:lnTo>
                <a:lnTo>
                  <a:pt x="3150616" y="949540"/>
                </a:lnTo>
                <a:lnTo>
                  <a:pt x="3106712" y="949540"/>
                </a:lnTo>
                <a:lnTo>
                  <a:pt x="2992945" y="1247736"/>
                </a:lnTo>
                <a:lnTo>
                  <a:pt x="3031325" y="1247736"/>
                </a:lnTo>
                <a:lnTo>
                  <a:pt x="3062821" y="1167257"/>
                </a:lnTo>
                <a:lnTo>
                  <a:pt x="3192780" y="1167257"/>
                </a:lnTo>
                <a:lnTo>
                  <a:pt x="3224263" y="1247736"/>
                </a:lnTo>
                <a:lnTo>
                  <a:pt x="3263912" y="1247736"/>
                </a:lnTo>
                <a:close/>
              </a:path>
              <a:path w="3683000" h="1250314">
                <a:moveTo>
                  <a:pt x="3632365" y="1213459"/>
                </a:moveTo>
                <a:lnTo>
                  <a:pt x="3496487" y="1213459"/>
                </a:lnTo>
                <a:lnTo>
                  <a:pt x="3496487" y="949299"/>
                </a:lnTo>
                <a:lnTo>
                  <a:pt x="3459429" y="949299"/>
                </a:lnTo>
                <a:lnTo>
                  <a:pt x="3459429" y="1213459"/>
                </a:lnTo>
                <a:lnTo>
                  <a:pt x="3459429" y="1247749"/>
                </a:lnTo>
                <a:lnTo>
                  <a:pt x="3632365" y="1247749"/>
                </a:lnTo>
                <a:lnTo>
                  <a:pt x="3632365" y="1213459"/>
                </a:lnTo>
                <a:close/>
              </a:path>
              <a:path w="3683000" h="1250314">
                <a:moveTo>
                  <a:pt x="3682962" y="400939"/>
                </a:moveTo>
                <a:lnTo>
                  <a:pt x="3680320" y="353707"/>
                </a:lnTo>
                <a:lnTo>
                  <a:pt x="3672154" y="305396"/>
                </a:lnTo>
                <a:lnTo>
                  <a:pt x="3658870" y="260705"/>
                </a:lnTo>
                <a:lnTo>
                  <a:pt x="3640531" y="218503"/>
                </a:lnTo>
                <a:lnTo>
                  <a:pt x="3617264" y="179133"/>
                </a:lnTo>
                <a:lnTo>
                  <a:pt x="3589223" y="142925"/>
                </a:lnTo>
                <a:lnTo>
                  <a:pt x="3557435" y="111061"/>
                </a:lnTo>
                <a:lnTo>
                  <a:pt x="3557435" y="400939"/>
                </a:lnTo>
                <a:lnTo>
                  <a:pt x="3553866" y="448183"/>
                </a:lnTo>
                <a:lnTo>
                  <a:pt x="3543262" y="492125"/>
                </a:lnTo>
                <a:lnTo>
                  <a:pt x="3525786" y="532396"/>
                </a:lnTo>
                <a:lnTo>
                  <a:pt x="3501593" y="568667"/>
                </a:lnTo>
                <a:lnTo>
                  <a:pt x="3470833" y="600583"/>
                </a:lnTo>
                <a:lnTo>
                  <a:pt x="3432987" y="628167"/>
                </a:lnTo>
                <a:lnTo>
                  <a:pt x="3389807" y="649859"/>
                </a:lnTo>
                <a:lnTo>
                  <a:pt x="3341700" y="665530"/>
                </a:lnTo>
                <a:lnTo>
                  <a:pt x="3289122" y="675030"/>
                </a:lnTo>
                <a:lnTo>
                  <a:pt x="3232467" y="678218"/>
                </a:lnTo>
                <a:lnTo>
                  <a:pt x="3175812" y="675030"/>
                </a:lnTo>
                <a:lnTo>
                  <a:pt x="3123222" y="665530"/>
                </a:lnTo>
                <a:lnTo>
                  <a:pt x="3075114" y="649859"/>
                </a:lnTo>
                <a:lnTo>
                  <a:pt x="3031921" y="628167"/>
                </a:lnTo>
                <a:lnTo>
                  <a:pt x="2994114" y="600583"/>
                </a:lnTo>
                <a:lnTo>
                  <a:pt x="2963316" y="568667"/>
                </a:lnTo>
                <a:lnTo>
                  <a:pt x="2939097" y="532396"/>
                </a:lnTo>
                <a:lnTo>
                  <a:pt x="2921609" y="492125"/>
                </a:lnTo>
                <a:lnTo>
                  <a:pt x="2911017" y="448183"/>
                </a:lnTo>
                <a:lnTo>
                  <a:pt x="2907449" y="400939"/>
                </a:lnTo>
                <a:lnTo>
                  <a:pt x="2911017" y="353707"/>
                </a:lnTo>
                <a:lnTo>
                  <a:pt x="2921609" y="309765"/>
                </a:lnTo>
                <a:lnTo>
                  <a:pt x="2939097" y="269481"/>
                </a:lnTo>
                <a:lnTo>
                  <a:pt x="2963316" y="233210"/>
                </a:lnTo>
                <a:lnTo>
                  <a:pt x="2994114" y="201307"/>
                </a:lnTo>
                <a:lnTo>
                  <a:pt x="3031921" y="173748"/>
                </a:lnTo>
                <a:lnTo>
                  <a:pt x="3075114" y="152057"/>
                </a:lnTo>
                <a:lnTo>
                  <a:pt x="3123222" y="136385"/>
                </a:lnTo>
                <a:lnTo>
                  <a:pt x="3175812" y="126873"/>
                </a:lnTo>
                <a:lnTo>
                  <a:pt x="3232467" y="123659"/>
                </a:lnTo>
                <a:lnTo>
                  <a:pt x="3289122" y="126873"/>
                </a:lnTo>
                <a:lnTo>
                  <a:pt x="3341700" y="136385"/>
                </a:lnTo>
                <a:lnTo>
                  <a:pt x="3389807" y="152057"/>
                </a:lnTo>
                <a:lnTo>
                  <a:pt x="3432987" y="173748"/>
                </a:lnTo>
                <a:lnTo>
                  <a:pt x="3470833" y="201307"/>
                </a:lnTo>
                <a:lnTo>
                  <a:pt x="3501593" y="233210"/>
                </a:lnTo>
                <a:lnTo>
                  <a:pt x="3525786" y="269481"/>
                </a:lnTo>
                <a:lnTo>
                  <a:pt x="3543262" y="309765"/>
                </a:lnTo>
                <a:lnTo>
                  <a:pt x="3553866" y="353707"/>
                </a:lnTo>
                <a:lnTo>
                  <a:pt x="3557435" y="400939"/>
                </a:lnTo>
                <a:lnTo>
                  <a:pt x="3557435" y="111061"/>
                </a:lnTo>
                <a:lnTo>
                  <a:pt x="3519779" y="81394"/>
                </a:lnTo>
                <a:lnTo>
                  <a:pt x="3479482" y="56832"/>
                </a:lnTo>
                <a:lnTo>
                  <a:pt x="3435858" y="36563"/>
                </a:lnTo>
                <a:lnTo>
                  <a:pt x="3389134" y="20675"/>
                </a:lnTo>
                <a:lnTo>
                  <a:pt x="3339528" y="9245"/>
                </a:lnTo>
                <a:lnTo>
                  <a:pt x="3287230" y="2324"/>
                </a:lnTo>
                <a:lnTo>
                  <a:pt x="3232467" y="0"/>
                </a:lnTo>
                <a:lnTo>
                  <a:pt x="3177705" y="2324"/>
                </a:lnTo>
                <a:lnTo>
                  <a:pt x="3125406" y="9245"/>
                </a:lnTo>
                <a:lnTo>
                  <a:pt x="3075775" y="20675"/>
                </a:lnTo>
                <a:lnTo>
                  <a:pt x="3029039" y="36563"/>
                </a:lnTo>
                <a:lnTo>
                  <a:pt x="2985414" y="56832"/>
                </a:lnTo>
                <a:lnTo>
                  <a:pt x="2945092" y="81394"/>
                </a:lnTo>
                <a:lnTo>
                  <a:pt x="2908300" y="110185"/>
                </a:lnTo>
                <a:lnTo>
                  <a:pt x="2875648" y="142925"/>
                </a:lnTo>
                <a:lnTo>
                  <a:pt x="2847619" y="179133"/>
                </a:lnTo>
                <a:lnTo>
                  <a:pt x="2824378" y="218503"/>
                </a:lnTo>
                <a:lnTo>
                  <a:pt x="2806039" y="260705"/>
                </a:lnTo>
                <a:lnTo>
                  <a:pt x="2792768" y="305396"/>
                </a:lnTo>
                <a:lnTo>
                  <a:pt x="2784703" y="352259"/>
                </a:lnTo>
                <a:lnTo>
                  <a:pt x="2781985" y="400939"/>
                </a:lnTo>
                <a:lnTo>
                  <a:pt x="2784627" y="448183"/>
                </a:lnTo>
                <a:lnTo>
                  <a:pt x="2784703" y="449630"/>
                </a:lnTo>
                <a:lnTo>
                  <a:pt x="2792768" y="496493"/>
                </a:lnTo>
                <a:lnTo>
                  <a:pt x="2806039" y="541185"/>
                </a:lnTo>
                <a:lnTo>
                  <a:pt x="2824378" y="583374"/>
                </a:lnTo>
                <a:lnTo>
                  <a:pt x="2847619" y="622744"/>
                </a:lnTo>
                <a:lnTo>
                  <a:pt x="2875648" y="658964"/>
                </a:lnTo>
                <a:lnTo>
                  <a:pt x="2908300" y="691705"/>
                </a:lnTo>
                <a:lnTo>
                  <a:pt x="2945092" y="720496"/>
                </a:lnTo>
                <a:lnTo>
                  <a:pt x="2985414" y="745058"/>
                </a:lnTo>
                <a:lnTo>
                  <a:pt x="3029039" y="765314"/>
                </a:lnTo>
                <a:lnTo>
                  <a:pt x="3075775" y="781202"/>
                </a:lnTo>
                <a:lnTo>
                  <a:pt x="3125406" y="792645"/>
                </a:lnTo>
                <a:lnTo>
                  <a:pt x="3177705" y="799566"/>
                </a:lnTo>
                <a:lnTo>
                  <a:pt x="3232467" y="801890"/>
                </a:lnTo>
                <a:lnTo>
                  <a:pt x="3287230" y="799566"/>
                </a:lnTo>
                <a:lnTo>
                  <a:pt x="3339528" y="792645"/>
                </a:lnTo>
                <a:lnTo>
                  <a:pt x="3389134" y="781202"/>
                </a:lnTo>
                <a:lnTo>
                  <a:pt x="3435858" y="765314"/>
                </a:lnTo>
                <a:lnTo>
                  <a:pt x="3479482" y="745058"/>
                </a:lnTo>
                <a:lnTo>
                  <a:pt x="3519779" y="720496"/>
                </a:lnTo>
                <a:lnTo>
                  <a:pt x="3556571" y="691705"/>
                </a:lnTo>
                <a:lnTo>
                  <a:pt x="3570008" y="678218"/>
                </a:lnTo>
                <a:lnTo>
                  <a:pt x="3589223" y="658964"/>
                </a:lnTo>
                <a:lnTo>
                  <a:pt x="3617264" y="622744"/>
                </a:lnTo>
                <a:lnTo>
                  <a:pt x="3640531" y="583374"/>
                </a:lnTo>
                <a:lnTo>
                  <a:pt x="3658870" y="541185"/>
                </a:lnTo>
                <a:lnTo>
                  <a:pt x="3672154" y="496493"/>
                </a:lnTo>
                <a:lnTo>
                  <a:pt x="3680231" y="449630"/>
                </a:lnTo>
                <a:lnTo>
                  <a:pt x="3682962" y="4009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589987" y="2537920"/>
            <a:ext cx="5257287" cy="1393159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marR="1462088" lvl="0" indent="0" algn="l" defTabSz="554492" rtl="0" eaLnBrk="1" fontAlgn="auto" latinLnBrk="0" hangingPunct="1">
              <a:lnSpc>
                <a:spcPct val="100000"/>
              </a:lnSpc>
              <a:spcBef>
                <a:spcPts val="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Estamos</a:t>
            </a:r>
            <a:r>
              <a:rPr kumimoji="0" sz="3000" b="0" i="0" u="none" strike="noStrike" kern="0" cap="none" spc="-18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 </a:t>
            </a:r>
            <a:r>
              <a:rPr kumimoji="0" sz="3000" b="0" i="0" u="none" strike="noStrike" kern="0" cap="none" spc="-6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entre </a:t>
            </a:r>
            <a:br>
              <a:rPr kumimoji="0" lang="pt-BR" sz="3000" b="0" i="0" u="none" strike="noStrike" kern="0" cap="none" spc="-6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</a:br>
            <a:r>
              <a: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as</a:t>
            </a:r>
            <a:r>
              <a:rPr kumimoji="0" sz="3000" b="0" i="0" u="none" strike="noStrike" kern="0" cap="none" spc="-76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 </a:t>
            </a:r>
            <a:r>
              <a:rPr kumimoji="0" sz="3000" b="0" i="0" u="none" strike="noStrike" kern="0" cap="none" spc="-6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gestoras</a:t>
            </a:r>
            <a:r>
              <a:rPr kumimoji="0" sz="3000" b="0" i="0" u="none" strike="noStrike" kern="0" cap="none" spc="-7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 </a:t>
            </a:r>
            <a:r>
              <a:rPr kumimoji="0" sz="3000" b="0" i="0" u="none" strike="noStrike" kern="0" cap="none" spc="-15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mais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/>
              <a:ea typeface="+mn-ea"/>
              <a:cs typeface="Versos"/>
            </a:endParaRPr>
          </a:p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0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reconhecidas</a:t>
            </a:r>
            <a:r>
              <a:rPr kumimoji="0" sz="3000" b="0" i="0" u="none" strike="noStrike" kern="0" cap="none" spc="-5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 </a:t>
            </a:r>
            <a:r>
              <a:rPr kumimoji="0" sz="3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do</a:t>
            </a:r>
            <a:r>
              <a:rPr kumimoji="0" sz="3000" b="0" i="0" u="none" strike="noStrike" kern="0" cap="none" spc="-58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 </a:t>
            </a:r>
            <a:r>
              <a:rPr kumimoji="0" sz="3000" b="0" i="0" u="none" strike="noStrike" kern="0" cap="none" spc="-6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Versos"/>
              </a:rPr>
              <a:t>Brasil</a:t>
            </a:r>
            <a:endParaRPr kumimoji="0" sz="3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/>
              <a:ea typeface="+mn-ea"/>
              <a:cs typeface="Versos"/>
            </a:endParaRPr>
          </a:p>
        </p:txBody>
      </p:sp>
      <p:grpSp>
        <p:nvGrpSpPr>
          <p:cNvPr id="20" name="object 14">
            <a:extLst>
              <a:ext uri="{FF2B5EF4-FFF2-40B4-BE49-F238E27FC236}">
                <a16:creationId xmlns:a16="http://schemas.microsoft.com/office/drawing/2014/main" id="{8BC87041-3F05-1D1D-DDBF-E2005DCEF623}"/>
              </a:ext>
            </a:extLst>
          </p:cNvPr>
          <p:cNvGrpSpPr/>
          <p:nvPr/>
        </p:nvGrpSpPr>
        <p:grpSpPr>
          <a:xfrm>
            <a:off x="-2746" y="4452297"/>
            <a:ext cx="12197690" cy="2279967"/>
            <a:chOff x="-5235" y="7554548"/>
            <a:chExt cx="20114895" cy="3759835"/>
          </a:xfrm>
        </p:grpSpPr>
        <p:sp>
          <p:nvSpPr>
            <p:cNvPr id="21" name="object 15">
              <a:extLst>
                <a:ext uri="{FF2B5EF4-FFF2-40B4-BE49-F238E27FC236}">
                  <a16:creationId xmlns:a16="http://schemas.microsoft.com/office/drawing/2014/main" id="{4E459C77-4C29-608C-1930-6C140A3EB129}"/>
                </a:ext>
              </a:extLst>
            </p:cNvPr>
            <p:cNvSpPr/>
            <p:nvPr/>
          </p:nvSpPr>
          <p:spPr>
            <a:xfrm>
              <a:off x="0" y="7559784"/>
              <a:ext cx="12653645" cy="2553970"/>
            </a:xfrm>
            <a:custGeom>
              <a:avLst/>
              <a:gdLst/>
              <a:ahLst/>
              <a:cxnLst/>
              <a:rect l="l" t="t" r="r" b="b"/>
              <a:pathLst>
                <a:path w="12653645" h="2553970">
                  <a:moveTo>
                    <a:pt x="0" y="2553566"/>
                  </a:moveTo>
                  <a:lnTo>
                    <a:pt x="12653329" y="2553566"/>
                  </a:lnTo>
                  <a:lnTo>
                    <a:pt x="12413672" y="2243083"/>
                  </a:lnTo>
                  <a:lnTo>
                    <a:pt x="12382635" y="2203277"/>
                  </a:lnTo>
                  <a:lnTo>
                    <a:pt x="12351307" y="2163791"/>
                  </a:lnTo>
                  <a:lnTo>
                    <a:pt x="12319689" y="2124626"/>
                  </a:lnTo>
                  <a:lnTo>
                    <a:pt x="12287784" y="2085782"/>
                  </a:lnTo>
                  <a:lnTo>
                    <a:pt x="12255592" y="2047260"/>
                  </a:lnTo>
                  <a:lnTo>
                    <a:pt x="12223118" y="2009062"/>
                  </a:lnTo>
                  <a:lnTo>
                    <a:pt x="12190362" y="1971189"/>
                  </a:lnTo>
                  <a:lnTo>
                    <a:pt x="12157326" y="1933642"/>
                  </a:lnTo>
                  <a:lnTo>
                    <a:pt x="12124014" y="1896421"/>
                  </a:lnTo>
                  <a:lnTo>
                    <a:pt x="12090426" y="1859528"/>
                  </a:lnTo>
                  <a:lnTo>
                    <a:pt x="12056565" y="1822964"/>
                  </a:lnTo>
                  <a:lnTo>
                    <a:pt x="12022434" y="1786730"/>
                  </a:lnTo>
                  <a:lnTo>
                    <a:pt x="11988033" y="1750827"/>
                  </a:lnTo>
                  <a:lnTo>
                    <a:pt x="11953366" y="1715255"/>
                  </a:lnTo>
                  <a:lnTo>
                    <a:pt x="11918433" y="1680016"/>
                  </a:lnTo>
                  <a:lnTo>
                    <a:pt x="11883239" y="1645112"/>
                  </a:lnTo>
                  <a:lnTo>
                    <a:pt x="11847783" y="1610542"/>
                  </a:lnTo>
                  <a:lnTo>
                    <a:pt x="11812070" y="1576308"/>
                  </a:lnTo>
                  <a:lnTo>
                    <a:pt x="11776100" y="1542411"/>
                  </a:lnTo>
                  <a:lnTo>
                    <a:pt x="11739875" y="1508852"/>
                  </a:lnTo>
                  <a:lnTo>
                    <a:pt x="11703399" y="1475633"/>
                  </a:lnTo>
                  <a:lnTo>
                    <a:pt x="11666672" y="1442753"/>
                  </a:lnTo>
                  <a:lnTo>
                    <a:pt x="11629698" y="1410215"/>
                  </a:lnTo>
                  <a:lnTo>
                    <a:pt x="11592477" y="1378018"/>
                  </a:lnTo>
                  <a:lnTo>
                    <a:pt x="11555013" y="1346165"/>
                  </a:lnTo>
                  <a:lnTo>
                    <a:pt x="11517307" y="1314656"/>
                  </a:lnTo>
                  <a:lnTo>
                    <a:pt x="11479361" y="1283493"/>
                  </a:lnTo>
                  <a:lnTo>
                    <a:pt x="11441177" y="1252675"/>
                  </a:lnTo>
                  <a:lnTo>
                    <a:pt x="11402759" y="1222205"/>
                  </a:lnTo>
                  <a:lnTo>
                    <a:pt x="11364106" y="1192083"/>
                  </a:lnTo>
                  <a:lnTo>
                    <a:pt x="11325223" y="1162311"/>
                  </a:lnTo>
                  <a:lnTo>
                    <a:pt x="11286110" y="1132889"/>
                  </a:lnTo>
                  <a:lnTo>
                    <a:pt x="11246770" y="1103818"/>
                  </a:lnTo>
                  <a:lnTo>
                    <a:pt x="11207205" y="1075100"/>
                  </a:lnTo>
                  <a:lnTo>
                    <a:pt x="11167417" y="1046735"/>
                  </a:lnTo>
                  <a:lnTo>
                    <a:pt x="11127408" y="1018724"/>
                  </a:lnTo>
                  <a:lnTo>
                    <a:pt x="11087180" y="991070"/>
                  </a:lnTo>
                  <a:lnTo>
                    <a:pt x="11046736" y="963771"/>
                  </a:lnTo>
                  <a:lnTo>
                    <a:pt x="11006077" y="936831"/>
                  </a:lnTo>
                  <a:lnTo>
                    <a:pt x="10965205" y="910248"/>
                  </a:lnTo>
                  <a:lnTo>
                    <a:pt x="10924123" y="884026"/>
                  </a:lnTo>
                  <a:lnTo>
                    <a:pt x="10882832" y="858164"/>
                  </a:lnTo>
                  <a:lnTo>
                    <a:pt x="10841336" y="832664"/>
                  </a:lnTo>
                  <a:lnTo>
                    <a:pt x="10799635" y="807527"/>
                  </a:lnTo>
                  <a:lnTo>
                    <a:pt x="10757732" y="782753"/>
                  </a:lnTo>
                  <a:lnTo>
                    <a:pt x="10715629" y="758344"/>
                  </a:lnTo>
                  <a:lnTo>
                    <a:pt x="10673328" y="734301"/>
                  </a:lnTo>
                  <a:lnTo>
                    <a:pt x="10630831" y="710625"/>
                  </a:lnTo>
                  <a:lnTo>
                    <a:pt x="10588140" y="687316"/>
                  </a:lnTo>
                  <a:lnTo>
                    <a:pt x="10545258" y="664377"/>
                  </a:lnTo>
                  <a:lnTo>
                    <a:pt x="10502186" y="641807"/>
                  </a:lnTo>
                  <a:lnTo>
                    <a:pt x="10458926" y="619608"/>
                  </a:lnTo>
                  <a:lnTo>
                    <a:pt x="10415481" y="597781"/>
                  </a:lnTo>
                  <a:lnTo>
                    <a:pt x="10371853" y="576328"/>
                  </a:lnTo>
                  <a:lnTo>
                    <a:pt x="10328044" y="555248"/>
                  </a:lnTo>
                  <a:lnTo>
                    <a:pt x="10284055" y="534543"/>
                  </a:lnTo>
                  <a:lnTo>
                    <a:pt x="10239889" y="514215"/>
                  </a:lnTo>
                  <a:lnTo>
                    <a:pt x="10195549" y="494263"/>
                  </a:lnTo>
                  <a:lnTo>
                    <a:pt x="10151035" y="474690"/>
                  </a:lnTo>
                  <a:lnTo>
                    <a:pt x="10106351" y="455495"/>
                  </a:lnTo>
                  <a:lnTo>
                    <a:pt x="10061498" y="436681"/>
                  </a:lnTo>
                  <a:lnTo>
                    <a:pt x="10016478" y="418248"/>
                  </a:lnTo>
                  <a:lnTo>
                    <a:pt x="9971293" y="400198"/>
                  </a:lnTo>
                  <a:lnTo>
                    <a:pt x="9925947" y="382531"/>
                  </a:lnTo>
                  <a:lnTo>
                    <a:pt x="9880439" y="365248"/>
                  </a:lnTo>
                  <a:lnTo>
                    <a:pt x="9834774" y="348350"/>
                  </a:lnTo>
                  <a:lnTo>
                    <a:pt x="9788952" y="331839"/>
                  </a:lnTo>
                  <a:lnTo>
                    <a:pt x="9742976" y="315715"/>
                  </a:lnTo>
                  <a:lnTo>
                    <a:pt x="9696848" y="299979"/>
                  </a:lnTo>
                  <a:lnTo>
                    <a:pt x="9650571" y="284633"/>
                  </a:lnTo>
                  <a:lnTo>
                    <a:pt x="9604145" y="269677"/>
                  </a:lnTo>
                  <a:lnTo>
                    <a:pt x="9557573" y="255113"/>
                  </a:lnTo>
                  <a:lnTo>
                    <a:pt x="9510858" y="240942"/>
                  </a:lnTo>
                  <a:lnTo>
                    <a:pt x="9464001" y="227164"/>
                  </a:lnTo>
                  <a:lnTo>
                    <a:pt x="9417005" y="213780"/>
                  </a:lnTo>
                  <a:lnTo>
                    <a:pt x="9369871" y="200792"/>
                  </a:lnTo>
                  <a:lnTo>
                    <a:pt x="9322602" y="188201"/>
                  </a:lnTo>
                  <a:lnTo>
                    <a:pt x="9275199" y="176007"/>
                  </a:lnTo>
                  <a:lnTo>
                    <a:pt x="9227666" y="164213"/>
                  </a:lnTo>
                  <a:lnTo>
                    <a:pt x="9180003" y="152817"/>
                  </a:lnTo>
                  <a:lnTo>
                    <a:pt x="9132214" y="141823"/>
                  </a:lnTo>
                  <a:lnTo>
                    <a:pt x="9084299" y="131230"/>
                  </a:lnTo>
                  <a:lnTo>
                    <a:pt x="9036261" y="121041"/>
                  </a:lnTo>
                  <a:lnTo>
                    <a:pt x="8988103" y="111255"/>
                  </a:lnTo>
                  <a:lnTo>
                    <a:pt x="8939826" y="101874"/>
                  </a:lnTo>
                  <a:lnTo>
                    <a:pt x="8891433" y="92898"/>
                  </a:lnTo>
                  <a:lnTo>
                    <a:pt x="8842925" y="84330"/>
                  </a:lnTo>
                  <a:lnTo>
                    <a:pt x="8794305" y="76170"/>
                  </a:lnTo>
                  <a:lnTo>
                    <a:pt x="8745574" y="68418"/>
                  </a:lnTo>
                  <a:lnTo>
                    <a:pt x="8696735" y="61077"/>
                  </a:lnTo>
                  <a:lnTo>
                    <a:pt x="8647790" y="54146"/>
                  </a:lnTo>
                  <a:lnTo>
                    <a:pt x="8598741" y="47628"/>
                  </a:lnTo>
                  <a:lnTo>
                    <a:pt x="8549590" y="41523"/>
                  </a:lnTo>
                  <a:lnTo>
                    <a:pt x="8500339" y="35832"/>
                  </a:lnTo>
                  <a:lnTo>
                    <a:pt x="8450990" y="30556"/>
                  </a:lnTo>
                  <a:lnTo>
                    <a:pt x="8401546" y="25696"/>
                  </a:lnTo>
                  <a:lnTo>
                    <a:pt x="8352008" y="21253"/>
                  </a:lnTo>
                  <a:lnTo>
                    <a:pt x="8302378" y="17229"/>
                  </a:lnTo>
                  <a:lnTo>
                    <a:pt x="8252659" y="13624"/>
                  </a:lnTo>
                  <a:lnTo>
                    <a:pt x="8202853" y="10439"/>
                  </a:lnTo>
                  <a:lnTo>
                    <a:pt x="8152961" y="7676"/>
                  </a:lnTo>
                  <a:lnTo>
                    <a:pt x="8102986" y="5334"/>
                  </a:lnTo>
                  <a:lnTo>
                    <a:pt x="8052930" y="3417"/>
                  </a:lnTo>
                  <a:lnTo>
                    <a:pt x="8002795" y="1923"/>
                  </a:lnTo>
                  <a:lnTo>
                    <a:pt x="7952583" y="855"/>
                  </a:lnTo>
                  <a:lnTo>
                    <a:pt x="7902296" y="214"/>
                  </a:lnTo>
                  <a:lnTo>
                    <a:pt x="7851936" y="0"/>
                  </a:lnTo>
                  <a:lnTo>
                    <a:pt x="0" y="0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bject 16">
              <a:extLst>
                <a:ext uri="{FF2B5EF4-FFF2-40B4-BE49-F238E27FC236}">
                  <a16:creationId xmlns:a16="http://schemas.microsoft.com/office/drawing/2014/main" id="{D9A93CE1-E6A5-B13B-76E4-593C3AA11440}"/>
                </a:ext>
              </a:extLst>
            </p:cNvPr>
            <p:cNvSpPr/>
            <p:nvPr/>
          </p:nvSpPr>
          <p:spPr>
            <a:xfrm>
              <a:off x="11879783" y="10113348"/>
              <a:ext cx="1547495" cy="1195705"/>
            </a:xfrm>
            <a:custGeom>
              <a:avLst/>
              <a:gdLst/>
              <a:ahLst/>
              <a:cxnLst/>
              <a:rect l="l" t="t" r="r" b="b"/>
              <a:pathLst>
                <a:path w="1547494" h="1195704">
                  <a:moveTo>
                    <a:pt x="1547080" y="1195207"/>
                  </a:moveTo>
                  <a:lnTo>
                    <a:pt x="1513379" y="1127298"/>
                  </a:lnTo>
                  <a:lnTo>
                    <a:pt x="1490805" y="1083117"/>
                  </a:lnTo>
                  <a:lnTo>
                    <a:pt x="1467833" y="1039107"/>
                  </a:lnTo>
                  <a:lnTo>
                    <a:pt x="1444465" y="995267"/>
                  </a:lnTo>
                  <a:lnTo>
                    <a:pt x="1420701" y="951601"/>
                  </a:lnTo>
                  <a:lnTo>
                    <a:pt x="1396540" y="908109"/>
                  </a:lnTo>
                  <a:lnTo>
                    <a:pt x="1371985" y="864795"/>
                  </a:lnTo>
                  <a:lnTo>
                    <a:pt x="1347035" y="821659"/>
                  </a:lnTo>
                  <a:lnTo>
                    <a:pt x="1321691" y="778703"/>
                  </a:lnTo>
                  <a:lnTo>
                    <a:pt x="1295953" y="735929"/>
                  </a:lnTo>
                  <a:lnTo>
                    <a:pt x="1269823" y="693339"/>
                  </a:lnTo>
                  <a:lnTo>
                    <a:pt x="1243301" y="650935"/>
                  </a:lnTo>
                  <a:lnTo>
                    <a:pt x="1216387" y="608719"/>
                  </a:lnTo>
                  <a:lnTo>
                    <a:pt x="1189082" y="566692"/>
                  </a:lnTo>
                  <a:lnTo>
                    <a:pt x="1161387" y="524855"/>
                  </a:lnTo>
                  <a:lnTo>
                    <a:pt x="1133302" y="483212"/>
                  </a:lnTo>
                  <a:lnTo>
                    <a:pt x="1104828" y="441764"/>
                  </a:lnTo>
                  <a:lnTo>
                    <a:pt x="1075965" y="400511"/>
                  </a:lnTo>
                  <a:lnTo>
                    <a:pt x="1046715" y="359458"/>
                  </a:lnTo>
                  <a:lnTo>
                    <a:pt x="1017077" y="318604"/>
                  </a:lnTo>
                  <a:lnTo>
                    <a:pt x="987052" y="277952"/>
                  </a:lnTo>
                  <a:lnTo>
                    <a:pt x="956641" y="237503"/>
                  </a:lnTo>
                  <a:lnTo>
                    <a:pt x="925845" y="197261"/>
                  </a:lnTo>
                  <a:lnTo>
                    <a:pt x="773546" y="0"/>
                  </a:lnTo>
                  <a:lnTo>
                    <a:pt x="620985" y="197261"/>
                  </a:lnTo>
                  <a:lnTo>
                    <a:pt x="590210" y="237503"/>
                  </a:lnTo>
                  <a:lnTo>
                    <a:pt x="559819" y="277952"/>
                  </a:lnTo>
                  <a:lnTo>
                    <a:pt x="529814" y="318604"/>
                  </a:lnTo>
                  <a:lnTo>
                    <a:pt x="500194" y="359458"/>
                  </a:lnTo>
                  <a:lnTo>
                    <a:pt x="470960" y="400511"/>
                  </a:lnTo>
                  <a:lnTo>
                    <a:pt x="442114" y="441764"/>
                  </a:lnTo>
                  <a:lnTo>
                    <a:pt x="413655" y="483212"/>
                  </a:lnTo>
                  <a:lnTo>
                    <a:pt x="385584" y="524855"/>
                  </a:lnTo>
                  <a:lnTo>
                    <a:pt x="357902" y="566692"/>
                  </a:lnTo>
                  <a:lnTo>
                    <a:pt x="330609" y="608719"/>
                  </a:lnTo>
                  <a:lnTo>
                    <a:pt x="303706" y="650935"/>
                  </a:lnTo>
                  <a:lnTo>
                    <a:pt x="277194" y="693339"/>
                  </a:lnTo>
                  <a:lnTo>
                    <a:pt x="251074" y="735929"/>
                  </a:lnTo>
                  <a:lnTo>
                    <a:pt x="225345" y="778703"/>
                  </a:lnTo>
                  <a:lnTo>
                    <a:pt x="200009" y="821659"/>
                  </a:lnTo>
                  <a:lnTo>
                    <a:pt x="175066" y="864795"/>
                  </a:lnTo>
                  <a:lnTo>
                    <a:pt x="150516" y="908109"/>
                  </a:lnTo>
                  <a:lnTo>
                    <a:pt x="126362" y="951601"/>
                  </a:lnTo>
                  <a:lnTo>
                    <a:pt x="102602" y="995267"/>
                  </a:lnTo>
                  <a:lnTo>
                    <a:pt x="79238" y="1039107"/>
                  </a:lnTo>
                  <a:lnTo>
                    <a:pt x="56270" y="1083117"/>
                  </a:lnTo>
                  <a:lnTo>
                    <a:pt x="33699" y="1127298"/>
                  </a:lnTo>
                  <a:lnTo>
                    <a:pt x="11525" y="1171646"/>
                  </a:lnTo>
                  <a:lnTo>
                    <a:pt x="0" y="1195207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bject 17">
              <a:extLst>
                <a:ext uri="{FF2B5EF4-FFF2-40B4-BE49-F238E27FC236}">
                  <a16:creationId xmlns:a16="http://schemas.microsoft.com/office/drawing/2014/main" id="{03D8B9B1-600E-A7C1-BFC7-5E80B28DCBB0}"/>
                </a:ext>
              </a:extLst>
            </p:cNvPr>
            <p:cNvSpPr/>
            <p:nvPr/>
          </p:nvSpPr>
          <p:spPr>
            <a:xfrm>
              <a:off x="12653610" y="7559784"/>
              <a:ext cx="7451090" cy="2553970"/>
            </a:xfrm>
            <a:custGeom>
              <a:avLst/>
              <a:gdLst/>
              <a:ahLst/>
              <a:cxnLst/>
              <a:rect l="l" t="t" r="r" b="b"/>
              <a:pathLst>
                <a:path w="7451090" h="2553970">
                  <a:moveTo>
                    <a:pt x="7450489" y="0"/>
                  </a:moveTo>
                  <a:lnTo>
                    <a:pt x="4801414" y="0"/>
                  </a:lnTo>
                  <a:lnTo>
                    <a:pt x="4751046" y="214"/>
                  </a:lnTo>
                  <a:lnTo>
                    <a:pt x="4700751" y="855"/>
                  </a:lnTo>
                  <a:lnTo>
                    <a:pt x="4650530" y="1923"/>
                  </a:lnTo>
                  <a:lnTo>
                    <a:pt x="4600387" y="3417"/>
                  </a:lnTo>
                  <a:lnTo>
                    <a:pt x="4550323" y="5334"/>
                  </a:lnTo>
                  <a:lnTo>
                    <a:pt x="4500340" y="7676"/>
                  </a:lnTo>
                  <a:lnTo>
                    <a:pt x="4450440" y="10439"/>
                  </a:lnTo>
                  <a:lnTo>
                    <a:pt x="4400626" y="13624"/>
                  </a:lnTo>
                  <a:lnTo>
                    <a:pt x="4350899" y="17229"/>
                  </a:lnTo>
                  <a:lnTo>
                    <a:pt x="4301261" y="21253"/>
                  </a:lnTo>
                  <a:lnTo>
                    <a:pt x="4251715" y="25696"/>
                  </a:lnTo>
                  <a:lnTo>
                    <a:pt x="4202263" y="30556"/>
                  </a:lnTo>
                  <a:lnTo>
                    <a:pt x="4152906" y="35832"/>
                  </a:lnTo>
                  <a:lnTo>
                    <a:pt x="4103647" y="41523"/>
                  </a:lnTo>
                  <a:lnTo>
                    <a:pt x="4054488" y="47628"/>
                  </a:lnTo>
                  <a:lnTo>
                    <a:pt x="4005431" y="54146"/>
                  </a:lnTo>
                  <a:lnTo>
                    <a:pt x="3956479" y="61077"/>
                  </a:lnTo>
                  <a:lnTo>
                    <a:pt x="3907632" y="68418"/>
                  </a:lnTo>
                  <a:lnTo>
                    <a:pt x="3858894" y="76170"/>
                  </a:lnTo>
                  <a:lnTo>
                    <a:pt x="3810266" y="84330"/>
                  </a:lnTo>
                  <a:lnTo>
                    <a:pt x="3761751" y="92898"/>
                  </a:lnTo>
                  <a:lnTo>
                    <a:pt x="3713350" y="101874"/>
                  </a:lnTo>
                  <a:lnTo>
                    <a:pt x="3665066" y="111255"/>
                  </a:lnTo>
                  <a:lnTo>
                    <a:pt x="3616900" y="121041"/>
                  </a:lnTo>
                  <a:lnTo>
                    <a:pt x="3568856" y="131230"/>
                  </a:lnTo>
                  <a:lnTo>
                    <a:pt x="3520934" y="141823"/>
                  </a:lnTo>
                  <a:lnTo>
                    <a:pt x="3473137" y="152817"/>
                  </a:lnTo>
                  <a:lnTo>
                    <a:pt x="3425468" y="164213"/>
                  </a:lnTo>
                  <a:lnTo>
                    <a:pt x="3377927" y="176007"/>
                  </a:lnTo>
                  <a:lnTo>
                    <a:pt x="3330518" y="188201"/>
                  </a:lnTo>
                  <a:lnTo>
                    <a:pt x="3283242" y="200792"/>
                  </a:lnTo>
                  <a:lnTo>
                    <a:pt x="3236102" y="213780"/>
                  </a:lnTo>
                  <a:lnTo>
                    <a:pt x="3189099" y="227164"/>
                  </a:lnTo>
                  <a:lnTo>
                    <a:pt x="3142236" y="240942"/>
                  </a:lnTo>
                  <a:lnTo>
                    <a:pt x="3095514" y="255113"/>
                  </a:lnTo>
                  <a:lnTo>
                    <a:pt x="3048937" y="269677"/>
                  </a:lnTo>
                  <a:lnTo>
                    <a:pt x="3002505" y="284633"/>
                  </a:lnTo>
                  <a:lnTo>
                    <a:pt x="2956221" y="299979"/>
                  </a:lnTo>
                  <a:lnTo>
                    <a:pt x="2910087" y="315715"/>
                  </a:lnTo>
                  <a:lnTo>
                    <a:pt x="2864106" y="331839"/>
                  </a:lnTo>
                  <a:lnTo>
                    <a:pt x="2818278" y="348350"/>
                  </a:lnTo>
                  <a:lnTo>
                    <a:pt x="2772607" y="365248"/>
                  </a:lnTo>
                  <a:lnTo>
                    <a:pt x="2727095" y="382531"/>
                  </a:lnTo>
                  <a:lnTo>
                    <a:pt x="2681742" y="400198"/>
                  </a:lnTo>
                  <a:lnTo>
                    <a:pt x="2636553" y="418248"/>
                  </a:lnTo>
                  <a:lnTo>
                    <a:pt x="2591528" y="436681"/>
                  </a:lnTo>
                  <a:lnTo>
                    <a:pt x="2546670" y="455495"/>
                  </a:lnTo>
                  <a:lnTo>
                    <a:pt x="2501981" y="474690"/>
                  </a:lnTo>
                  <a:lnTo>
                    <a:pt x="2457463" y="494263"/>
                  </a:lnTo>
                  <a:lnTo>
                    <a:pt x="2413118" y="514215"/>
                  </a:lnTo>
                  <a:lnTo>
                    <a:pt x="2368948" y="534543"/>
                  </a:lnTo>
                  <a:lnTo>
                    <a:pt x="2324955" y="555248"/>
                  </a:lnTo>
                  <a:lnTo>
                    <a:pt x="2281141" y="576328"/>
                  </a:lnTo>
                  <a:lnTo>
                    <a:pt x="2237509" y="597781"/>
                  </a:lnTo>
                  <a:lnTo>
                    <a:pt x="2194061" y="619608"/>
                  </a:lnTo>
                  <a:lnTo>
                    <a:pt x="2150798" y="641807"/>
                  </a:lnTo>
                  <a:lnTo>
                    <a:pt x="2107722" y="664377"/>
                  </a:lnTo>
                  <a:lnTo>
                    <a:pt x="2064837" y="687316"/>
                  </a:lnTo>
                  <a:lnTo>
                    <a:pt x="2022143" y="710625"/>
                  </a:lnTo>
                  <a:lnTo>
                    <a:pt x="1979643" y="734301"/>
                  </a:lnTo>
                  <a:lnTo>
                    <a:pt x="1937339" y="758344"/>
                  </a:lnTo>
                  <a:lnTo>
                    <a:pt x="1895234" y="782753"/>
                  </a:lnTo>
                  <a:lnTo>
                    <a:pt x="1853328" y="807527"/>
                  </a:lnTo>
                  <a:lnTo>
                    <a:pt x="1811625" y="832664"/>
                  </a:lnTo>
                  <a:lnTo>
                    <a:pt x="1770126" y="858164"/>
                  </a:lnTo>
                  <a:lnTo>
                    <a:pt x="1728834" y="884026"/>
                  </a:lnTo>
                  <a:lnTo>
                    <a:pt x="1687750" y="910248"/>
                  </a:lnTo>
                  <a:lnTo>
                    <a:pt x="1646877" y="936831"/>
                  </a:lnTo>
                  <a:lnTo>
                    <a:pt x="1606216" y="963771"/>
                  </a:lnTo>
                  <a:lnTo>
                    <a:pt x="1565771" y="991070"/>
                  </a:lnTo>
                  <a:lnTo>
                    <a:pt x="1525542" y="1018724"/>
                  </a:lnTo>
                  <a:lnTo>
                    <a:pt x="1485532" y="1046735"/>
                  </a:lnTo>
                  <a:lnTo>
                    <a:pt x="1445744" y="1075100"/>
                  </a:lnTo>
                  <a:lnTo>
                    <a:pt x="1406178" y="1103818"/>
                  </a:lnTo>
                  <a:lnTo>
                    <a:pt x="1366838" y="1132889"/>
                  </a:lnTo>
                  <a:lnTo>
                    <a:pt x="1327726" y="1162311"/>
                  </a:lnTo>
                  <a:lnTo>
                    <a:pt x="1288842" y="1192083"/>
                  </a:lnTo>
                  <a:lnTo>
                    <a:pt x="1250190" y="1222205"/>
                  </a:lnTo>
                  <a:lnTo>
                    <a:pt x="1211772" y="1252675"/>
                  </a:lnTo>
                  <a:lnTo>
                    <a:pt x="1173590" y="1283493"/>
                  </a:lnTo>
                  <a:lnTo>
                    <a:pt x="1135645" y="1314656"/>
                  </a:lnTo>
                  <a:lnTo>
                    <a:pt x="1097940" y="1346165"/>
                  </a:lnTo>
                  <a:lnTo>
                    <a:pt x="1060478" y="1378018"/>
                  </a:lnTo>
                  <a:lnTo>
                    <a:pt x="1023259" y="1410215"/>
                  </a:lnTo>
                  <a:lnTo>
                    <a:pt x="986286" y="1442753"/>
                  </a:lnTo>
                  <a:lnTo>
                    <a:pt x="949562" y="1475633"/>
                  </a:lnTo>
                  <a:lnTo>
                    <a:pt x="913088" y="1508852"/>
                  </a:lnTo>
                  <a:lnTo>
                    <a:pt x="876866" y="1542411"/>
                  </a:lnTo>
                  <a:lnTo>
                    <a:pt x="840899" y="1576308"/>
                  </a:lnTo>
                  <a:lnTo>
                    <a:pt x="805189" y="1610542"/>
                  </a:lnTo>
                  <a:lnTo>
                    <a:pt x="769737" y="1645112"/>
                  </a:lnTo>
                  <a:lnTo>
                    <a:pt x="734546" y="1680016"/>
                  </a:lnTo>
                  <a:lnTo>
                    <a:pt x="699618" y="1715255"/>
                  </a:lnTo>
                  <a:lnTo>
                    <a:pt x="664955" y="1750827"/>
                  </a:lnTo>
                  <a:lnTo>
                    <a:pt x="630559" y="1786730"/>
                  </a:lnTo>
                  <a:lnTo>
                    <a:pt x="596432" y="1822964"/>
                  </a:lnTo>
                  <a:lnTo>
                    <a:pt x="562576" y="1859528"/>
                  </a:lnTo>
                  <a:lnTo>
                    <a:pt x="528994" y="1896421"/>
                  </a:lnTo>
                  <a:lnTo>
                    <a:pt x="495687" y="1933642"/>
                  </a:lnTo>
                  <a:lnTo>
                    <a:pt x="462657" y="1971189"/>
                  </a:lnTo>
                  <a:lnTo>
                    <a:pt x="429907" y="2009062"/>
                  </a:lnTo>
                  <a:lnTo>
                    <a:pt x="397439" y="2047260"/>
                  </a:lnTo>
                  <a:lnTo>
                    <a:pt x="365254" y="2085782"/>
                  </a:lnTo>
                  <a:lnTo>
                    <a:pt x="333355" y="2124626"/>
                  </a:lnTo>
                  <a:lnTo>
                    <a:pt x="301745" y="2163791"/>
                  </a:lnTo>
                  <a:lnTo>
                    <a:pt x="270424" y="2203277"/>
                  </a:lnTo>
                  <a:lnTo>
                    <a:pt x="239395" y="2243083"/>
                  </a:lnTo>
                  <a:lnTo>
                    <a:pt x="0" y="2553566"/>
                  </a:lnTo>
                  <a:lnTo>
                    <a:pt x="7450489" y="2553566"/>
                  </a:lnTo>
                </a:path>
              </a:pathLst>
            </a:custGeom>
            <a:ln w="1047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4" name="Retângulo 23">
            <a:extLst>
              <a:ext uri="{FF2B5EF4-FFF2-40B4-BE49-F238E27FC236}">
                <a16:creationId xmlns:a16="http://schemas.microsoft.com/office/drawing/2014/main" id="{BEAE95A8-F006-B93D-A0E3-98E7D8DC9F75}"/>
              </a:ext>
            </a:extLst>
          </p:cNvPr>
          <p:cNvSpPr/>
          <p:nvPr/>
        </p:nvSpPr>
        <p:spPr>
          <a:xfrm>
            <a:off x="428" y="5144824"/>
            <a:ext cx="12191144" cy="1966038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59000">
                <a:schemeClr val="tx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9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object 14">
            <a:extLst>
              <a:ext uri="{FF2B5EF4-FFF2-40B4-BE49-F238E27FC236}">
                <a16:creationId xmlns:a16="http://schemas.microsoft.com/office/drawing/2014/main" id="{9A07CDBF-4226-0977-77AD-B5C8EF7EC8DA}"/>
              </a:ext>
            </a:extLst>
          </p:cNvPr>
          <p:cNvSpPr txBox="1"/>
          <p:nvPr/>
        </p:nvSpPr>
        <p:spPr>
          <a:xfrm>
            <a:off x="603219" y="4699727"/>
            <a:ext cx="4911883" cy="1015553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>
            <a:defPPr>
              <a:defRPr kern="0"/>
            </a:defPPr>
          </a:lstStyle>
          <a:p>
            <a:pPr marL="7701" marR="3081" lvl="0" indent="0" algn="l" defTabSz="554492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183" b="0" i="0" u="none" strike="noStrike" kern="0" cap="none" spc="-6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</a:rPr>
              <a:t>Destaque no </a:t>
            </a:r>
            <a:r>
              <a:rPr kumimoji="0" lang="pt-BR" sz="2183" b="0" i="1" u="none" strike="noStrike" kern="0" cap="none" spc="-6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</a:rPr>
              <a:t>Guia de Fundos FGV 2025</a:t>
            </a:r>
            <a:r>
              <a:rPr kumimoji="0" lang="pt-BR" sz="2183" b="0" i="0" u="none" strike="noStrike" kern="0" cap="none" spc="-6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</a:rPr>
              <a:t>, nas categorias </a:t>
            </a:r>
            <a:r>
              <a:rPr kumimoji="0" lang="pt-BR" sz="2183" b="1" i="1" u="none" strike="noStrike" kern="0" cap="none" spc="-6" normalizeH="0" baseline="0" noProof="0">
                <a:ln>
                  <a:noFill/>
                </a:ln>
                <a:solidFill>
                  <a:srgbClr val="B7DFC9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</a:rPr>
              <a:t>Money Market</a:t>
            </a:r>
            <a:br>
              <a:rPr kumimoji="0" lang="pt-BR" sz="2183" b="1" i="0" u="none" strike="noStrike" kern="0" cap="none" spc="-6" normalizeH="0" baseline="0" noProof="0">
                <a:ln>
                  <a:noFill/>
                </a:ln>
                <a:solidFill>
                  <a:srgbClr val="B7DFC9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</a:rPr>
            </a:br>
            <a:r>
              <a:rPr kumimoji="0" lang="pt-BR" sz="2183" b="1" i="0" u="none" strike="noStrike" kern="0" cap="none" spc="-6" normalizeH="0" baseline="0" noProof="0">
                <a:ln>
                  <a:noFill/>
                </a:ln>
                <a:solidFill>
                  <a:srgbClr val="B7DFC9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</a:rPr>
              <a:t>e Investidores de Alta Renda.</a:t>
            </a:r>
          </a:p>
        </p:txBody>
      </p:sp>
      <p:sp>
        <p:nvSpPr>
          <p:cNvPr id="26" name="object 14">
            <a:extLst>
              <a:ext uri="{FF2B5EF4-FFF2-40B4-BE49-F238E27FC236}">
                <a16:creationId xmlns:a16="http://schemas.microsoft.com/office/drawing/2014/main" id="{EC2074ED-1366-E3A5-7B35-D71E089F3377}"/>
              </a:ext>
            </a:extLst>
          </p:cNvPr>
          <p:cNvSpPr txBox="1"/>
          <p:nvPr/>
        </p:nvSpPr>
        <p:spPr>
          <a:xfrm>
            <a:off x="589987" y="6146209"/>
            <a:ext cx="6145221" cy="306319"/>
          </a:xfrm>
          <a:prstGeom prst="rect">
            <a:avLst/>
          </a:prstGeom>
        </p:spPr>
        <p:txBody>
          <a:bodyPr vert="horz" wrap="square" lIns="0" tIns="7701" rIns="0" bIns="0" rtlCol="0">
            <a:spAutoFit/>
          </a:bodyPr>
          <a:lstStyle>
            <a:defPPr>
              <a:defRPr kern="0"/>
            </a:defPPr>
          </a:lstStyle>
          <a:p>
            <a:pPr marL="7701" marR="3081" lvl="0" indent="0" algn="l" defTabSz="554492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98" b="0" i="0" u="none" strike="noStrike" kern="0" cap="none" spc="-6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</a:rPr>
              <a:t>Para saber mais sobre a gestora, acesse: </a:t>
            </a:r>
            <a:r>
              <a:rPr kumimoji="0" lang="pt-BR" sz="1940" b="1" i="0" u="none" strike="noStrike" kern="0" cap="none" spc="-6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</a:rPr>
              <a:t>tivio.com </a:t>
            </a:r>
            <a:endParaRPr kumimoji="0" sz="1940" b="1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Versos Light"/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0545D663-EE49-A3B9-0305-39CB1F0F96DE}"/>
              </a:ext>
            </a:extLst>
          </p:cNvPr>
          <p:cNvSpPr/>
          <p:nvPr/>
        </p:nvSpPr>
        <p:spPr>
          <a:xfrm>
            <a:off x="5827632" y="1836970"/>
            <a:ext cx="1238808" cy="2094109"/>
          </a:xfrm>
          <a:prstGeom prst="roundRect">
            <a:avLst>
              <a:gd name="adj" fmla="val 7983"/>
            </a:avLst>
          </a:prstGeom>
          <a:gradFill flip="none" rotWithShape="1">
            <a:gsLst>
              <a:gs pos="0">
                <a:schemeClr val="accent2"/>
              </a:gs>
              <a:gs pos="10000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Outliers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DBF03A12-5E93-AEF7-3E01-9C5C42392023}"/>
              </a:ext>
            </a:extLst>
          </p:cNvPr>
          <p:cNvSpPr/>
          <p:nvPr/>
        </p:nvSpPr>
        <p:spPr>
          <a:xfrm>
            <a:off x="7118817" y="1836970"/>
            <a:ext cx="4641123" cy="2094109"/>
          </a:xfrm>
          <a:prstGeom prst="roundRect">
            <a:avLst>
              <a:gd name="adj" fmla="val 4191"/>
            </a:avLst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t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FGV</a:t>
            </a:r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696C27AE-1424-A911-1FC7-F1248902EF6A}"/>
              </a:ext>
            </a:extLst>
          </p:cNvPr>
          <p:cNvGrpSpPr/>
          <p:nvPr/>
        </p:nvGrpSpPr>
        <p:grpSpPr>
          <a:xfrm>
            <a:off x="7260722" y="2201783"/>
            <a:ext cx="4357313" cy="1303381"/>
            <a:chOff x="7243784" y="2201783"/>
            <a:chExt cx="4357313" cy="1303381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93758A8-FDEE-E5DE-A9F2-5FAE613C050C}"/>
                </a:ext>
              </a:extLst>
            </p:cNvPr>
            <p:cNvGrpSpPr/>
            <p:nvPr/>
          </p:nvGrpSpPr>
          <p:grpSpPr>
            <a:xfrm>
              <a:off x="10560691" y="2201783"/>
              <a:ext cx="1040406" cy="1303381"/>
              <a:chOff x="9114362" y="1099728"/>
              <a:chExt cx="1128840" cy="1414168"/>
            </a:xfrm>
          </p:grpSpPr>
          <p:sp>
            <p:nvSpPr>
              <p:cNvPr id="6" name="object 6"/>
              <p:cNvSpPr txBox="1"/>
              <p:nvPr/>
            </p:nvSpPr>
            <p:spPr>
              <a:xfrm>
                <a:off x="9376615" y="1515775"/>
                <a:ext cx="604335" cy="461896"/>
              </a:xfrm>
              <a:prstGeom prst="rect">
                <a:avLst/>
              </a:prstGeom>
            </p:spPr>
            <p:txBody>
              <a:bodyPr vert="horz" wrap="square" lIns="0" tIns="55834" rIns="0" bIns="0" rtlCol="0">
                <a:spAutoFit/>
              </a:bodyPr>
              <a:lstStyle/>
              <a:p>
                <a:pPr marL="13862" marR="0" lvl="0" indent="0" algn="ctr" defTabSz="554492" rtl="0" eaLnBrk="1" fontAlgn="auto" latinLnBrk="0" hangingPunct="1">
                  <a:lnSpc>
                    <a:spcPct val="100000"/>
                  </a:lnSpc>
                  <a:spcBef>
                    <a:spcPts val="44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00" b="1" i="0" u="heavy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>
                      <a:solidFill>
                        <a:srgbClr val="B7DFC9"/>
                      </a:solidFill>
                    </a:uFill>
                    <a:latin typeface="Versos"/>
                    <a:ea typeface="+mn-ea"/>
                    <a:cs typeface="Versos"/>
                  </a:rPr>
                  <a:t>3º </a:t>
                </a:r>
                <a:r>
                  <a:rPr kumimoji="0" sz="1000" b="1" i="0" u="heavy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>
                      <a:solidFill>
                        <a:srgbClr val="B7DFC9"/>
                      </a:solidFill>
                    </a:uFill>
                    <a:latin typeface="Versos"/>
                    <a:ea typeface="+mn-ea"/>
                    <a:cs typeface="Versos"/>
                  </a:rPr>
                  <a:t>Lugar</a:t>
                </a:r>
                <a:br>
                  <a:rPr kumimoji="0" lang="pt-BR" sz="700" b="0" i="0" u="none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</a:rPr>
                </a:br>
                <a:r>
                  <a:rPr kumimoji="0" sz="700" b="0" i="0" u="none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Versos"/>
                  </a:rPr>
                  <a:t> </a:t>
                </a:r>
                <a:r>
                  <a:rPr kumimoji="0" sz="700" b="0" i="0" u="none" strike="noStrike" kern="0" cap="none" spc="-24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Versos"/>
                  </a:rPr>
                  <a:t>“Alta</a:t>
                </a:r>
                <a:r>
                  <a:rPr kumimoji="0" sz="700" b="0" i="0" u="none" strike="noStrike" kern="0" cap="none" spc="-3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Versos"/>
                  </a:rPr>
                  <a:t> </a:t>
                </a:r>
                <a:r>
                  <a:rPr kumimoji="0" sz="700" b="0" i="0" u="none" strike="noStrike" kern="0" cap="none" spc="-12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Versos"/>
                  </a:rPr>
                  <a:t>Renda”</a:t>
                </a:r>
                <a:br>
                  <a:rPr kumimoji="0" lang="pt-BR" sz="700" b="0" i="0" u="none" strike="noStrike" kern="0" cap="none" spc="-12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Versos"/>
                  </a:rPr>
                </a:br>
                <a:r>
                  <a:rPr kumimoji="0" lang="pt-BR" sz="700" b="0" i="1" u="none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Versos"/>
                  </a:rPr>
                  <a:t>2025</a:t>
                </a:r>
                <a:endParaRPr kumimoji="0" sz="700" b="0" i="1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"/>
                  <a:ea typeface="+mn-ea"/>
                  <a:cs typeface="Versos"/>
                </a:endParaRPr>
              </a:p>
            </p:txBody>
          </p:sp>
          <p:grpSp>
            <p:nvGrpSpPr>
              <p:cNvPr id="8" name="object 8"/>
              <p:cNvGrpSpPr/>
              <p:nvPr/>
            </p:nvGrpSpPr>
            <p:grpSpPr>
              <a:xfrm>
                <a:off x="9114362" y="1099728"/>
                <a:ext cx="1128840" cy="1414168"/>
                <a:chOff x="15709072" y="1298532"/>
                <a:chExt cx="2298700" cy="2879725"/>
              </a:xfrm>
            </p:grpSpPr>
            <p:sp>
              <p:nvSpPr>
                <p:cNvPr id="9" name="object 9"/>
                <p:cNvSpPr/>
                <p:nvPr/>
              </p:nvSpPr>
              <p:spPr>
                <a:xfrm>
                  <a:off x="15709063" y="1575669"/>
                  <a:ext cx="2298700" cy="228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8700" h="2286000">
                      <a:moveTo>
                        <a:pt x="2139962" y="1136802"/>
                      </a:moveTo>
                      <a:lnTo>
                        <a:pt x="2138819" y="1098702"/>
                      </a:lnTo>
                      <a:lnTo>
                        <a:pt x="2135428" y="1047902"/>
                      </a:lnTo>
                      <a:lnTo>
                        <a:pt x="2129840" y="997102"/>
                      </a:lnTo>
                      <a:lnTo>
                        <a:pt x="2122106" y="959002"/>
                      </a:lnTo>
                      <a:lnTo>
                        <a:pt x="2119020" y="943076"/>
                      </a:lnTo>
                      <a:lnTo>
                        <a:pt x="2119020" y="1136802"/>
                      </a:lnTo>
                      <a:lnTo>
                        <a:pt x="2117585" y="1200302"/>
                      </a:lnTo>
                      <a:lnTo>
                        <a:pt x="2113330" y="1251102"/>
                      </a:lnTo>
                      <a:lnTo>
                        <a:pt x="2106333" y="1301902"/>
                      </a:lnTo>
                      <a:lnTo>
                        <a:pt x="2096655" y="1352702"/>
                      </a:lnTo>
                      <a:lnTo>
                        <a:pt x="2084387" y="1403502"/>
                      </a:lnTo>
                      <a:lnTo>
                        <a:pt x="2069592" y="1454302"/>
                      </a:lnTo>
                      <a:lnTo>
                        <a:pt x="2052345" y="1492402"/>
                      </a:lnTo>
                      <a:lnTo>
                        <a:pt x="2032723" y="1543202"/>
                      </a:lnTo>
                      <a:lnTo>
                        <a:pt x="2010791" y="1594002"/>
                      </a:lnTo>
                      <a:lnTo>
                        <a:pt x="1986635" y="1632102"/>
                      </a:lnTo>
                      <a:lnTo>
                        <a:pt x="1960321" y="1670202"/>
                      </a:lnTo>
                      <a:lnTo>
                        <a:pt x="1931936" y="1721002"/>
                      </a:lnTo>
                      <a:lnTo>
                        <a:pt x="1901532" y="1759102"/>
                      </a:lnTo>
                      <a:lnTo>
                        <a:pt x="1869198" y="1797202"/>
                      </a:lnTo>
                      <a:lnTo>
                        <a:pt x="1834997" y="1822602"/>
                      </a:lnTo>
                      <a:lnTo>
                        <a:pt x="1799018" y="1860702"/>
                      </a:lnTo>
                      <a:lnTo>
                        <a:pt x="1761324" y="1898802"/>
                      </a:lnTo>
                      <a:lnTo>
                        <a:pt x="1721993" y="1924202"/>
                      </a:lnTo>
                      <a:lnTo>
                        <a:pt x="1681111" y="1949602"/>
                      </a:lnTo>
                      <a:lnTo>
                        <a:pt x="1638731" y="1975002"/>
                      </a:lnTo>
                      <a:lnTo>
                        <a:pt x="1594929" y="2000402"/>
                      </a:lnTo>
                      <a:lnTo>
                        <a:pt x="1549806" y="2025802"/>
                      </a:lnTo>
                      <a:lnTo>
                        <a:pt x="1503400" y="2051202"/>
                      </a:lnTo>
                      <a:lnTo>
                        <a:pt x="1455801" y="2063902"/>
                      </a:lnTo>
                      <a:lnTo>
                        <a:pt x="1306601" y="2102002"/>
                      </a:lnTo>
                      <a:lnTo>
                        <a:pt x="1254963" y="2102002"/>
                      </a:lnTo>
                      <a:lnTo>
                        <a:pt x="1202499" y="2114702"/>
                      </a:lnTo>
                      <a:lnTo>
                        <a:pt x="1096086" y="2114702"/>
                      </a:lnTo>
                      <a:lnTo>
                        <a:pt x="1043622" y="2102002"/>
                      </a:lnTo>
                      <a:lnTo>
                        <a:pt x="991984" y="2102002"/>
                      </a:lnTo>
                      <a:lnTo>
                        <a:pt x="842772" y="2063902"/>
                      </a:lnTo>
                      <a:lnTo>
                        <a:pt x="795185" y="2051202"/>
                      </a:lnTo>
                      <a:lnTo>
                        <a:pt x="748779" y="2025802"/>
                      </a:lnTo>
                      <a:lnTo>
                        <a:pt x="703643" y="2000402"/>
                      </a:lnTo>
                      <a:lnTo>
                        <a:pt x="659853" y="1975002"/>
                      </a:lnTo>
                      <a:lnTo>
                        <a:pt x="617474" y="1949602"/>
                      </a:lnTo>
                      <a:lnTo>
                        <a:pt x="576592" y="1924202"/>
                      </a:lnTo>
                      <a:lnTo>
                        <a:pt x="537260" y="1898802"/>
                      </a:lnTo>
                      <a:lnTo>
                        <a:pt x="499567" y="1860702"/>
                      </a:lnTo>
                      <a:lnTo>
                        <a:pt x="463588" y="1822602"/>
                      </a:lnTo>
                      <a:lnTo>
                        <a:pt x="429387" y="1797202"/>
                      </a:lnTo>
                      <a:lnTo>
                        <a:pt x="397052" y="1759102"/>
                      </a:lnTo>
                      <a:lnTo>
                        <a:pt x="366649" y="1721002"/>
                      </a:lnTo>
                      <a:lnTo>
                        <a:pt x="338264" y="1670202"/>
                      </a:lnTo>
                      <a:lnTo>
                        <a:pt x="311950" y="1632102"/>
                      </a:lnTo>
                      <a:lnTo>
                        <a:pt x="287794" y="1594002"/>
                      </a:lnTo>
                      <a:lnTo>
                        <a:pt x="265861" y="1543202"/>
                      </a:lnTo>
                      <a:lnTo>
                        <a:pt x="246240" y="1492402"/>
                      </a:lnTo>
                      <a:lnTo>
                        <a:pt x="228993" y="1454302"/>
                      </a:lnTo>
                      <a:lnTo>
                        <a:pt x="214198" y="1403502"/>
                      </a:lnTo>
                      <a:lnTo>
                        <a:pt x="201930" y="1352702"/>
                      </a:lnTo>
                      <a:lnTo>
                        <a:pt x="192252" y="1301902"/>
                      </a:lnTo>
                      <a:lnTo>
                        <a:pt x="185254" y="1251102"/>
                      </a:lnTo>
                      <a:lnTo>
                        <a:pt x="181000" y="1200302"/>
                      </a:lnTo>
                      <a:lnTo>
                        <a:pt x="179565" y="1136802"/>
                      </a:lnTo>
                      <a:lnTo>
                        <a:pt x="181000" y="1086002"/>
                      </a:lnTo>
                      <a:lnTo>
                        <a:pt x="185254" y="1035202"/>
                      </a:lnTo>
                      <a:lnTo>
                        <a:pt x="192252" y="984402"/>
                      </a:lnTo>
                      <a:lnTo>
                        <a:pt x="201930" y="933602"/>
                      </a:lnTo>
                      <a:lnTo>
                        <a:pt x="214198" y="882802"/>
                      </a:lnTo>
                      <a:lnTo>
                        <a:pt x="228993" y="832002"/>
                      </a:lnTo>
                      <a:lnTo>
                        <a:pt x="246240" y="793902"/>
                      </a:lnTo>
                      <a:lnTo>
                        <a:pt x="265861" y="743102"/>
                      </a:lnTo>
                      <a:lnTo>
                        <a:pt x="287794" y="692302"/>
                      </a:lnTo>
                      <a:lnTo>
                        <a:pt x="311950" y="654202"/>
                      </a:lnTo>
                      <a:lnTo>
                        <a:pt x="338264" y="616102"/>
                      </a:lnTo>
                      <a:lnTo>
                        <a:pt x="366649" y="565302"/>
                      </a:lnTo>
                      <a:lnTo>
                        <a:pt x="397052" y="527202"/>
                      </a:lnTo>
                      <a:lnTo>
                        <a:pt x="429387" y="489102"/>
                      </a:lnTo>
                      <a:lnTo>
                        <a:pt x="463588" y="463702"/>
                      </a:lnTo>
                      <a:lnTo>
                        <a:pt x="499567" y="425602"/>
                      </a:lnTo>
                      <a:lnTo>
                        <a:pt x="537260" y="387502"/>
                      </a:lnTo>
                      <a:lnTo>
                        <a:pt x="576592" y="362102"/>
                      </a:lnTo>
                      <a:lnTo>
                        <a:pt x="617474" y="336702"/>
                      </a:lnTo>
                      <a:lnTo>
                        <a:pt x="659853" y="311302"/>
                      </a:lnTo>
                      <a:lnTo>
                        <a:pt x="703643" y="285902"/>
                      </a:lnTo>
                      <a:lnTo>
                        <a:pt x="748779" y="260502"/>
                      </a:lnTo>
                      <a:lnTo>
                        <a:pt x="795185" y="235102"/>
                      </a:lnTo>
                      <a:lnTo>
                        <a:pt x="941247" y="197002"/>
                      </a:lnTo>
                      <a:lnTo>
                        <a:pt x="991984" y="184302"/>
                      </a:lnTo>
                      <a:lnTo>
                        <a:pt x="1043622" y="184302"/>
                      </a:lnTo>
                      <a:lnTo>
                        <a:pt x="1096086" y="171602"/>
                      </a:lnTo>
                      <a:lnTo>
                        <a:pt x="1202499" y="171602"/>
                      </a:lnTo>
                      <a:lnTo>
                        <a:pt x="1254963" y="184302"/>
                      </a:lnTo>
                      <a:lnTo>
                        <a:pt x="1306601" y="184302"/>
                      </a:lnTo>
                      <a:lnTo>
                        <a:pt x="1357325" y="197002"/>
                      </a:lnTo>
                      <a:lnTo>
                        <a:pt x="1503400" y="235102"/>
                      </a:lnTo>
                      <a:lnTo>
                        <a:pt x="1549806" y="260502"/>
                      </a:lnTo>
                      <a:lnTo>
                        <a:pt x="1594929" y="285902"/>
                      </a:lnTo>
                      <a:lnTo>
                        <a:pt x="1638731" y="311302"/>
                      </a:lnTo>
                      <a:lnTo>
                        <a:pt x="1681111" y="336702"/>
                      </a:lnTo>
                      <a:lnTo>
                        <a:pt x="1721993" y="362102"/>
                      </a:lnTo>
                      <a:lnTo>
                        <a:pt x="1761324" y="387502"/>
                      </a:lnTo>
                      <a:lnTo>
                        <a:pt x="1799018" y="425602"/>
                      </a:lnTo>
                      <a:lnTo>
                        <a:pt x="1834997" y="463702"/>
                      </a:lnTo>
                      <a:lnTo>
                        <a:pt x="1869198" y="489102"/>
                      </a:lnTo>
                      <a:lnTo>
                        <a:pt x="1901532" y="527202"/>
                      </a:lnTo>
                      <a:lnTo>
                        <a:pt x="1931936" y="565302"/>
                      </a:lnTo>
                      <a:lnTo>
                        <a:pt x="1960321" y="616102"/>
                      </a:lnTo>
                      <a:lnTo>
                        <a:pt x="1986635" y="654202"/>
                      </a:lnTo>
                      <a:lnTo>
                        <a:pt x="2010791" y="692302"/>
                      </a:lnTo>
                      <a:lnTo>
                        <a:pt x="2032723" y="743102"/>
                      </a:lnTo>
                      <a:lnTo>
                        <a:pt x="2052345" y="793902"/>
                      </a:lnTo>
                      <a:lnTo>
                        <a:pt x="2069592" y="832002"/>
                      </a:lnTo>
                      <a:lnTo>
                        <a:pt x="2084387" y="882802"/>
                      </a:lnTo>
                      <a:lnTo>
                        <a:pt x="2096655" y="933602"/>
                      </a:lnTo>
                      <a:lnTo>
                        <a:pt x="2106333" y="984402"/>
                      </a:lnTo>
                      <a:lnTo>
                        <a:pt x="2113330" y="1035202"/>
                      </a:lnTo>
                      <a:lnTo>
                        <a:pt x="2117585" y="1086002"/>
                      </a:lnTo>
                      <a:lnTo>
                        <a:pt x="2119020" y="1136802"/>
                      </a:lnTo>
                      <a:lnTo>
                        <a:pt x="2119020" y="943076"/>
                      </a:lnTo>
                      <a:lnTo>
                        <a:pt x="2112264" y="908202"/>
                      </a:lnTo>
                      <a:lnTo>
                        <a:pt x="2100389" y="870102"/>
                      </a:lnTo>
                      <a:lnTo>
                        <a:pt x="2086533" y="819302"/>
                      </a:lnTo>
                      <a:lnTo>
                        <a:pt x="2070722" y="781202"/>
                      </a:lnTo>
                      <a:lnTo>
                        <a:pt x="2053031" y="730402"/>
                      </a:lnTo>
                      <a:lnTo>
                        <a:pt x="2033511" y="692302"/>
                      </a:lnTo>
                      <a:lnTo>
                        <a:pt x="2012200" y="654202"/>
                      </a:lnTo>
                      <a:lnTo>
                        <a:pt x="1989162" y="616102"/>
                      </a:lnTo>
                      <a:lnTo>
                        <a:pt x="1964436" y="578002"/>
                      </a:lnTo>
                      <a:lnTo>
                        <a:pt x="1938096" y="539902"/>
                      </a:lnTo>
                      <a:lnTo>
                        <a:pt x="1910168" y="514502"/>
                      </a:lnTo>
                      <a:lnTo>
                        <a:pt x="1880717" y="476402"/>
                      </a:lnTo>
                      <a:lnTo>
                        <a:pt x="1849805" y="438302"/>
                      </a:lnTo>
                      <a:lnTo>
                        <a:pt x="1817471" y="412902"/>
                      </a:lnTo>
                      <a:lnTo>
                        <a:pt x="1783765" y="387502"/>
                      </a:lnTo>
                      <a:lnTo>
                        <a:pt x="1748739" y="349402"/>
                      </a:lnTo>
                      <a:lnTo>
                        <a:pt x="1712455" y="324002"/>
                      </a:lnTo>
                      <a:lnTo>
                        <a:pt x="1674952" y="298602"/>
                      </a:lnTo>
                      <a:lnTo>
                        <a:pt x="1636293" y="285902"/>
                      </a:lnTo>
                      <a:lnTo>
                        <a:pt x="1596529" y="260502"/>
                      </a:lnTo>
                      <a:lnTo>
                        <a:pt x="1555699" y="235102"/>
                      </a:lnTo>
                      <a:lnTo>
                        <a:pt x="1427403" y="197002"/>
                      </a:lnTo>
                      <a:lnTo>
                        <a:pt x="1337538" y="171602"/>
                      </a:lnTo>
                      <a:lnTo>
                        <a:pt x="1291475" y="158902"/>
                      </a:lnTo>
                      <a:lnTo>
                        <a:pt x="1197292" y="158902"/>
                      </a:lnTo>
                      <a:lnTo>
                        <a:pt x="1149299" y="146202"/>
                      </a:lnTo>
                      <a:lnTo>
                        <a:pt x="1101293" y="158902"/>
                      </a:lnTo>
                      <a:lnTo>
                        <a:pt x="1007110" y="158902"/>
                      </a:lnTo>
                      <a:lnTo>
                        <a:pt x="871181" y="197002"/>
                      </a:lnTo>
                      <a:lnTo>
                        <a:pt x="742886" y="235102"/>
                      </a:lnTo>
                      <a:lnTo>
                        <a:pt x="702056" y="260502"/>
                      </a:lnTo>
                      <a:lnTo>
                        <a:pt x="662292" y="285902"/>
                      </a:lnTo>
                      <a:lnTo>
                        <a:pt x="623633" y="298602"/>
                      </a:lnTo>
                      <a:lnTo>
                        <a:pt x="586130" y="324002"/>
                      </a:lnTo>
                      <a:lnTo>
                        <a:pt x="549846" y="349402"/>
                      </a:lnTo>
                      <a:lnTo>
                        <a:pt x="514819" y="387502"/>
                      </a:lnTo>
                      <a:lnTo>
                        <a:pt x="481114" y="412902"/>
                      </a:lnTo>
                      <a:lnTo>
                        <a:pt x="448779" y="438302"/>
                      </a:lnTo>
                      <a:lnTo>
                        <a:pt x="417868" y="476402"/>
                      </a:lnTo>
                      <a:lnTo>
                        <a:pt x="388416" y="514502"/>
                      </a:lnTo>
                      <a:lnTo>
                        <a:pt x="360489" y="539902"/>
                      </a:lnTo>
                      <a:lnTo>
                        <a:pt x="334149" y="578002"/>
                      </a:lnTo>
                      <a:lnTo>
                        <a:pt x="309422" y="616102"/>
                      </a:lnTo>
                      <a:lnTo>
                        <a:pt x="286385" y="654202"/>
                      </a:lnTo>
                      <a:lnTo>
                        <a:pt x="265074" y="692302"/>
                      </a:lnTo>
                      <a:lnTo>
                        <a:pt x="245554" y="730402"/>
                      </a:lnTo>
                      <a:lnTo>
                        <a:pt x="227863" y="781202"/>
                      </a:lnTo>
                      <a:lnTo>
                        <a:pt x="212051" y="819302"/>
                      </a:lnTo>
                      <a:lnTo>
                        <a:pt x="198196" y="870102"/>
                      </a:lnTo>
                      <a:lnTo>
                        <a:pt x="186321" y="908202"/>
                      </a:lnTo>
                      <a:lnTo>
                        <a:pt x="176479" y="959002"/>
                      </a:lnTo>
                      <a:lnTo>
                        <a:pt x="168744" y="997102"/>
                      </a:lnTo>
                      <a:lnTo>
                        <a:pt x="163156" y="1047902"/>
                      </a:lnTo>
                      <a:lnTo>
                        <a:pt x="159766" y="1098702"/>
                      </a:lnTo>
                      <a:lnTo>
                        <a:pt x="158623" y="1136802"/>
                      </a:lnTo>
                      <a:lnTo>
                        <a:pt x="159766" y="1187602"/>
                      </a:lnTo>
                      <a:lnTo>
                        <a:pt x="163156" y="1238402"/>
                      </a:lnTo>
                      <a:lnTo>
                        <a:pt x="168744" y="1289202"/>
                      </a:lnTo>
                      <a:lnTo>
                        <a:pt x="176479" y="1327302"/>
                      </a:lnTo>
                      <a:lnTo>
                        <a:pt x="186321" y="1378102"/>
                      </a:lnTo>
                      <a:lnTo>
                        <a:pt x="198196" y="1416202"/>
                      </a:lnTo>
                      <a:lnTo>
                        <a:pt x="212051" y="1467002"/>
                      </a:lnTo>
                      <a:lnTo>
                        <a:pt x="227863" y="1505102"/>
                      </a:lnTo>
                      <a:lnTo>
                        <a:pt x="245554" y="1543202"/>
                      </a:lnTo>
                      <a:lnTo>
                        <a:pt x="265074" y="1594002"/>
                      </a:lnTo>
                      <a:lnTo>
                        <a:pt x="286385" y="1632102"/>
                      </a:lnTo>
                      <a:lnTo>
                        <a:pt x="309422" y="1670202"/>
                      </a:lnTo>
                      <a:lnTo>
                        <a:pt x="334149" y="1708302"/>
                      </a:lnTo>
                      <a:lnTo>
                        <a:pt x="360489" y="1746402"/>
                      </a:lnTo>
                      <a:lnTo>
                        <a:pt x="388416" y="1771802"/>
                      </a:lnTo>
                      <a:lnTo>
                        <a:pt x="417868" y="1809902"/>
                      </a:lnTo>
                      <a:lnTo>
                        <a:pt x="448779" y="1848002"/>
                      </a:lnTo>
                      <a:lnTo>
                        <a:pt x="481114" y="1873402"/>
                      </a:lnTo>
                      <a:lnTo>
                        <a:pt x="514819" y="1898802"/>
                      </a:lnTo>
                      <a:lnTo>
                        <a:pt x="549846" y="1936902"/>
                      </a:lnTo>
                      <a:lnTo>
                        <a:pt x="586130" y="1962302"/>
                      </a:lnTo>
                      <a:lnTo>
                        <a:pt x="623633" y="1987702"/>
                      </a:lnTo>
                      <a:lnTo>
                        <a:pt x="662292" y="2000402"/>
                      </a:lnTo>
                      <a:lnTo>
                        <a:pt x="702056" y="2025802"/>
                      </a:lnTo>
                      <a:lnTo>
                        <a:pt x="742886" y="2051202"/>
                      </a:lnTo>
                      <a:lnTo>
                        <a:pt x="871181" y="2089302"/>
                      </a:lnTo>
                      <a:lnTo>
                        <a:pt x="1007110" y="2127402"/>
                      </a:lnTo>
                      <a:lnTo>
                        <a:pt x="1291475" y="2127402"/>
                      </a:lnTo>
                      <a:lnTo>
                        <a:pt x="1337538" y="2114702"/>
                      </a:lnTo>
                      <a:lnTo>
                        <a:pt x="1471091" y="2076602"/>
                      </a:lnTo>
                      <a:lnTo>
                        <a:pt x="1555699" y="2051202"/>
                      </a:lnTo>
                      <a:lnTo>
                        <a:pt x="1596529" y="2025802"/>
                      </a:lnTo>
                      <a:lnTo>
                        <a:pt x="1636293" y="2000402"/>
                      </a:lnTo>
                      <a:lnTo>
                        <a:pt x="1674952" y="1987702"/>
                      </a:lnTo>
                      <a:lnTo>
                        <a:pt x="1712455" y="1962302"/>
                      </a:lnTo>
                      <a:lnTo>
                        <a:pt x="1748739" y="1936902"/>
                      </a:lnTo>
                      <a:lnTo>
                        <a:pt x="1783765" y="1898802"/>
                      </a:lnTo>
                      <a:lnTo>
                        <a:pt x="1817471" y="1873402"/>
                      </a:lnTo>
                      <a:lnTo>
                        <a:pt x="1849805" y="1848002"/>
                      </a:lnTo>
                      <a:lnTo>
                        <a:pt x="1880717" y="1809902"/>
                      </a:lnTo>
                      <a:lnTo>
                        <a:pt x="1910168" y="1771802"/>
                      </a:lnTo>
                      <a:lnTo>
                        <a:pt x="1938096" y="1746402"/>
                      </a:lnTo>
                      <a:lnTo>
                        <a:pt x="1964436" y="1708302"/>
                      </a:lnTo>
                      <a:lnTo>
                        <a:pt x="1989162" y="1670202"/>
                      </a:lnTo>
                      <a:lnTo>
                        <a:pt x="2012200" y="1632102"/>
                      </a:lnTo>
                      <a:lnTo>
                        <a:pt x="2033511" y="1594002"/>
                      </a:lnTo>
                      <a:lnTo>
                        <a:pt x="2053031" y="1543202"/>
                      </a:lnTo>
                      <a:lnTo>
                        <a:pt x="2070722" y="1505102"/>
                      </a:lnTo>
                      <a:lnTo>
                        <a:pt x="2086533" y="1467002"/>
                      </a:lnTo>
                      <a:lnTo>
                        <a:pt x="2100389" y="1416202"/>
                      </a:lnTo>
                      <a:lnTo>
                        <a:pt x="2112264" y="1378102"/>
                      </a:lnTo>
                      <a:lnTo>
                        <a:pt x="2122106" y="1327302"/>
                      </a:lnTo>
                      <a:lnTo>
                        <a:pt x="2129840" y="1289202"/>
                      </a:lnTo>
                      <a:lnTo>
                        <a:pt x="2135428" y="1238402"/>
                      </a:lnTo>
                      <a:lnTo>
                        <a:pt x="2138819" y="1187602"/>
                      </a:lnTo>
                      <a:lnTo>
                        <a:pt x="2139962" y="1136802"/>
                      </a:lnTo>
                      <a:close/>
                    </a:path>
                    <a:path w="2298700" h="2286000">
                      <a:moveTo>
                        <a:pt x="2298585" y="1143000"/>
                      </a:moveTo>
                      <a:lnTo>
                        <a:pt x="2297569" y="1092200"/>
                      </a:lnTo>
                      <a:lnTo>
                        <a:pt x="2294572" y="1041400"/>
                      </a:lnTo>
                      <a:lnTo>
                        <a:pt x="2289632" y="1003300"/>
                      </a:lnTo>
                      <a:lnTo>
                        <a:pt x="2282774" y="952500"/>
                      </a:lnTo>
                      <a:lnTo>
                        <a:pt x="2277643" y="922680"/>
                      </a:lnTo>
                      <a:lnTo>
                        <a:pt x="2277643" y="1143000"/>
                      </a:lnTo>
                      <a:lnTo>
                        <a:pt x="2276475" y="1193800"/>
                      </a:lnTo>
                      <a:lnTo>
                        <a:pt x="2273033" y="1244600"/>
                      </a:lnTo>
                      <a:lnTo>
                        <a:pt x="2267343" y="1295400"/>
                      </a:lnTo>
                      <a:lnTo>
                        <a:pt x="2259469" y="1346200"/>
                      </a:lnTo>
                      <a:lnTo>
                        <a:pt x="2249449" y="1397000"/>
                      </a:lnTo>
                      <a:lnTo>
                        <a:pt x="2237333" y="1447800"/>
                      </a:lnTo>
                      <a:lnTo>
                        <a:pt x="2223185" y="1485900"/>
                      </a:lnTo>
                      <a:lnTo>
                        <a:pt x="2207056" y="1536700"/>
                      </a:lnTo>
                      <a:lnTo>
                        <a:pt x="2188972" y="1587500"/>
                      </a:lnTo>
                      <a:lnTo>
                        <a:pt x="2169007" y="1625600"/>
                      </a:lnTo>
                      <a:lnTo>
                        <a:pt x="2147189" y="1676400"/>
                      </a:lnTo>
                      <a:lnTo>
                        <a:pt x="2123592" y="1714500"/>
                      </a:lnTo>
                      <a:lnTo>
                        <a:pt x="2098255" y="1752600"/>
                      </a:lnTo>
                      <a:lnTo>
                        <a:pt x="2071217" y="1790700"/>
                      </a:lnTo>
                      <a:lnTo>
                        <a:pt x="2042541" y="1828800"/>
                      </a:lnTo>
                      <a:lnTo>
                        <a:pt x="2012264" y="1866900"/>
                      </a:lnTo>
                      <a:lnTo>
                        <a:pt x="1980450" y="1905000"/>
                      </a:lnTo>
                      <a:lnTo>
                        <a:pt x="1947151" y="1943100"/>
                      </a:lnTo>
                      <a:lnTo>
                        <a:pt x="1912404" y="1968500"/>
                      </a:lnTo>
                      <a:lnTo>
                        <a:pt x="1876259" y="2006600"/>
                      </a:lnTo>
                      <a:lnTo>
                        <a:pt x="1838782" y="2032000"/>
                      </a:lnTo>
                      <a:lnTo>
                        <a:pt x="1800009" y="2070100"/>
                      </a:lnTo>
                      <a:lnTo>
                        <a:pt x="1759991" y="2095500"/>
                      </a:lnTo>
                      <a:lnTo>
                        <a:pt x="1718779" y="2120900"/>
                      </a:lnTo>
                      <a:lnTo>
                        <a:pt x="1676438" y="2146300"/>
                      </a:lnTo>
                      <a:lnTo>
                        <a:pt x="1632991" y="2159000"/>
                      </a:lnTo>
                      <a:lnTo>
                        <a:pt x="1588490" y="2184400"/>
                      </a:lnTo>
                      <a:lnTo>
                        <a:pt x="1543011" y="2197100"/>
                      </a:lnTo>
                      <a:lnTo>
                        <a:pt x="1496580" y="2222500"/>
                      </a:lnTo>
                      <a:lnTo>
                        <a:pt x="1401089" y="2247900"/>
                      </a:lnTo>
                      <a:lnTo>
                        <a:pt x="1352118" y="2247900"/>
                      </a:lnTo>
                      <a:lnTo>
                        <a:pt x="1302410" y="2260600"/>
                      </a:lnTo>
                      <a:lnTo>
                        <a:pt x="1252004" y="2260600"/>
                      </a:lnTo>
                      <a:lnTo>
                        <a:pt x="1200937" y="2273300"/>
                      </a:lnTo>
                      <a:lnTo>
                        <a:pt x="1097635" y="2273300"/>
                      </a:lnTo>
                      <a:lnTo>
                        <a:pt x="1046581" y="2260600"/>
                      </a:lnTo>
                      <a:lnTo>
                        <a:pt x="996175" y="2260600"/>
                      </a:lnTo>
                      <a:lnTo>
                        <a:pt x="946467" y="2247900"/>
                      </a:lnTo>
                      <a:lnTo>
                        <a:pt x="897496" y="2247900"/>
                      </a:lnTo>
                      <a:lnTo>
                        <a:pt x="802005" y="2222500"/>
                      </a:lnTo>
                      <a:lnTo>
                        <a:pt x="755573" y="2197100"/>
                      </a:lnTo>
                      <a:lnTo>
                        <a:pt x="710095" y="2184400"/>
                      </a:lnTo>
                      <a:lnTo>
                        <a:pt x="665607" y="2159000"/>
                      </a:lnTo>
                      <a:lnTo>
                        <a:pt x="622160" y="2146300"/>
                      </a:lnTo>
                      <a:lnTo>
                        <a:pt x="579805" y="2120900"/>
                      </a:lnTo>
                      <a:lnTo>
                        <a:pt x="538594" y="2095500"/>
                      </a:lnTo>
                      <a:lnTo>
                        <a:pt x="498589" y="2070100"/>
                      </a:lnTo>
                      <a:lnTo>
                        <a:pt x="459803" y="2032000"/>
                      </a:lnTo>
                      <a:lnTo>
                        <a:pt x="422325" y="2006600"/>
                      </a:lnTo>
                      <a:lnTo>
                        <a:pt x="386181" y="1968500"/>
                      </a:lnTo>
                      <a:lnTo>
                        <a:pt x="351434" y="1943100"/>
                      </a:lnTo>
                      <a:lnTo>
                        <a:pt x="318135" y="1905000"/>
                      </a:lnTo>
                      <a:lnTo>
                        <a:pt x="286321" y="1866900"/>
                      </a:lnTo>
                      <a:lnTo>
                        <a:pt x="256044" y="1828800"/>
                      </a:lnTo>
                      <a:lnTo>
                        <a:pt x="227368" y="1790700"/>
                      </a:lnTo>
                      <a:lnTo>
                        <a:pt x="200342" y="1752600"/>
                      </a:lnTo>
                      <a:lnTo>
                        <a:pt x="174993" y="1714500"/>
                      </a:lnTo>
                      <a:lnTo>
                        <a:pt x="151396" y="1676400"/>
                      </a:lnTo>
                      <a:lnTo>
                        <a:pt x="129578" y="1625600"/>
                      </a:lnTo>
                      <a:lnTo>
                        <a:pt x="109613" y="1587500"/>
                      </a:lnTo>
                      <a:lnTo>
                        <a:pt x="91528" y="1536700"/>
                      </a:lnTo>
                      <a:lnTo>
                        <a:pt x="75399" y="1485900"/>
                      </a:lnTo>
                      <a:lnTo>
                        <a:pt x="61252" y="1447800"/>
                      </a:lnTo>
                      <a:lnTo>
                        <a:pt x="49136" y="1397000"/>
                      </a:lnTo>
                      <a:lnTo>
                        <a:pt x="39128" y="1346200"/>
                      </a:lnTo>
                      <a:lnTo>
                        <a:pt x="31242" y="1295400"/>
                      </a:lnTo>
                      <a:lnTo>
                        <a:pt x="25552" y="1244600"/>
                      </a:lnTo>
                      <a:lnTo>
                        <a:pt x="22110" y="1193800"/>
                      </a:lnTo>
                      <a:lnTo>
                        <a:pt x="20942" y="1143000"/>
                      </a:lnTo>
                      <a:lnTo>
                        <a:pt x="22110" y="1092200"/>
                      </a:lnTo>
                      <a:lnTo>
                        <a:pt x="25552" y="1041400"/>
                      </a:lnTo>
                      <a:lnTo>
                        <a:pt x="31242" y="990600"/>
                      </a:lnTo>
                      <a:lnTo>
                        <a:pt x="39128" y="939800"/>
                      </a:lnTo>
                      <a:lnTo>
                        <a:pt x="49136" y="889000"/>
                      </a:lnTo>
                      <a:lnTo>
                        <a:pt x="61252" y="838200"/>
                      </a:lnTo>
                      <a:lnTo>
                        <a:pt x="75399" y="800100"/>
                      </a:lnTo>
                      <a:lnTo>
                        <a:pt x="91528" y="749300"/>
                      </a:lnTo>
                      <a:lnTo>
                        <a:pt x="109613" y="698500"/>
                      </a:lnTo>
                      <a:lnTo>
                        <a:pt x="129578" y="660400"/>
                      </a:lnTo>
                      <a:lnTo>
                        <a:pt x="151396" y="609600"/>
                      </a:lnTo>
                      <a:lnTo>
                        <a:pt x="174993" y="571500"/>
                      </a:lnTo>
                      <a:lnTo>
                        <a:pt x="200342" y="533400"/>
                      </a:lnTo>
                      <a:lnTo>
                        <a:pt x="227368" y="495300"/>
                      </a:lnTo>
                      <a:lnTo>
                        <a:pt x="256044" y="457200"/>
                      </a:lnTo>
                      <a:lnTo>
                        <a:pt x="286321" y="419100"/>
                      </a:lnTo>
                      <a:lnTo>
                        <a:pt x="318135" y="381000"/>
                      </a:lnTo>
                      <a:lnTo>
                        <a:pt x="351434" y="342900"/>
                      </a:lnTo>
                      <a:lnTo>
                        <a:pt x="386181" y="317500"/>
                      </a:lnTo>
                      <a:lnTo>
                        <a:pt x="422325" y="279400"/>
                      </a:lnTo>
                      <a:lnTo>
                        <a:pt x="459803" y="254000"/>
                      </a:lnTo>
                      <a:lnTo>
                        <a:pt x="498589" y="215900"/>
                      </a:lnTo>
                      <a:lnTo>
                        <a:pt x="538594" y="190500"/>
                      </a:lnTo>
                      <a:lnTo>
                        <a:pt x="579805" y="165100"/>
                      </a:lnTo>
                      <a:lnTo>
                        <a:pt x="622160" y="139700"/>
                      </a:lnTo>
                      <a:lnTo>
                        <a:pt x="665607" y="127000"/>
                      </a:lnTo>
                      <a:lnTo>
                        <a:pt x="710095" y="101600"/>
                      </a:lnTo>
                      <a:lnTo>
                        <a:pt x="755573" y="88900"/>
                      </a:lnTo>
                      <a:lnTo>
                        <a:pt x="802005" y="63500"/>
                      </a:lnTo>
                      <a:lnTo>
                        <a:pt x="897496" y="38100"/>
                      </a:lnTo>
                      <a:lnTo>
                        <a:pt x="946467" y="38100"/>
                      </a:lnTo>
                      <a:lnTo>
                        <a:pt x="996175" y="25400"/>
                      </a:lnTo>
                      <a:lnTo>
                        <a:pt x="1046581" y="25400"/>
                      </a:lnTo>
                      <a:lnTo>
                        <a:pt x="1097635" y="12700"/>
                      </a:lnTo>
                      <a:lnTo>
                        <a:pt x="1200937" y="12700"/>
                      </a:lnTo>
                      <a:lnTo>
                        <a:pt x="1252004" y="25400"/>
                      </a:lnTo>
                      <a:lnTo>
                        <a:pt x="1302410" y="25400"/>
                      </a:lnTo>
                      <a:lnTo>
                        <a:pt x="1352118" y="38100"/>
                      </a:lnTo>
                      <a:lnTo>
                        <a:pt x="1401089" y="38100"/>
                      </a:lnTo>
                      <a:lnTo>
                        <a:pt x="1496580" y="63500"/>
                      </a:lnTo>
                      <a:lnTo>
                        <a:pt x="1543011" y="88900"/>
                      </a:lnTo>
                      <a:lnTo>
                        <a:pt x="1588490" y="101600"/>
                      </a:lnTo>
                      <a:lnTo>
                        <a:pt x="1632991" y="127000"/>
                      </a:lnTo>
                      <a:lnTo>
                        <a:pt x="1676438" y="139700"/>
                      </a:lnTo>
                      <a:lnTo>
                        <a:pt x="1718779" y="165100"/>
                      </a:lnTo>
                      <a:lnTo>
                        <a:pt x="1759991" y="190500"/>
                      </a:lnTo>
                      <a:lnTo>
                        <a:pt x="1800009" y="215900"/>
                      </a:lnTo>
                      <a:lnTo>
                        <a:pt x="1838782" y="254000"/>
                      </a:lnTo>
                      <a:lnTo>
                        <a:pt x="1876259" y="279400"/>
                      </a:lnTo>
                      <a:lnTo>
                        <a:pt x="1912404" y="317500"/>
                      </a:lnTo>
                      <a:lnTo>
                        <a:pt x="1947151" y="342900"/>
                      </a:lnTo>
                      <a:lnTo>
                        <a:pt x="1980450" y="381000"/>
                      </a:lnTo>
                      <a:lnTo>
                        <a:pt x="2012264" y="419100"/>
                      </a:lnTo>
                      <a:lnTo>
                        <a:pt x="2042541" y="457200"/>
                      </a:lnTo>
                      <a:lnTo>
                        <a:pt x="2071217" y="495300"/>
                      </a:lnTo>
                      <a:lnTo>
                        <a:pt x="2098255" y="533400"/>
                      </a:lnTo>
                      <a:lnTo>
                        <a:pt x="2123592" y="571500"/>
                      </a:lnTo>
                      <a:lnTo>
                        <a:pt x="2147189" y="609600"/>
                      </a:lnTo>
                      <a:lnTo>
                        <a:pt x="2169007" y="660400"/>
                      </a:lnTo>
                      <a:lnTo>
                        <a:pt x="2188972" y="698500"/>
                      </a:lnTo>
                      <a:lnTo>
                        <a:pt x="2207056" y="749300"/>
                      </a:lnTo>
                      <a:lnTo>
                        <a:pt x="2223185" y="800100"/>
                      </a:lnTo>
                      <a:lnTo>
                        <a:pt x="2237333" y="838200"/>
                      </a:lnTo>
                      <a:lnTo>
                        <a:pt x="2249449" y="889000"/>
                      </a:lnTo>
                      <a:lnTo>
                        <a:pt x="2259469" y="939800"/>
                      </a:lnTo>
                      <a:lnTo>
                        <a:pt x="2267343" y="990600"/>
                      </a:lnTo>
                      <a:lnTo>
                        <a:pt x="2273033" y="1041400"/>
                      </a:lnTo>
                      <a:lnTo>
                        <a:pt x="2276475" y="1092200"/>
                      </a:lnTo>
                      <a:lnTo>
                        <a:pt x="2277643" y="1143000"/>
                      </a:lnTo>
                      <a:lnTo>
                        <a:pt x="2277643" y="922680"/>
                      </a:lnTo>
                      <a:lnTo>
                        <a:pt x="2274036" y="901700"/>
                      </a:lnTo>
                      <a:lnTo>
                        <a:pt x="2263483" y="863600"/>
                      </a:lnTo>
                      <a:lnTo>
                        <a:pt x="2251138" y="812800"/>
                      </a:lnTo>
                      <a:lnTo>
                        <a:pt x="2237028" y="774700"/>
                      </a:lnTo>
                      <a:lnTo>
                        <a:pt x="2221217" y="723900"/>
                      </a:lnTo>
                      <a:lnTo>
                        <a:pt x="2203742" y="685800"/>
                      </a:lnTo>
                      <a:lnTo>
                        <a:pt x="2184628" y="647700"/>
                      </a:lnTo>
                      <a:lnTo>
                        <a:pt x="2163927" y="596900"/>
                      </a:lnTo>
                      <a:lnTo>
                        <a:pt x="2141677" y="558800"/>
                      </a:lnTo>
                      <a:lnTo>
                        <a:pt x="2117902" y="520700"/>
                      </a:lnTo>
                      <a:lnTo>
                        <a:pt x="2092667" y="482600"/>
                      </a:lnTo>
                      <a:lnTo>
                        <a:pt x="2065997" y="444500"/>
                      </a:lnTo>
                      <a:lnTo>
                        <a:pt x="2037943" y="419100"/>
                      </a:lnTo>
                      <a:lnTo>
                        <a:pt x="2008530" y="381000"/>
                      </a:lnTo>
                      <a:lnTo>
                        <a:pt x="1977809" y="342900"/>
                      </a:lnTo>
                      <a:lnTo>
                        <a:pt x="1945805" y="317500"/>
                      </a:lnTo>
                      <a:lnTo>
                        <a:pt x="1912581" y="279400"/>
                      </a:lnTo>
                      <a:lnTo>
                        <a:pt x="1878164" y="254000"/>
                      </a:lnTo>
                      <a:lnTo>
                        <a:pt x="1842592" y="228600"/>
                      </a:lnTo>
                      <a:lnTo>
                        <a:pt x="1805901" y="203200"/>
                      </a:lnTo>
                      <a:lnTo>
                        <a:pt x="1768144" y="177800"/>
                      </a:lnTo>
                      <a:lnTo>
                        <a:pt x="1729359" y="152400"/>
                      </a:lnTo>
                      <a:lnTo>
                        <a:pt x="1689582" y="127000"/>
                      </a:lnTo>
                      <a:lnTo>
                        <a:pt x="1648841" y="101600"/>
                      </a:lnTo>
                      <a:lnTo>
                        <a:pt x="1564678" y="76200"/>
                      </a:lnTo>
                      <a:lnTo>
                        <a:pt x="1521320" y="50800"/>
                      </a:lnTo>
                      <a:lnTo>
                        <a:pt x="1386662" y="12700"/>
                      </a:lnTo>
                      <a:lnTo>
                        <a:pt x="1340370" y="12700"/>
                      </a:lnTo>
                      <a:lnTo>
                        <a:pt x="1293456" y="0"/>
                      </a:lnTo>
                      <a:lnTo>
                        <a:pt x="1005128" y="0"/>
                      </a:lnTo>
                      <a:lnTo>
                        <a:pt x="958202" y="12700"/>
                      </a:lnTo>
                      <a:lnTo>
                        <a:pt x="911923" y="12700"/>
                      </a:lnTo>
                      <a:lnTo>
                        <a:pt x="777265" y="50800"/>
                      </a:lnTo>
                      <a:lnTo>
                        <a:pt x="733907" y="76200"/>
                      </a:lnTo>
                      <a:lnTo>
                        <a:pt x="649744" y="101600"/>
                      </a:lnTo>
                      <a:lnTo>
                        <a:pt x="609003" y="127000"/>
                      </a:lnTo>
                      <a:lnTo>
                        <a:pt x="569226" y="152400"/>
                      </a:lnTo>
                      <a:lnTo>
                        <a:pt x="530440" y="177800"/>
                      </a:lnTo>
                      <a:lnTo>
                        <a:pt x="492683" y="203200"/>
                      </a:lnTo>
                      <a:lnTo>
                        <a:pt x="455993" y="228600"/>
                      </a:lnTo>
                      <a:lnTo>
                        <a:pt x="420433" y="254000"/>
                      </a:lnTo>
                      <a:lnTo>
                        <a:pt x="386003" y="279400"/>
                      </a:lnTo>
                      <a:lnTo>
                        <a:pt x="352780" y="317500"/>
                      </a:lnTo>
                      <a:lnTo>
                        <a:pt x="320789" y="342900"/>
                      </a:lnTo>
                      <a:lnTo>
                        <a:pt x="290068" y="381000"/>
                      </a:lnTo>
                      <a:lnTo>
                        <a:pt x="260654" y="419100"/>
                      </a:lnTo>
                      <a:lnTo>
                        <a:pt x="232587" y="444500"/>
                      </a:lnTo>
                      <a:lnTo>
                        <a:pt x="205917" y="482600"/>
                      </a:lnTo>
                      <a:lnTo>
                        <a:pt x="180682" y="520700"/>
                      </a:lnTo>
                      <a:lnTo>
                        <a:pt x="156921" y="558800"/>
                      </a:lnTo>
                      <a:lnTo>
                        <a:pt x="134670" y="596900"/>
                      </a:lnTo>
                      <a:lnTo>
                        <a:pt x="113957" y="647700"/>
                      </a:lnTo>
                      <a:lnTo>
                        <a:pt x="94856" y="685800"/>
                      </a:lnTo>
                      <a:lnTo>
                        <a:pt x="77368" y="723900"/>
                      </a:lnTo>
                      <a:lnTo>
                        <a:pt x="61556" y="774700"/>
                      </a:lnTo>
                      <a:lnTo>
                        <a:pt x="47459" y="812800"/>
                      </a:lnTo>
                      <a:lnTo>
                        <a:pt x="35102" y="863600"/>
                      </a:lnTo>
                      <a:lnTo>
                        <a:pt x="24549" y="901700"/>
                      </a:lnTo>
                      <a:lnTo>
                        <a:pt x="15824" y="952500"/>
                      </a:lnTo>
                      <a:lnTo>
                        <a:pt x="8966" y="1003300"/>
                      </a:lnTo>
                      <a:lnTo>
                        <a:pt x="4013" y="1041400"/>
                      </a:lnTo>
                      <a:lnTo>
                        <a:pt x="1016" y="1092200"/>
                      </a:lnTo>
                      <a:lnTo>
                        <a:pt x="0" y="1143000"/>
                      </a:lnTo>
                      <a:lnTo>
                        <a:pt x="1016" y="1193800"/>
                      </a:lnTo>
                      <a:lnTo>
                        <a:pt x="4013" y="1244600"/>
                      </a:lnTo>
                      <a:lnTo>
                        <a:pt x="8966" y="1282700"/>
                      </a:lnTo>
                      <a:lnTo>
                        <a:pt x="15824" y="1333500"/>
                      </a:lnTo>
                      <a:lnTo>
                        <a:pt x="24549" y="1384300"/>
                      </a:lnTo>
                      <a:lnTo>
                        <a:pt x="35102" y="1422400"/>
                      </a:lnTo>
                      <a:lnTo>
                        <a:pt x="47459" y="1473200"/>
                      </a:lnTo>
                      <a:lnTo>
                        <a:pt x="61556" y="1511300"/>
                      </a:lnTo>
                      <a:lnTo>
                        <a:pt x="77368" y="1562100"/>
                      </a:lnTo>
                      <a:lnTo>
                        <a:pt x="94856" y="1600200"/>
                      </a:lnTo>
                      <a:lnTo>
                        <a:pt x="113957" y="1638300"/>
                      </a:lnTo>
                      <a:lnTo>
                        <a:pt x="134670" y="1689100"/>
                      </a:lnTo>
                      <a:lnTo>
                        <a:pt x="156921" y="1727200"/>
                      </a:lnTo>
                      <a:lnTo>
                        <a:pt x="180682" y="1765300"/>
                      </a:lnTo>
                      <a:lnTo>
                        <a:pt x="205917" y="1803400"/>
                      </a:lnTo>
                      <a:lnTo>
                        <a:pt x="232587" y="1841500"/>
                      </a:lnTo>
                      <a:lnTo>
                        <a:pt x="260654" y="1866900"/>
                      </a:lnTo>
                      <a:lnTo>
                        <a:pt x="290068" y="1905000"/>
                      </a:lnTo>
                      <a:lnTo>
                        <a:pt x="320789" y="1943100"/>
                      </a:lnTo>
                      <a:lnTo>
                        <a:pt x="352780" y="1968500"/>
                      </a:lnTo>
                      <a:lnTo>
                        <a:pt x="386003" y="2006600"/>
                      </a:lnTo>
                      <a:lnTo>
                        <a:pt x="420433" y="2032000"/>
                      </a:lnTo>
                      <a:lnTo>
                        <a:pt x="455993" y="2057400"/>
                      </a:lnTo>
                      <a:lnTo>
                        <a:pt x="492683" y="2082800"/>
                      </a:lnTo>
                      <a:lnTo>
                        <a:pt x="530440" y="2108200"/>
                      </a:lnTo>
                      <a:lnTo>
                        <a:pt x="569226" y="2133600"/>
                      </a:lnTo>
                      <a:lnTo>
                        <a:pt x="609003" y="2159000"/>
                      </a:lnTo>
                      <a:lnTo>
                        <a:pt x="649744" y="2184400"/>
                      </a:lnTo>
                      <a:lnTo>
                        <a:pt x="733907" y="2209800"/>
                      </a:lnTo>
                      <a:lnTo>
                        <a:pt x="777265" y="2235200"/>
                      </a:lnTo>
                      <a:lnTo>
                        <a:pt x="911923" y="2273300"/>
                      </a:lnTo>
                      <a:lnTo>
                        <a:pt x="958202" y="2273300"/>
                      </a:lnTo>
                      <a:lnTo>
                        <a:pt x="1005128" y="2286000"/>
                      </a:lnTo>
                      <a:lnTo>
                        <a:pt x="1293456" y="2286000"/>
                      </a:lnTo>
                      <a:lnTo>
                        <a:pt x="1340370" y="2273300"/>
                      </a:lnTo>
                      <a:lnTo>
                        <a:pt x="1386662" y="2273300"/>
                      </a:lnTo>
                      <a:lnTo>
                        <a:pt x="1521320" y="2235200"/>
                      </a:lnTo>
                      <a:lnTo>
                        <a:pt x="1564678" y="2209800"/>
                      </a:lnTo>
                      <a:lnTo>
                        <a:pt x="1648841" y="2184400"/>
                      </a:lnTo>
                      <a:lnTo>
                        <a:pt x="1689582" y="2159000"/>
                      </a:lnTo>
                      <a:lnTo>
                        <a:pt x="1729359" y="2133600"/>
                      </a:lnTo>
                      <a:lnTo>
                        <a:pt x="1768144" y="2108200"/>
                      </a:lnTo>
                      <a:lnTo>
                        <a:pt x="1805901" y="2082800"/>
                      </a:lnTo>
                      <a:lnTo>
                        <a:pt x="1842592" y="2057400"/>
                      </a:lnTo>
                      <a:lnTo>
                        <a:pt x="1878164" y="2032000"/>
                      </a:lnTo>
                      <a:lnTo>
                        <a:pt x="1912581" y="2006600"/>
                      </a:lnTo>
                      <a:lnTo>
                        <a:pt x="1945805" y="1968500"/>
                      </a:lnTo>
                      <a:lnTo>
                        <a:pt x="1977809" y="1943100"/>
                      </a:lnTo>
                      <a:lnTo>
                        <a:pt x="2008530" y="1905000"/>
                      </a:lnTo>
                      <a:lnTo>
                        <a:pt x="2037943" y="1866900"/>
                      </a:lnTo>
                      <a:lnTo>
                        <a:pt x="2065997" y="1841500"/>
                      </a:lnTo>
                      <a:lnTo>
                        <a:pt x="2092667" y="1803400"/>
                      </a:lnTo>
                      <a:lnTo>
                        <a:pt x="2117902" y="1765300"/>
                      </a:lnTo>
                      <a:lnTo>
                        <a:pt x="2141677" y="1727200"/>
                      </a:lnTo>
                      <a:lnTo>
                        <a:pt x="2163927" y="1689100"/>
                      </a:lnTo>
                      <a:lnTo>
                        <a:pt x="2184628" y="1638300"/>
                      </a:lnTo>
                      <a:lnTo>
                        <a:pt x="2203742" y="1600200"/>
                      </a:lnTo>
                      <a:lnTo>
                        <a:pt x="2221217" y="1562100"/>
                      </a:lnTo>
                      <a:lnTo>
                        <a:pt x="2237028" y="1511300"/>
                      </a:lnTo>
                      <a:lnTo>
                        <a:pt x="2251138" y="1473200"/>
                      </a:lnTo>
                      <a:lnTo>
                        <a:pt x="2263483" y="1422400"/>
                      </a:lnTo>
                      <a:lnTo>
                        <a:pt x="2274036" y="1384300"/>
                      </a:lnTo>
                      <a:lnTo>
                        <a:pt x="2282774" y="1333500"/>
                      </a:lnTo>
                      <a:lnTo>
                        <a:pt x="2289632" y="1282700"/>
                      </a:lnTo>
                      <a:lnTo>
                        <a:pt x="2294572" y="1244600"/>
                      </a:lnTo>
                      <a:lnTo>
                        <a:pt x="2297569" y="1193800"/>
                      </a:lnTo>
                      <a:lnTo>
                        <a:pt x="2298585" y="11430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" name="object 10"/>
                <p:cNvSpPr/>
                <p:nvPr/>
              </p:nvSpPr>
              <p:spPr>
                <a:xfrm>
                  <a:off x="16457411" y="1298532"/>
                  <a:ext cx="890905" cy="8909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0905" h="890905">
                      <a:moveTo>
                        <a:pt x="445326" y="0"/>
                      </a:moveTo>
                      <a:lnTo>
                        <a:pt x="396802" y="2613"/>
                      </a:lnTo>
                      <a:lnTo>
                        <a:pt x="349792" y="10271"/>
                      </a:lnTo>
                      <a:lnTo>
                        <a:pt x="304567" y="22702"/>
                      </a:lnTo>
                      <a:lnTo>
                        <a:pt x="261399" y="39636"/>
                      </a:lnTo>
                      <a:lnTo>
                        <a:pt x="220560" y="60799"/>
                      </a:lnTo>
                      <a:lnTo>
                        <a:pt x="182321" y="85921"/>
                      </a:lnTo>
                      <a:lnTo>
                        <a:pt x="146953" y="114729"/>
                      </a:lnTo>
                      <a:lnTo>
                        <a:pt x="114729" y="146953"/>
                      </a:lnTo>
                      <a:lnTo>
                        <a:pt x="85921" y="182321"/>
                      </a:lnTo>
                      <a:lnTo>
                        <a:pt x="60799" y="220560"/>
                      </a:lnTo>
                      <a:lnTo>
                        <a:pt x="39636" y="261399"/>
                      </a:lnTo>
                      <a:lnTo>
                        <a:pt x="22702" y="304567"/>
                      </a:lnTo>
                      <a:lnTo>
                        <a:pt x="10271" y="349792"/>
                      </a:lnTo>
                      <a:lnTo>
                        <a:pt x="2613" y="396802"/>
                      </a:lnTo>
                      <a:lnTo>
                        <a:pt x="0" y="445326"/>
                      </a:lnTo>
                      <a:lnTo>
                        <a:pt x="2613" y="493850"/>
                      </a:lnTo>
                      <a:lnTo>
                        <a:pt x="10271" y="540860"/>
                      </a:lnTo>
                      <a:lnTo>
                        <a:pt x="22702" y="586085"/>
                      </a:lnTo>
                      <a:lnTo>
                        <a:pt x="39636" y="629253"/>
                      </a:lnTo>
                      <a:lnTo>
                        <a:pt x="60799" y="670093"/>
                      </a:lnTo>
                      <a:lnTo>
                        <a:pt x="85921" y="708332"/>
                      </a:lnTo>
                      <a:lnTo>
                        <a:pt x="114729" y="743699"/>
                      </a:lnTo>
                      <a:lnTo>
                        <a:pt x="146953" y="775923"/>
                      </a:lnTo>
                      <a:lnTo>
                        <a:pt x="182321" y="804732"/>
                      </a:lnTo>
                      <a:lnTo>
                        <a:pt x="220560" y="829854"/>
                      </a:lnTo>
                      <a:lnTo>
                        <a:pt x="261399" y="851017"/>
                      </a:lnTo>
                      <a:lnTo>
                        <a:pt x="304567" y="867950"/>
                      </a:lnTo>
                      <a:lnTo>
                        <a:pt x="349792" y="880382"/>
                      </a:lnTo>
                      <a:lnTo>
                        <a:pt x="396802" y="888040"/>
                      </a:lnTo>
                      <a:lnTo>
                        <a:pt x="445326" y="890653"/>
                      </a:lnTo>
                      <a:lnTo>
                        <a:pt x="493850" y="888040"/>
                      </a:lnTo>
                      <a:lnTo>
                        <a:pt x="540860" y="880382"/>
                      </a:lnTo>
                      <a:lnTo>
                        <a:pt x="586085" y="867950"/>
                      </a:lnTo>
                      <a:lnTo>
                        <a:pt x="629253" y="851017"/>
                      </a:lnTo>
                      <a:lnTo>
                        <a:pt x="670093" y="829854"/>
                      </a:lnTo>
                      <a:lnTo>
                        <a:pt x="708332" y="804732"/>
                      </a:lnTo>
                      <a:lnTo>
                        <a:pt x="743699" y="775923"/>
                      </a:lnTo>
                      <a:lnTo>
                        <a:pt x="775923" y="743699"/>
                      </a:lnTo>
                      <a:lnTo>
                        <a:pt x="804732" y="708332"/>
                      </a:lnTo>
                      <a:lnTo>
                        <a:pt x="829854" y="670093"/>
                      </a:lnTo>
                      <a:lnTo>
                        <a:pt x="851017" y="629253"/>
                      </a:lnTo>
                      <a:lnTo>
                        <a:pt x="867950" y="586085"/>
                      </a:lnTo>
                      <a:lnTo>
                        <a:pt x="880382" y="540860"/>
                      </a:lnTo>
                      <a:lnTo>
                        <a:pt x="888040" y="493850"/>
                      </a:lnTo>
                      <a:lnTo>
                        <a:pt x="890653" y="445326"/>
                      </a:lnTo>
                      <a:lnTo>
                        <a:pt x="888040" y="396802"/>
                      </a:lnTo>
                      <a:lnTo>
                        <a:pt x="880382" y="349792"/>
                      </a:lnTo>
                      <a:lnTo>
                        <a:pt x="867950" y="304567"/>
                      </a:lnTo>
                      <a:lnTo>
                        <a:pt x="851017" y="261399"/>
                      </a:lnTo>
                      <a:lnTo>
                        <a:pt x="829854" y="220560"/>
                      </a:lnTo>
                      <a:lnTo>
                        <a:pt x="804732" y="182321"/>
                      </a:lnTo>
                      <a:lnTo>
                        <a:pt x="775923" y="146953"/>
                      </a:lnTo>
                      <a:lnTo>
                        <a:pt x="743699" y="114729"/>
                      </a:lnTo>
                      <a:lnTo>
                        <a:pt x="708332" y="85921"/>
                      </a:lnTo>
                      <a:lnTo>
                        <a:pt x="670093" y="60799"/>
                      </a:lnTo>
                      <a:lnTo>
                        <a:pt x="629253" y="39636"/>
                      </a:lnTo>
                      <a:lnTo>
                        <a:pt x="586085" y="22702"/>
                      </a:lnTo>
                      <a:lnTo>
                        <a:pt x="540860" y="10271"/>
                      </a:lnTo>
                      <a:lnTo>
                        <a:pt x="493850" y="2613"/>
                      </a:lnTo>
                      <a:lnTo>
                        <a:pt x="4453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1" name="object 11"/>
                <p:cNvSpPr/>
                <p:nvPr/>
              </p:nvSpPr>
              <p:spPr>
                <a:xfrm>
                  <a:off x="16537877" y="1448809"/>
                  <a:ext cx="701675" cy="342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675" h="342264">
                      <a:moveTo>
                        <a:pt x="220383" y="284861"/>
                      </a:moveTo>
                      <a:lnTo>
                        <a:pt x="214896" y="270243"/>
                      </a:lnTo>
                      <a:lnTo>
                        <a:pt x="197739" y="224320"/>
                      </a:lnTo>
                      <a:lnTo>
                        <a:pt x="213055" y="178917"/>
                      </a:lnTo>
                      <a:lnTo>
                        <a:pt x="218389" y="163093"/>
                      </a:lnTo>
                      <a:lnTo>
                        <a:pt x="217576" y="157924"/>
                      </a:lnTo>
                      <a:lnTo>
                        <a:pt x="213207" y="152120"/>
                      </a:lnTo>
                      <a:lnTo>
                        <a:pt x="212064" y="150596"/>
                      </a:lnTo>
                      <a:lnTo>
                        <a:pt x="211620" y="150012"/>
                      </a:lnTo>
                      <a:lnTo>
                        <a:pt x="206921" y="147739"/>
                      </a:lnTo>
                      <a:lnTo>
                        <a:pt x="182867" y="148805"/>
                      </a:lnTo>
                      <a:lnTo>
                        <a:pt x="182867" y="270243"/>
                      </a:lnTo>
                      <a:lnTo>
                        <a:pt x="146304" y="269836"/>
                      </a:lnTo>
                      <a:lnTo>
                        <a:pt x="136486" y="269836"/>
                      </a:lnTo>
                      <a:lnTo>
                        <a:pt x="132943" y="270878"/>
                      </a:lnTo>
                      <a:lnTo>
                        <a:pt x="96469" y="299885"/>
                      </a:lnTo>
                      <a:lnTo>
                        <a:pt x="82575" y="255422"/>
                      </a:lnTo>
                      <a:lnTo>
                        <a:pt x="80454" y="252577"/>
                      </a:lnTo>
                      <a:lnTo>
                        <a:pt x="41605" y="226872"/>
                      </a:lnTo>
                      <a:lnTo>
                        <a:pt x="79603" y="199910"/>
                      </a:lnTo>
                      <a:lnTo>
                        <a:pt x="81648" y="197002"/>
                      </a:lnTo>
                      <a:lnTo>
                        <a:pt x="94081" y="152120"/>
                      </a:lnTo>
                      <a:lnTo>
                        <a:pt x="131457" y="179920"/>
                      </a:lnTo>
                      <a:lnTo>
                        <a:pt x="134962" y="180975"/>
                      </a:lnTo>
                      <a:lnTo>
                        <a:pt x="181394" y="178917"/>
                      </a:lnTo>
                      <a:lnTo>
                        <a:pt x="166649" y="222580"/>
                      </a:lnTo>
                      <a:lnTo>
                        <a:pt x="166649" y="226872"/>
                      </a:lnTo>
                      <a:lnTo>
                        <a:pt x="182867" y="270243"/>
                      </a:lnTo>
                      <a:lnTo>
                        <a:pt x="182867" y="148805"/>
                      </a:lnTo>
                      <a:lnTo>
                        <a:pt x="142328" y="150596"/>
                      </a:lnTo>
                      <a:lnTo>
                        <a:pt x="90462" y="112026"/>
                      </a:lnTo>
                      <a:lnTo>
                        <a:pt x="85280" y="111213"/>
                      </a:lnTo>
                      <a:lnTo>
                        <a:pt x="75946" y="114414"/>
                      </a:lnTo>
                      <a:lnTo>
                        <a:pt x="72351" y="118237"/>
                      </a:lnTo>
                      <a:lnTo>
                        <a:pt x="55079" y="180517"/>
                      </a:lnTo>
                      <a:lnTo>
                        <a:pt x="2362" y="217919"/>
                      </a:lnTo>
                      <a:lnTo>
                        <a:pt x="0" y="222580"/>
                      </a:lnTo>
                      <a:lnTo>
                        <a:pt x="63" y="226606"/>
                      </a:lnTo>
                      <a:lnTo>
                        <a:pt x="165" y="232486"/>
                      </a:lnTo>
                      <a:lnTo>
                        <a:pt x="2679" y="237070"/>
                      </a:lnTo>
                      <a:lnTo>
                        <a:pt x="56578" y="272745"/>
                      </a:lnTo>
                      <a:lnTo>
                        <a:pt x="75857" y="334429"/>
                      </a:lnTo>
                      <a:lnTo>
                        <a:pt x="79552" y="338124"/>
                      </a:lnTo>
                      <a:lnTo>
                        <a:pt x="85725" y="340017"/>
                      </a:lnTo>
                      <a:lnTo>
                        <a:pt x="87210" y="340233"/>
                      </a:lnTo>
                      <a:lnTo>
                        <a:pt x="92036" y="340233"/>
                      </a:lnTo>
                      <a:lnTo>
                        <a:pt x="95326" y="339115"/>
                      </a:lnTo>
                      <a:lnTo>
                        <a:pt x="144665" y="299885"/>
                      </a:lnTo>
                      <a:lnTo>
                        <a:pt x="150342" y="299885"/>
                      </a:lnTo>
                      <a:lnTo>
                        <a:pt x="204431" y="300482"/>
                      </a:lnTo>
                      <a:lnTo>
                        <a:pt x="209042" y="300482"/>
                      </a:lnTo>
                      <a:lnTo>
                        <a:pt x="214033" y="298157"/>
                      </a:lnTo>
                      <a:lnTo>
                        <a:pt x="219710" y="290055"/>
                      </a:lnTo>
                      <a:lnTo>
                        <a:pt x="220383" y="284861"/>
                      </a:lnTo>
                      <a:close/>
                    </a:path>
                    <a:path w="701675" h="342264">
                      <a:moveTo>
                        <a:pt x="465709" y="87083"/>
                      </a:moveTo>
                      <a:lnTo>
                        <a:pt x="462661" y="77673"/>
                      </a:lnTo>
                      <a:lnTo>
                        <a:pt x="458901" y="74028"/>
                      </a:lnTo>
                      <a:lnTo>
                        <a:pt x="424688" y="63957"/>
                      </a:lnTo>
                      <a:lnTo>
                        <a:pt x="424688" y="95224"/>
                      </a:lnTo>
                      <a:lnTo>
                        <a:pt x="396278" y="132143"/>
                      </a:lnTo>
                      <a:lnTo>
                        <a:pt x="395173" y="135521"/>
                      </a:lnTo>
                      <a:lnTo>
                        <a:pt x="396468" y="182079"/>
                      </a:lnTo>
                      <a:lnTo>
                        <a:pt x="352564" y="166484"/>
                      </a:lnTo>
                      <a:lnTo>
                        <a:pt x="349021" y="166484"/>
                      </a:lnTo>
                      <a:lnTo>
                        <a:pt x="305130" y="182079"/>
                      </a:lnTo>
                      <a:lnTo>
                        <a:pt x="306184" y="143471"/>
                      </a:lnTo>
                      <a:lnTo>
                        <a:pt x="306311" y="138976"/>
                      </a:lnTo>
                      <a:lnTo>
                        <a:pt x="306400" y="135521"/>
                      </a:lnTo>
                      <a:lnTo>
                        <a:pt x="305308" y="132143"/>
                      </a:lnTo>
                      <a:lnTo>
                        <a:pt x="276910" y="95224"/>
                      </a:lnTo>
                      <a:lnTo>
                        <a:pt x="321589" y="82042"/>
                      </a:lnTo>
                      <a:lnTo>
                        <a:pt x="324472" y="79959"/>
                      </a:lnTo>
                      <a:lnTo>
                        <a:pt x="350799" y="41529"/>
                      </a:lnTo>
                      <a:lnTo>
                        <a:pt x="377139" y="79959"/>
                      </a:lnTo>
                      <a:lnTo>
                        <a:pt x="380009" y="82042"/>
                      </a:lnTo>
                      <a:lnTo>
                        <a:pt x="424688" y="95224"/>
                      </a:lnTo>
                      <a:lnTo>
                        <a:pt x="424688" y="63957"/>
                      </a:lnTo>
                      <a:lnTo>
                        <a:pt x="396900" y="55765"/>
                      </a:lnTo>
                      <a:lnTo>
                        <a:pt x="387159" y="41529"/>
                      </a:lnTo>
                      <a:lnTo>
                        <a:pt x="360375" y="2438"/>
                      </a:lnTo>
                      <a:lnTo>
                        <a:pt x="355739" y="0"/>
                      </a:lnTo>
                      <a:lnTo>
                        <a:pt x="345859" y="0"/>
                      </a:lnTo>
                      <a:lnTo>
                        <a:pt x="341236" y="2438"/>
                      </a:lnTo>
                      <a:lnTo>
                        <a:pt x="304647" y="55765"/>
                      </a:lnTo>
                      <a:lnTo>
                        <a:pt x="242684" y="74028"/>
                      </a:lnTo>
                      <a:lnTo>
                        <a:pt x="238937" y="77673"/>
                      </a:lnTo>
                      <a:lnTo>
                        <a:pt x="235877" y="87083"/>
                      </a:lnTo>
                      <a:lnTo>
                        <a:pt x="236766" y="92252"/>
                      </a:lnTo>
                      <a:lnTo>
                        <a:pt x="276186" y="143471"/>
                      </a:lnTo>
                      <a:lnTo>
                        <a:pt x="274396" y="208076"/>
                      </a:lnTo>
                      <a:lnTo>
                        <a:pt x="276707" y="212775"/>
                      </a:lnTo>
                      <a:lnTo>
                        <a:pt x="284721" y="218592"/>
                      </a:lnTo>
                      <a:lnTo>
                        <a:pt x="289902" y="219329"/>
                      </a:lnTo>
                      <a:lnTo>
                        <a:pt x="350799" y="197688"/>
                      </a:lnTo>
                      <a:lnTo>
                        <a:pt x="408673" y="218262"/>
                      </a:lnTo>
                      <a:lnTo>
                        <a:pt x="410692" y="218592"/>
                      </a:lnTo>
                      <a:lnTo>
                        <a:pt x="415023" y="218592"/>
                      </a:lnTo>
                      <a:lnTo>
                        <a:pt x="418274" y="217563"/>
                      </a:lnTo>
                      <a:lnTo>
                        <a:pt x="424865" y="212775"/>
                      </a:lnTo>
                      <a:lnTo>
                        <a:pt x="427189" y="208076"/>
                      </a:lnTo>
                      <a:lnTo>
                        <a:pt x="426897" y="197688"/>
                      </a:lnTo>
                      <a:lnTo>
                        <a:pt x="426466" y="182079"/>
                      </a:lnTo>
                      <a:lnTo>
                        <a:pt x="425411" y="143471"/>
                      </a:lnTo>
                      <a:lnTo>
                        <a:pt x="464832" y="92252"/>
                      </a:lnTo>
                      <a:lnTo>
                        <a:pt x="465709" y="87083"/>
                      </a:lnTo>
                      <a:close/>
                    </a:path>
                    <a:path w="701675" h="342264">
                      <a:moveTo>
                        <a:pt x="701611" y="224599"/>
                      </a:moveTo>
                      <a:lnTo>
                        <a:pt x="699236" y="219938"/>
                      </a:lnTo>
                      <a:lnTo>
                        <a:pt x="659993" y="192100"/>
                      </a:lnTo>
                      <a:lnTo>
                        <a:pt x="659993" y="228866"/>
                      </a:lnTo>
                      <a:lnTo>
                        <a:pt x="621144" y="254596"/>
                      </a:lnTo>
                      <a:lnTo>
                        <a:pt x="618998" y="257429"/>
                      </a:lnTo>
                      <a:lnTo>
                        <a:pt x="605116" y="301904"/>
                      </a:lnTo>
                      <a:lnTo>
                        <a:pt x="568706" y="272923"/>
                      </a:lnTo>
                      <a:lnTo>
                        <a:pt x="566826" y="272262"/>
                      </a:lnTo>
                      <a:lnTo>
                        <a:pt x="565416" y="271780"/>
                      </a:lnTo>
                      <a:lnTo>
                        <a:pt x="561848" y="271780"/>
                      </a:lnTo>
                      <a:lnTo>
                        <a:pt x="518718" y="272262"/>
                      </a:lnTo>
                      <a:lnTo>
                        <a:pt x="534949" y="228866"/>
                      </a:lnTo>
                      <a:lnTo>
                        <a:pt x="535038" y="228625"/>
                      </a:lnTo>
                      <a:lnTo>
                        <a:pt x="535101" y="225082"/>
                      </a:lnTo>
                      <a:lnTo>
                        <a:pt x="520204" y="180936"/>
                      </a:lnTo>
                      <a:lnTo>
                        <a:pt x="566699" y="182981"/>
                      </a:lnTo>
                      <a:lnTo>
                        <a:pt x="570141" y="181940"/>
                      </a:lnTo>
                      <a:lnTo>
                        <a:pt x="571487" y="180936"/>
                      </a:lnTo>
                      <a:lnTo>
                        <a:pt x="607517" y="154114"/>
                      </a:lnTo>
                      <a:lnTo>
                        <a:pt x="619950" y="199009"/>
                      </a:lnTo>
                      <a:lnTo>
                        <a:pt x="621995" y="201917"/>
                      </a:lnTo>
                      <a:lnTo>
                        <a:pt x="659993" y="228866"/>
                      </a:lnTo>
                      <a:lnTo>
                        <a:pt x="659993" y="192100"/>
                      </a:lnTo>
                      <a:lnTo>
                        <a:pt x="646531" y="182537"/>
                      </a:lnTo>
                      <a:lnTo>
                        <a:pt x="638644" y="154114"/>
                      </a:lnTo>
                      <a:lnTo>
                        <a:pt x="638225" y="152628"/>
                      </a:lnTo>
                      <a:lnTo>
                        <a:pt x="629246" y="120256"/>
                      </a:lnTo>
                      <a:lnTo>
                        <a:pt x="625652" y="116446"/>
                      </a:lnTo>
                      <a:lnTo>
                        <a:pt x="616292" y="113233"/>
                      </a:lnTo>
                      <a:lnTo>
                        <a:pt x="611124" y="114046"/>
                      </a:lnTo>
                      <a:lnTo>
                        <a:pt x="559282" y="152628"/>
                      </a:lnTo>
                      <a:lnTo>
                        <a:pt x="494779" y="149796"/>
                      </a:lnTo>
                      <a:lnTo>
                        <a:pt x="489978" y="152031"/>
                      </a:lnTo>
                      <a:lnTo>
                        <a:pt x="484022" y="159931"/>
                      </a:lnTo>
                      <a:lnTo>
                        <a:pt x="483209" y="165100"/>
                      </a:lnTo>
                      <a:lnTo>
                        <a:pt x="503859" y="226339"/>
                      </a:lnTo>
                      <a:lnTo>
                        <a:pt x="481215" y="286880"/>
                      </a:lnTo>
                      <a:lnTo>
                        <a:pt x="481901" y="292074"/>
                      </a:lnTo>
                      <a:lnTo>
                        <a:pt x="484720" y="296125"/>
                      </a:lnTo>
                      <a:lnTo>
                        <a:pt x="487578" y="300189"/>
                      </a:lnTo>
                      <a:lnTo>
                        <a:pt x="492391" y="302514"/>
                      </a:lnTo>
                      <a:lnTo>
                        <a:pt x="497179" y="302514"/>
                      </a:lnTo>
                      <a:lnTo>
                        <a:pt x="551268" y="301904"/>
                      </a:lnTo>
                      <a:lnTo>
                        <a:pt x="556933" y="301904"/>
                      </a:lnTo>
                      <a:lnTo>
                        <a:pt x="606259" y="341122"/>
                      </a:lnTo>
                      <a:lnTo>
                        <a:pt x="609561" y="342252"/>
                      </a:lnTo>
                      <a:lnTo>
                        <a:pt x="614375" y="342252"/>
                      </a:lnTo>
                      <a:lnTo>
                        <a:pt x="615861" y="342036"/>
                      </a:lnTo>
                      <a:lnTo>
                        <a:pt x="622046" y="340131"/>
                      </a:lnTo>
                      <a:lnTo>
                        <a:pt x="625741" y="336448"/>
                      </a:lnTo>
                      <a:lnTo>
                        <a:pt x="645033" y="274751"/>
                      </a:lnTo>
                      <a:lnTo>
                        <a:pt x="698931" y="239077"/>
                      </a:lnTo>
                      <a:lnTo>
                        <a:pt x="701446" y="234492"/>
                      </a:lnTo>
                      <a:lnTo>
                        <a:pt x="701535" y="228625"/>
                      </a:lnTo>
                      <a:lnTo>
                        <a:pt x="701611" y="22459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2" name="object 12"/>
                <p:cNvSpPr/>
                <p:nvPr/>
              </p:nvSpPr>
              <p:spPr>
                <a:xfrm>
                  <a:off x="16333752" y="3144884"/>
                  <a:ext cx="1033780" cy="1033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780" h="1033779">
                      <a:moveTo>
                        <a:pt x="516612" y="0"/>
                      </a:moveTo>
                      <a:lnTo>
                        <a:pt x="469591" y="2111"/>
                      </a:lnTo>
                      <a:lnTo>
                        <a:pt x="423752" y="8323"/>
                      </a:lnTo>
                      <a:lnTo>
                        <a:pt x="379278" y="18454"/>
                      </a:lnTo>
                      <a:lnTo>
                        <a:pt x="336352" y="32321"/>
                      </a:lnTo>
                      <a:lnTo>
                        <a:pt x="295155" y="49742"/>
                      </a:lnTo>
                      <a:lnTo>
                        <a:pt x="255871" y="70534"/>
                      </a:lnTo>
                      <a:lnTo>
                        <a:pt x="218681" y="94515"/>
                      </a:lnTo>
                      <a:lnTo>
                        <a:pt x="183768" y="121502"/>
                      </a:lnTo>
                      <a:lnTo>
                        <a:pt x="151314" y="151314"/>
                      </a:lnTo>
                      <a:lnTo>
                        <a:pt x="121502" y="183768"/>
                      </a:lnTo>
                      <a:lnTo>
                        <a:pt x="94515" y="218681"/>
                      </a:lnTo>
                      <a:lnTo>
                        <a:pt x="70534" y="255871"/>
                      </a:lnTo>
                      <a:lnTo>
                        <a:pt x="49742" y="295155"/>
                      </a:lnTo>
                      <a:lnTo>
                        <a:pt x="32321" y="336352"/>
                      </a:lnTo>
                      <a:lnTo>
                        <a:pt x="18454" y="379278"/>
                      </a:lnTo>
                      <a:lnTo>
                        <a:pt x="8323" y="423752"/>
                      </a:lnTo>
                      <a:lnTo>
                        <a:pt x="2111" y="469591"/>
                      </a:lnTo>
                      <a:lnTo>
                        <a:pt x="0" y="516612"/>
                      </a:lnTo>
                      <a:lnTo>
                        <a:pt x="2111" y="563635"/>
                      </a:lnTo>
                      <a:lnTo>
                        <a:pt x="8323" y="609475"/>
                      </a:lnTo>
                      <a:lnTo>
                        <a:pt x="18454" y="653950"/>
                      </a:lnTo>
                      <a:lnTo>
                        <a:pt x="32321" y="696878"/>
                      </a:lnTo>
                      <a:lnTo>
                        <a:pt x="49742" y="738075"/>
                      </a:lnTo>
                      <a:lnTo>
                        <a:pt x="70534" y="777361"/>
                      </a:lnTo>
                      <a:lnTo>
                        <a:pt x="94515" y="814551"/>
                      </a:lnTo>
                      <a:lnTo>
                        <a:pt x="121502" y="849465"/>
                      </a:lnTo>
                      <a:lnTo>
                        <a:pt x="151314" y="881919"/>
                      </a:lnTo>
                      <a:lnTo>
                        <a:pt x="183768" y="911731"/>
                      </a:lnTo>
                      <a:lnTo>
                        <a:pt x="218681" y="938719"/>
                      </a:lnTo>
                      <a:lnTo>
                        <a:pt x="255871" y="962700"/>
                      </a:lnTo>
                      <a:lnTo>
                        <a:pt x="295155" y="983493"/>
                      </a:lnTo>
                      <a:lnTo>
                        <a:pt x="336352" y="1000914"/>
                      </a:lnTo>
                      <a:lnTo>
                        <a:pt x="379278" y="1014781"/>
                      </a:lnTo>
                      <a:lnTo>
                        <a:pt x="423752" y="1024912"/>
                      </a:lnTo>
                      <a:lnTo>
                        <a:pt x="469591" y="1031124"/>
                      </a:lnTo>
                      <a:lnTo>
                        <a:pt x="516612" y="1033235"/>
                      </a:lnTo>
                      <a:lnTo>
                        <a:pt x="563635" y="1031124"/>
                      </a:lnTo>
                      <a:lnTo>
                        <a:pt x="609475" y="1024912"/>
                      </a:lnTo>
                      <a:lnTo>
                        <a:pt x="653950" y="1014781"/>
                      </a:lnTo>
                      <a:lnTo>
                        <a:pt x="696878" y="1000914"/>
                      </a:lnTo>
                      <a:lnTo>
                        <a:pt x="738075" y="983493"/>
                      </a:lnTo>
                      <a:lnTo>
                        <a:pt x="777361" y="962700"/>
                      </a:lnTo>
                      <a:lnTo>
                        <a:pt x="814551" y="938719"/>
                      </a:lnTo>
                      <a:lnTo>
                        <a:pt x="849465" y="911731"/>
                      </a:lnTo>
                      <a:lnTo>
                        <a:pt x="881919" y="881919"/>
                      </a:lnTo>
                      <a:lnTo>
                        <a:pt x="911731" y="849465"/>
                      </a:lnTo>
                      <a:lnTo>
                        <a:pt x="938719" y="814551"/>
                      </a:lnTo>
                      <a:lnTo>
                        <a:pt x="962700" y="777361"/>
                      </a:lnTo>
                      <a:lnTo>
                        <a:pt x="983493" y="738075"/>
                      </a:lnTo>
                      <a:lnTo>
                        <a:pt x="1000914" y="696878"/>
                      </a:lnTo>
                      <a:lnTo>
                        <a:pt x="1014781" y="653950"/>
                      </a:lnTo>
                      <a:lnTo>
                        <a:pt x="1024912" y="609475"/>
                      </a:lnTo>
                      <a:lnTo>
                        <a:pt x="1031124" y="563635"/>
                      </a:lnTo>
                      <a:lnTo>
                        <a:pt x="1033235" y="516612"/>
                      </a:lnTo>
                      <a:lnTo>
                        <a:pt x="1031124" y="469591"/>
                      </a:lnTo>
                      <a:lnTo>
                        <a:pt x="1024912" y="423752"/>
                      </a:lnTo>
                      <a:lnTo>
                        <a:pt x="1014781" y="379278"/>
                      </a:lnTo>
                      <a:lnTo>
                        <a:pt x="1000914" y="336352"/>
                      </a:lnTo>
                      <a:lnTo>
                        <a:pt x="983493" y="295155"/>
                      </a:lnTo>
                      <a:lnTo>
                        <a:pt x="962700" y="255871"/>
                      </a:lnTo>
                      <a:lnTo>
                        <a:pt x="938719" y="218681"/>
                      </a:lnTo>
                      <a:lnTo>
                        <a:pt x="911731" y="183768"/>
                      </a:lnTo>
                      <a:lnTo>
                        <a:pt x="881919" y="151314"/>
                      </a:lnTo>
                      <a:lnTo>
                        <a:pt x="849465" y="121502"/>
                      </a:lnTo>
                      <a:lnTo>
                        <a:pt x="814551" y="94515"/>
                      </a:lnTo>
                      <a:lnTo>
                        <a:pt x="777361" y="70534"/>
                      </a:lnTo>
                      <a:lnTo>
                        <a:pt x="738075" y="49742"/>
                      </a:lnTo>
                      <a:lnTo>
                        <a:pt x="696878" y="32321"/>
                      </a:lnTo>
                      <a:lnTo>
                        <a:pt x="653950" y="18454"/>
                      </a:lnTo>
                      <a:lnTo>
                        <a:pt x="609475" y="8323"/>
                      </a:lnTo>
                      <a:lnTo>
                        <a:pt x="563635" y="2111"/>
                      </a:lnTo>
                      <a:lnTo>
                        <a:pt x="5166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13" name="object 13"/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16370622" y="3556519"/>
                  <a:ext cx="943426" cy="25961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DF481484-5090-CAC4-C6AA-CC1ACDC33415}"/>
                </a:ext>
              </a:extLst>
            </p:cNvPr>
            <p:cNvGrpSpPr/>
            <p:nvPr/>
          </p:nvGrpSpPr>
          <p:grpSpPr>
            <a:xfrm>
              <a:off x="8349420" y="2201783"/>
              <a:ext cx="1040406" cy="1303381"/>
              <a:chOff x="10720505" y="1117451"/>
              <a:chExt cx="1128840" cy="1414168"/>
            </a:xfrm>
          </p:grpSpPr>
          <p:sp>
            <p:nvSpPr>
              <p:cNvPr id="87" name="object 6">
                <a:extLst>
                  <a:ext uri="{FF2B5EF4-FFF2-40B4-BE49-F238E27FC236}">
                    <a16:creationId xmlns:a16="http://schemas.microsoft.com/office/drawing/2014/main" id="{C8BB24D5-7151-48DE-D24B-129A6C314F52}"/>
                  </a:ext>
                </a:extLst>
              </p:cNvPr>
              <p:cNvSpPr txBox="1"/>
              <p:nvPr/>
            </p:nvSpPr>
            <p:spPr>
              <a:xfrm>
                <a:off x="10762815" y="1533498"/>
                <a:ext cx="1044221" cy="461896"/>
              </a:xfrm>
              <a:prstGeom prst="rect">
                <a:avLst/>
              </a:prstGeom>
            </p:spPr>
            <p:txBody>
              <a:bodyPr vert="horz" wrap="square" lIns="0" tIns="55834" rIns="0" bIns="0" rtlCol="0">
                <a:spAutoFit/>
              </a:bodyPr>
              <a:lstStyle/>
              <a:p>
                <a:pPr marL="13862" marR="0" lvl="0" indent="0" algn="ctr" defTabSz="554492" rtl="0" eaLnBrk="1" fontAlgn="auto" latinLnBrk="0" hangingPunct="1">
                  <a:lnSpc>
                    <a:spcPct val="100000"/>
                  </a:lnSpc>
                  <a:spcBef>
                    <a:spcPts val="44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000" b="1" i="0" u="heavy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>
                      <a:solidFill>
                        <a:srgbClr val="B7DFC9"/>
                      </a:solidFill>
                    </a:uFill>
                    <a:latin typeface="Versos"/>
                    <a:ea typeface="+mn-ea"/>
                    <a:cs typeface="Versos"/>
                  </a:rPr>
                  <a:t>1</a:t>
                </a:r>
                <a:r>
                  <a:rPr kumimoji="0" sz="1000" b="1" i="0" u="heavy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>
                      <a:solidFill>
                        <a:srgbClr val="B7DFC9"/>
                      </a:solidFill>
                    </a:uFill>
                    <a:latin typeface="Versos"/>
                    <a:ea typeface="+mn-ea"/>
                    <a:cs typeface="Versos"/>
                  </a:rPr>
                  <a:t>º </a:t>
                </a:r>
                <a:r>
                  <a:rPr kumimoji="0" sz="1000" b="1" i="0" u="heavy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>
                      <a:solidFill>
                        <a:srgbClr val="B7DFC9"/>
                      </a:solidFill>
                    </a:uFill>
                    <a:latin typeface="Versos"/>
                    <a:ea typeface="+mn-ea"/>
                    <a:cs typeface="Versos"/>
                  </a:rPr>
                  <a:t>Lugar</a:t>
                </a:r>
                <a:br>
                  <a:rPr kumimoji="0" lang="pt-BR" sz="700" b="0" i="0" u="none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</a:rPr>
                </a:br>
                <a:r>
                  <a:rPr kumimoji="0" lang="pt-BR" sz="700" b="0" i="0" u="none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</a:rPr>
                  <a:t>“Alta Renda”</a:t>
                </a:r>
                <a:br>
                  <a:rPr kumimoji="0" lang="pt-BR" sz="700" b="0" i="0" u="none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</a:rPr>
                </a:br>
                <a:r>
                  <a:rPr kumimoji="0" lang="pt-BR" sz="700" b="0" i="1" u="none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Versos"/>
                  </a:rPr>
                  <a:t>2024</a:t>
                </a:r>
                <a:endParaRPr kumimoji="0" sz="700" b="0" i="1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"/>
                  <a:ea typeface="+mn-ea"/>
                  <a:cs typeface="Versos"/>
                </a:endParaRPr>
              </a:p>
            </p:txBody>
          </p:sp>
          <p:grpSp>
            <p:nvGrpSpPr>
              <p:cNvPr id="88" name="object 8">
                <a:extLst>
                  <a:ext uri="{FF2B5EF4-FFF2-40B4-BE49-F238E27FC236}">
                    <a16:creationId xmlns:a16="http://schemas.microsoft.com/office/drawing/2014/main" id="{EFA13338-5982-80AF-3349-A4B1296BE315}"/>
                  </a:ext>
                </a:extLst>
              </p:cNvPr>
              <p:cNvGrpSpPr/>
              <p:nvPr/>
            </p:nvGrpSpPr>
            <p:grpSpPr>
              <a:xfrm>
                <a:off x="10720505" y="1117451"/>
                <a:ext cx="1128840" cy="1414168"/>
                <a:chOff x="15709072" y="1298532"/>
                <a:chExt cx="2298700" cy="2879725"/>
              </a:xfrm>
            </p:grpSpPr>
            <p:sp>
              <p:nvSpPr>
                <p:cNvPr id="89" name="object 9">
                  <a:extLst>
                    <a:ext uri="{FF2B5EF4-FFF2-40B4-BE49-F238E27FC236}">
                      <a16:creationId xmlns:a16="http://schemas.microsoft.com/office/drawing/2014/main" id="{036FF018-12C6-FE3F-4E8A-112BAD582EC6}"/>
                    </a:ext>
                  </a:extLst>
                </p:cNvPr>
                <p:cNvSpPr/>
                <p:nvPr/>
              </p:nvSpPr>
              <p:spPr>
                <a:xfrm>
                  <a:off x="15709063" y="1575669"/>
                  <a:ext cx="2298700" cy="228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8700" h="2286000">
                      <a:moveTo>
                        <a:pt x="2139962" y="1136802"/>
                      </a:moveTo>
                      <a:lnTo>
                        <a:pt x="2138819" y="1098702"/>
                      </a:lnTo>
                      <a:lnTo>
                        <a:pt x="2135428" y="1047902"/>
                      </a:lnTo>
                      <a:lnTo>
                        <a:pt x="2129840" y="997102"/>
                      </a:lnTo>
                      <a:lnTo>
                        <a:pt x="2122106" y="959002"/>
                      </a:lnTo>
                      <a:lnTo>
                        <a:pt x="2119020" y="943076"/>
                      </a:lnTo>
                      <a:lnTo>
                        <a:pt x="2119020" y="1136802"/>
                      </a:lnTo>
                      <a:lnTo>
                        <a:pt x="2117585" y="1200302"/>
                      </a:lnTo>
                      <a:lnTo>
                        <a:pt x="2113330" y="1251102"/>
                      </a:lnTo>
                      <a:lnTo>
                        <a:pt x="2106333" y="1301902"/>
                      </a:lnTo>
                      <a:lnTo>
                        <a:pt x="2096655" y="1352702"/>
                      </a:lnTo>
                      <a:lnTo>
                        <a:pt x="2084387" y="1403502"/>
                      </a:lnTo>
                      <a:lnTo>
                        <a:pt x="2069592" y="1454302"/>
                      </a:lnTo>
                      <a:lnTo>
                        <a:pt x="2052345" y="1492402"/>
                      </a:lnTo>
                      <a:lnTo>
                        <a:pt x="2032723" y="1543202"/>
                      </a:lnTo>
                      <a:lnTo>
                        <a:pt x="2010791" y="1594002"/>
                      </a:lnTo>
                      <a:lnTo>
                        <a:pt x="1986635" y="1632102"/>
                      </a:lnTo>
                      <a:lnTo>
                        <a:pt x="1960321" y="1670202"/>
                      </a:lnTo>
                      <a:lnTo>
                        <a:pt x="1931936" y="1721002"/>
                      </a:lnTo>
                      <a:lnTo>
                        <a:pt x="1901532" y="1759102"/>
                      </a:lnTo>
                      <a:lnTo>
                        <a:pt x="1869198" y="1797202"/>
                      </a:lnTo>
                      <a:lnTo>
                        <a:pt x="1834997" y="1822602"/>
                      </a:lnTo>
                      <a:lnTo>
                        <a:pt x="1799018" y="1860702"/>
                      </a:lnTo>
                      <a:lnTo>
                        <a:pt x="1761324" y="1898802"/>
                      </a:lnTo>
                      <a:lnTo>
                        <a:pt x="1721993" y="1924202"/>
                      </a:lnTo>
                      <a:lnTo>
                        <a:pt x="1681111" y="1949602"/>
                      </a:lnTo>
                      <a:lnTo>
                        <a:pt x="1638731" y="1975002"/>
                      </a:lnTo>
                      <a:lnTo>
                        <a:pt x="1594929" y="2000402"/>
                      </a:lnTo>
                      <a:lnTo>
                        <a:pt x="1549806" y="2025802"/>
                      </a:lnTo>
                      <a:lnTo>
                        <a:pt x="1503400" y="2051202"/>
                      </a:lnTo>
                      <a:lnTo>
                        <a:pt x="1455801" y="2063902"/>
                      </a:lnTo>
                      <a:lnTo>
                        <a:pt x="1306601" y="2102002"/>
                      </a:lnTo>
                      <a:lnTo>
                        <a:pt x="1254963" y="2102002"/>
                      </a:lnTo>
                      <a:lnTo>
                        <a:pt x="1202499" y="2114702"/>
                      </a:lnTo>
                      <a:lnTo>
                        <a:pt x="1096086" y="2114702"/>
                      </a:lnTo>
                      <a:lnTo>
                        <a:pt x="1043622" y="2102002"/>
                      </a:lnTo>
                      <a:lnTo>
                        <a:pt x="991984" y="2102002"/>
                      </a:lnTo>
                      <a:lnTo>
                        <a:pt x="842772" y="2063902"/>
                      </a:lnTo>
                      <a:lnTo>
                        <a:pt x="795185" y="2051202"/>
                      </a:lnTo>
                      <a:lnTo>
                        <a:pt x="748779" y="2025802"/>
                      </a:lnTo>
                      <a:lnTo>
                        <a:pt x="703643" y="2000402"/>
                      </a:lnTo>
                      <a:lnTo>
                        <a:pt x="659853" y="1975002"/>
                      </a:lnTo>
                      <a:lnTo>
                        <a:pt x="617474" y="1949602"/>
                      </a:lnTo>
                      <a:lnTo>
                        <a:pt x="576592" y="1924202"/>
                      </a:lnTo>
                      <a:lnTo>
                        <a:pt x="537260" y="1898802"/>
                      </a:lnTo>
                      <a:lnTo>
                        <a:pt x="499567" y="1860702"/>
                      </a:lnTo>
                      <a:lnTo>
                        <a:pt x="463588" y="1822602"/>
                      </a:lnTo>
                      <a:lnTo>
                        <a:pt x="429387" y="1797202"/>
                      </a:lnTo>
                      <a:lnTo>
                        <a:pt x="397052" y="1759102"/>
                      </a:lnTo>
                      <a:lnTo>
                        <a:pt x="366649" y="1721002"/>
                      </a:lnTo>
                      <a:lnTo>
                        <a:pt x="338264" y="1670202"/>
                      </a:lnTo>
                      <a:lnTo>
                        <a:pt x="311950" y="1632102"/>
                      </a:lnTo>
                      <a:lnTo>
                        <a:pt x="287794" y="1594002"/>
                      </a:lnTo>
                      <a:lnTo>
                        <a:pt x="265861" y="1543202"/>
                      </a:lnTo>
                      <a:lnTo>
                        <a:pt x="246240" y="1492402"/>
                      </a:lnTo>
                      <a:lnTo>
                        <a:pt x="228993" y="1454302"/>
                      </a:lnTo>
                      <a:lnTo>
                        <a:pt x="214198" y="1403502"/>
                      </a:lnTo>
                      <a:lnTo>
                        <a:pt x="201930" y="1352702"/>
                      </a:lnTo>
                      <a:lnTo>
                        <a:pt x="192252" y="1301902"/>
                      </a:lnTo>
                      <a:lnTo>
                        <a:pt x="185254" y="1251102"/>
                      </a:lnTo>
                      <a:lnTo>
                        <a:pt x="181000" y="1200302"/>
                      </a:lnTo>
                      <a:lnTo>
                        <a:pt x="179565" y="1136802"/>
                      </a:lnTo>
                      <a:lnTo>
                        <a:pt x="181000" y="1086002"/>
                      </a:lnTo>
                      <a:lnTo>
                        <a:pt x="185254" y="1035202"/>
                      </a:lnTo>
                      <a:lnTo>
                        <a:pt x="192252" y="984402"/>
                      </a:lnTo>
                      <a:lnTo>
                        <a:pt x="201930" y="933602"/>
                      </a:lnTo>
                      <a:lnTo>
                        <a:pt x="214198" y="882802"/>
                      </a:lnTo>
                      <a:lnTo>
                        <a:pt x="228993" y="832002"/>
                      </a:lnTo>
                      <a:lnTo>
                        <a:pt x="246240" y="793902"/>
                      </a:lnTo>
                      <a:lnTo>
                        <a:pt x="265861" y="743102"/>
                      </a:lnTo>
                      <a:lnTo>
                        <a:pt x="287794" y="692302"/>
                      </a:lnTo>
                      <a:lnTo>
                        <a:pt x="311950" y="654202"/>
                      </a:lnTo>
                      <a:lnTo>
                        <a:pt x="338264" y="616102"/>
                      </a:lnTo>
                      <a:lnTo>
                        <a:pt x="366649" y="565302"/>
                      </a:lnTo>
                      <a:lnTo>
                        <a:pt x="397052" y="527202"/>
                      </a:lnTo>
                      <a:lnTo>
                        <a:pt x="429387" y="489102"/>
                      </a:lnTo>
                      <a:lnTo>
                        <a:pt x="463588" y="463702"/>
                      </a:lnTo>
                      <a:lnTo>
                        <a:pt x="499567" y="425602"/>
                      </a:lnTo>
                      <a:lnTo>
                        <a:pt x="537260" y="387502"/>
                      </a:lnTo>
                      <a:lnTo>
                        <a:pt x="576592" y="362102"/>
                      </a:lnTo>
                      <a:lnTo>
                        <a:pt x="617474" y="336702"/>
                      </a:lnTo>
                      <a:lnTo>
                        <a:pt x="659853" y="311302"/>
                      </a:lnTo>
                      <a:lnTo>
                        <a:pt x="703643" y="285902"/>
                      </a:lnTo>
                      <a:lnTo>
                        <a:pt x="748779" y="260502"/>
                      </a:lnTo>
                      <a:lnTo>
                        <a:pt x="795185" y="235102"/>
                      </a:lnTo>
                      <a:lnTo>
                        <a:pt x="941247" y="197002"/>
                      </a:lnTo>
                      <a:lnTo>
                        <a:pt x="991984" y="184302"/>
                      </a:lnTo>
                      <a:lnTo>
                        <a:pt x="1043622" y="184302"/>
                      </a:lnTo>
                      <a:lnTo>
                        <a:pt x="1096086" y="171602"/>
                      </a:lnTo>
                      <a:lnTo>
                        <a:pt x="1202499" y="171602"/>
                      </a:lnTo>
                      <a:lnTo>
                        <a:pt x="1254963" y="184302"/>
                      </a:lnTo>
                      <a:lnTo>
                        <a:pt x="1306601" y="184302"/>
                      </a:lnTo>
                      <a:lnTo>
                        <a:pt x="1357325" y="197002"/>
                      </a:lnTo>
                      <a:lnTo>
                        <a:pt x="1503400" y="235102"/>
                      </a:lnTo>
                      <a:lnTo>
                        <a:pt x="1549806" y="260502"/>
                      </a:lnTo>
                      <a:lnTo>
                        <a:pt x="1594929" y="285902"/>
                      </a:lnTo>
                      <a:lnTo>
                        <a:pt x="1638731" y="311302"/>
                      </a:lnTo>
                      <a:lnTo>
                        <a:pt x="1681111" y="336702"/>
                      </a:lnTo>
                      <a:lnTo>
                        <a:pt x="1721993" y="362102"/>
                      </a:lnTo>
                      <a:lnTo>
                        <a:pt x="1761324" y="387502"/>
                      </a:lnTo>
                      <a:lnTo>
                        <a:pt x="1799018" y="425602"/>
                      </a:lnTo>
                      <a:lnTo>
                        <a:pt x="1834997" y="463702"/>
                      </a:lnTo>
                      <a:lnTo>
                        <a:pt x="1869198" y="489102"/>
                      </a:lnTo>
                      <a:lnTo>
                        <a:pt x="1901532" y="527202"/>
                      </a:lnTo>
                      <a:lnTo>
                        <a:pt x="1931936" y="565302"/>
                      </a:lnTo>
                      <a:lnTo>
                        <a:pt x="1960321" y="616102"/>
                      </a:lnTo>
                      <a:lnTo>
                        <a:pt x="1986635" y="654202"/>
                      </a:lnTo>
                      <a:lnTo>
                        <a:pt x="2010791" y="692302"/>
                      </a:lnTo>
                      <a:lnTo>
                        <a:pt x="2032723" y="743102"/>
                      </a:lnTo>
                      <a:lnTo>
                        <a:pt x="2052345" y="793902"/>
                      </a:lnTo>
                      <a:lnTo>
                        <a:pt x="2069592" y="832002"/>
                      </a:lnTo>
                      <a:lnTo>
                        <a:pt x="2084387" y="882802"/>
                      </a:lnTo>
                      <a:lnTo>
                        <a:pt x="2096655" y="933602"/>
                      </a:lnTo>
                      <a:lnTo>
                        <a:pt x="2106333" y="984402"/>
                      </a:lnTo>
                      <a:lnTo>
                        <a:pt x="2113330" y="1035202"/>
                      </a:lnTo>
                      <a:lnTo>
                        <a:pt x="2117585" y="1086002"/>
                      </a:lnTo>
                      <a:lnTo>
                        <a:pt x="2119020" y="1136802"/>
                      </a:lnTo>
                      <a:lnTo>
                        <a:pt x="2119020" y="943076"/>
                      </a:lnTo>
                      <a:lnTo>
                        <a:pt x="2112264" y="908202"/>
                      </a:lnTo>
                      <a:lnTo>
                        <a:pt x="2100389" y="870102"/>
                      </a:lnTo>
                      <a:lnTo>
                        <a:pt x="2086533" y="819302"/>
                      </a:lnTo>
                      <a:lnTo>
                        <a:pt x="2070722" y="781202"/>
                      </a:lnTo>
                      <a:lnTo>
                        <a:pt x="2053031" y="730402"/>
                      </a:lnTo>
                      <a:lnTo>
                        <a:pt x="2033511" y="692302"/>
                      </a:lnTo>
                      <a:lnTo>
                        <a:pt x="2012200" y="654202"/>
                      </a:lnTo>
                      <a:lnTo>
                        <a:pt x="1989162" y="616102"/>
                      </a:lnTo>
                      <a:lnTo>
                        <a:pt x="1964436" y="578002"/>
                      </a:lnTo>
                      <a:lnTo>
                        <a:pt x="1938096" y="539902"/>
                      </a:lnTo>
                      <a:lnTo>
                        <a:pt x="1910168" y="514502"/>
                      </a:lnTo>
                      <a:lnTo>
                        <a:pt x="1880717" y="476402"/>
                      </a:lnTo>
                      <a:lnTo>
                        <a:pt x="1849805" y="438302"/>
                      </a:lnTo>
                      <a:lnTo>
                        <a:pt x="1817471" y="412902"/>
                      </a:lnTo>
                      <a:lnTo>
                        <a:pt x="1783765" y="387502"/>
                      </a:lnTo>
                      <a:lnTo>
                        <a:pt x="1748739" y="349402"/>
                      </a:lnTo>
                      <a:lnTo>
                        <a:pt x="1712455" y="324002"/>
                      </a:lnTo>
                      <a:lnTo>
                        <a:pt x="1674952" y="298602"/>
                      </a:lnTo>
                      <a:lnTo>
                        <a:pt x="1636293" y="285902"/>
                      </a:lnTo>
                      <a:lnTo>
                        <a:pt x="1596529" y="260502"/>
                      </a:lnTo>
                      <a:lnTo>
                        <a:pt x="1555699" y="235102"/>
                      </a:lnTo>
                      <a:lnTo>
                        <a:pt x="1427403" y="197002"/>
                      </a:lnTo>
                      <a:lnTo>
                        <a:pt x="1337538" y="171602"/>
                      </a:lnTo>
                      <a:lnTo>
                        <a:pt x="1291475" y="158902"/>
                      </a:lnTo>
                      <a:lnTo>
                        <a:pt x="1197292" y="158902"/>
                      </a:lnTo>
                      <a:lnTo>
                        <a:pt x="1149299" y="146202"/>
                      </a:lnTo>
                      <a:lnTo>
                        <a:pt x="1101293" y="158902"/>
                      </a:lnTo>
                      <a:lnTo>
                        <a:pt x="1007110" y="158902"/>
                      </a:lnTo>
                      <a:lnTo>
                        <a:pt x="871181" y="197002"/>
                      </a:lnTo>
                      <a:lnTo>
                        <a:pt x="742886" y="235102"/>
                      </a:lnTo>
                      <a:lnTo>
                        <a:pt x="702056" y="260502"/>
                      </a:lnTo>
                      <a:lnTo>
                        <a:pt x="662292" y="285902"/>
                      </a:lnTo>
                      <a:lnTo>
                        <a:pt x="623633" y="298602"/>
                      </a:lnTo>
                      <a:lnTo>
                        <a:pt x="586130" y="324002"/>
                      </a:lnTo>
                      <a:lnTo>
                        <a:pt x="549846" y="349402"/>
                      </a:lnTo>
                      <a:lnTo>
                        <a:pt x="514819" y="387502"/>
                      </a:lnTo>
                      <a:lnTo>
                        <a:pt x="481114" y="412902"/>
                      </a:lnTo>
                      <a:lnTo>
                        <a:pt x="448779" y="438302"/>
                      </a:lnTo>
                      <a:lnTo>
                        <a:pt x="417868" y="476402"/>
                      </a:lnTo>
                      <a:lnTo>
                        <a:pt x="388416" y="514502"/>
                      </a:lnTo>
                      <a:lnTo>
                        <a:pt x="360489" y="539902"/>
                      </a:lnTo>
                      <a:lnTo>
                        <a:pt x="334149" y="578002"/>
                      </a:lnTo>
                      <a:lnTo>
                        <a:pt x="309422" y="616102"/>
                      </a:lnTo>
                      <a:lnTo>
                        <a:pt x="286385" y="654202"/>
                      </a:lnTo>
                      <a:lnTo>
                        <a:pt x="265074" y="692302"/>
                      </a:lnTo>
                      <a:lnTo>
                        <a:pt x="245554" y="730402"/>
                      </a:lnTo>
                      <a:lnTo>
                        <a:pt x="227863" y="781202"/>
                      </a:lnTo>
                      <a:lnTo>
                        <a:pt x="212051" y="819302"/>
                      </a:lnTo>
                      <a:lnTo>
                        <a:pt x="198196" y="870102"/>
                      </a:lnTo>
                      <a:lnTo>
                        <a:pt x="186321" y="908202"/>
                      </a:lnTo>
                      <a:lnTo>
                        <a:pt x="176479" y="959002"/>
                      </a:lnTo>
                      <a:lnTo>
                        <a:pt x="168744" y="997102"/>
                      </a:lnTo>
                      <a:lnTo>
                        <a:pt x="163156" y="1047902"/>
                      </a:lnTo>
                      <a:lnTo>
                        <a:pt x="159766" y="1098702"/>
                      </a:lnTo>
                      <a:lnTo>
                        <a:pt x="158623" y="1136802"/>
                      </a:lnTo>
                      <a:lnTo>
                        <a:pt x="159766" y="1187602"/>
                      </a:lnTo>
                      <a:lnTo>
                        <a:pt x="163156" y="1238402"/>
                      </a:lnTo>
                      <a:lnTo>
                        <a:pt x="168744" y="1289202"/>
                      </a:lnTo>
                      <a:lnTo>
                        <a:pt x="176479" y="1327302"/>
                      </a:lnTo>
                      <a:lnTo>
                        <a:pt x="186321" y="1378102"/>
                      </a:lnTo>
                      <a:lnTo>
                        <a:pt x="198196" y="1416202"/>
                      </a:lnTo>
                      <a:lnTo>
                        <a:pt x="212051" y="1467002"/>
                      </a:lnTo>
                      <a:lnTo>
                        <a:pt x="227863" y="1505102"/>
                      </a:lnTo>
                      <a:lnTo>
                        <a:pt x="245554" y="1543202"/>
                      </a:lnTo>
                      <a:lnTo>
                        <a:pt x="265074" y="1594002"/>
                      </a:lnTo>
                      <a:lnTo>
                        <a:pt x="286385" y="1632102"/>
                      </a:lnTo>
                      <a:lnTo>
                        <a:pt x="309422" y="1670202"/>
                      </a:lnTo>
                      <a:lnTo>
                        <a:pt x="334149" y="1708302"/>
                      </a:lnTo>
                      <a:lnTo>
                        <a:pt x="360489" y="1746402"/>
                      </a:lnTo>
                      <a:lnTo>
                        <a:pt x="388416" y="1771802"/>
                      </a:lnTo>
                      <a:lnTo>
                        <a:pt x="417868" y="1809902"/>
                      </a:lnTo>
                      <a:lnTo>
                        <a:pt x="448779" y="1848002"/>
                      </a:lnTo>
                      <a:lnTo>
                        <a:pt x="481114" y="1873402"/>
                      </a:lnTo>
                      <a:lnTo>
                        <a:pt x="514819" y="1898802"/>
                      </a:lnTo>
                      <a:lnTo>
                        <a:pt x="549846" y="1936902"/>
                      </a:lnTo>
                      <a:lnTo>
                        <a:pt x="586130" y="1962302"/>
                      </a:lnTo>
                      <a:lnTo>
                        <a:pt x="623633" y="1987702"/>
                      </a:lnTo>
                      <a:lnTo>
                        <a:pt x="662292" y="2000402"/>
                      </a:lnTo>
                      <a:lnTo>
                        <a:pt x="702056" y="2025802"/>
                      </a:lnTo>
                      <a:lnTo>
                        <a:pt x="742886" y="2051202"/>
                      </a:lnTo>
                      <a:lnTo>
                        <a:pt x="871181" y="2089302"/>
                      </a:lnTo>
                      <a:lnTo>
                        <a:pt x="1007110" y="2127402"/>
                      </a:lnTo>
                      <a:lnTo>
                        <a:pt x="1291475" y="2127402"/>
                      </a:lnTo>
                      <a:lnTo>
                        <a:pt x="1337538" y="2114702"/>
                      </a:lnTo>
                      <a:lnTo>
                        <a:pt x="1471091" y="2076602"/>
                      </a:lnTo>
                      <a:lnTo>
                        <a:pt x="1555699" y="2051202"/>
                      </a:lnTo>
                      <a:lnTo>
                        <a:pt x="1596529" y="2025802"/>
                      </a:lnTo>
                      <a:lnTo>
                        <a:pt x="1636293" y="2000402"/>
                      </a:lnTo>
                      <a:lnTo>
                        <a:pt x="1674952" y="1987702"/>
                      </a:lnTo>
                      <a:lnTo>
                        <a:pt x="1712455" y="1962302"/>
                      </a:lnTo>
                      <a:lnTo>
                        <a:pt x="1748739" y="1936902"/>
                      </a:lnTo>
                      <a:lnTo>
                        <a:pt x="1783765" y="1898802"/>
                      </a:lnTo>
                      <a:lnTo>
                        <a:pt x="1817471" y="1873402"/>
                      </a:lnTo>
                      <a:lnTo>
                        <a:pt x="1849805" y="1848002"/>
                      </a:lnTo>
                      <a:lnTo>
                        <a:pt x="1880717" y="1809902"/>
                      </a:lnTo>
                      <a:lnTo>
                        <a:pt x="1910168" y="1771802"/>
                      </a:lnTo>
                      <a:lnTo>
                        <a:pt x="1938096" y="1746402"/>
                      </a:lnTo>
                      <a:lnTo>
                        <a:pt x="1964436" y="1708302"/>
                      </a:lnTo>
                      <a:lnTo>
                        <a:pt x="1989162" y="1670202"/>
                      </a:lnTo>
                      <a:lnTo>
                        <a:pt x="2012200" y="1632102"/>
                      </a:lnTo>
                      <a:lnTo>
                        <a:pt x="2033511" y="1594002"/>
                      </a:lnTo>
                      <a:lnTo>
                        <a:pt x="2053031" y="1543202"/>
                      </a:lnTo>
                      <a:lnTo>
                        <a:pt x="2070722" y="1505102"/>
                      </a:lnTo>
                      <a:lnTo>
                        <a:pt x="2086533" y="1467002"/>
                      </a:lnTo>
                      <a:lnTo>
                        <a:pt x="2100389" y="1416202"/>
                      </a:lnTo>
                      <a:lnTo>
                        <a:pt x="2112264" y="1378102"/>
                      </a:lnTo>
                      <a:lnTo>
                        <a:pt x="2122106" y="1327302"/>
                      </a:lnTo>
                      <a:lnTo>
                        <a:pt x="2129840" y="1289202"/>
                      </a:lnTo>
                      <a:lnTo>
                        <a:pt x="2135428" y="1238402"/>
                      </a:lnTo>
                      <a:lnTo>
                        <a:pt x="2138819" y="1187602"/>
                      </a:lnTo>
                      <a:lnTo>
                        <a:pt x="2139962" y="1136802"/>
                      </a:lnTo>
                      <a:close/>
                    </a:path>
                    <a:path w="2298700" h="2286000">
                      <a:moveTo>
                        <a:pt x="2298585" y="1143000"/>
                      </a:moveTo>
                      <a:lnTo>
                        <a:pt x="2297569" y="1092200"/>
                      </a:lnTo>
                      <a:lnTo>
                        <a:pt x="2294572" y="1041400"/>
                      </a:lnTo>
                      <a:lnTo>
                        <a:pt x="2289632" y="1003300"/>
                      </a:lnTo>
                      <a:lnTo>
                        <a:pt x="2282774" y="952500"/>
                      </a:lnTo>
                      <a:lnTo>
                        <a:pt x="2277643" y="922680"/>
                      </a:lnTo>
                      <a:lnTo>
                        <a:pt x="2277643" y="1143000"/>
                      </a:lnTo>
                      <a:lnTo>
                        <a:pt x="2276475" y="1193800"/>
                      </a:lnTo>
                      <a:lnTo>
                        <a:pt x="2273033" y="1244600"/>
                      </a:lnTo>
                      <a:lnTo>
                        <a:pt x="2267343" y="1295400"/>
                      </a:lnTo>
                      <a:lnTo>
                        <a:pt x="2259469" y="1346200"/>
                      </a:lnTo>
                      <a:lnTo>
                        <a:pt x="2249449" y="1397000"/>
                      </a:lnTo>
                      <a:lnTo>
                        <a:pt x="2237333" y="1447800"/>
                      </a:lnTo>
                      <a:lnTo>
                        <a:pt x="2223185" y="1485900"/>
                      </a:lnTo>
                      <a:lnTo>
                        <a:pt x="2207056" y="1536700"/>
                      </a:lnTo>
                      <a:lnTo>
                        <a:pt x="2188972" y="1587500"/>
                      </a:lnTo>
                      <a:lnTo>
                        <a:pt x="2169007" y="1625600"/>
                      </a:lnTo>
                      <a:lnTo>
                        <a:pt x="2147189" y="1676400"/>
                      </a:lnTo>
                      <a:lnTo>
                        <a:pt x="2123592" y="1714500"/>
                      </a:lnTo>
                      <a:lnTo>
                        <a:pt x="2098255" y="1752600"/>
                      </a:lnTo>
                      <a:lnTo>
                        <a:pt x="2071217" y="1790700"/>
                      </a:lnTo>
                      <a:lnTo>
                        <a:pt x="2042541" y="1828800"/>
                      </a:lnTo>
                      <a:lnTo>
                        <a:pt x="2012264" y="1866900"/>
                      </a:lnTo>
                      <a:lnTo>
                        <a:pt x="1980450" y="1905000"/>
                      </a:lnTo>
                      <a:lnTo>
                        <a:pt x="1947151" y="1943100"/>
                      </a:lnTo>
                      <a:lnTo>
                        <a:pt x="1912404" y="1968500"/>
                      </a:lnTo>
                      <a:lnTo>
                        <a:pt x="1876259" y="2006600"/>
                      </a:lnTo>
                      <a:lnTo>
                        <a:pt x="1838782" y="2032000"/>
                      </a:lnTo>
                      <a:lnTo>
                        <a:pt x="1800009" y="2070100"/>
                      </a:lnTo>
                      <a:lnTo>
                        <a:pt x="1759991" y="2095500"/>
                      </a:lnTo>
                      <a:lnTo>
                        <a:pt x="1718779" y="2120900"/>
                      </a:lnTo>
                      <a:lnTo>
                        <a:pt x="1676438" y="2146300"/>
                      </a:lnTo>
                      <a:lnTo>
                        <a:pt x="1632991" y="2159000"/>
                      </a:lnTo>
                      <a:lnTo>
                        <a:pt x="1588490" y="2184400"/>
                      </a:lnTo>
                      <a:lnTo>
                        <a:pt x="1543011" y="2197100"/>
                      </a:lnTo>
                      <a:lnTo>
                        <a:pt x="1496580" y="2222500"/>
                      </a:lnTo>
                      <a:lnTo>
                        <a:pt x="1401089" y="2247900"/>
                      </a:lnTo>
                      <a:lnTo>
                        <a:pt x="1352118" y="2247900"/>
                      </a:lnTo>
                      <a:lnTo>
                        <a:pt x="1302410" y="2260600"/>
                      </a:lnTo>
                      <a:lnTo>
                        <a:pt x="1252004" y="2260600"/>
                      </a:lnTo>
                      <a:lnTo>
                        <a:pt x="1200937" y="2273300"/>
                      </a:lnTo>
                      <a:lnTo>
                        <a:pt x="1097635" y="2273300"/>
                      </a:lnTo>
                      <a:lnTo>
                        <a:pt x="1046581" y="2260600"/>
                      </a:lnTo>
                      <a:lnTo>
                        <a:pt x="996175" y="2260600"/>
                      </a:lnTo>
                      <a:lnTo>
                        <a:pt x="946467" y="2247900"/>
                      </a:lnTo>
                      <a:lnTo>
                        <a:pt x="897496" y="2247900"/>
                      </a:lnTo>
                      <a:lnTo>
                        <a:pt x="802005" y="2222500"/>
                      </a:lnTo>
                      <a:lnTo>
                        <a:pt x="755573" y="2197100"/>
                      </a:lnTo>
                      <a:lnTo>
                        <a:pt x="710095" y="2184400"/>
                      </a:lnTo>
                      <a:lnTo>
                        <a:pt x="665607" y="2159000"/>
                      </a:lnTo>
                      <a:lnTo>
                        <a:pt x="622160" y="2146300"/>
                      </a:lnTo>
                      <a:lnTo>
                        <a:pt x="579805" y="2120900"/>
                      </a:lnTo>
                      <a:lnTo>
                        <a:pt x="538594" y="2095500"/>
                      </a:lnTo>
                      <a:lnTo>
                        <a:pt x="498589" y="2070100"/>
                      </a:lnTo>
                      <a:lnTo>
                        <a:pt x="459803" y="2032000"/>
                      </a:lnTo>
                      <a:lnTo>
                        <a:pt x="422325" y="2006600"/>
                      </a:lnTo>
                      <a:lnTo>
                        <a:pt x="386181" y="1968500"/>
                      </a:lnTo>
                      <a:lnTo>
                        <a:pt x="351434" y="1943100"/>
                      </a:lnTo>
                      <a:lnTo>
                        <a:pt x="318135" y="1905000"/>
                      </a:lnTo>
                      <a:lnTo>
                        <a:pt x="286321" y="1866900"/>
                      </a:lnTo>
                      <a:lnTo>
                        <a:pt x="256044" y="1828800"/>
                      </a:lnTo>
                      <a:lnTo>
                        <a:pt x="227368" y="1790700"/>
                      </a:lnTo>
                      <a:lnTo>
                        <a:pt x="200342" y="1752600"/>
                      </a:lnTo>
                      <a:lnTo>
                        <a:pt x="174993" y="1714500"/>
                      </a:lnTo>
                      <a:lnTo>
                        <a:pt x="151396" y="1676400"/>
                      </a:lnTo>
                      <a:lnTo>
                        <a:pt x="129578" y="1625600"/>
                      </a:lnTo>
                      <a:lnTo>
                        <a:pt x="109613" y="1587500"/>
                      </a:lnTo>
                      <a:lnTo>
                        <a:pt x="91528" y="1536700"/>
                      </a:lnTo>
                      <a:lnTo>
                        <a:pt x="75399" y="1485900"/>
                      </a:lnTo>
                      <a:lnTo>
                        <a:pt x="61252" y="1447800"/>
                      </a:lnTo>
                      <a:lnTo>
                        <a:pt x="49136" y="1397000"/>
                      </a:lnTo>
                      <a:lnTo>
                        <a:pt x="39128" y="1346200"/>
                      </a:lnTo>
                      <a:lnTo>
                        <a:pt x="31242" y="1295400"/>
                      </a:lnTo>
                      <a:lnTo>
                        <a:pt x="25552" y="1244600"/>
                      </a:lnTo>
                      <a:lnTo>
                        <a:pt x="22110" y="1193800"/>
                      </a:lnTo>
                      <a:lnTo>
                        <a:pt x="20942" y="1143000"/>
                      </a:lnTo>
                      <a:lnTo>
                        <a:pt x="22110" y="1092200"/>
                      </a:lnTo>
                      <a:lnTo>
                        <a:pt x="25552" y="1041400"/>
                      </a:lnTo>
                      <a:lnTo>
                        <a:pt x="31242" y="990600"/>
                      </a:lnTo>
                      <a:lnTo>
                        <a:pt x="39128" y="939800"/>
                      </a:lnTo>
                      <a:lnTo>
                        <a:pt x="49136" y="889000"/>
                      </a:lnTo>
                      <a:lnTo>
                        <a:pt x="61252" y="838200"/>
                      </a:lnTo>
                      <a:lnTo>
                        <a:pt x="75399" y="800100"/>
                      </a:lnTo>
                      <a:lnTo>
                        <a:pt x="91528" y="749300"/>
                      </a:lnTo>
                      <a:lnTo>
                        <a:pt x="109613" y="698500"/>
                      </a:lnTo>
                      <a:lnTo>
                        <a:pt x="129578" y="660400"/>
                      </a:lnTo>
                      <a:lnTo>
                        <a:pt x="151396" y="609600"/>
                      </a:lnTo>
                      <a:lnTo>
                        <a:pt x="174993" y="571500"/>
                      </a:lnTo>
                      <a:lnTo>
                        <a:pt x="200342" y="533400"/>
                      </a:lnTo>
                      <a:lnTo>
                        <a:pt x="227368" y="495300"/>
                      </a:lnTo>
                      <a:lnTo>
                        <a:pt x="256044" y="457200"/>
                      </a:lnTo>
                      <a:lnTo>
                        <a:pt x="286321" y="419100"/>
                      </a:lnTo>
                      <a:lnTo>
                        <a:pt x="318135" y="381000"/>
                      </a:lnTo>
                      <a:lnTo>
                        <a:pt x="351434" y="342900"/>
                      </a:lnTo>
                      <a:lnTo>
                        <a:pt x="386181" y="317500"/>
                      </a:lnTo>
                      <a:lnTo>
                        <a:pt x="422325" y="279400"/>
                      </a:lnTo>
                      <a:lnTo>
                        <a:pt x="459803" y="254000"/>
                      </a:lnTo>
                      <a:lnTo>
                        <a:pt x="498589" y="215900"/>
                      </a:lnTo>
                      <a:lnTo>
                        <a:pt x="538594" y="190500"/>
                      </a:lnTo>
                      <a:lnTo>
                        <a:pt x="579805" y="165100"/>
                      </a:lnTo>
                      <a:lnTo>
                        <a:pt x="622160" y="139700"/>
                      </a:lnTo>
                      <a:lnTo>
                        <a:pt x="665607" y="127000"/>
                      </a:lnTo>
                      <a:lnTo>
                        <a:pt x="710095" y="101600"/>
                      </a:lnTo>
                      <a:lnTo>
                        <a:pt x="755573" y="88900"/>
                      </a:lnTo>
                      <a:lnTo>
                        <a:pt x="802005" y="63500"/>
                      </a:lnTo>
                      <a:lnTo>
                        <a:pt x="897496" y="38100"/>
                      </a:lnTo>
                      <a:lnTo>
                        <a:pt x="946467" y="38100"/>
                      </a:lnTo>
                      <a:lnTo>
                        <a:pt x="996175" y="25400"/>
                      </a:lnTo>
                      <a:lnTo>
                        <a:pt x="1046581" y="25400"/>
                      </a:lnTo>
                      <a:lnTo>
                        <a:pt x="1097635" y="12700"/>
                      </a:lnTo>
                      <a:lnTo>
                        <a:pt x="1200937" y="12700"/>
                      </a:lnTo>
                      <a:lnTo>
                        <a:pt x="1252004" y="25400"/>
                      </a:lnTo>
                      <a:lnTo>
                        <a:pt x="1302410" y="25400"/>
                      </a:lnTo>
                      <a:lnTo>
                        <a:pt x="1352118" y="38100"/>
                      </a:lnTo>
                      <a:lnTo>
                        <a:pt x="1401089" y="38100"/>
                      </a:lnTo>
                      <a:lnTo>
                        <a:pt x="1496580" y="63500"/>
                      </a:lnTo>
                      <a:lnTo>
                        <a:pt x="1543011" y="88900"/>
                      </a:lnTo>
                      <a:lnTo>
                        <a:pt x="1588490" y="101600"/>
                      </a:lnTo>
                      <a:lnTo>
                        <a:pt x="1632991" y="127000"/>
                      </a:lnTo>
                      <a:lnTo>
                        <a:pt x="1676438" y="139700"/>
                      </a:lnTo>
                      <a:lnTo>
                        <a:pt x="1718779" y="165100"/>
                      </a:lnTo>
                      <a:lnTo>
                        <a:pt x="1759991" y="190500"/>
                      </a:lnTo>
                      <a:lnTo>
                        <a:pt x="1800009" y="215900"/>
                      </a:lnTo>
                      <a:lnTo>
                        <a:pt x="1838782" y="254000"/>
                      </a:lnTo>
                      <a:lnTo>
                        <a:pt x="1876259" y="279400"/>
                      </a:lnTo>
                      <a:lnTo>
                        <a:pt x="1912404" y="317500"/>
                      </a:lnTo>
                      <a:lnTo>
                        <a:pt x="1947151" y="342900"/>
                      </a:lnTo>
                      <a:lnTo>
                        <a:pt x="1980450" y="381000"/>
                      </a:lnTo>
                      <a:lnTo>
                        <a:pt x="2012264" y="419100"/>
                      </a:lnTo>
                      <a:lnTo>
                        <a:pt x="2042541" y="457200"/>
                      </a:lnTo>
                      <a:lnTo>
                        <a:pt x="2071217" y="495300"/>
                      </a:lnTo>
                      <a:lnTo>
                        <a:pt x="2098255" y="533400"/>
                      </a:lnTo>
                      <a:lnTo>
                        <a:pt x="2123592" y="571500"/>
                      </a:lnTo>
                      <a:lnTo>
                        <a:pt x="2147189" y="609600"/>
                      </a:lnTo>
                      <a:lnTo>
                        <a:pt x="2169007" y="660400"/>
                      </a:lnTo>
                      <a:lnTo>
                        <a:pt x="2188972" y="698500"/>
                      </a:lnTo>
                      <a:lnTo>
                        <a:pt x="2207056" y="749300"/>
                      </a:lnTo>
                      <a:lnTo>
                        <a:pt x="2223185" y="800100"/>
                      </a:lnTo>
                      <a:lnTo>
                        <a:pt x="2237333" y="838200"/>
                      </a:lnTo>
                      <a:lnTo>
                        <a:pt x="2249449" y="889000"/>
                      </a:lnTo>
                      <a:lnTo>
                        <a:pt x="2259469" y="939800"/>
                      </a:lnTo>
                      <a:lnTo>
                        <a:pt x="2267343" y="990600"/>
                      </a:lnTo>
                      <a:lnTo>
                        <a:pt x="2273033" y="1041400"/>
                      </a:lnTo>
                      <a:lnTo>
                        <a:pt x="2276475" y="1092200"/>
                      </a:lnTo>
                      <a:lnTo>
                        <a:pt x="2277643" y="1143000"/>
                      </a:lnTo>
                      <a:lnTo>
                        <a:pt x="2277643" y="922680"/>
                      </a:lnTo>
                      <a:lnTo>
                        <a:pt x="2274036" y="901700"/>
                      </a:lnTo>
                      <a:lnTo>
                        <a:pt x="2263483" y="863600"/>
                      </a:lnTo>
                      <a:lnTo>
                        <a:pt x="2251138" y="812800"/>
                      </a:lnTo>
                      <a:lnTo>
                        <a:pt x="2237028" y="774700"/>
                      </a:lnTo>
                      <a:lnTo>
                        <a:pt x="2221217" y="723900"/>
                      </a:lnTo>
                      <a:lnTo>
                        <a:pt x="2203742" y="685800"/>
                      </a:lnTo>
                      <a:lnTo>
                        <a:pt x="2184628" y="647700"/>
                      </a:lnTo>
                      <a:lnTo>
                        <a:pt x="2163927" y="596900"/>
                      </a:lnTo>
                      <a:lnTo>
                        <a:pt x="2141677" y="558800"/>
                      </a:lnTo>
                      <a:lnTo>
                        <a:pt x="2117902" y="520700"/>
                      </a:lnTo>
                      <a:lnTo>
                        <a:pt x="2092667" y="482600"/>
                      </a:lnTo>
                      <a:lnTo>
                        <a:pt x="2065997" y="444500"/>
                      </a:lnTo>
                      <a:lnTo>
                        <a:pt x="2037943" y="419100"/>
                      </a:lnTo>
                      <a:lnTo>
                        <a:pt x="2008530" y="381000"/>
                      </a:lnTo>
                      <a:lnTo>
                        <a:pt x="1977809" y="342900"/>
                      </a:lnTo>
                      <a:lnTo>
                        <a:pt x="1945805" y="317500"/>
                      </a:lnTo>
                      <a:lnTo>
                        <a:pt x="1912581" y="279400"/>
                      </a:lnTo>
                      <a:lnTo>
                        <a:pt x="1878164" y="254000"/>
                      </a:lnTo>
                      <a:lnTo>
                        <a:pt x="1842592" y="228600"/>
                      </a:lnTo>
                      <a:lnTo>
                        <a:pt x="1805901" y="203200"/>
                      </a:lnTo>
                      <a:lnTo>
                        <a:pt x="1768144" y="177800"/>
                      </a:lnTo>
                      <a:lnTo>
                        <a:pt x="1729359" y="152400"/>
                      </a:lnTo>
                      <a:lnTo>
                        <a:pt x="1689582" y="127000"/>
                      </a:lnTo>
                      <a:lnTo>
                        <a:pt x="1648841" y="101600"/>
                      </a:lnTo>
                      <a:lnTo>
                        <a:pt x="1564678" y="76200"/>
                      </a:lnTo>
                      <a:lnTo>
                        <a:pt x="1521320" y="50800"/>
                      </a:lnTo>
                      <a:lnTo>
                        <a:pt x="1386662" y="12700"/>
                      </a:lnTo>
                      <a:lnTo>
                        <a:pt x="1340370" y="12700"/>
                      </a:lnTo>
                      <a:lnTo>
                        <a:pt x="1293456" y="0"/>
                      </a:lnTo>
                      <a:lnTo>
                        <a:pt x="1005128" y="0"/>
                      </a:lnTo>
                      <a:lnTo>
                        <a:pt x="958202" y="12700"/>
                      </a:lnTo>
                      <a:lnTo>
                        <a:pt x="911923" y="12700"/>
                      </a:lnTo>
                      <a:lnTo>
                        <a:pt x="777265" y="50800"/>
                      </a:lnTo>
                      <a:lnTo>
                        <a:pt x="733907" y="76200"/>
                      </a:lnTo>
                      <a:lnTo>
                        <a:pt x="649744" y="101600"/>
                      </a:lnTo>
                      <a:lnTo>
                        <a:pt x="609003" y="127000"/>
                      </a:lnTo>
                      <a:lnTo>
                        <a:pt x="569226" y="152400"/>
                      </a:lnTo>
                      <a:lnTo>
                        <a:pt x="530440" y="177800"/>
                      </a:lnTo>
                      <a:lnTo>
                        <a:pt x="492683" y="203200"/>
                      </a:lnTo>
                      <a:lnTo>
                        <a:pt x="455993" y="228600"/>
                      </a:lnTo>
                      <a:lnTo>
                        <a:pt x="420433" y="254000"/>
                      </a:lnTo>
                      <a:lnTo>
                        <a:pt x="386003" y="279400"/>
                      </a:lnTo>
                      <a:lnTo>
                        <a:pt x="352780" y="317500"/>
                      </a:lnTo>
                      <a:lnTo>
                        <a:pt x="320789" y="342900"/>
                      </a:lnTo>
                      <a:lnTo>
                        <a:pt x="290068" y="381000"/>
                      </a:lnTo>
                      <a:lnTo>
                        <a:pt x="260654" y="419100"/>
                      </a:lnTo>
                      <a:lnTo>
                        <a:pt x="232587" y="444500"/>
                      </a:lnTo>
                      <a:lnTo>
                        <a:pt x="205917" y="482600"/>
                      </a:lnTo>
                      <a:lnTo>
                        <a:pt x="180682" y="520700"/>
                      </a:lnTo>
                      <a:lnTo>
                        <a:pt x="156921" y="558800"/>
                      </a:lnTo>
                      <a:lnTo>
                        <a:pt x="134670" y="596900"/>
                      </a:lnTo>
                      <a:lnTo>
                        <a:pt x="113957" y="647700"/>
                      </a:lnTo>
                      <a:lnTo>
                        <a:pt x="94856" y="685800"/>
                      </a:lnTo>
                      <a:lnTo>
                        <a:pt x="77368" y="723900"/>
                      </a:lnTo>
                      <a:lnTo>
                        <a:pt x="61556" y="774700"/>
                      </a:lnTo>
                      <a:lnTo>
                        <a:pt x="47459" y="812800"/>
                      </a:lnTo>
                      <a:lnTo>
                        <a:pt x="35102" y="863600"/>
                      </a:lnTo>
                      <a:lnTo>
                        <a:pt x="24549" y="901700"/>
                      </a:lnTo>
                      <a:lnTo>
                        <a:pt x="15824" y="952500"/>
                      </a:lnTo>
                      <a:lnTo>
                        <a:pt x="8966" y="1003300"/>
                      </a:lnTo>
                      <a:lnTo>
                        <a:pt x="4013" y="1041400"/>
                      </a:lnTo>
                      <a:lnTo>
                        <a:pt x="1016" y="1092200"/>
                      </a:lnTo>
                      <a:lnTo>
                        <a:pt x="0" y="1143000"/>
                      </a:lnTo>
                      <a:lnTo>
                        <a:pt x="1016" y="1193800"/>
                      </a:lnTo>
                      <a:lnTo>
                        <a:pt x="4013" y="1244600"/>
                      </a:lnTo>
                      <a:lnTo>
                        <a:pt x="8966" y="1282700"/>
                      </a:lnTo>
                      <a:lnTo>
                        <a:pt x="15824" y="1333500"/>
                      </a:lnTo>
                      <a:lnTo>
                        <a:pt x="24549" y="1384300"/>
                      </a:lnTo>
                      <a:lnTo>
                        <a:pt x="35102" y="1422400"/>
                      </a:lnTo>
                      <a:lnTo>
                        <a:pt x="47459" y="1473200"/>
                      </a:lnTo>
                      <a:lnTo>
                        <a:pt x="61556" y="1511300"/>
                      </a:lnTo>
                      <a:lnTo>
                        <a:pt x="77368" y="1562100"/>
                      </a:lnTo>
                      <a:lnTo>
                        <a:pt x="94856" y="1600200"/>
                      </a:lnTo>
                      <a:lnTo>
                        <a:pt x="113957" y="1638300"/>
                      </a:lnTo>
                      <a:lnTo>
                        <a:pt x="134670" y="1689100"/>
                      </a:lnTo>
                      <a:lnTo>
                        <a:pt x="156921" y="1727200"/>
                      </a:lnTo>
                      <a:lnTo>
                        <a:pt x="180682" y="1765300"/>
                      </a:lnTo>
                      <a:lnTo>
                        <a:pt x="205917" y="1803400"/>
                      </a:lnTo>
                      <a:lnTo>
                        <a:pt x="232587" y="1841500"/>
                      </a:lnTo>
                      <a:lnTo>
                        <a:pt x="260654" y="1866900"/>
                      </a:lnTo>
                      <a:lnTo>
                        <a:pt x="290068" y="1905000"/>
                      </a:lnTo>
                      <a:lnTo>
                        <a:pt x="320789" y="1943100"/>
                      </a:lnTo>
                      <a:lnTo>
                        <a:pt x="352780" y="1968500"/>
                      </a:lnTo>
                      <a:lnTo>
                        <a:pt x="386003" y="2006600"/>
                      </a:lnTo>
                      <a:lnTo>
                        <a:pt x="420433" y="2032000"/>
                      </a:lnTo>
                      <a:lnTo>
                        <a:pt x="455993" y="2057400"/>
                      </a:lnTo>
                      <a:lnTo>
                        <a:pt x="492683" y="2082800"/>
                      </a:lnTo>
                      <a:lnTo>
                        <a:pt x="530440" y="2108200"/>
                      </a:lnTo>
                      <a:lnTo>
                        <a:pt x="569226" y="2133600"/>
                      </a:lnTo>
                      <a:lnTo>
                        <a:pt x="609003" y="2159000"/>
                      </a:lnTo>
                      <a:lnTo>
                        <a:pt x="649744" y="2184400"/>
                      </a:lnTo>
                      <a:lnTo>
                        <a:pt x="733907" y="2209800"/>
                      </a:lnTo>
                      <a:lnTo>
                        <a:pt x="777265" y="2235200"/>
                      </a:lnTo>
                      <a:lnTo>
                        <a:pt x="911923" y="2273300"/>
                      </a:lnTo>
                      <a:lnTo>
                        <a:pt x="958202" y="2273300"/>
                      </a:lnTo>
                      <a:lnTo>
                        <a:pt x="1005128" y="2286000"/>
                      </a:lnTo>
                      <a:lnTo>
                        <a:pt x="1293456" y="2286000"/>
                      </a:lnTo>
                      <a:lnTo>
                        <a:pt x="1340370" y="2273300"/>
                      </a:lnTo>
                      <a:lnTo>
                        <a:pt x="1386662" y="2273300"/>
                      </a:lnTo>
                      <a:lnTo>
                        <a:pt x="1521320" y="2235200"/>
                      </a:lnTo>
                      <a:lnTo>
                        <a:pt x="1564678" y="2209800"/>
                      </a:lnTo>
                      <a:lnTo>
                        <a:pt x="1648841" y="2184400"/>
                      </a:lnTo>
                      <a:lnTo>
                        <a:pt x="1689582" y="2159000"/>
                      </a:lnTo>
                      <a:lnTo>
                        <a:pt x="1729359" y="2133600"/>
                      </a:lnTo>
                      <a:lnTo>
                        <a:pt x="1768144" y="2108200"/>
                      </a:lnTo>
                      <a:lnTo>
                        <a:pt x="1805901" y="2082800"/>
                      </a:lnTo>
                      <a:lnTo>
                        <a:pt x="1842592" y="2057400"/>
                      </a:lnTo>
                      <a:lnTo>
                        <a:pt x="1878164" y="2032000"/>
                      </a:lnTo>
                      <a:lnTo>
                        <a:pt x="1912581" y="2006600"/>
                      </a:lnTo>
                      <a:lnTo>
                        <a:pt x="1945805" y="1968500"/>
                      </a:lnTo>
                      <a:lnTo>
                        <a:pt x="1977809" y="1943100"/>
                      </a:lnTo>
                      <a:lnTo>
                        <a:pt x="2008530" y="1905000"/>
                      </a:lnTo>
                      <a:lnTo>
                        <a:pt x="2037943" y="1866900"/>
                      </a:lnTo>
                      <a:lnTo>
                        <a:pt x="2065997" y="1841500"/>
                      </a:lnTo>
                      <a:lnTo>
                        <a:pt x="2092667" y="1803400"/>
                      </a:lnTo>
                      <a:lnTo>
                        <a:pt x="2117902" y="1765300"/>
                      </a:lnTo>
                      <a:lnTo>
                        <a:pt x="2141677" y="1727200"/>
                      </a:lnTo>
                      <a:lnTo>
                        <a:pt x="2163927" y="1689100"/>
                      </a:lnTo>
                      <a:lnTo>
                        <a:pt x="2184628" y="1638300"/>
                      </a:lnTo>
                      <a:lnTo>
                        <a:pt x="2203742" y="1600200"/>
                      </a:lnTo>
                      <a:lnTo>
                        <a:pt x="2221217" y="1562100"/>
                      </a:lnTo>
                      <a:lnTo>
                        <a:pt x="2237028" y="1511300"/>
                      </a:lnTo>
                      <a:lnTo>
                        <a:pt x="2251138" y="1473200"/>
                      </a:lnTo>
                      <a:lnTo>
                        <a:pt x="2263483" y="1422400"/>
                      </a:lnTo>
                      <a:lnTo>
                        <a:pt x="2274036" y="1384300"/>
                      </a:lnTo>
                      <a:lnTo>
                        <a:pt x="2282774" y="1333500"/>
                      </a:lnTo>
                      <a:lnTo>
                        <a:pt x="2289632" y="1282700"/>
                      </a:lnTo>
                      <a:lnTo>
                        <a:pt x="2294572" y="1244600"/>
                      </a:lnTo>
                      <a:lnTo>
                        <a:pt x="2297569" y="1193800"/>
                      </a:lnTo>
                      <a:lnTo>
                        <a:pt x="2298585" y="11430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object 10">
                  <a:extLst>
                    <a:ext uri="{FF2B5EF4-FFF2-40B4-BE49-F238E27FC236}">
                      <a16:creationId xmlns:a16="http://schemas.microsoft.com/office/drawing/2014/main" id="{1835B480-96A2-BCBF-4FE7-DE2417F01F52}"/>
                    </a:ext>
                  </a:extLst>
                </p:cNvPr>
                <p:cNvSpPr/>
                <p:nvPr/>
              </p:nvSpPr>
              <p:spPr>
                <a:xfrm>
                  <a:off x="16457411" y="1298532"/>
                  <a:ext cx="890905" cy="8909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0905" h="890905">
                      <a:moveTo>
                        <a:pt x="445326" y="0"/>
                      </a:moveTo>
                      <a:lnTo>
                        <a:pt x="396802" y="2613"/>
                      </a:lnTo>
                      <a:lnTo>
                        <a:pt x="349792" y="10271"/>
                      </a:lnTo>
                      <a:lnTo>
                        <a:pt x="304567" y="22702"/>
                      </a:lnTo>
                      <a:lnTo>
                        <a:pt x="261399" y="39636"/>
                      </a:lnTo>
                      <a:lnTo>
                        <a:pt x="220560" y="60799"/>
                      </a:lnTo>
                      <a:lnTo>
                        <a:pt x="182321" y="85921"/>
                      </a:lnTo>
                      <a:lnTo>
                        <a:pt x="146953" y="114729"/>
                      </a:lnTo>
                      <a:lnTo>
                        <a:pt x="114729" y="146953"/>
                      </a:lnTo>
                      <a:lnTo>
                        <a:pt x="85921" y="182321"/>
                      </a:lnTo>
                      <a:lnTo>
                        <a:pt x="60799" y="220560"/>
                      </a:lnTo>
                      <a:lnTo>
                        <a:pt x="39636" y="261399"/>
                      </a:lnTo>
                      <a:lnTo>
                        <a:pt x="22702" y="304567"/>
                      </a:lnTo>
                      <a:lnTo>
                        <a:pt x="10271" y="349792"/>
                      </a:lnTo>
                      <a:lnTo>
                        <a:pt x="2613" y="396802"/>
                      </a:lnTo>
                      <a:lnTo>
                        <a:pt x="0" y="445326"/>
                      </a:lnTo>
                      <a:lnTo>
                        <a:pt x="2613" y="493850"/>
                      </a:lnTo>
                      <a:lnTo>
                        <a:pt x="10271" y="540860"/>
                      </a:lnTo>
                      <a:lnTo>
                        <a:pt x="22702" y="586085"/>
                      </a:lnTo>
                      <a:lnTo>
                        <a:pt x="39636" y="629253"/>
                      </a:lnTo>
                      <a:lnTo>
                        <a:pt x="60799" y="670093"/>
                      </a:lnTo>
                      <a:lnTo>
                        <a:pt x="85921" y="708332"/>
                      </a:lnTo>
                      <a:lnTo>
                        <a:pt x="114729" y="743699"/>
                      </a:lnTo>
                      <a:lnTo>
                        <a:pt x="146953" y="775923"/>
                      </a:lnTo>
                      <a:lnTo>
                        <a:pt x="182321" y="804732"/>
                      </a:lnTo>
                      <a:lnTo>
                        <a:pt x="220560" y="829854"/>
                      </a:lnTo>
                      <a:lnTo>
                        <a:pt x="261399" y="851017"/>
                      </a:lnTo>
                      <a:lnTo>
                        <a:pt x="304567" y="867950"/>
                      </a:lnTo>
                      <a:lnTo>
                        <a:pt x="349792" y="880382"/>
                      </a:lnTo>
                      <a:lnTo>
                        <a:pt x="396802" y="888040"/>
                      </a:lnTo>
                      <a:lnTo>
                        <a:pt x="445326" y="890653"/>
                      </a:lnTo>
                      <a:lnTo>
                        <a:pt x="493850" y="888040"/>
                      </a:lnTo>
                      <a:lnTo>
                        <a:pt x="540860" y="880382"/>
                      </a:lnTo>
                      <a:lnTo>
                        <a:pt x="586085" y="867950"/>
                      </a:lnTo>
                      <a:lnTo>
                        <a:pt x="629253" y="851017"/>
                      </a:lnTo>
                      <a:lnTo>
                        <a:pt x="670093" y="829854"/>
                      </a:lnTo>
                      <a:lnTo>
                        <a:pt x="708332" y="804732"/>
                      </a:lnTo>
                      <a:lnTo>
                        <a:pt x="743699" y="775923"/>
                      </a:lnTo>
                      <a:lnTo>
                        <a:pt x="775923" y="743699"/>
                      </a:lnTo>
                      <a:lnTo>
                        <a:pt x="804732" y="708332"/>
                      </a:lnTo>
                      <a:lnTo>
                        <a:pt x="829854" y="670093"/>
                      </a:lnTo>
                      <a:lnTo>
                        <a:pt x="851017" y="629253"/>
                      </a:lnTo>
                      <a:lnTo>
                        <a:pt x="867950" y="586085"/>
                      </a:lnTo>
                      <a:lnTo>
                        <a:pt x="880382" y="540860"/>
                      </a:lnTo>
                      <a:lnTo>
                        <a:pt x="888040" y="493850"/>
                      </a:lnTo>
                      <a:lnTo>
                        <a:pt x="890653" y="445326"/>
                      </a:lnTo>
                      <a:lnTo>
                        <a:pt x="888040" y="396802"/>
                      </a:lnTo>
                      <a:lnTo>
                        <a:pt x="880382" y="349792"/>
                      </a:lnTo>
                      <a:lnTo>
                        <a:pt x="867950" y="304567"/>
                      </a:lnTo>
                      <a:lnTo>
                        <a:pt x="851017" y="261399"/>
                      </a:lnTo>
                      <a:lnTo>
                        <a:pt x="829854" y="220560"/>
                      </a:lnTo>
                      <a:lnTo>
                        <a:pt x="804732" y="182321"/>
                      </a:lnTo>
                      <a:lnTo>
                        <a:pt x="775923" y="146953"/>
                      </a:lnTo>
                      <a:lnTo>
                        <a:pt x="743699" y="114729"/>
                      </a:lnTo>
                      <a:lnTo>
                        <a:pt x="708332" y="85921"/>
                      </a:lnTo>
                      <a:lnTo>
                        <a:pt x="670093" y="60799"/>
                      </a:lnTo>
                      <a:lnTo>
                        <a:pt x="629253" y="39636"/>
                      </a:lnTo>
                      <a:lnTo>
                        <a:pt x="586085" y="22702"/>
                      </a:lnTo>
                      <a:lnTo>
                        <a:pt x="540860" y="10271"/>
                      </a:lnTo>
                      <a:lnTo>
                        <a:pt x="493850" y="2613"/>
                      </a:lnTo>
                      <a:lnTo>
                        <a:pt x="4453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object 11">
                  <a:extLst>
                    <a:ext uri="{FF2B5EF4-FFF2-40B4-BE49-F238E27FC236}">
                      <a16:creationId xmlns:a16="http://schemas.microsoft.com/office/drawing/2014/main" id="{3FD3959F-B6BB-B0C1-DDBE-6CD74F510854}"/>
                    </a:ext>
                  </a:extLst>
                </p:cNvPr>
                <p:cNvSpPr/>
                <p:nvPr/>
              </p:nvSpPr>
              <p:spPr>
                <a:xfrm>
                  <a:off x="16537877" y="1448809"/>
                  <a:ext cx="701675" cy="342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675" h="342264">
                      <a:moveTo>
                        <a:pt x="220383" y="284861"/>
                      </a:moveTo>
                      <a:lnTo>
                        <a:pt x="214896" y="270243"/>
                      </a:lnTo>
                      <a:lnTo>
                        <a:pt x="197739" y="224320"/>
                      </a:lnTo>
                      <a:lnTo>
                        <a:pt x="213055" y="178917"/>
                      </a:lnTo>
                      <a:lnTo>
                        <a:pt x="218389" y="163093"/>
                      </a:lnTo>
                      <a:lnTo>
                        <a:pt x="217576" y="157924"/>
                      </a:lnTo>
                      <a:lnTo>
                        <a:pt x="213207" y="152120"/>
                      </a:lnTo>
                      <a:lnTo>
                        <a:pt x="212064" y="150596"/>
                      </a:lnTo>
                      <a:lnTo>
                        <a:pt x="211620" y="150012"/>
                      </a:lnTo>
                      <a:lnTo>
                        <a:pt x="206921" y="147739"/>
                      </a:lnTo>
                      <a:lnTo>
                        <a:pt x="182867" y="148805"/>
                      </a:lnTo>
                      <a:lnTo>
                        <a:pt x="182867" y="270243"/>
                      </a:lnTo>
                      <a:lnTo>
                        <a:pt x="146304" y="269836"/>
                      </a:lnTo>
                      <a:lnTo>
                        <a:pt x="136486" y="269836"/>
                      </a:lnTo>
                      <a:lnTo>
                        <a:pt x="132943" y="270878"/>
                      </a:lnTo>
                      <a:lnTo>
                        <a:pt x="96469" y="299885"/>
                      </a:lnTo>
                      <a:lnTo>
                        <a:pt x="82575" y="255422"/>
                      </a:lnTo>
                      <a:lnTo>
                        <a:pt x="80454" y="252577"/>
                      </a:lnTo>
                      <a:lnTo>
                        <a:pt x="41605" y="226872"/>
                      </a:lnTo>
                      <a:lnTo>
                        <a:pt x="79603" y="199910"/>
                      </a:lnTo>
                      <a:lnTo>
                        <a:pt x="81648" y="197002"/>
                      </a:lnTo>
                      <a:lnTo>
                        <a:pt x="94081" y="152120"/>
                      </a:lnTo>
                      <a:lnTo>
                        <a:pt x="131457" y="179920"/>
                      </a:lnTo>
                      <a:lnTo>
                        <a:pt x="134962" y="180975"/>
                      </a:lnTo>
                      <a:lnTo>
                        <a:pt x="181394" y="178917"/>
                      </a:lnTo>
                      <a:lnTo>
                        <a:pt x="166649" y="222580"/>
                      </a:lnTo>
                      <a:lnTo>
                        <a:pt x="166649" y="226872"/>
                      </a:lnTo>
                      <a:lnTo>
                        <a:pt x="182867" y="270243"/>
                      </a:lnTo>
                      <a:lnTo>
                        <a:pt x="182867" y="148805"/>
                      </a:lnTo>
                      <a:lnTo>
                        <a:pt x="142328" y="150596"/>
                      </a:lnTo>
                      <a:lnTo>
                        <a:pt x="90462" y="112026"/>
                      </a:lnTo>
                      <a:lnTo>
                        <a:pt x="85280" y="111213"/>
                      </a:lnTo>
                      <a:lnTo>
                        <a:pt x="75946" y="114414"/>
                      </a:lnTo>
                      <a:lnTo>
                        <a:pt x="72351" y="118237"/>
                      </a:lnTo>
                      <a:lnTo>
                        <a:pt x="55079" y="180517"/>
                      </a:lnTo>
                      <a:lnTo>
                        <a:pt x="2362" y="217919"/>
                      </a:lnTo>
                      <a:lnTo>
                        <a:pt x="0" y="222580"/>
                      </a:lnTo>
                      <a:lnTo>
                        <a:pt x="63" y="226606"/>
                      </a:lnTo>
                      <a:lnTo>
                        <a:pt x="165" y="232486"/>
                      </a:lnTo>
                      <a:lnTo>
                        <a:pt x="2679" y="237070"/>
                      </a:lnTo>
                      <a:lnTo>
                        <a:pt x="56578" y="272745"/>
                      </a:lnTo>
                      <a:lnTo>
                        <a:pt x="75857" y="334429"/>
                      </a:lnTo>
                      <a:lnTo>
                        <a:pt x="79552" y="338124"/>
                      </a:lnTo>
                      <a:lnTo>
                        <a:pt x="85725" y="340017"/>
                      </a:lnTo>
                      <a:lnTo>
                        <a:pt x="87210" y="340233"/>
                      </a:lnTo>
                      <a:lnTo>
                        <a:pt x="92036" y="340233"/>
                      </a:lnTo>
                      <a:lnTo>
                        <a:pt x="95326" y="339115"/>
                      </a:lnTo>
                      <a:lnTo>
                        <a:pt x="144665" y="299885"/>
                      </a:lnTo>
                      <a:lnTo>
                        <a:pt x="150342" y="299885"/>
                      </a:lnTo>
                      <a:lnTo>
                        <a:pt x="204431" y="300482"/>
                      </a:lnTo>
                      <a:lnTo>
                        <a:pt x="209042" y="300482"/>
                      </a:lnTo>
                      <a:lnTo>
                        <a:pt x="214033" y="298157"/>
                      </a:lnTo>
                      <a:lnTo>
                        <a:pt x="219710" y="290055"/>
                      </a:lnTo>
                      <a:lnTo>
                        <a:pt x="220383" y="284861"/>
                      </a:lnTo>
                      <a:close/>
                    </a:path>
                    <a:path w="701675" h="342264">
                      <a:moveTo>
                        <a:pt x="465709" y="87083"/>
                      </a:moveTo>
                      <a:lnTo>
                        <a:pt x="462661" y="77673"/>
                      </a:lnTo>
                      <a:lnTo>
                        <a:pt x="458901" y="74028"/>
                      </a:lnTo>
                      <a:lnTo>
                        <a:pt x="424688" y="63957"/>
                      </a:lnTo>
                      <a:lnTo>
                        <a:pt x="424688" y="95224"/>
                      </a:lnTo>
                      <a:lnTo>
                        <a:pt x="396278" y="132143"/>
                      </a:lnTo>
                      <a:lnTo>
                        <a:pt x="395173" y="135521"/>
                      </a:lnTo>
                      <a:lnTo>
                        <a:pt x="396468" y="182079"/>
                      </a:lnTo>
                      <a:lnTo>
                        <a:pt x="352564" y="166484"/>
                      </a:lnTo>
                      <a:lnTo>
                        <a:pt x="349021" y="166484"/>
                      </a:lnTo>
                      <a:lnTo>
                        <a:pt x="305130" y="182079"/>
                      </a:lnTo>
                      <a:lnTo>
                        <a:pt x="306184" y="143471"/>
                      </a:lnTo>
                      <a:lnTo>
                        <a:pt x="306311" y="138976"/>
                      </a:lnTo>
                      <a:lnTo>
                        <a:pt x="306400" y="135521"/>
                      </a:lnTo>
                      <a:lnTo>
                        <a:pt x="305308" y="132143"/>
                      </a:lnTo>
                      <a:lnTo>
                        <a:pt x="276910" y="95224"/>
                      </a:lnTo>
                      <a:lnTo>
                        <a:pt x="321589" y="82042"/>
                      </a:lnTo>
                      <a:lnTo>
                        <a:pt x="324472" y="79959"/>
                      </a:lnTo>
                      <a:lnTo>
                        <a:pt x="350799" y="41529"/>
                      </a:lnTo>
                      <a:lnTo>
                        <a:pt x="377139" y="79959"/>
                      </a:lnTo>
                      <a:lnTo>
                        <a:pt x="380009" y="82042"/>
                      </a:lnTo>
                      <a:lnTo>
                        <a:pt x="424688" y="95224"/>
                      </a:lnTo>
                      <a:lnTo>
                        <a:pt x="424688" y="63957"/>
                      </a:lnTo>
                      <a:lnTo>
                        <a:pt x="396900" y="55765"/>
                      </a:lnTo>
                      <a:lnTo>
                        <a:pt x="387159" y="41529"/>
                      </a:lnTo>
                      <a:lnTo>
                        <a:pt x="360375" y="2438"/>
                      </a:lnTo>
                      <a:lnTo>
                        <a:pt x="355739" y="0"/>
                      </a:lnTo>
                      <a:lnTo>
                        <a:pt x="345859" y="0"/>
                      </a:lnTo>
                      <a:lnTo>
                        <a:pt x="341236" y="2438"/>
                      </a:lnTo>
                      <a:lnTo>
                        <a:pt x="304647" y="55765"/>
                      </a:lnTo>
                      <a:lnTo>
                        <a:pt x="242684" y="74028"/>
                      </a:lnTo>
                      <a:lnTo>
                        <a:pt x="238937" y="77673"/>
                      </a:lnTo>
                      <a:lnTo>
                        <a:pt x="235877" y="87083"/>
                      </a:lnTo>
                      <a:lnTo>
                        <a:pt x="236766" y="92252"/>
                      </a:lnTo>
                      <a:lnTo>
                        <a:pt x="276186" y="143471"/>
                      </a:lnTo>
                      <a:lnTo>
                        <a:pt x="274396" y="208076"/>
                      </a:lnTo>
                      <a:lnTo>
                        <a:pt x="276707" y="212775"/>
                      </a:lnTo>
                      <a:lnTo>
                        <a:pt x="284721" y="218592"/>
                      </a:lnTo>
                      <a:lnTo>
                        <a:pt x="289902" y="219329"/>
                      </a:lnTo>
                      <a:lnTo>
                        <a:pt x="350799" y="197688"/>
                      </a:lnTo>
                      <a:lnTo>
                        <a:pt x="408673" y="218262"/>
                      </a:lnTo>
                      <a:lnTo>
                        <a:pt x="410692" y="218592"/>
                      </a:lnTo>
                      <a:lnTo>
                        <a:pt x="415023" y="218592"/>
                      </a:lnTo>
                      <a:lnTo>
                        <a:pt x="418274" y="217563"/>
                      </a:lnTo>
                      <a:lnTo>
                        <a:pt x="424865" y="212775"/>
                      </a:lnTo>
                      <a:lnTo>
                        <a:pt x="427189" y="208076"/>
                      </a:lnTo>
                      <a:lnTo>
                        <a:pt x="426897" y="197688"/>
                      </a:lnTo>
                      <a:lnTo>
                        <a:pt x="426466" y="182079"/>
                      </a:lnTo>
                      <a:lnTo>
                        <a:pt x="425411" y="143471"/>
                      </a:lnTo>
                      <a:lnTo>
                        <a:pt x="464832" y="92252"/>
                      </a:lnTo>
                      <a:lnTo>
                        <a:pt x="465709" y="87083"/>
                      </a:lnTo>
                      <a:close/>
                    </a:path>
                    <a:path w="701675" h="342264">
                      <a:moveTo>
                        <a:pt x="701611" y="224599"/>
                      </a:moveTo>
                      <a:lnTo>
                        <a:pt x="699236" y="219938"/>
                      </a:lnTo>
                      <a:lnTo>
                        <a:pt x="659993" y="192100"/>
                      </a:lnTo>
                      <a:lnTo>
                        <a:pt x="659993" y="228866"/>
                      </a:lnTo>
                      <a:lnTo>
                        <a:pt x="621144" y="254596"/>
                      </a:lnTo>
                      <a:lnTo>
                        <a:pt x="618998" y="257429"/>
                      </a:lnTo>
                      <a:lnTo>
                        <a:pt x="605116" y="301904"/>
                      </a:lnTo>
                      <a:lnTo>
                        <a:pt x="568706" y="272923"/>
                      </a:lnTo>
                      <a:lnTo>
                        <a:pt x="566826" y="272262"/>
                      </a:lnTo>
                      <a:lnTo>
                        <a:pt x="565416" y="271780"/>
                      </a:lnTo>
                      <a:lnTo>
                        <a:pt x="561848" y="271780"/>
                      </a:lnTo>
                      <a:lnTo>
                        <a:pt x="518718" y="272262"/>
                      </a:lnTo>
                      <a:lnTo>
                        <a:pt x="534949" y="228866"/>
                      </a:lnTo>
                      <a:lnTo>
                        <a:pt x="535038" y="228625"/>
                      </a:lnTo>
                      <a:lnTo>
                        <a:pt x="535101" y="225082"/>
                      </a:lnTo>
                      <a:lnTo>
                        <a:pt x="520204" y="180936"/>
                      </a:lnTo>
                      <a:lnTo>
                        <a:pt x="566699" y="182981"/>
                      </a:lnTo>
                      <a:lnTo>
                        <a:pt x="570141" y="181940"/>
                      </a:lnTo>
                      <a:lnTo>
                        <a:pt x="571487" y="180936"/>
                      </a:lnTo>
                      <a:lnTo>
                        <a:pt x="607517" y="154114"/>
                      </a:lnTo>
                      <a:lnTo>
                        <a:pt x="619950" y="199009"/>
                      </a:lnTo>
                      <a:lnTo>
                        <a:pt x="621995" y="201917"/>
                      </a:lnTo>
                      <a:lnTo>
                        <a:pt x="659993" y="228866"/>
                      </a:lnTo>
                      <a:lnTo>
                        <a:pt x="659993" y="192100"/>
                      </a:lnTo>
                      <a:lnTo>
                        <a:pt x="646531" y="182537"/>
                      </a:lnTo>
                      <a:lnTo>
                        <a:pt x="638644" y="154114"/>
                      </a:lnTo>
                      <a:lnTo>
                        <a:pt x="638225" y="152628"/>
                      </a:lnTo>
                      <a:lnTo>
                        <a:pt x="629246" y="120256"/>
                      </a:lnTo>
                      <a:lnTo>
                        <a:pt x="625652" y="116446"/>
                      </a:lnTo>
                      <a:lnTo>
                        <a:pt x="616292" y="113233"/>
                      </a:lnTo>
                      <a:lnTo>
                        <a:pt x="611124" y="114046"/>
                      </a:lnTo>
                      <a:lnTo>
                        <a:pt x="559282" y="152628"/>
                      </a:lnTo>
                      <a:lnTo>
                        <a:pt x="494779" y="149796"/>
                      </a:lnTo>
                      <a:lnTo>
                        <a:pt x="489978" y="152031"/>
                      </a:lnTo>
                      <a:lnTo>
                        <a:pt x="484022" y="159931"/>
                      </a:lnTo>
                      <a:lnTo>
                        <a:pt x="483209" y="165100"/>
                      </a:lnTo>
                      <a:lnTo>
                        <a:pt x="503859" y="226339"/>
                      </a:lnTo>
                      <a:lnTo>
                        <a:pt x="481215" y="286880"/>
                      </a:lnTo>
                      <a:lnTo>
                        <a:pt x="481901" y="292074"/>
                      </a:lnTo>
                      <a:lnTo>
                        <a:pt x="484720" y="296125"/>
                      </a:lnTo>
                      <a:lnTo>
                        <a:pt x="487578" y="300189"/>
                      </a:lnTo>
                      <a:lnTo>
                        <a:pt x="492391" y="302514"/>
                      </a:lnTo>
                      <a:lnTo>
                        <a:pt x="497179" y="302514"/>
                      </a:lnTo>
                      <a:lnTo>
                        <a:pt x="551268" y="301904"/>
                      </a:lnTo>
                      <a:lnTo>
                        <a:pt x="556933" y="301904"/>
                      </a:lnTo>
                      <a:lnTo>
                        <a:pt x="606259" y="341122"/>
                      </a:lnTo>
                      <a:lnTo>
                        <a:pt x="609561" y="342252"/>
                      </a:lnTo>
                      <a:lnTo>
                        <a:pt x="614375" y="342252"/>
                      </a:lnTo>
                      <a:lnTo>
                        <a:pt x="615861" y="342036"/>
                      </a:lnTo>
                      <a:lnTo>
                        <a:pt x="622046" y="340131"/>
                      </a:lnTo>
                      <a:lnTo>
                        <a:pt x="625741" y="336448"/>
                      </a:lnTo>
                      <a:lnTo>
                        <a:pt x="645033" y="274751"/>
                      </a:lnTo>
                      <a:lnTo>
                        <a:pt x="698931" y="239077"/>
                      </a:lnTo>
                      <a:lnTo>
                        <a:pt x="701446" y="234492"/>
                      </a:lnTo>
                      <a:lnTo>
                        <a:pt x="701535" y="228625"/>
                      </a:lnTo>
                      <a:lnTo>
                        <a:pt x="701611" y="22459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object 12">
                  <a:extLst>
                    <a:ext uri="{FF2B5EF4-FFF2-40B4-BE49-F238E27FC236}">
                      <a16:creationId xmlns:a16="http://schemas.microsoft.com/office/drawing/2014/main" id="{C352B994-FA47-1251-CBFC-65D8C5F3351C}"/>
                    </a:ext>
                  </a:extLst>
                </p:cNvPr>
                <p:cNvSpPr/>
                <p:nvPr/>
              </p:nvSpPr>
              <p:spPr>
                <a:xfrm>
                  <a:off x="16333752" y="3144884"/>
                  <a:ext cx="1033780" cy="1033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780" h="1033779">
                      <a:moveTo>
                        <a:pt x="516612" y="0"/>
                      </a:moveTo>
                      <a:lnTo>
                        <a:pt x="469591" y="2111"/>
                      </a:lnTo>
                      <a:lnTo>
                        <a:pt x="423752" y="8323"/>
                      </a:lnTo>
                      <a:lnTo>
                        <a:pt x="379278" y="18454"/>
                      </a:lnTo>
                      <a:lnTo>
                        <a:pt x="336352" y="32321"/>
                      </a:lnTo>
                      <a:lnTo>
                        <a:pt x="295155" y="49742"/>
                      </a:lnTo>
                      <a:lnTo>
                        <a:pt x="255871" y="70534"/>
                      </a:lnTo>
                      <a:lnTo>
                        <a:pt x="218681" y="94515"/>
                      </a:lnTo>
                      <a:lnTo>
                        <a:pt x="183768" y="121502"/>
                      </a:lnTo>
                      <a:lnTo>
                        <a:pt x="151314" y="151314"/>
                      </a:lnTo>
                      <a:lnTo>
                        <a:pt x="121502" y="183768"/>
                      </a:lnTo>
                      <a:lnTo>
                        <a:pt x="94515" y="218681"/>
                      </a:lnTo>
                      <a:lnTo>
                        <a:pt x="70534" y="255871"/>
                      </a:lnTo>
                      <a:lnTo>
                        <a:pt x="49742" y="295155"/>
                      </a:lnTo>
                      <a:lnTo>
                        <a:pt x="32321" y="336352"/>
                      </a:lnTo>
                      <a:lnTo>
                        <a:pt x="18454" y="379278"/>
                      </a:lnTo>
                      <a:lnTo>
                        <a:pt x="8323" y="423752"/>
                      </a:lnTo>
                      <a:lnTo>
                        <a:pt x="2111" y="469591"/>
                      </a:lnTo>
                      <a:lnTo>
                        <a:pt x="0" y="516612"/>
                      </a:lnTo>
                      <a:lnTo>
                        <a:pt x="2111" y="563635"/>
                      </a:lnTo>
                      <a:lnTo>
                        <a:pt x="8323" y="609475"/>
                      </a:lnTo>
                      <a:lnTo>
                        <a:pt x="18454" y="653950"/>
                      </a:lnTo>
                      <a:lnTo>
                        <a:pt x="32321" y="696878"/>
                      </a:lnTo>
                      <a:lnTo>
                        <a:pt x="49742" y="738075"/>
                      </a:lnTo>
                      <a:lnTo>
                        <a:pt x="70534" y="777361"/>
                      </a:lnTo>
                      <a:lnTo>
                        <a:pt x="94515" y="814551"/>
                      </a:lnTo>
                      <a:lnTo>
                        <a:pt x="121502" y="849465"/>
                      </a:lnTo>
                      <a:lnTo>
                        <a:pt x="151314" y="881919"/>
                      </a:lnTo>
                      <a:lnTo>
                        <a:pt x="183768" y="911731"/>
                      </a:lnTo>
                      <a:lnTo>
                        <a:pt x="218681" y="938719"/>
                      </a:lnTo>
                      <a:lnTo>
                        <a:pt x="255871" y="962700"/>
                      </a:lnTo>
                      <a:lnTo>
                        <a:pt x="295155" y="983493"/>
                      </a:lnTo>
                      <a:lnTo>
                        <a:pt x="336352" y="1000914"/>
                      </a:lnTo>
                      <a:lnTo>
                        <a:pt x="379278" y="1014781"/>
                      </a:lnTo>
                      <a:lnTo>
                        <a:pt x="423752" y="1024912"/>
                      </a:lnTo>
                      <a:lnTo>
                        <a:pt x="469591" y="1031124"/>
                      </a:lnTo>
                      <a:lnTo>
                        <a:pt x="516612" y="1033235"/>
                      </a:lnTo>
                      <a:lnTo>
                        <a:pt x="563635" y="1031124"/>
                      </a:lnTo>
                      <a:lnTo>
                        <a:pt x="609475" y="1024912"/>
                      </a:lnTo>
                      <a:lnTo>
                        <a:pt x="653950" y="1014781"/>
                      </a:lnTo>
                      <a:lnTo>
                        <a:pt x="696878" y="1000914"/>
                      </a:lnTo>
                      <a:lnTo>
                        <a:pt x="738075" y="983493"/>
                      </a:lnTo>
                      <a:lnTo>
                        <a:pt x="777361" y="962700"/>
                      </a:lnTo>
                      <a:lnTo>
                        <a:pt x="814551" y="938719"/>
                      </a:lnTo>
                      <a:lnTo>
                        <a:pt x="849465" y="911731"/>
                      </a:lnTo>
                      <a:lnTo>
                        <a:pt x="881919" y="881919"/>
                      </a:lnTo>
                      <a:lnTo>
                        <a:pt x="911731" y="849465"/>
                      </a:lnTo>
                      <a:lnTo>
                        <a:pt x="938719" y="814551"/>
                      </a:lnTo>
                      <a:lnTo>
                        <a:pt x="962700" y="777361"/>
                      </a:lnTo>
                      <a:lnTo>
                        <a:pt x="983493" y="738075"/>
                      </a:lnTo>
                      <a:lnTo>
                        <a:pt x="1000914" y="696878"/>
                      </a:lnTo>
                      <a:lnTo>
                        <a:pt x="1014781" y="653950"/>
                      </a:lnTo>
                      <a:lnTo>
                        <a:pt x="1024912" y="609475"/>
                      </a:lnTo>
                      <a:lnTo>
                        <a:pt x="1031124" y="563635"/>
                      </a:lnTo>
                      <a:lnTo>
                        <a:pt x="1033235" y="516612"/>
                      </a:lnTo>
                      <a:lnTo>
                        <a:pt x="1031124" y="469591"/>
                      </a:lnTo>
                      <a:lnTo>
                        <a:pt x="1024912" y="423752"/>
                      </a:lnTo>
                      <a:lnTo>
                        <a:pt x="1014781" y="379278"/>
                      </a:lnTo>
                      <a:lnTo>
                        <a:pt x="1000914" y="336352"/>
                      </a:lnTo>
                      <a:lnTo>
                        <a:pt x="983493" y="295155"/>
                      </a:lnTo>
                      <a:lnTo>
                        <a:pt x="962700" y="255871"/>
                      </a:lnTo>
                      <a:lnTo>
                        <a:pt x="938719" y="218681"/>
                      </a:lnTo>
                      <a:lnTo>
                        <a:pt x="911731" y="183768"/>
                      </a:lnTo>
                      <a:lnTo>
                        <a:pt x="881919" y="151314"/>
                      </a:lnTo>
                      <a:lnTo>
                        <a:pt x="849465" y="121502"/>
                      </a:lnTo>
                      <a:lnTo>
                        <a:pt x="814551" y="94515"/>
                      </a:lnTo>
                      <a:lnTo>
                        <a:pt x="777361" y="70534"/>
                      </a:lnTo>
                      <a:lnTo>
                        <a:pt x="738075" y="49742"/>
                      </a:lnTo>
                      <a:lnTo>
                        <a:pt x="696878" y="32321"/>
                      </a:lnTo>
                      <a:lnTo>
                        <a:pt x="653950" y="18454"/>
                      </a:lnTo>
                      <a:lnTo>
                        <a:pt x="609475" y="8323"/>
                      </a:lnTo>
                      <a:lnTo>
                        <a:pt x="563635" y="2111"/>
                      </a:lnTo>
                      <a:lnTo>
                        <a:pt x="5166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93" name="object 13">
                  <a:extLst>
                    <a:ext uri="{FF2B5EF4-FFF2-40B4-BE49-F238E27FC236}">
                      <a16:creationId xmlns:a16="http://schemas.microsoft.com/office/drawing/2014/main" id="{68E985FB-5993-0FF1-A98A-009801D6E960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16370622" y="3556519"/>
                  <a:ext cx="943426" cy="25961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D352F7EF-74C2-0BBC-9276-EF0D6CF5EB75}"/>
                </a:ext>
              </a:extLst>
            </p:cNvPr>
            <p:cNvGrpSpPr/>
            <p:nvPr/>
          </p:nvGrpSpPr>
          <p:grpSpPr>
            <a:xfrm>
              <a:off x="7243784" y="2201783"/>
              <a:ext cx="1040406" cy="1303381"/>
              <a:chOff x="7679283" y="1099737"/>
              <a:chExt cx="1128840" cy="1414168"/>
            </a:xfrm>
          </p:grpSpPr>
          <p:sp>
            <p:nvSpPr>
              <p:cNvPr id="95" name="object 5">
                <a:extLst>
                  <a:ext uri="{FF2B5EF4-FFF2-40B4-BE49-F238E27FC236}">
                    <a16:creationId xmlns:a16="http://schemas.microsoft.com/office/drawing/2014/main" id="{BC157C27-4C9C-61BA-BD23-32A008AE0B6D}"/>
                  </a:ext>
                </a:extLst>
              </p:cNvPr>
              <p:cNvSpPr txBox="1"/>
              <p:nvPr/>
            </p:nvSpPr>
            <p:spPr>
              <a:xfrm>
                <a:off x="7772841" y="1553670"/>
                <a:ext cx="941725" cy="40072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000" b="1" i="0" u="heavy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>
                      <a:solidFill>
                        <a:srgbClr val="B7DFC9"/>
                      </a:solidFill>
                    </a:uFill>
                    <a:latin typeface="Versos"/>
                    <a:ea typeface="+mn-ea"/>
                    <a:cs typeface="+mn-cs"/>
                  </a:rPr>
                  <a:t>1</a:t>
                </a:r>
                <a:r>
                  <a:rPr kumimoji="0" sz="1000" b="1" i="0" u="heavy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>
                      <a:solidFill>
                        <a:srgbClr val="B7DFC9"/>
                      </a:solidFill>
                    </a:uFill>
                    <a:latin typeface="Versos"/>
                    <a:ea typeface="+mn-ea"/>
                    <a:cs typeface="+mn-cs"/>
                  </a:rPr>
                  <a:t>º Lugar</a:t>
                </a:r>
                <a:br>
                  <a:rPr kumimoji="0" lang="pt-BR" sz="700" b="0" i="0" u="none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</a:rPr>
                </a:br>
                <a:r>
                  <a:rPr kumimoji="0" sz="700" b="0" i="0" u="none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</a:rPr>
                  <a:t>“Money Market”</a:t>
                </a:r>
                <a:br>
                  <a:rPr kumimoji="0" lang="pt-BR" sz="700" b="0" i="0" u="none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</a:rPr>
                </a:br>
                <a:r>
                  <a:rPr kumimoji="0" lang="pt-BR" sz="700" b="0" i="1" u="none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</a:rPr>
                  <a:t>2024</a:t>
                </a:r>
                <a:endParaRPr kumimoji="0" sz="700" b="0" i="1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</a:endParaRPr>
              </a:p>
            </p:txBody>
          </p:sp>
          <p:grpSp>
            <p:nvGrpSpPr>
              <p:cNvPr id="96" name="object 8">
                <a:extLst>
                  <a:ext uri="{FF2B5EF4-FFF2-40B4-BE49-F238E27FC236}">
                    <a16:creationId xmlns:a16="http://schemas.microsoft.com/office/drawing/2014/main" id="{19C2BC49-5FE1-050C-416F-275DEB7E1FFD}"/>
                  </a:ext>
                </a:extLst>
              </p:cNvPr>
              <p:cNvGrpSpPr/>
              <p:nvPr/>
            </p:nvGrpSpPr>
            <p:grpSpPr>
              <a:xfrm>
                <a:off x="7679283" y="1099737"/>
                <a:ext cx="1128840" cy="1414168"/>
                <a:chOff x="15709072" y="1298532"/>
                <a:chExt cx="2298700" cy="2879725"/>
              </a:xfrm>
            </p:grpSpPr>
            <p:sp>
              <p:nvSpPr>
                <p:cNvPr id="97" name="object 9">
                  <a:extLst>
                    <a:ext uri="{FF2B5EF4-FFF2-40B4-BE49-F238E27FC236}">
                      <a16:creationId xmlns:a16="http://schemas.microsoft.com/office/drawing/2014/main" id="{6F7BD908-7CBF-A2C8-A6C4-BABDA161FB7A}"/>
                    </a:ext>
                  </a:extLst>
                </p:cNvPr>
                <p:cNvSpPr/>
                <p:nvPr/>
              </p:nvSpPr>
              <p:spPr>
                <a:xfrm>
                  <a:off x="15709063" y="1575669"/>
                  <a:ext cx="2298700" cy="228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8700" h="2286000">
                      <a:moveTo>
                        <a:pt x="2139962" y="1136802"/>
                      </a:moveTo>
                      <a:lnTo>
                        <a:pt x="2138819" y="1098702"/>
                      </a:lnTo>
                      <a:lnTo>
                        <a:pt x="2135428" y="1047902"/>
                      </a:lnTo>
                      <a:lnTo>
                        <a:pt x="2129840" y="997102"/>
                      </a:lnTo>
                      <a:lnTo>
                        <a:pt x="2122106" y="959002"/>
                      </a:lnTo>
                      <a:lnTo>
                        <a:pt x="2119020" y="943076"/>
                      </a:lnTo>
                      <a:lnTo>
                        <a:pt x="2119020" y="1136802"/>
                      </a:lnTo>
                      <a:lnTo>
                        <a:pt x="2117585" y="1200302"/>
                      </a:lnTo>
                      <a:lnTo>
                        <a:pt x="2113330" y="1251102"/>
                      </a:lnTo>
                      <a:lnTo>
                        <a:pt x="2106333" y="1301902"/>
                      </a:lnTo>
                      <a:lnTo>
                        <a:pt x="2096655" y="1352702"/>
                      </a:lnTo>
                      <a:lnTo>
                        <a:pt x="2084387" y="1403502"/>
                      </a:lnTo>
                      <a:lnTo>
                        <a:pt x="2069592" y="1454302"/>
                      </a:lnTo>
                      <a:lnTo>
                        <a:pt x="2052345" y="1492402"/>
                      </a:lnTo>
                      <a:lnTo>
                        <a:pt x="2032723" y="1543202"/>
                      </a:lnTo>
                      <a:lnTo>
                        <a:pt x="2010791" y="1594002"/>
                      </a:lnTo>
                      <a:lnTo>
                        <a:pt x="1986635" y="1632102"/>
                      </a:lnTo>
                      <a:lnTo>
                        <a:pt x="1960321" y="1670202"/>
                      </a:lnTo>
                      <a:lnTo>
                        <a:pt x="1931936" y="1721002"/>
                      </a:lnTo>
                      <a:lnTo>
                        <a:pt x="1901532" y="1759102"/>
                      </a:lnTo>
                      <a:lnTo>
                        <a:pt x="1869198" y="1797202"/>
                      </a:lnTo>
                      <a:lnTo>
                        <a:pt x="1834997" y="1822602"/>
                      </a:lnTo>
                      <a:lnTo>
                        <a:pt x="1799018" y="1860702"/>
                      </a:lnTo>
                      <a:lnTo>
                        <a:pt x="1761324" y="1898802"/>
                      </a:lnTo>
                      <a:lnTo>
                        <a:pt x="1721993" y="1924202"/>
                      </a:lnTo>
                      <a:lnTo>
                        <a:pt x="1681111" y="1949602"/>
                      </a:lnTo>
                      <a:lnTo>
                        <a:pt x="1638731" y="1975002"/>
                      </a:lnTo>
                      <a:lnTo>
                        <a:pt x="1594929" y="2000402"/>
                      </a:lnTo>
                      <a:lnTo>
                        <a:pt x="1549806" y="2025802"/>
                      </a:lnTo>
                      <a:lnTo>
                        <a:pt x="1503400" y="2051202"/>
                      </a:lnTo>
                      <a:lnTo>
                        <a:pt x="1455801" y="2063902"/>
                      </a:lnTo>
                      <a:lnTo>
                        <a:pt x="1306601" y="2102002"/>
                      </a:lnTo>
                      <a:lnTo>
                        <a:pt x="1254963" y="2102002"/>
                      </a:lnTo>
                      <a:lnTo>
                        <a:pt x="1202499" y="2114702"/>
                      </a:lnTo>
                      <a:lnTo>
                        <a:pt x="1096086" y="2114702"/>
                      </a:lnTo>
                      <a:lnTo>
                        <a:pt x="1043622" y="2102002"/>
                      </a:lnTo>
                      <a:lnTo>
                        <a:pt x="991984" y="2102002"/>
                      </a:lnTo>
                      <a:lnTo>
                        <a:pt x="842772" y="2063902"/>
                      </a:lnTo>
                      <a:lnTo>
                        <a:pt x="795185" y="2051202"/>
                      </a:lnTo>
                      <a:lnTo>
                        <a:pt x="748779" y="2025802"/>
                      </a:lnTo>
                      <a:lnTo>
                        <a:pt x="703643" y="2000402"/>
                      </a:lnTo>
                      <a:lnTo>
                        <a:pt x="659853" y="1975002"/>
                      </a:lnTo>
                      <a:lnTo>
                        <a:pt x="617474" y="1949602"/>
                      </a:lnTo>
                      <a:lnTo>
                        <a:pt x="576592" y="1924202"/>
                      </a:lnTo>
                      <a:lnTo>
                        <a:pt x="537260" y="1898802"/>
                      </a:lnTo>
                      <a:lnTo>
                        <a:pt x="499567" y="1860702"/>
                      </a:lnTo>
                      <a:lnTo>
                        <a:pt x="463588" y="1822602"/>
                      </a:lnTo>
                      <a:lnTo>
                        <a:pt x="429387" y="1797202"/>
                      </a:lnTo>
                      <a:lnTo>
                        <a:pt x="397052" y="1759102"/>
                      </a:lnTo>
                      <a:lnTo>
                        <a:pt x="366649" y="1721002"/>
                      </a:lnTo>
                      <a:lnTo>
                        <a:pt x="338264" y="1670202"/>
                      </a:lnTo>
                      <a:lnTo>
                        <a:pt x="311950" y="1632102"/>
                      </a:lnTo>
                      <a:lnTo>
                        <a:pt x="287794" y="1594002"/>
                      </a:lnTo>
                      <a:lnTo>
                        <a:pt x="265861" y="1543202"/>
                      </a:lnTo>
                      <a:lnTo>
                        <a:pt x="246240" y="1492402"/>
                      </a:lnTo>
                      <a:lnTo>
                        <a:pt x="228993" y="1454302"/>
                      </a:lnTo>
                      <a:lnTo>
                        <a:pt x="214198" y="1403502"/>
                      </a:lnTo>
                      <a:lnTo>
                        <a:pt x="201930" y="1352702"/>
                      </a:lnTo>
                      <a:lnTo>
                        <a:pt x="192252" y="1301902"/>
                      </a:lnTo>
                      <a:lnTo>
                        <a:pt x="185254" y="1251102"/>
                      </a:lnTo>
                      <a:lnTo>
                        <a:pt x="181000" y="1200302"/>
                      </a:lnTo>
                      <a:lnTo>
                        <a:pt x="179565" y="1136802"/>
                      </a:lnTo>
                      <a:lnTo>
                        <a:pt x="181000" y="1086002"/>
                      </a:lnTo>
                      <a:lnTo>
                        <a:pt x="185254" y="1035202"/>
                      </a:lnTo>
                      <a:lnTo>
                        <a:pt x="192252" y="984402"/>
                      </a:lnTo>
                      <a:lnTo>
                        <a:pt x="201930" y="933602"/>
                      </a:lnTo>
                      <a:lnTo>
                        <a:pt x="214198" y="882802"/>
                      </a:lnTo>
                      <a:lnTo>
                        <a:pt x="228993" y="832002"/>
                      </a:lnTo>
                      <a:lnTo>
                        <a:pt x="246240" y="793902"/>
                      </a:lnTo>
                      <a:lnTo>
                        <a:pt x="265861" y="743102"/>
                      </a:lnTo>
                      <a:lnTo>
                        <a:pt x="287794" y="692302"/>
                      </a:lnTo>
                      <a:lnTo>
                        <a:pt x="311950" y="654202"/>
                      </a:lnTo>
                      <a:lnTo>
                        <a:pt x="338264" y="616102"/>
                      </a:lnTo>
                      <a:lnTo>
                        <a:pt x="366649" y="565302"/>
                      </a:lnTo>
                      <a:lnTo>
                        <a:pt x="397052" y="527202"/>
                      </a:lnTo>
                      <a:lnTo>
                        <a:pt x="429387" y="489102"/>
                      </a:lnTo>
                      <a:lnTo>
                        <a:pt x="463588" y="463702"/>
                      </a:lnTo>
                      <a:lnTo>
                        <a:pt x="499567" y="425602"/>
                      </a:lnTo>
                      <a:lnTo>
                        <a:pt x="537260" y="387502"/>
                      </a:lnTo>
                      <a:lnTo>
                        <a:pt x="576592" y="362102"/>
                      </a:lnTo>
                      <a:lnTo>
                        <a:pt x="617474" y="336702"/>
                      </a:lnTo>
                      <a:lnTo>
                        <a:pt x="659853" y="311302"/>
                      </a:lnTo>
                      <a:lnTo>
                        <a:pt x="703643" y="285902"/>
                      </a:lnTo>
                      <a:lnTo>
                        <a:pt x="748779" y="260502"/>
                      </a:lnTo>
                      <a:lnTo>
                        <a:pt x="795185" y="235102"/>
                      </a:lnTo>
                      <a:lnTo>
                        <a:pt x="941247" y="197002"/>
                      </a:lnTo>
                      <a:lnTo>
                        <a:pt x="991984" y="184302"/>
                      </a:lnTo>
                      <a:lnTo>
                        <a:pt x="1043622" y="184302"/>
                      </a:lnTo>
                      <a:lnTo>
                        <a:pt x="1096086" y="171602"/>
                      </a:lnTo>
                      <a:lnTo>
                        <a:pt x="1202499" y="171602"/>
                      </a:lnTo>
                      <a:lnTo>
                        <a:pt x="1254963" y="184302"/>
                      </a:lnTo>
                      <a:lnTo>
                        <a:pt x="1306601" y="184302"/>
                      </a:lnTo>
                      <a:lnTo>
                        <a:pt x="1357325" y="197002"/>
                      </a:lnTo>
                      <a:lnTo>
                        <a:pt x="1503400" y="235102"/>
                      </a:lnTo>
                      <a:lnTo>
                        <a:pt x="1549806" y="260502"/>
                      </a:lnTo>
                      <a:lnTo>
                        <a:pt x="1594929" y="285902"/>
                      </a:lnTo>
                      <a:lnTo>
                        <a:pt x="1638731" y="311302"/>
                      </a:lnTo>
                      <a:lnTo>
                        <a:pt x="1681111" y="336702"/>
                      </a:lnTo>
                      <a:lnTo>
                        <a:pt x="1721993" y="362102"/>
                      </a:lnTo>
                      <a:lnTo>
                        <a:pt x="1761324" y="387502"/>
                      </a:lnTo>
                      <a:lnTo>
                        <a:pt x="1799018" y="425602"/>
                      </a:lnTo>
                      <a:lnTo>
                        <a:pt x="1834997" y="463702"/>
                      </a:lnTo>
                      <a:lnTo>
                        <a:pt x="1869198" y="489102"/>
                      </a:lnTo>
                      <a:lnTo>
                        <a:pt x="1901532" y="527202"/>
                      </a:lnTo>
                      <a:lnTo>
                        <a:pt x="1931936" y="565302"/>
                      </a:lnTo>
                      <a:lnTo>
                        <a:pt x="1960321" y="616102"/>
                      </a:lnTo>
                      <a:lnTo>
                        <a:pt x="1986635" y="654202"/>
                      </a:lnTo>
                      <a:lnTo>
                        <a:pt x="2010791" y="692302"/>
                      </a:lnTo>
                      <a:lnTo>
                        <a:pt x="2032723" y="743102"/>
                      </a:lnTo>
                      <a:lnTo>
                        <a:pt x="2052345" y="793902"/>
                      </a:lnTo>
                      <a:lnTo>
                        <a:pt x="2069592" y="832002"/>
                      </a:lnTo>
                      <a:lnTo>
                        <a:pt x="2084387" y="882802"/>
                      </a:lnTo>
                      <a:lnTo>
                        <a:pt x="2096655" y="933602"/>
                      </a:lnTo>
                      <a:lnTo>
                        <a:pt x="2106333" y="984402"/>
                      </a:lnTo>
                      <a:lnTo>
                        <a:pt x="2113330" y="1035202"/>
                      </a:lnTo>
                      <a:lnTo>
                        <a:pt x="2117585" y="1086002"/>
                      </a:lnTo>
                      <a:lnTo>
                        <a:pt x="2119020" y="1136802"/>
                      </a:lnTo>
                      <a:lnTo>
                        <a:pt x="2119020" y="943076"/>
                      </a:lnTo>
                      <a:lnTo>
                        <a:pt x="2112264" y="908202"/>
                      </a:lnTo>
                      <a:lnTo>
                        <a:pt x="2100389" y="870102"/>
                      </a:lnTo>
                      <a:lnTo>
                        <a:pt x="2086533" y="819302"/>
                      </a:lnTo>
                      <a:lnTo>
                        <a:pt x="2070722" y="781202"/>
                      </a:lnTo>
                      <a:lnTo>
                        <a:pt x="2053031" y="730402"/>
                      </a:lnTo>
                      <a:lnTo>
                        <a:pt x="2033511" y="692302"/>
                      </a:lnTo>
                      <a:lnTo>
                        <a:pt x="2012200" y="654202"/>
                      </a:lnTo>
                      <a:lnTo>
                        <a:pt x="1989162" y="616102"/>
                      </a:lnTo>
                      <a:lnTo>
                        <a:pt x="1964436" y="578002"/>
                      </a:lnTo>
                      <a:lnTo>
                        <a:pt x="1938096" y="539902"/>
                      </a:lnTo>
                      <a:lnTo>
                        <a:pt x="1910168" y="514502"/>
                      </a:lnTo>
                      <a:lnTo>
                        <a:pt x="1880717" y="476402"/>
                      </a:lnTo>
                      <a:lnTo>
                        <a:pt x="1849805" y="438302"/>
                      </a:lnTo>
                      <a:lnTo>
                        <a:pt x="1817471" y="412902"/>
                      </a:lnTo>
                      <a:lnTo>
                        <a:pt x="1783765" y="387502"/>
                      </a:lnTo>
                      <a:lnTo>
                        <a:pt x="1748739" y="349402"/>
                      </a:lnTo>
                      <a:lnTo>
                        <a:pt x="1712455" y="324002"/>
                      </a:lnTo>
                      <a:lnTo>
                        <a:pt x="1674952" y="298602"/>
                      </a:lnTo>
                      <a:lnTo>
                        <a:pt x="1636293" y="285902"/>
                      </a:lnTo>
                      <a:lnTo>
                        <a:pt x="1596529" y="260502"/>
                      </a:lnTo>
                      <a:lnTo>
                        <a:pt x="1555699" y="235102"/>
                      </a:lnTo>
                      <a:lnTo>
                        <a:pt x="1427403" y="197002"/>
                      </a:lnTo>
                      <a:lnTo>
                        <a:pt x="1337538" y="171602"/>
                      </a:lnTo>
                      <a:lnTo>
                        <a:pt x="1291475" y="158902"/>
                      </a:lnTo>
                      <a:lnTo>
                        <a:pt x="1197292" y="158902"/>
                      </a:lnTo>
                      <a:lnTo>
                        <a:pt x="1149299" y="146202"/>
                      </a:lnTo>
                      <a:lnTo>
                        <a:pt x="1101293" y="158902"/>
                      </a:lnTo>
                      <a:lnTo>
                        <a:pt x="1007110" y="158902"/>
                      </a:lnTo>
                      <a:lnTo>
                        <a:pt x="871181" y="197002"/>
                      </a:lnTo>
                      <a:lnTo>
                        <a:pt x="742886" y="235102"/>
                      </a:lnTo>
                      <a:lnTo>
                        <a:pt x="702056" y="260502"/>
                      </a:lnTo>
                      <a:lnTo>
                        <a:pt x="662292" y="285902"/>
                      </a:lnTo>
                      <a:lnTo>
                        <a:pt x="623633" y="298602"/>
                      </a:lnTo>
                      <a:lnTo>
                        <a:pt x="586130" y="324002"/>
                      </a:lnTo>
                      <a:lnTo>
                        <a:pt x="549846" y="349402"/>
                      </a:lnTo>
                      <a:lnTo>
                        <a:pt x="514819" y="387502"/>
                      </a:lnTo>
                      <a:lnTo>
                        <a:pt x="481114" y="412902"/>
                      </a:lnTo>
                      <a:lnTo>
                        <a:pt x="448779" y="438302"/>
                      </a:lnTo>
                      <a:lnTo>
                        <a:pt x="417868" y="476402"/>
                      </a:lnTo>
                      <a:lnTo>
                        <a:pt x="388416" y="514502"/>
                      </a:lnTo>
                      <a:lnTo>
                        <a:pt x="360489" y="539902"/>
                      </a:lnTo>
                      <a:lnTo>
                        <a:pt x="334149" y="578002"/>
                      </a:lnTo>
                      <a:lnTo>
                        <a:pt x="309422" y="616102"/>
                      </a:lnTo>
                      <a:lnTo>
                        <a:pt x="286385" y="654202"/>
                      </a:lnTo>
                      <a:lnTo>
                        <a:pt x="265074" y="692302"/>
                      </a:lnTo>
                      <a:lnTo>
                        <a:pt x="245554" y="730402"/>
                      </a:lnTo>
                      <a:lnTo>
                        <a:pt x="227863" y="781202"/>
                      </a:lnTo>
                      <a:lnTo>
                        <a:pt x="212051" y="819302"/>
                      </a:lnTo>
                      <a:lnTo>
                        <a:pt x="198196" y="870102"/>
                      </a:lnTo>
                      <a:lnTo>
                        <a:pt x="186321" y="908202"/>
                      </a:lnTo>
                      <a:lnTo>
                        <a:pt x="176479" y="959002"/>
                      </a:lnTo>
                      <a:lnTo>
                        <a:pt x="168744" y="997102"/>
                      </a:lnTo>
                      <a:lnTo>
                        <a:pt x="163156" y="1047902"/>
                      </a:lnTo>
                      <a:lnTo>
                        <a:pt x="159766" y="1098702"/>
                      </a:lnTo>
                      <a:lnTo>
                        <a:pt x="158623" y="1136802"/>
                      </a:lnTo>
                      <a:lnTo>
                        <a:pt x="159766" y="1187602"/>
                      </a:lnTo>
                      <a:lnTo>
                        <a:pt x="163156" y="1238402"/>
                      </a:lnTo>
                      <a:lnTo>
                        <a:pt x="168744" y="1289202"/>
                      </a:lnTo>
                      <a:lnTo>
                        <a:pt x="176479" y="1327302"/>
                      </a:lnTo>
                      <a:lnTo>
                        <a:pt x="186321" y="1378102"/>
                      </a:lnTo>
                      <a:lnTo>
                        <a:pt x="198196" y="1416202"/>
                      </a:lnTo>
                      <a:lnTo>
                        <a:pt x="212051" y="1467002"/>
                      </a:lnTo>
                      <a:lnTo>
                        <a:pt x="227863" y="1505102"/>
                      </a:lnTo>
                      <a:lnTo>
                        <a:pt x="245554" y="1543202"/>
                      </a:lnTo>
                      <a:lnTo>
                        <a:pt x="265074" y="1594002"/>
                      </a:lnTo>
                      <a:lnTo>
                        <a:pt x="286385" y="1632102"/>
                      </a:lnTo>
                      <a:lnTo>
                        <a:pt x="309422" y="1670202"/>
                      </a:lnTo>
                      <a:lnTo>
                        <a:pt x="334149" y="1708302"/>
                      </a:lnTo>
                      <a:lnTo>
                        <a:pt x="360489" y="1746402"/>
                      </a:lnTo>
                      <a:lnTo>
                        <a:pt x="388416" y="1771802"/>
                      </a:lnTo>
                      <a:lnTo>
                        <a:pt x="417868" y="1809902"/>
                      </a:lnTo>
                      <a:lnTo>
                        <a:pt x="448779" y="1848002"/>
                      </a:lnTo>
                      <a:lnTo>
                        <a:pt x="481114" y="1873402"/>
                      </a:lnTo>
                      <a:lnTo>
                        <a:pt x="514819" y="1898802"/>
                      </a:lnTo>
                      <a:lnTo>
                        <a:pt x="549846" y="1936902"/>
                      </a:lnTo>
                      <a:lnTo>
                        <a:pt x="586130" y="1962302"/>
                      </a:lnTo>
                      <a:lnTo>
                        <a:pt x="623633" y="1987702"/>
                      </a:lnTo>
                      <a:lnTo>
                        <a:pt x="662292" y="2000402"/>
                      </a:lnTo>
                      <a:lnTo>
                        <a:pt x="702056" y="2025802"/>
                      </a:lnTo>
                      <a:lnTo>
                        <a:pt x="742886" y="2051202"/>
                      </a:lnTo>
                      <a:lnTo>
                        <a:pt x="871181" y="2089302"/>
                      </a:lnTo>
                      <a:lnTo>
                        <a:pt x="1007110" y="2127402"/>
                      </a:lnTo>
                      <a:lnTo>
                        <a:pt x="1291475" y="2127402"/>
                      </a:lnTo>
                      <a:lnTo>
                        <a:pt x="1337538" y="2114702"/>
                      </a:lnTo>
                      <a:lnTo>
                        <a:pt x="1471091" y="2076602"/>
                      </a:lnTo>
                      <a:lnTo>
                        <a:pt x="1555699" y="2051202"/>
                      </a:lnTo>
                      <a:lnTo>
                        <a:pt x="1596529" y="2025802"/>
                      </a:lnTo>
                      <a:lnTo>
                        <a:pt x="1636293" y="2000402"/>
                      </a:lnTo>
                      <a:lnTo>
                        <a:pt x="1674952" y="1987702"/>
                      </a:lnTo>
                      <a:lnTo>
                        <a:pt x="1712455" y="1962302"/>
                      </a:lnTo>
                      <a:lnTo>
                        <a:pt x="1748739" y="1936902"/>
                      </a:lnTo>
                      <a:lnTo>
                        <a:pt x="1783765" y="1898802"/>
                      </a:lnTo>
                      <a:lnTo>
                        <a:pt x="1817471" y="1873402"/>
                      </a:lnTo>
                      <a:lnTo>
                        <a:pt x="1849805" y="1848002"/>
                      </a:lnTo>
                      <a:lnTo>
                        <a:pt x="1880717" y="1809902"/>
                      </a:lnTo>
                      <a:lnTo>
                        <a:pt x="1910168" y="1771802"/>
                      </a:lnTo>
                      <a:lnTo>
                        <a:pt x="1938096" y="1746402"/>
                      </a:lnTo>
                      <a:lnTo>
                        <a:pt x="1964436" y="1708302"/>
                      </a:lnTo>
                      <a:lnTo>
                        <a:pt x="1989162" y="1670202"/>
                      </a:lnTo>
                      <a:lnTo>
                        <a:pt x="2012200" y="1632102"/>
                      </a:lnTo>
                      <a:lnTo>
                        <a:pt x="2033511" y="1594002"/>
                      </a:lnTo>
                      <a:lnTo>
                        <a:pt x="2053031" y="1543202"/>
                      </a:lnTo>
                      <a:lnTo>
                        <a:pt x="2070722" y="1505102"/>
                      </a:lnTo>
                      <a:lnTo>
                        <a:pt x="2086533" y="1467002"/>
                      </a:lnTo>
                      <a:lnTo>
                        <a:pt x="2100389" y="1416202"/>
                      </a:lnTo>
                      <a:lnTo>
                        <a:pt x="2112264" y="1378102"/>
                      </a:lnTo>
                      <a:lnTo>
                        <a:pt x="2122106" y="1327302"/>
                      </a:lnTo>
                      <a:lnTo>
                        <a:pt x="2129840" y="1289202"/>
                      </a:lnTo>
                      <a:lnTo>
                        <a:pt x="2135428" y="1238402"/>
                      </a:lnTo>
                      <a:lnTo>
                        <a:pt x="2138819" y="1187602"/>
                      </a:lnTo>
                      <a:lnTo>
                        <a:pt x="2139962" y="1136802"/>
                      </a:lnTo>
                      <a:close/>
                    </a:path>
                    <a:path w="2298700" h="2286000">
                      <a:moveTo>
                        <a:pt x="2298585" y="1143000"/>
                      </a:moveTo>
                      <a:lnTo>
                        <a:pt x="2297569" y="1092200"/>
                      </a:lnTo>
                      <a:lnTo>
                        <a:pt x="2294572" y="1041400"/>
                      </a:lnTo>
                      <a:lnTo>
                        <a:pt x="2289632" y="1003300"/>
                      </a:lnTo>
                      <a:lnTo>
                        <a:pt x="2282774" y="952500"/>
                      </a:lnTo>
                      <a:lnTo>
                        <a:pt x="2277643" y="922680"/>
                      </a:lnTo>
                      <a:lnTo>
                        <a:pt x="2277643" y="1143000"/>
                      </a:lnTo>
                      <a:lnTo>
                        <a:pt x="2276475" y="1193800"/>
                      </a:lnTo>
                      <a:lnTo>
                        <a:pt x="2273033" y="1244600"/>
                      </a:lnTo>
                      <a:lnTo>
                        <a:pt x="2267343" y="1295400"/>
                      </a:lnTo>
                      <a:lnTo>
                        <a:pt x="2259469" y="1346200"/>
                      </a:lnTo>
                      <a:lnTo>
                        <a:pt x="2249449" y="1397000"/>
                      </a:lnTo>
                      <a:lnTo>
                        <a:pt x="2237333" y="1447800"/>
                      </a:lnTo>
                      <a:lnTo>
                        <a:pt x="2223185" y="1485900"/>
                      </a:lnTo>
                      <a:lnTo>
                        <a:pt x="2207056" y="1536700"/>
                      </a:lnTo>
                      <a:lnTo>
                        <a:pt x="2188972" y="1587500"/>
                      </a:lnTo>
                      <a:lnTo>
                        <a:pt x="2169007" y="1625600"/>
                      </a:lnTo>
                      <a:lnTo>
                        <a:pt x="2147189" y="1676400"/>
                      </a:lnTo>
                      <a:lnTo>
                        <a:pt x="2123592" y="1714500"/>
                      </a:lnTo>
                      <a:lnTo>
                        <a:pt x="2098255" y="1752600"/>
                      </a:lnTo>
                      <a:lnTo>
                        <a:pt x="2071217" y="1790700"/>
                      </a:lnTo>
                      <a:lnTo>
                        <a:pt x="2042541" y="1828800"/>
                      </a:lnTo>
                      <a:lnTo>
                        <a:pt x="2012264" y="1866900"/>
                      </a:lnTo>
                      <a:lnTo>
                        <a:pt x="1980450" y="1905000"/>
                      </a:lnTo>
                      <a:lnTo>
                        <a:pt x="1947151" y="1943100"/>
                      </a:lnTo>
                      <a:lnTo>
                        <a:pt x="1912404" y="1968500"/>
                      </a:lnTo>
                      <a:lnTo>
                        <a:pt x="1876259" y="2006600"/>
                      </a:lnTo>
                      <a:lnTo>
                        <a:pt x="1838782" y="2032000"/>
                      </a:lnTo>
                      <a:lnTo>
                        <a:pt x="1800009" y="2070100"/>
                      </a:lnTo>
                      <a:lnTo>
                        <a:pt x="1759991" y="2095500"/>
                      </a:lnTo>
                      <a:lnTo>
                        <a:pt x="1718779" y="2120900"/>
                      </a:lnTo>
                      <a:lnTo>
                        <a:pt x="1676438" y="2146300"/>
                      </a:lnTo>
                      <a:lnTo>
                        <a:pt x="1632991" y="2159000"/>
                      </a:lnTo>
                      <a:lnTo>
                        <a:pt x="1588490" y="2184400"/>
                      </a:lnTo>
                      <a:lnTo>
                        <a:pt x="1543011" y="2197100"/>
                      </a:lnTo>
                      <a:lnTo>
                        <a:pt x="1496580" y="2222500"/>
                      </a:lnTo>
                      <a:lnTo>
                        <a:pt x="1401089" y="2247900"/>
                      </a:lnTo>
                      <a:lnTo>
                        <a:pt x="1352118" y="2247900"/>
                      </a:lnTo>
                      <a:lnTo>
                        <a:pt x="1302410" y="2260600"/>
                      </a:lnTo>
                      <a:lnTo>
                        <a:pt x="1252004" y="2260600"/>
                      </a:lnTo>
                      <a:lnTo>
                        <a:pt x="1200937" y="2273300"/>
                      </a:lnTo>
                      <a:lnTo>
                        <a:pt x="1097635" y="2273300"/>
                      </a:lnTo>
                      <a:lnTo>
                        <a:pt x="1046581" y="2260600"/>
                      </a:lnTo>
                      <a:lnTo>
                        <a:pt x="996175" y="2260600"/>
                      </a:lnTo>
                      <a:lnTo>
                        <a:pt x="946467" y="2247900"/>
                      </a:lnTo>
                      <a:lnTo>
                        <a:pt x="897496" y="2247900"/>
                      </a:lnTo>
                      <a:lnTo>
                        <a:pt x="802005" y="2222500"/>
                      </a:lnTo>
                      <a:lnTo>
                        <a:pt x="755573" y="2197100"/>
                      </a:lnTo>
                      <a:lnTo>
                        <a:pt x="710095" y="2184400"/>
                      </a:lnTo>
                      <a:lnTo>
                        <a:pt x="665607" y="2159000"/>
                      </a:lnTo>
                      <a:lnTo>
                        <a:pt x="622160" y="2146300"/>
                      </a:lnTo>
                      <a:lnTo>
                        <a:pt x="579805" y="2120900"/>
                      </a:lnTo>
                      <a:lnTo>
                        <a:pt x="538594" y="2095500"/>
                      </a:lnTo>
                      <a:lnTo>
                        <a:pt x="498589" y="2070100"/>
                      </a:lnTo>
                      <a:lnTo>
                        <a:pt x="459803" y="2032000"/>
                      </a:lnTo>
                      <a:lnTo>
                        <a:pt x="422325" y="2006600"/>
                      </a:lnTo>
                      <a:lnTo>
                        <a:pt x="386181" y="1968500"/>
                      </a:lnTo>
                      <a:lnTo>
                        <a:pt x="351434" y="1943100"/>
                      </a:lnTo>
                      <a:lnTo>
                        <a:pt x="318135" y="1905000"/>
                      </a:lnTo>
                      <a:lnTo>
                        <a:pt x="286321" y="1866900"/>
                      </a:lnTo>
                      <a:lnTo>
                        <a:pt x="256044" y="1828800"/>
                      </a:lnTo>
                      <a:lnTo>
                        <a:pt x="227368" y="1790700"/>
                      </a:lnTo>
                      <a:lnTo>
                        <a:pt x="200342" y="1752600"/>
                      </a:lnTo>
                      <a:lnTo>
                        <a:pt x="174993" y="1714500"/>
                      </a:lnTo>
                      <a:lnTo>
                        <a:pt x="151396" y="1676400"/>
                      </a:lnTo>
                      <a:lnTo>
                        <a:pt x="129578" y="1625600"/>
                      </a:lnTo>
                      <a:lnTo>
                        <a:pt x="109613" y="1587500"/>
                      </a:lnTo>
                      <a:lnTo>
                        <a:pt x="91528" y="1536700"/>
                      </a:lnTo>
                      <a:lnTo>
                        <a:pt x="75399" y="1485900"/>
                      </a:lnTo>
                      <a:lnTo>
                        <a:pt x="61252" y="1447800"/>
                      </a:lnTo>
                      <a:lnTo>
                        <a:pt x="49136" y="1397000"/>
                      </a:lnTo>
                      <a:lnTo>
                        <a:pt x="39128" y="1346200"/>
                      </a:lnTo>
                      <a:lnTo>
                        <a:pt x="31242" y="1295400"/>
                      </a:lnTo>
                      <a:lnTo>
                        <a:pt x="25552" y="1244600"/>
                      </a:lnTo>
                      <a:lnTo>
                        <a:pt x="22110" y="1193800"/>
                      </a:lnTo>
                      <a:lnTo>
                        <a:pt x="20942" y="1143000"/>
                      </a:lnTo>
                      <a:lnTo>
                        <a:pt x="22110" y="1092200"/>
                      </a:lnTo>
                      <a:lnTo>
                        <a:pt x="25552" y="1041400"/>
                      </a:lnTo>
                      <a:lnTo>
                        <a:pt x="31242" y="990600"/>
                      </a:lnTo>
                      <a:lnTo>
                        <a:pt x="39128" y="939800"/>
                      </a:lnTo>
                      <a:lnTo>
                        <a:pt x="49136" y="889000"/>
                      </a:lnTo>
                      <a:lnTo>
                        <a:pt x="61252" y="838200"/>
                      </a:lnTo>
                      <a:lnTo>
                        <a:pt x="75399" y="800100"/>
                      </a:lnTo>
                      <a:lnTo>
                        <a:pt x="91528" y="749300"/>
                      </a:lnTo>
                      <a:lnTo>
                        <a:pt x="109613" y="698500"/>
                      </a:lnTo>
                      <a:lnTo>
                        <a:pt x="129578" y="660400"/>
                      </a:lnTo>
                      <a:lnTo>
                        <a:pt x="151396" y="609600"/>
                      </a:lnTo>
                      <a:lnTo>
                        <a:pt x="174993" y="571500"/>
                      </a:lnTo>
                      <a:lnTo>
                        <a:pt x="200342" y="533400"/>
                      </a:lnTo>
                      <a:lnTo>
                        <a:pt x="227368" y="495300"/>
                      </a:lnTo>
                      <a:lnTo>
                        <a:pt x="256044" y="457200"/>
                      </a:lnTo>
                      <a:lnTo>
                        <a:pt x="286321" y="419100"/>
                      </a:lnTo>
                      <a:lnTo>
                        <a:pt x="318135" y="381000"/>
                      </a:lnTo>
                      <a:lnTo>
                        <a:pt x="351434" y="342900"/>
                      </a:lnTo>
                      <a:lnTo>
                        <a:pt x="386181" y="317500"/>
                      </a:lnTo>
                      <a:lnTo>
                        <a:pt x="422325" y="279400"/>
                      </a:lnTo>
                      <a:lnTo>
                        <a:pt x="459803" y="254000"/>
                      </a:lnTo>
                      <a:lnTo>
                        <a:pt x="498589" y="215900"/>
                      </a:lnTo>
                      <a:lnTo>
                        <a:pt x="538594" y="190500"/>
                      </a:lnTo>
                      <a:lnTo>
                        <a:pt x="579805" y="165100"/>
                      </a:lnTo>
                      <a:lnTo>
                        <a:pt x="622160" y="139700"/>
                      </a:lnTo>
                      <a:lnTo>
                        <a:pt x="665607" y="127000"/>
                      </a:lnTo>
                      <a:lnTo>
                        <a:pt x="710095" y="101600"/>
                      </a:lnTo>
                      <a:lnTo>
                        <a:pt x="755573" y="88900"/>
                      </a:lnTo>
                      <a:lnTo>
                        <a:pt x="802005" y="63500"/>
                      </a:lnTo>
                      <a:lnTo>
                        <a:pt x="897496" y="38100"/>
                      </a:lnTo>
                      <a:lnTo>
                        <a:pt x="946467" y="38100"/>
                      </a:lnTo>
                      <a:lnTo>
                        <a:pt x="996175" y="25400"/>
                      </a:lnTo>
                      <a:lnTo>
                        <a:pt x="1046581" y="25400"/>
                      </a:lnTo>
                      <a:lnTo>
                        <a:pt x="1097635" y="12700"/>
                      </a:lnTo>
                      <a:lnTo>
                        <a:pt x="1200937" y="12700"/>
                      </a:lnTo>
                      <a:lnTo>
                        <a:pt x="1252004" y="25400"/>
                      </a:lnTo>
                      <a:lnTo>
                        <a:pt x="1302410" y="25400"/>
                      </a:lnTo>
                      <a:lnTo>
                        <a:pt x="1352118" y="38100"/>
                      </a:lnTo>
                      <a:lnTo>
                        <a:pt x="1401089" y="38100"/>
                      </a:lnTo>
                      <a:lnTo>
                        <a:pt x="1496580" y="63500"/>
                      </a:lnTo>
                      <a:lnTo>
                        <a:pt x="1543011" y="88900"/>
                      </a:lnTo>
                      <a:lnTo>
                        <a:pt x="1588490" y="101600"/>
                      </a:lnTo>
                      <a:lnTo>
                        <a:pt x="1632991" y="127000"/>
                      </a:lnTo>
                      <a:lnTo>
                        <a:pt x="1676438" y="139700"/>
                      </a:lnTo>
                      <a:lnTo>
                        <a:pt x="1718779" y="165100"/>
                      </a:lnTo>
                      <a:lnTo>
                        <a:pt x="1759991" y="190500"/>
                      </a:lnTo>
                      <a:lnTo>
                        <a:pt x="1800009" y="215900"/>
                      </a:lnTo>
                      <a:lnTo>
                        <a:pt x="1838782" y="254000"/>
                      </a:lnTo>
                      <a:lnTo>
                        <a:pt x="1876259" y="279400"/>
                      </a:lnTo>
                      <a:lnTo>
                        <a:pt x="1912404" y="317500"/>
                      </a:lnTo>
                      <a:lnTo>
                        <a:pt x="1947151" y="342900"/>
                      </a:lnTo>
                      <a:lnTo>
                        <a:pt x="1980450" y="381000"/>
                      </a:lnTo>
                      <a:lnTo>
                        <a:pt x="2012264" y="419100"/>
                      </a:lnTo>
                      <a:lnTo>
                        <a:pt x="2042541" y="457200"/>
                      </a:lnTo>
                      <a:lnTo>
                        <a:pt x="2071217" y="495300"/>
                      </a:lnTo>
                      <a:lnTo>
                        <a:pt x="2098255" y="533400"/>
                      </a:lnTo>
                      <a:lnTo>
                        <a:pt x="2123592" y="571500"/>
                      </a:lnTo>
                      <a:lnTo>
                        <a:pt x="2147189" y="609600"/>
                      </a:lnTo>
                      <a:lnTo>
                        <a:pt x="2169007" y="660400"/>
                      </a:lnTo>
                      <a:lnTo>
                        <a:pt x="2188972" y="698500"/>
                      </a:lnTo>
                      <a:lnTo>
                        <a:pt x="2207056" y="749300"/>
                      </a:lnTo>
                      <a:lnTo>
                        <a:pt x="2223185" y="800100"/>
                      </a:lnTo>
                      <a:lnTo>
                        <a:pt x="2237333" y="838200"/>
                      </a:lnTo>
                      <a:lnTo>
                        <a:pt x="2249449" y="889000"/>
                      </a:lnTo>
                      <a:lnTo>
                        <a:pt x="2259469" y="939800"/>
                      </a:lnTo>
                      <a:lnTo>
                        <a:pt x="2267343" y="990600"/>
                      </a:lnTo>
                      <a:lnTo>
                        <a:pt x="2273033" y="1041400"/>
                      </a:lnTo>
                      <a:lnTo>
                        <a:pt x="2276475" y="1092200"/>
                      </a:lnTo>
                      <a:lnTo>
                        <a:pt x="2277643" y="1143000"/>
                      </a:lnTo>
                      <a:lnTo>
                        <a:pt x="2277643" y="922680"/>
                      </a:lnTo>
                      <a:lnTo>
                        <a:pt x="2274036" y="901700"/>
                      </a:lnTo>
                      <a:lnTo>
                        <a:pt x="2263483" y="863600"/>
                      </a:lnTo>
                      <a:lnTo>
                        <a:pt x="2251138" y="812800"/>
                      </a:lnTo>
                      <a:lnTo>
                        <a:pt x="2237028" y="774700"/>
                      </a:lnTo>
                      <a:lnTo>
                        <a:pt x="2221217" y="723900"/>
                      </a:lnTo>
                      <a:lnTo>
                        <a:pt x="2203742" y="685800"/>
                      </a:lnTo>
                      <a:lnTo>
                        <a:pt x="2184628" y="647700"/>
                      </a:lnTo>
                      <a:lnTo>
                        <a:pt x="2163927" y="596900"/>
                      </a:lnTo>
                      <a:lnTo>
                        <a:pt x="2141677" y="558800"/>
                      </a:lnTo>
                      <a:lnTo>
                        <a:pt x="2117902" y="520700"/>
                      </a:lnTo>
                      <a:lnTo>
                        <a:pt x="2092667" y="482600"/>
                      </a:lnTo>
                      <a:lnTo>
                        <a:pt x="2065997" y="444500"/>
                      </a:lnTo>
                      <a:lnTo>
                        <a:pt x="2037943" y="419100"/>
                      </a:lnTo>
                      <a:lnTo>
                        <a:pt x="2008530" y="381000"/>
                      </a:lnTo>
                      <a:lnTo>
                        <a:pt x="1977809" y="342900"/>
                      </a:lnTo>
                      <a:lnTo>
                        <a:pt x="1945805" y="317500"/>
                      </a:lnTo>
                      <a:lnTo>
                        <a:pt x="1912581" y="279400"/>
                      </a:lnTo>
                      <a:lnTo>
                        <a:pt x="1878164" y="254000"/>
                      </a:lnTo>
                      <a:lnTo>
                        <a:pt x="1842592" y="228600"/>
                      </a:lnTo>
                      <a:lnTo>
                        <a:pt x="1805901" y="203200"/>
                      </a:lnTo>
                      <a:lnTo>
                        <a:pt x="1768144" y="177800"/>
                      </a:lnTo>
                      <a:lnTo>
                        <a:pt x="1729359" y="152400"/>
                      </a:lnTo>
                      <a:lnTo>
                        <a:pt x="1689582" y="127000"/>
                      </a:lnTo>
                      <a:lnTo>
                        <a:pt x="1648841" y="101600"/>
                      </a:lnTo>
                      <a:lnTo>
                        <a:pt x="1564678" y="76200"/>
                      </a:lnTo>
                      <a:lnTo>
                        <a:pt x="1521320" y="50800"/>
                      </a:lnTo>
                      <a:lnTo>
                        <a:pt x="1386662" y="12700"/>
                      </a:lnTo>
                      <a:lnTo>
                        <a:pt x="1340370" y="12700"/>
                      </a:lnTo>
                      <a:lnTo>
                        <a:pt x="1293456" y="0"/>
                      </a:lnTo>
                      <a:lnTo>
                        <a:pt x="1005128" y="0"/>
                      </a:lnTo>
                      <a:lnTo>
                        <a:pt x="958202" y="12700"/>
                      </a:lnTo>
                      <a:lnTo>
                        <a:pt x="911923" y="12700"/>
                      </a:lnTo>
                      <a:lnTo>
                        <a:pt x="777265" y="50800"/>
                      </a:lnTo>
                      <a:lnTo>
                        <a:pt x="733907" y="76200"/>
                      </a:lnTo>
                      <a:lnTo>
                        <a:pt x="649744" y="101600"/>
                      </a:lnTo>
                      <a:lnTo>
                        <a:pt x="609003" y="127000"/>
                      </a:lnTo>
                      <a:lnTo>
                        <a:pt x="569226" y="152400"/>
                      </a:lnTo>
                      <a:lnTo>
                        <a:pt x="530440" y="177800"/>
                      </a:lnTo>
                      <a:lnTo>
                        <a:pt x="492683" y="203200"/>
                      </a:lnTo>
                      <a:lnTo>
                        <a:pt x="455993" y="228600"/>
                      </a:lnTo>
                      <a:lnTo>
                        <a:pt x="420433" y="254000"/>
                      </a:lnTo>
                      <a:lnTo>
                        <a:pt x="386003" y="279400"/>
                      </a:lnTo>
                      <a:lnTo>
                        <a:pt x="352780" y="317500"/>
                      </a:lnTo>
                      <a:lnTo>
                        <a:pt x="320789" y="342900"/>
                      </a:lnTo>
                      <a:lnTo>
                        <a:pt x="290068" y="381000"/>
                      </a:lnTo>
                      <a:lnTo>
                        <a:pt x="260654" y="419100"/>
                      </a:lnTo>
                      <a:lnTo>
                        <a:pt x="232587" y="444500"/>
                      </a:lnTo>
                      <a:lnTo>
                        <a:pt x="205917" y="482600"/>
                      </a:lnTo>
                      <a:lnTo>
                        <a:pt x="180682" y="520700"/>
                      </a:lnTo>
                      <a:lnTo>
                        <a:pt x="156921" y="558800"/>
                      </a:lnTo>
                      <a:lnTo>
                        <a:pt x="134670" y="596900"/>
                      </a:lnTo>
                      <a:lnTo>
                        <a:pt x="113957" y="647700"/>
                      </a:lnTo>
                      <a:lnTo>
                        <a:pt x="94856" y="685800"/>
                      </a:lnTo>
                      <a:lnTo>
                        <a:pt x="77368" y="723900"/>
                      </a:lnTo>
                      <a:lnTo>
                        <a:pt x="61556" y="774700"/>
                      </a:lnTo>
                      <a:lnTo>
                        <a:pt x="47459" y="812800"/>
                      </a:lnTo>
                      <a:lnTo>
                        <a:pt x="35102" y="863600"/>
                      </a:lnTo>
                      <a:lnTo>
                        <a:pt x="24549" y="901700"/>
                      </a:lnTo>
                      <a:lnTo>
                        <a:pt x="15824" y="952500"/>
                      </a:lnTo>
                      <a:lnTo>
                        <a:pt x="8966" y="1003300"/>
                      </a:lnTo>
                      <a:lnTo>
                        <a:pt x="4013" y="1041400"/>
                      </a:lnTo>
                      <a:lnTo>
                        <a:pt x="1016" y="1092200"/>
                      </a:lnTo>
                      <a:lnTo>
                        <a:pt x="0" y="1143000"/>
                      </a:lnTo>
                      <a:lnTo>
                        <a:pt x="1016" y="1193800"/>
                      </a:lnTo>
                      <a:lnTo>
                        <a:pt x="4013" y="1244600"/>
                      </a:lnTo>
                      <a:lnTo>
                        <a:pt x="8966" y="1282700"/>
                      </a:lnTo>
                      <a:lnTo>
                        <a:pt x="15824" y="1333500"/>
                      </a:lnTo>
                      <a:lnTo>
                        <a:pt x="24549" y="1384300"/>
                      </a:lnTo>
                      <a:lnTo>
                        <a:pt x="35102" y="1422400"/>
                      </a:lnTo>
                      <a:lnTo>
                        <a:pt x="47459" y="1473200"/>
                      </a:lnTo>
                      <a:lnTo>
                        <a:pt x="61556" y="1511300"/>
                      </a:lnTo>
                      <a:lnTo>
                        <a:pt x="77368" y="1562100"/>
                      </a:lnTo>
                      <a:lnTo>
                        <a:pt x="94856" y="1600200"/>
                      </a:lnTo>
                      <a:lnTo>
                        <a:pt x="113957" y="1638300"/>
                      </a:lnTo>
                      <a:lnTo>
                        <a:pt x="134670" y="1689100"/>
                      </a:lnTo>
                      <a:lnTo>
                        <a:pt x="156921" y="1727200"/>
                      </a:lnTo>
                      <a:lnTo>
                        <a:pt x="180682" y="1765300"/>
                      </a:lnTo>
                      <a:lnTo>
                        <a:pt x="205917" y="1803400"/>
                      </a:lnTo>
                      <a:lnTo>
                        <a:pt x="232587" y="1841500"/>
                      </a:lnTo>
                      <a:lnTo>
                        <a:pt x="260654" y="1866900"/>
                      </a:lnTo>
                      <a:lnTo>
                        <a:pt x="290068" y="1905000"/>
                      </a:lnTo>
                      <a:lnTo>
                        <a:pt x="320789" y="1943100"/>
                      </a:lnTo>
                      <a:lnTo>
                        <a:pt x="352780" y="1968500"/>
                      </a:lnTo>
                      <a:lnTo>
                        <a:pt x="386003" y="2006600"/>
                      </a:lnTo>
                      <a:lnTo>
                        <a:pt x="420433" y="2032000"/>
                      </a:lnTo>
                      <a:lnTo>
                        <a:pt x="455993" y="2057400"/>
                      </a:lnTo>
                      <a:lnTo>
                        <a:pt x="492683" y="2082800"/>
                      </a:lnTo>
                      <a:lnTo>
                        <a:pt x="530440" y="2108200"/>
                      </a:lnTo>
                      <a:lnTo>
                        <a:pt x="569226" y="2133600"/>
                      </a:lnTo>
                      <a:lnTo>
                        <a:pt x="609003" y="2159000"/>
                      </a:lnTo>
                      <a:lnTo>
                        <a:pt x="649744" y="2184400"/>
                      </a:lnTo>
                      <a:lnTo>
                        <a:pt x="733907" y="2209800"/>
                      </a:lnTo>
                      <a:lnTo>
                        <a:pt x="777265" y="2235200"/>
                      </a:lnTo>
                      <a:lnTo>
                        <a:pt x="911923" y="2273300"/>
                      </a:lnTo>
                      <a:lnTo>
                        <a:pt x="958202" y="2273300"/>
                      </a:lnTo>
                      <a:lnTo>
                        <a:pt x="1005128" y="2286000"/>
                      </a:lnTo>
                      <a:lnTo>
                        <a:pt x="1293456" y="2286000"/>
                      </a:lnTo>
                      <a:lnTo>
                        <a:pt x="1340370" y="2273300"/>
                      </a:lnTo>
                      <a:lnTo>
                        <a:pt x="1386662" y="2273300"/>
                      </a:lnTo>
                      <a:lnTo>
                        <a:pt x="1521320" y="2235200"/>
                      </a:lnTo>
                      <a:lnTo>
                        <a:pt x="1564678" y="2209800"/>
                      </a:lnTo>
                      <a:lnTo>
                        <a:pt x="1648841" y="2184400"/>
                      </a:lnTo>
                      <a:lnTo>
                        <a:pt x="1689582" y="2159000"/>
                      </a:lnTo>
                      <a:lnTo>
                        <a:pt x="1729359" y="2133600"/>
                      </a:lnTo>
                      <a:lnTo>
                        <a:pt x="1768144" y="2108200"/>
                      </a:lnTo>
                      <a:lnTo>
                        <a:pt x="1805901" y="2082800"/>
                      </a:lnTo>
                      <a:lnTo>
                        <a:pt x="1842592" y="2057400"/>
                      </a:lnTo>
                      <a:lnTo>
                        <a:pt x="1878164" y="2032000"/>
                      </a:lnTo>
                      <a:lnTo>
                        <a:pt x="1912581" y="2006600"/>
                      </a:lnTo>
                      <a:lnTo>
                        <a:pt x="1945805" y="1968500"/>
                      </a:lnTo>
                      <a:lnTo>
                        <a:pt x="1977809" y="1943100"/>
                      </a:lnTo>
                      <a:lnTo>
                        <a:pt x="2008530" y="1905000"/>
                      </a:lnTo>
                      <a:lnTo>
                        <a:pt x="2037943" y="1866900"/>
                      </a:lnTo>
                      <a:lnTo>
                        <a:pt x="2065997" y="1841500"/>
                      </a:lnTo>
                      <a:lnTo>
                        <a:pt x="2092667" y="1803400"/>
                      </a:lnTo>
                      <a:lnTo>
                        <a:pt x="2117902" y="1765300"/>
                      </a:lnTo>
                      <a:lnTo>
                        <a:pt x="2141677" y="1727200"/>
                      </a:lnTo>
                      <a:lnTo>
                        <a:pt x="2163927" y="1689100"/>
                      </a:lnTo>
                      <a:lnTo>
                        <a:pt x="2184628" y="1638300"/>
                      </a:lnTo>
                      <a:lnTo>
                        <a:pt x="2203742" y="1600200"/>
                      </a:lnTo>
                      <a:lnTo>
                        <a:pt x="2221217" y="1562100"/>
                      </a:lnTo>
                      <a:lnTo>
                        <a:pt x="2237028" y="1511300"/>
                      </a:lnTo>
                      <a:lnTo>
                        <a:pt x="2251138" y="1473200"/>
                      </a:lnTo>
                      <a:lnTo>
                        <a:pt x="2263483" y="1422400"/>
                      </a:lnTo>
                      <a:lnTo>
                        <a:pt x="2274036" y="1384300"/>
                      </a:lnTo>
                      <a:lnTo>
                        <a:pt x="2282774" y="1333500"/>
                      </a:lnTo>
                      <a:lnTo>
                        <a:pt x="2289632" y="1282700"/>
                      </a:lnTo>
                      <a:lnTo>
                        <a:pt x="2294572" y="1244600"/>
                      </a:lnTo>
                      <a:lnTo>
                        <a:pt x="2297569" y="1193800"/>
                      </a:lnTo>
                      <a:lnTo>
                        <a:pt x="2298585" y="11430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object 10">
                  <a:extLst>
                    <a:ext uri="{FF2B5EF4-FFF2-40B4-BE49-F238E27FC236}">
                      <a16:creationId xmlns:a16="http://schemas.microsoft.com/office/drawing/2014/main" id="{9498DEF4-BE4D-7238-58FA-F0270177E2B0}"/>
                    </a:ext>
                  </a:extLst>
                </p:cNvPr>
                <p:cNvSpPr/>
                <p:nvPr/>
              </p:nvSpPr>
              <p:spPr>
                <a:xfrm>
                  <a:off x="16457411" y="1298532"/>
                  <a:ext cx="890905" cy="8909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0905" h="890905">
                      <a:moveTo>
                        <a:pt x="445326" y="0"/>
                      </a:moveTo>
                      <a:lnTo>
                        <a:pt x="396802" y="2613"/>
                      </a:lnTo>
                      <a:lnTo>
                        <a:pt x="349792" y="10271"/>
                      </a:lnTo>
                      <a:lnTo>
                        <a:pt x="304567" y="22702"/>
                      </a:lnTo>
                      <a:lnTo>
                        <a:pt x="261399" y="39636"/>
                      </a:lnTo>
                      <a:lnTo>
                        <a:pt x="220560" y="60799"/>
                      </a:lnTo>
                      <a:lnTo>
                        <a:pt x="182321" y="85921"/>
                      </a:lnTo>
                      <a:lnTo>
                        <a:pt x="146953" y="114729"/>
                      </a:lnTo>
                      <a:lnTo>
                        <a:pt x="114729" y="146953"/>
                      </a:lnTo>
                      <a:lnTo>
                        <a:pt x="85921" y="182321"/>
                      </a:lnTo>
                      <a:lnTo>
                        <a:pt x="60799" y="220560"/>
                      </a:lnTo>
                      <a:lnTo>
                        <a:pt x="39636" y="261399"/>
                      </a:lnTo>
                      <a:lnTo>
                        <a:pt x="22702" y="304567"/>
                      </a:lnTo>
                      <a:lnTo>
                        <a:pt x="10271" y="349792"/>
                      </a:lnTo>
                      <a:lnTo>
                        <a:pt x="2613" y="396802"/>
                      </a:lnTo>
                      <a:lnTo>
                        <a:pt x="0" y="445326"/>
                      </a:lnTo>
                      <a:lnTo>
                        <a:pt x="2613" y="493850"/>
                      </a:lnTo>
                      <a:lnTo>
                        <a:pt x="10271" y="540860"/>
                      </a:lnTo>
                      <a:lnTo>
                        <a:pt x="22702" y="586085"/>
                      </a:lnTo>
                      <a:lnTo>
                        <a:pt x="39636" y="629253"/>
                      </a:lnTo>
                      <a:lnTo>
                        <a:pt x="60799" y="670093"/>
                      </a:lnTo>
                      <a:lnTo>
                        <a:pt x="85921" y="708332"/>
                      </a:lnTo>
                      <a:lnTo>
                        <a:pt x="114729" y="743699"/>
                      </a:lnTo>
                      <a:lnTo>
                        <a:pt x="146953" y="775923"/>
                      </a:lnTo>
                      <a:lnTo>
                        <a:pt x="182321" y="804732"/>
                      </a:lnTo>
                      <a:lnTo>
                        <a:pt x="220560" y="829854"/>
                      </a:lnTo>
                      <a:lnTo>
                        <a:pt x="261399" y="851017"/>
                      </a:lnTo>
                      <a:lnTo>
                        <a:pt x="304567" y="867950"/>
                      </a:lnTo>
                      <a:lnTo>
                        <a:pt x="349792" y="880382"/>
                      </a:lnTo>
                      <a:lnTo>
                        <a:pt x="396802" y="888040"/>
                      </a:lnTo>
                      <a:lnTo>
                        <a:pt x="445326" y="890653"/>
                      </a:lnTo>
                      <a:lnTo>
                        <a:pt x="493850" y="888040"/>
                      </a:lnTo>
                      <a:lnTo>
                        <a:pt x="540860" y="880382"/>
                      </a:lnTo>
                      <a:lnTo>
                        <a:pt x="586085" y="867950"/>
                      </a:lnTo>
                      <a:lnTo>
                        <a:pt x="629253" y="851017"/>
                      </a:lnTo>
                      <a:lnTo>
                        <a:pt x="670093" y="829854"/>
                      </a:lnTo>
                      <a:lnTo>
                        <a:pt x="708332" y="804732"/>
                      </a:lnTo>
                      <a:lnTo>
                        <a:pt x="743699" y="775923"/>
                      </a:lnTo>
                      <a:lnTo>
                        <a:pt x="775923" y="743699"/>
                      </a:lnTo>
                      <a:lnTo>
                        <a:pt x="804732" y="708332"/>
                      </a:lnTo>
                      <a:lnTo>
                        <a:pt x="829854" y="670093"/>
                      </a:lnTo>
                      <a:lnTo>
                        <a:pt x="851017" y="629253"/>
                      </a:lnTo>
                      <a:lnTo>
                        <a:pt x="867950" y="586085"/>
                      </a:lnTo>
                      <a:lnTo>
                        <a:pt x="880382" y="540860"/>
                      </a:lnTo>
                      <a:lnTo>
                        <a:pt x="888040" y="493850"/>
                      </a:lnTo>
                      <a:lnTo>
                        <a:pt x="890653" y="445326"/>
                      </a:lnTo>
                      <a:lnTo>
                        <a:pt x="888040" y="396802"/>
                      </a:lnTo>
                      <a:lnTo>
                        <a:pt x="880382" y="349792"/>
                      </a:lnTo>
                      <a:lnTo>
                        <a:pt x="867950" y="304567"/>
                      </a:lnTo>
                      <a:lnTo>
                        <a:pt x="851017" y="261399"/>
                      </a:lnTo>
                      <a:lnTo>
                        <a:pt x="829854" y="220560"/>
                      </a:lnTo>
                      <a:lnTo>
                        <a:pt x="804732" y="182321"/>
                      </a:lnTo>
                      <a:lnTo>
                        <a:pt x="775923" y="146953"/>
                      </a:lnTo>
                      <a:lnTo>
                        <a:pt x="743699" y="114729"/>
                      </a:lnTo>
                      <a:lnTo>
                        <a:pt x="708332" y="85921"/>
                      </a:lnTo>
                      <a:lnTo>
                        <a:pt x="670093" y="60799"/>
                      </a:lnTo>
                      <a:lnTo>
                        <a:pt x="629253" y="39636"/>
                      </a:lnTo>
                      <a:lnTo>
                        <a:pt x="586085" y="22702"/>
                      </a:lnTo>
                      <a:lnTo>
                        <a:pt x="540860" y="10271"/>
                      </a:lnTo>
                      <a:lnTo>
                        <a:pt x="493850" y="2613"/>
                      </a:lnTo>
                      <a:lnTo>
                        <a:pt x="4453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object 11">
                  <a:extLst>
                    <a:ext uri="{FF2B5EF4-FFF2-40B4-BE49-F238E27FC236}">
                      <a16:creationId xmlns:a16="http://schemas.microsoft.com/office/drawing/2014/main" id="{89BC7740-B9D1-1220-C2C4-53AFEAD87ED7}"/>
                    </a:ext>
                  </a:extLst>
                </p:cNvPr>
                <p:cNvSpPr/>
                <p:nvPr/>
              </p:nvSpPr>
              <p:spPr>
                <a:xfrm>
                  <a:off x="16537877" y="1448809"/>
                  <a:ext cx="701675" cy="342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675" h="342264">
                      <a:moveTo>
                        <a:pt x="220383" y="284861"/>
                      </a:moveTo>
                      <a:lnTo>
                        <a:pt x="214896" y="270243"/>
                      </a:lnTo>
                      <a:lnTo>
                        <a:pt x="197739" y="224320"/>
                      </a:lnTo>
                      <a:lnTo>
                        <a:pt x="213055" y="178917"/>
                      </a:lnTo>
                      <a:lnTo>
                        <a:pt x="218389" y="163093"/>
                      </a:lnTo>
                      <a:lnTo>
                        <a:pt x="217576" y="157924"/>
                      </a:lnTo>
                      <a:lnTo>
                        <a:pt x="213207" y="152120"/>
                      </a:lnTo>
                      <a:lnTo>
                        <a:pt x="212064" y="150596"/>
                      </a:lnTo>
                      <a:lnTo>
                        <a:pt x="211620" y="150012"/>
                      </a:lnTo>
                      <a:lnTo>
                        <a:pt x="206921" y="147739"/>
                      </a:lnTo>
                      <a:lnTo>
                        <a:pt x="182867" y="148805"/>
                      </a:lnTo>
                      <a:lnTo>
                        <a:pt x="182867" y="270243"/>
                      </a:lnTo>
                      <a:lnTo>
                        <a:pt x="146304" y="269836"/>
                      </a:lnTo>
                      <a:lnTo>
                        <a:pt x="136486" y="269836"/>
                      </a:lnTo>
                      <a:lnTo>
                        <a:pt x="132943" y="270878"/>
                      </a:lnTo>
                      <a:lnTo>
                        <a:pt x="96469" y="299885"/>
                      </a:lnTo>
                      <a:lnTo>
                        <a:pt x="82575" y="255422"/>
                      </a:lnTo>
                      <a:lnTo>
                        <a:pt x="80454" y="252577"/>
                      </a:lnTo>
                      <a:lnTo>
                        <a:pt x="41605" y="226872"/>
                      </a:lnTo>
                      <a:lnTo>
                        <a:pt x="79603" y="199910"/>
                      </a:lnTo>
                      <a:lnTo>
                        <a:pt x="81648" y="197002"/>
                      </a:lnTo>
                      <a:lnTo>
                        <a:pt x="94081" y="152120"/>
                      </a:lnTo>
                      <a:lnTo>
                        <a:pt x="131457" y="179920"/>
                      </a:lnTo>
                      <a:lnTo>
                        <a:pt x="134962" y="180975"/>
                      </a:lnTo>
                      <a:lnTo>
                        <a:pt x="181394" y="178917"/>
                      </a:lnTo>
                      <a:lnTo>
                        <a:pt x="166649" y="222580"/>
                      </a:lnTo>
                      <a:lnTo>
                        <a:pt x="166649" y="226872"/>
                      </a:lnTo>
                      <a:lnTo>
                        <a:pt x="182867" y="270243"/>
                      </a:lnTo>
                      <a:lnTo>
                        <a:pt x="182867" y="148805"/>
                      </a:lnTo>
                      <a:lnTo>
                        <a:pt x="142328" y="150596"/>
                      </a:lnTo>
                      <a:lnTo>
                        <a:pt x="90462" y="112026"/>
                      </a:lnTo>
                      <a:lnTo>
                        <a:pt x="85280" y="111213"/>
                      </a:lnTo>
                      <a:lnTo>
                        <a:pt x="75946" y="114414"/>
                      </a:lnTo>
                      <a:lnTo>
                        <a:pt x="72351" y="118237"/>
                      </a:lnTo>
                      <a:lnTo>
                        <a:pt x="55079" y="180517"/>
                      </a:lnTo>
                      <a:lnTo>
                        <a:pt x="2362" y="217919"/>
                      </a:lnTo>
                      <a:lnTo>
                        <a:pt x="0" y="222580"/>
                      </a:lnTo>
                      <a:lnTo>
                        <a:pt x="63" y="226606"/>
                      </a:lnTo>
                      <a:lnTo>
                        <a:pt x="165" y="232486"/>
                      </a:lnTo>
                      <a:lnTo>
                        <a:pt x="2679" y="237070"/>
                      </a:lnTo>
                      <a:lnTo>
                        <a:pt x="56578" y="272745"/>
                      </a:lnTo>
                      <a:lnTo>
                        <a:pt x="75857" y="334429"/>
                      </a:lnTo>
                      <a:lnTo>
                        <a:pt x="79552" y="338124"/>
                      </a:lnTo>
                      <a:lnTo>
                        <a:pt x="85725" y="340017"/>
                      </a:lnTo>
                      <a:lnTo>
                        <a:pt x="87210" y="340233"/>
                      </a:lnTo>
                      <a:lnTo>
                        <a:pt x="92036" y="340233"/>
                      </a:lnTo>
                      <a:lnTo>
                        <a:pt x="95326" y="339115"/>
                      </a:lnTo>
                      <a:lnTo>
                        <a:pt x="144665" y="299885"/>
                      </a:lnTo>
                      <a:lnTo>
                        <a:pt x="150342" y="299885"/>
                      </a:lnTo>
                      <a:lnTo>
                        <a:pt x="204431" y="300482"/>
                      </a:lnTo>
                      <a:lnTo>
                        <a:pt x="209042" y="300482"/>
                      </a:lnTo>
                      <a:lnTo>
                        <a:pt x="214033" y="298157"/>
                      </a:lnTo>
                      <a:lnTo>
                        <a:pt x="219710" y="290055"/>
                      </a:lnTo>
                      <a:lnTo>
                        <a:pt x="220383" y="284861"/>
                      </a:lnTo>
                      <a:close/>
                    </a:path>
                    <a:path w="701675" h="342264">
                      <a:moveTo>
                        <a:pt x="465709" y="87083"/>
                      </a:moveTo>
                      <a:lnTo>
                        <a:pt x="462661" y="77673"/>
                      </a:lnTo>
                      <a:lnTo>
                        <a:pt x="458901" y="74028"/>
                      </a:lnTo>
                      <a:lnTo>
                        <a:pt x="424688" y="63957"/>
                      </a:lnTo>
                      <a:lnTo>
                        <a:pt x="424688" y="95224"/>
                      </a:lnTo>
                      <a:lnTo>
                        <a:pt x="396278" y="132143"/>
                      </a:lnTo>
                      <a:lnTo>
                        <a:pt x="395173" y="135521"/>
                      </a:lnTo>
                      <a:lnTo>
                        <a:pt x="396468" y="182079"/>
                      </a:lnTo>
                      <a:lnTo>
                        <a:pt x="352564" y="166484"/>
                      </a:lnTo>
                      <a:lnTo>
                        <a:pt x="349021" y="166484"/>
                      </a:lnTo>
                      <a:lnTo>
                        <a:pt x="305130" y="182079"/>
                      </a:lnTo>
                      <a:lnTo>
                        <a:pt x="306184" y="143471"/>
                      </a:lnTo>
                      <a:lnTo>
                        <a:pt x="306311" y="138976"/>
                      </a:lnTo>
                      <a:lnTo>
                        <a:pt x="306400" y="135521"/>
                      </a:lnTo>
                      <a:lnTo>
                        <a:pt x="305308" y="132143"/>
                      </a:lnTo>
                      <a:lnTo>
                        <a:pt x="276910" y="95224"/>
                      </a:lnTo>
                      <a:lnTo>
                        <a:pt x="321589" y="82042"/>
                      </a:lnTo>
                      <a:lnTo>
                        <a:pt x="324472" y="79959"/>
                      </a:lnTo>
                      <a:lnTo>
                        <a:pt x="350799" y="41529"/>
                      </a:lnTo>
                      <a:lnTo>
                        <a:pt x="377139" y="79959"/>
                      </a:lnTo>
                      <a:lnTo>
                        <a:pt x="380009" y="82042"/>
                      </a:lnTo>
                      <a:lnTo>
                        <a:pt x="424688" y="95224"/>
                      </a:lnTo>
                      <a:lnTo>
                        <a:pt x="424688" y="63957"/>
                      </a:lnTo>
                      <a:lnTo>
                        <a:pt x="396900" y="55765"/>
                      </a:lnTo>
                      <a:lnTo>
                        <a:pt x="387159" y="41529"/>
                      </a:lnTo>
                      <a:lnTo>
                        <a:pt x="360375" y="2438"/>
                      </a:lnTo>
                      <a:lnTo>
                        <a:pt x="355739" y="0"/>
                      </a:lnTo>
                      <a:lnTo>
                        <a:pt x="345859" y="0"/>
                      </a:lnTo>
                      <a:lnTo>
                        <a:pt x="341236" y="2438"/>
                      </a:lnTo>
                      <a:lnTo>
                        <a:pt x="304647" y="55765"/>
                      </a:lnTo>
                      <a:lnTo>
                        <a:pt x="242684" y="74028"/>
                      </a:lnTo>
                      <a:lnTo>
                        <a:pt x="238937" y="77673"/>
                      </a:lnTo>
                      <a:lnTo>
                        <a:pt x="235877" y="87083"/>
                      </a:lnTo>
                      <a:lnTo>
                        <a:pt x="236766" y="92252"/>
                      </a:lnTo>
                      <a:lnTo>
                        <a:pt x="276186" y="143471"/>
                      </a:lnTo>
                      <a:lnTo>
                        <a:pt x="274396" y="208076"/>
                      </a:lnTo>
                      <a:lnTo>
                        <a:pt x="276707" y="212775"/>
                      </a:lnTo>
                      <a:lnTo>
                        <a:pt x="284721" y="218592"/>
                      </a:lnTo>
                      <a:lnTo>
                        <a:pt x="289902" y="219329"/>
                      </a:lnTo>
                      <a:lnTo>
                        <a:pt x="350799" y="197688"/>
                      </a:lnTo>
                      <a:lnTo>
                        <a:pt x="408673" y="218262"/>
                      </a:lnTo>
                      <a:lnTo>
                        <a:pt x="410692" y="218592"/>
                      </a:lnTo>
                      <a:lnTo>
                        <a:pt x="415023" y="218592"/>
                      </a:lnTo>
                      <a:lnTo>
                        <a:pt x="418274" y="217563"/>
                      </a:lnTo>
                      <a:lnTo>
                        <a:pt x="424865" y="212775"/>
                      </a:lnTo>
                      <a:lnTo>
                        <a:pt x="427189" y="208076"/>
                      </a:lnTo>
                      <a:lnTo>
                        <a:pt x="426897" y="197688"/>
                      </a:lnTo>
                      <a:lnTo>
                        <a:pt x="426466" y="182079"/>
                      </a:lnTo>
                      <a:lnTo>
                        <a:pt x="425411" y="143471"/>
                      </a:lnTo>
                      <a:lnTo>
                        <a:pt x="464832" y="92252"/>
                      </a:lnTo>
                      <a:lnTo>
                        <a:pt x="465709" y="87083"/>
                      </a:lnTo>
                      <a:close/>
                    </a:path>
                    <a:path w="701675" h="342264">
                      <a:moveTo>
                        <a:pt x="701611" y="224599"/>
                      </a:moveTo>
                      <a:lnTo>
                        <a:pt x="699236" y="219938"/>
                      </a:lnTo>
                      <a:lnTo>
                        <a:pt x="659993" y="192100"/>
                      </a:lnTo>
                      <a:lnTo>
                        <a:pt x="659993" y="228866"/>
                      </a:lnTo>
                      <a:lnTo>
                        <a:pt x="621144" y="254596"/>
                      </a:lnTo>
                      <a:lnTo>
                        <a:pt x="618998" y="257429"/>
                      </a:lnTo>
                      <a:lnTo>
                        <a:pt x="605116" y="301904"/>
                      </a:lnTo>
                      <a:lnTo>
                        <a:pt x="568706" y="272923"/>
                      </a:lnTo>
                      <a:lnTo>
                        <a:pt x="566826" y="272262"/>
                      </a:lnTo>
                      <a:lnTo>
                        <a:pt x="565416" y="271780"/>
                      </a:lnTo>
                      <a:lnTo>
                        <a:pt x="561848" y="271780"/>
                      </a:lnTo>
                      <a:lnTo>
                        <a:pt x="518718" y="272262"/>
                      </a:lnTo>
                      <a:lnTo>
                        <a:pt x="534949" y="228866"/>
                      </a:lnTo>
                      <a:lnTo>
                        <a:pt x="535038" y="228625"/>
                      </a:lnTo>
                      <a:lnTo>
                        <a:pt x="535101" y="225082"/>
                      </a:lnTo>
                      <a:lnTo>
                        <a:pt x="520204" y="180936"/>
                      </a:lnTo>
                      <a:lnTo>
                        <a:pt x="566699" y="182981"/>
                      </a:lnTo>
                      <a:lnTo>
                        <a:pt x="570141" y="181940"/>
                      </a:lnTo>
                      <a:lnTo>
                        <a:pt x="571487" y="180936"/>
                      </a:lnTo>
                      <a:lnTo>
                        <a:pt x="607517" y="154114"/>
                      </a:lnTo>
                      <a:lnTo>
                        <a:pt x="619950" y="199009"/>
                      </a:lnTo>
                      <a:lnTo>
                        <a:pt x="621995" y="201917"/>
                      </a:lnTo>
                      <a:lnTo>
                        <a:pt x="659993" y="228866"/>
                      </a:lnTo>
                      <a:lnTo>
                        <a:pt x="659993" y="192100"/>
                      </a:lnTo>
                      <a:lnTo>
                        <a:pt x="646531" y="182537"/>
                      </a:lnTo>
                      <a:lnTo>
                        <a:pt x="638644" y="154114"/>
                      </a:lnTo>
                      <a:lnTo>
                        <a:pt x="638225" y="152628"/>
                      </a:lnTo>
                      <a:lnTo>
                        <a:pt x="629246" y="120256"/>
                      </a:lnTo>
                      <a:lnTo>
                        <a:pt x="625652" y="116446"/>
                      </a:lnTo>
                      <a:lnTo>
                        <a:pt x="616292" y="113233"/>
                      </a:lnTo>
                      <a:lnTo>
                        <a:pt x="611124" y="114046"/>
                      </a:lnTo>
                      <a:lnTo>
                        <a:pt x="559282" y="152628"/>
                      </a:lnTo>
                      <a:lnTo>
                        <a:pt x="494779" y="149796"/>
                      </a:lnTo>
                      <a:lnTo>
                        <a:pt x="489978" y="152031"/>
                      </a:lnTo>
                      <a:lnTo>
                        <a:pt x="484022" y="159931"/>
                      </a:lnTo>
                      <a:lnTo>
                        <a:pt x="483209" y="165100"/>
                      </a:lnTo>
                      <a:lnTo>
                        <a:pt x="503859" y="226339"/>
                      </a:lnTo>
                      <a:lnTo>
                        <a:pt x="481215" y="286880"/>
                      </a:lnTo>
                      <a:lnTo>
                        <a:pt x="481901" y="292074"/>
                      </a:lnTo>
                      <a:lnTo>
                        <a:pt x="484720" y="296125"/>
                      </a:lnTo>
                      <a:lnTo>
                        <a:pt x="487578" y="300189"/>
                      </a:lnTo>
                      <a:lnTo>
                        <a:pt x="492391" y="302514"/>
                      </a:lnTo>
                      <a:lnTo>
                        <a:pt x="497179" y="302514"/>
                      </a:lnTo>
                      <a:lnTo>
                        <a:pt x="551268" y="301904"/>
                      </a:lnTo>
                      <a:lnTo>
                        <a:pt x="556933" y="301904"/>
                      </a:lnTo>
                      <a:lnTo>
                        <a:pt x="606259" y="341122"/>
                      </a:lnTo>
                      <a:lnTo>
                        <a:pt x="609561" y="342252"/>
                      </a:lnTo>
                      <a:lnTo>
                        <a:pt x="614375" y="342252"/>
                      </a:lnTo>
                      <a:lnTo>
                        <a:pt x="615861" y="342036"/>
                      </a:lnTo>
                      <a:lnTo>
                        <a:pt x="622046" y="340131"/>
                      </a:lnTo>
                      <a:lnTo>
                        <a:pt x="625741" y="336448"/>
                      </a:lnTo>
                      <a:lnTo>
                        <a:pt x="645033" y="274751"/>
                      </a:lnTo>
                      <a:lnTo>
                        <a:pt x="698931" y="239077"/>
                      </a:lnTo>
                      <a:lnTo>
                        <a:pt x="701446" y="234492"/>
                      </a:lnTo>
                      <a:lnTo>
                        <a:pt x="701535" y="228625"/>
                      </a:lnTo>
                      <a:lnTo>
                        <a:pt x="701611" y="22459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bject 12">
                  <a:extLst>
                    <a:ext uri="{FF2B5EF4-FFF2-40B4-BE49-F238E27FC236}">
                      <a16:creationId xmlns:a16="http://schemas.microsoft.com/office/drawing/2014/main" id="{049E7267-DE20-B00E-4A0D-3C319C9EF3BB}"/>
                    </a:ext>
                  </a:extLst>
                </p:cNvPr>
                <p:cNvSpPr/>
                <p:nvPr/>
              </p:nvSpPr>
              <p:spPr>
                <a:xfrm>
                  <a:off x="16333752" y="3144884"/>
                  <a:ext cx="1033780" cy="1033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780" h="1033779">
                      <a:moveTo>
                        <a:pt x="516612" y="0"/>
                      </a:moveTo>
                      <a:lnTo>
                        <a:pt x="469591" y="2111"/>
                      </a:lnTo>
                      <a:lnTo>
                        <a:pt x="423752" y="8323"/>
                      </a:lnTo>
                      <a:lnTo>
                        <a:pt x="379278" y="18454"/>
                      </a:lnTo>
                      <a:lnTo>
                        <a:pt x="336352" y="32321"/>
                      </a:lnTo>
                      <a:lnTo>
                        <a:pt x="295155" y="49742"/>
                      </a:lnTo>
                      <a:lnTo>
                        <a:pt x="255871" y="70534"/>
                      </a:lnTo>
                      <a:lnTo>
                        <a:pt x="218681" y="94515"/>
                      </a:lnTo>
                      <a:lnTo>
                        <a:pt x="183768" y="121502"/>
                      </a:lnTo>
                      <a:lnTo>
                        <a:pt x="151314" y="151314"/>
                      </a:lnTo>
                      <a:lnTo>
                        <a:pt x="121502" y="183768"/>
                      </a:lnTo>
                      <a:lnTo>
                        <a:pt x="94515" y="218681"/>
                      </a:lnTo>
                      <a:lnTo>
                        <a:pt x="70534" y="255871"/>
                      </a:lnTo>
                      <a:lnTo>
                        <a:pt x="49742" y="295155"/>
                      </a:lnTo>
                      <a:lnTo>
                        <a:pt x="32321" y="336352"/>
                      </a:lnTo>
                      <a:lnTo>
                        <a:pt x="18454" y="379278"/>
                      </a:lnTo>
                      <a:lnTo>
                        <a:pt x="8323" y="423752"/>
                      </a:lnTo>
                      <a:lnTo>
                        <a:pt x="2111" y="469591"/>
                      </a:lnTo>
                      <a:lnTo>
                        <a:pt x="0" y="516612"/>
                      </a:lnTo>
                      <a:lnTo>
                        <a:pt x="2111" y="563635"/>
                      </a:lnTo>
                      <a:lnTo>
                        <a:pt x="8323" y="609475"/>
                      </a:lnTo>
                      <a:lnTo>
                        <a:pt x="18454" y="653950"/>
                      </a:lnTo>
                      <a:lnTo>
                        <a:pt x="32321" y="696878"/>
                      </a:lnTo>
                      <a:lnTo>
                        <a:pt x="49742" y="738075"/>
                      </a:lnTo>
                      <a:lnTo>
                        <a:pt x="70534" y="777361"/>
                      </a:lnTo>
                      <a:lnTo>
                        <a:pt x="94515" y="814551"/>
                      </a:lnTo>
                      <a:lnTo>
                        <a:pt x="121502" y="849465"/>
                      </a:lnTo>
                      <a:lnTo>
                        <a:pt x="151314" y="881919"/>
                      </a:lnTo>
                      <a:lnTo>
                        <a:pt x="183768" y="911731"/>
                      </a:lnTo>
                      <a:lnTo>
                        <a:pt x="218681" y="938719"/>
                      </a:lnTo>
                      <a:lnTo>
                        <a:pt x="255871" y="962700"/>
                      </a:lnTo>
                      <a:lnTo>
                        <a:pt x="295155" y="983493"/>
                      </a:lnTo>
                      <a:lnTo>
                        <a:pt x="336352" y="1000914"/>
                      </a:lnTo>
                      <a:lnTo>
                        <a:pt x="379278" y="1014781"/>
                      </a:lnTo>
                      <a:lnTo>
                        <a:pt x="423752" y="1024912"/>
                      </a:lnTo>
                      <a:lnTo>
                        <a:pt x="469591" y="1031124"/>
                      </a:lnTo>
                      <a:lnTo>
                        <a:pt x="516612" y="1033235"/>
                      </a:lnTo>
                      <a:lnTo>
                        <a:pt x="563635" y="1031124"/>
                      </a:lnTo>
                      <a:lnTo>
                        <a:pt x="609475" y="1024912"/>
                      </a:lnTo>
                      <a:lnTo>
                        <a:pt x="653950" y="1014781"/>
                      </a:lnTo>
                      <a:lnTo>
                        <a:pt x="696878" y="1000914"/>
                      </a:lnTo>
                      <a:lnTo>
                        <a:pt x="738075" y="983493"/>
                      </a:lnTo>
                      <a:lnTo>
                        <a:pt x="777361" y="962700"/>
                      </a:lnTo>
                      <a:lnTo>
                        <a:pt x="814551" y="938719"/>
                      </a:lnTo>
                      <a:lnTo>
                        <a:pt x="849465" y="911731"/>
                      </a:lnTo>
                      <a:lnTo>
                        <a:pt x="881919" y="881919"/>
                      </a:lnTo>
                      <a:lnTo>
                        <a:pt x="911731" y="849465"/>
                      </a:lnTo>
                      <a:lnTo>
                        <a:pt x="938719" y="814551"/>
                      </a:lnTo>
                      <a:lnTo>
                        <a:pt x="962700" y="777361"/>
                      </a:lnTo>
                      <a:lnTo>
                        <a:pt x="983493" y="738075"/>
                      </a:lnTo>
                      <a:lnTo>
                        <a:pt x="1000914" y="696878"/>
                      </a:lnTo>
                      <a:lnTo>
                        <a:pt x="1014781" y="653950"/>
                      </a:lnTo>
                      <a:lnTo>
                        <a:pt x="1024912" y="609475"/>
                      </a:lnTo>
                      <a:lnTo>
                        <a:pt x="1031124" y="563635"/>
                      </a:lnTo>
                      <a:lnTo>
                        <a:pt x="1033235" y="516612"/>
                      </a:lnTo>
                      <a:lnTo>
                        <a:pt x="1031124" y="469591"/>
                      </a:lnTo>
                      <a:lnTo>
                        <a:pt x="1024912" y="423752"/>
                      </a:lnTo>
                      <a:lnTo>
                        <a:pt x="1014781" y="379278"/>
                      </a:lnTo>
                      <a:lnTo>
                        <a:pt x="1000914" y="336352"/>
                      </a:lnTo>
                      <a:lnTo>
                        <a:pt x="983493" y="295155"/>
                      </a:lnTo>
                      <a:lnTo>
                        <a:pt x="962700" y="255871"/>
                      </a:lnTo>
                      <a:lnTo>
                        <a:pt x="938719" y="218681"/>
                      </a:lnTo>
                      <a:lnTo>
                        <a:pt x="911731" y="183768"/>
                      </a:lnTo>
                      <a:lnTo>
                        <a:pt x="881919" y="151314"/>
                      </a:lnTo>
                      <a:lnTo>
                        <a:pt x="849465" y="121502"/>
                      </a:lnTo>
                      <a:lnTo>
                        <a:pt x="814551" y="94515"/>
                      </a:lnTo>
                      <a:lnTo>
                        <a:pt x="777361" y="70534"/>
                      </a:lnTo>
                      <a:lnTo>
                        <a:pt x="738075" y="49742"/>
                      </a:lnTo>
                      <a:lnTo>
                        <a:pt x="696878" y="32321"/>
                      </a:lnTo>
                      <a:lnTo>
                        <a:pt x="653950" y="18454"/>
                      </a:lnTo>
                      <a:lnTo>
                        <a:pt x="609475" y="8323"/>
                      </a:lnTo>
                      <a:lnTo>
                        <a:pt x="563635" y="2111"/>
                      </a:lnTo>
                      <a:lnTo>
                        <a:pt x="5166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101" name="object 13">
                  <a:extLst>
                    <a:ext uri="{FF2B5EF4-FFF2-40B4-BE49-F238E27FC236}">
                      <a16:creationId xmlns:a16="http://schemas.microsoft.com/office/drawing/2014/main" id="{E1761AFD-61F8-E6FC-21BA-030881217303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16370622" y="3556519"/>
                  <a:ext cx="943426" cy="259615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46B75DD7-24A7-4150-58EF-8CF47C6DE628}"/>
                </a:ext>
              </a:extLst>
            </p:cNvPr>
            <p:cNvGrpSpPr/>
            <p:nvPr/>
          </p:nvGrpSpPr>
          <p:grpSpPr>
            <a:xfrm>
              <a:off x="9455056" y="2201783"/>
              <a:ext cx="1040406" cy="1303381"/>
              <a:chOff x="7679283" y="1099737"/>
              <a:chExt cx="1128840" cy="1414168"/>
            </a:xfrm>
          </p:grpSpPr>
          <p:sp>
            <p:nvSpPr>
              <p:cNvPr id="151" name="object 5"/>
              <p:cNvSpPr txBox="1"/>
              <p:nvPr/>
            </p:nvSpPr>
            <p:spPr>
              <a:xfrm>
                <a:off x="7772841" y="1578598"/>
                <a:ext cx="941725" cy="40072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ctr" defTabSz="554492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00" b="1" i="0" u="heavy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>
                      <a:solidFill>
                        <a:srgbClr val="B7DFC9"/>
                      </a:solidFill>
                    </a:uFill>
                    <a:latin typeface="Versos"/>
                    <a:ea typeface="+mn-ea"/>
                    <a:cs typeface="+mn-cs"/>
                  </a:rPr>
                  <a:t>3º Lugar</a:t>
                </a:r>
                <a:br>
                  <a:rPr kumimoji="0" lang="pt-BR" sz="700" b="0" i="0" u="none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</a:rPr>
                </a:br>
                <a:r>
                  <a:rPr kumimoji="0" sz="700" b="0" i="0" u="none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</a:rPr>
                  <a:t>“Money Market”</a:t>
                </a:r>
                <a:br>
                  <a:rPr kumimoji="0" lang="pt-BR" sz="700" b="0" i="0" u="none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</a:rPr>
                </a:br>
                <a:r>
                  <a:rPr kumimoji="0" lang="pt-BR" sz="700" b="0" i="1" u="none" strike="noStrike" kern="0" cap="none" spc="-6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</a:rPr>
                  <a:t>2025</a:t>
                </a:r>
                <a:endParaRPr kumimoji="0" sz="700" b="0" i="1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</a:endParaRPr>
              </a:p>
            </p:txBody>
          </p:sp>
          <p:grpSp>
            <p:nvGrpSpPr>
              <p:cNvPr id="152" name="object 8">
                <a:extLst>
                  <a:ext uri="{FF2B5EF4-FFF2-40B4-BE49-F238E27FC236}">
                    <a16:creationId xmlns:a16="http://schemas.microsoft.com/office/drawing/2014/main" id="{26DE4491-C62B-DC56-14C8-E8D91A898F2E}"/>
                  </a:ext>
                </a:extLst>
              </p:cNvPr>
              <p:cNvGrpSpPr/>
              <p:nvPr/>
            </p:nvGrpSpPr>
            <p:grpSpPr>
              <a:xfrm>
                <a:off x="7679283" y="1099737"/>
                <a:ext cx="1128840" cy="1414168"/>
                <a:chOff x="15709072" y="1298532"/>
                <a:chExt cx="2298700" cy="2879725"/>
              </a:xfrm>
            </p:grpSpPr>
            <p:sp>
              <p:nvSpPr>
                <p:cNvPr id="153" name="object 9">
                  <a:extLst>
                    <a:ext uri="{FF2B5EF4-FFF2-40B4-BE49-F238E27FC236}">
                      <a16:creationId xmlns:a16="http://schemas.microsoft.com/office/drawing/2014/main" id="{BFA4606B-148D-C3D7-8BE1-9D120D59E8B5}"/>
                    </a:ext>
                  </a:extLst>
                </p:cNvPr>
                <p:cNvSpPr/>
                <p:nvPr/>
              </p:nvSpPr>
              <p:spPr>
                <a:xfrm>
                  <a:off x="15709063" y="1575669"/>
                  <a:ext cx="2298700" cy="228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98700" h="2286000">
                      <a:moveTo>
                        <a:pt x="2139962" y="1136802"/>
                      </a:moveTo>
                      <a:lnTo>
                        <a:pt x="2138819" y="1098702"/>
                      </a:lnTo>
                      <a:lnTo>
                        <a:pt x="2135428" y="1047902"/>
                      </a:lnTo>
                      <a:lnTo>
                        <a:pt x="2129840" y="997102"/>
                      </a:lnTo>
                      <a:lnTo>
                        <a:pt x="2122106" y="959002"/>
                      </a:lnTo>
                      <a:lnTo>
                        <a:pt x="2119020" y="943076"/>
                      </a:lnTo>
                      <a:lnTo>
                        <a:pt x="2119020" y="1136802"/>
                      </a:lnTo>
                      <a:lnTo>
                        <a:pt x="2117585" y="1200302"/>
                      </a:lnTo>
                      <a:lnTo>
                        <a:pt x="2113330" y="1251102"/>
                      </a:lnTo>
                      <a:lnTo>
                        <a:pt x="2106333" y="1301902"/>
                      </a:lnTo>
                      <a:lnTo>
                        <a:pt x="2096655" y="1352702"/>
                      </a:lnTo>
                      <a:lnTo>
                        <a:pt x="2084387" y="1403502"/>
                      </a:lnTo>
                      <a:lnTo>
                        <a:pt x="2069592" y="1454302"/>
                      </a:lnTo>
                      <a:lnTo>
                        <a:pt x="2052345" y="1492402"/>
                      </a:lnTo>
                      <a:lnTo>
                        <a:pt x="2032723" y="1543202"/>
                      </a:lnTo>
                      <a:lnTo>
                        <a:pt x="2010791" y="1594002"/>
                      </a:lnTo>
                      <a:lnTo>
                        <a:pt x="1986635" y="1632102"/>
                      </a:lnTo>
                      <a:lnTo>
                        <a:pt x="1960321" y="1670202"/>
                      </a:lnTo>
                      <a:lnTo>
                        <a:pt x="1931936" y="1721002"/>
                      </a:lnTo>
                      <a:lnTo>
                        <a:pt x="1901532" y="1759102"/>
                      </a:lnTo>
                      <a:lnTo>
                        <a:pt x="1869198" y="1797202"/>
                      </a:lnTo>
                      <a:lnTo>
                        <a:pt x="1834997" y="1822602"/>
                      </a:lnTo>
                      <a:lnTo>
                        <a:pt x="1799018" y="1860702"/>
                      </a:lnTo>
                      <a:lnTo>
                        <a:pt x="1761324" y="1898802"/>
                      </a:lnTo>
                      <a:lnTo>
                        <a:pt x="1721993" y="1924202"/>
                      </a:lnTo>
                      <a:lnTo>
                        <a:pt x="1681111" y="1949602"/>
                      </a:lnTo>
                      <a:lnTo>
                        <a:pt x="1638731" y="1975002"/>
                      </a:lnTo>
                      <a:lnTo>
                        <a:pt x="1594929" y="2000402"/>
                      </a:lnTo>
                      <a:lnTo>
                        <a:pt x="1549806" y="2025802"/>
                      </a:lnTo>
                      <a:lnTo>
                        <a:pt x="1503400" y="2051202"/>
                      </a:lnTo>
                      <a:lnTo>
                        <a:pt x="1455801" y="2063902"/>
                      </a:lnTo>
                      <a:lnTo>
                        <a:pt x="1306601" y="2102002"/>
                      </a:lnTo>
                      <a:lnTo>
                        <a:pt x="1254963" y="2102002"/>
                      </a:lnTo>
                      <a:lnTo>
                        <a:pt x="1202499" y="2114702"/>
                      </a:lnTo>
                      <a:lnTo>
                        <a:pt x="1096086" y="2114702"/>
                      </a:lnTo>
                      <a:lnTo>
                        <a:pt x="1043622" y="2102002"/>
                      </a:lnTo>
                      <a:lnTo>
                        <a:pt x="991984" y="2102002"/>
                      </a:lnTo>
                      <a:lnTo>
                        <a:pt x="842772" y="2063902"/>
                      </a:lnTo>
                      <a:lnTo>
                        <a:pt x="795185" y="2051202"/>
                      </a:lnTo>
                      <a:lnTo>
                        <a:pt x="748779" y="2025802"/>
                      </a:lnTo>
                      <a:lnTo>
                        <a:pt x="703643" y="2000402"/>
                      </a:lnTo>
                      <a:lnTo>
                        <a:pt x="659853" y="1975002"/>
                      </a:lnTo>
                      <a:lnTo>
                        <a:pt x="617474" y="1949602"/>
                      </a:lnTo>
                      <a:lnTo>
                        <a:pt x="576592" y="1924202"/>
                      </a:lnTo>
                      <a:lnTo>
                        <a:pt x="537260" y="1898802"/>
                      </a:lnTo>
                      <a:lnTo>
                        <a:pt x="499567" y="1860702"/>
                      </a:lnTo>
                      <a:lnTo>
                        <a:pt x="463588" y="1822602"/>
                      </a:lnTo>
                      <a:lnTo>
                        <a:pt x="429387" y="1797202"/>
                      </a:lnTo>
                      <a:lnTo>
                        <a:pt x="397052" y="1759102"/>
                      </a:lnTo>
                      <a:lnTo>
                        <a:pt x="366649" y="1721002"/>
                      </a:lnTo>
                      <a:lnTo>
                        <a:pt x="338264" y="1670202"/>
                      </a:lnTo>
                      <a:lnTo>
                        <a:pt x="311950" y="1632102"/>
                      </a:lnTo>
                      <a:lnTo>
                        <a:pt x="287794" y="1594002"/>
                      </a:lnTo>
                      <a:lnTo>
                        <a:pt x="265861" y="1543202"/>
                      </a:lnTo>
                      <a:lnTo>
                        <a:pt x="246240" y="1492402"/>
                      </a:lnTo>
                      <a:lnTo>
                        <a:pt x="228993" y="1454302"/>
                      </a:lnTo>
                      <a:lnTo>
                        <a:pt x="214198" y="1403502"/>
                      </a:lnTo>
                      <a:lnTo>
                        <a:pt x="201930" y="1352702"/>
                      </a:lnTo>
                      <a:lnTo>
                        <a:pt x="192252" y="1301902"/>
                      </a:lnTo>
                      <a:lnTo>
                        <a:pt x="185254" y="1251102"/>
                      </a:lnTo>
                      <a:lnTo>
                        <a:pt x="181000" y="1200302"/>
                      </a:lnTo>
                      <a:lnTo>
                        <a:pt x="179565" y="1136802"/>
                      </a:lnTo>
                      <a:lnTo>
                        <a:pt x="181000" y="1086002"/>
                      </a:lnTo>
                      <a:lnTo>
                        <a:pt x="185254" y="1035202"/>
                      </a:lnTo>
                      <a:lnTo>
                        <a:pt x="192252" y="984402"/>
                      </a:lnTo>
                      <a:lnTo>
                        <a:pt x="201930" y="933602"/>
                      </a:lnTo>
                      <a:lnTo>
                        <a:pt x="214198" y="882802"/>
                      </a:lnTo>
                      <a:lnTo>
                        <a:pt x="228993" y="832002"/>
                      </a:lnTo>
                      <a:lnTo>
                        <a:pt x="246240" y="793902"/>
                      </a:lnTo>
                      <a:lnTo>
                        <a:pt x="265861" y="743102"/>
                      </a:lnTo>
                      <a:lnTo>
                        <a:pt x="287794" y="692302"/>
                      </a:lnTo>
                      <a:lnTo>
                        <a:pt x="311950" y="654202"/>
                      </a:lnTo>
                      <a:lnTo>
                        <a:pt x="338264" y="616102"/>
                      </a:lnTo>
                      <a:lnTo>
                        <a:pt x="366649" y="565302"/>
                      </a:lnTo>
                      <a:lnTo>
                        <a:pt x="397052" y="527202"/>
                      </a:lnTo>
                      <a:lnTo>
                        <a:pt x="429387" y="489102"/>
                      </a:lnTo>
                      <a:lnTo>
                        <a:pt x="463588" y="463702"/>
                      </a:lnTo>
                      <a:lnTo>
                        <a:pt x="499567" y="425602"/>
                      </a:lnTo>
                      <a:lnTo>
                        <a:pt x="537260" y="387502"/>
                      </a:lnTo>
                      <a:lnTo>
                        <a:pt x="576592" y="362102"/>
                      </a:lnTo>
                      <a:lnTo>
                        <a:pt x="617474" y="336702"/>
                      </a:lnTo>
                      <a:lnTo>
                        <a:pt x="659853" y="311302"/>
                      </a:lnTo>
                      <a:lnTo>
                        <a:pt x="703643" y="285902"/>
                      </a:lnTo>
                      <a:lnTo>
                        <a:pt x="748779" y="260502"/>
                      </a:lnTo>
                      <a:lnTo>
                        <a:pt x="795185" y="235102"/>
                      </a:lnTo>
                      <a:lnTo>
                        <a:pt x="941247" y="197002"/>
                      </a:lnTo>
                      <a:lnTo>
                        <a:pt x="991984" y="184302"/>
                      </a:lnTo>
                      <a:lnTo>
                        <a:pt x="1043622" y="184302"/>
                      </a:lnTo>
                      <a:lnTo>
                        <a:pt x="1096086" y="171602"/>
                      </a:lnTo>
                      <a:lnTo>
                        <a:pt x="1202499" y="171602"/>
                      </a:lnTo>
                      <a:lnTo>
                        <a:pt x="1254963" y="184302"/>
                      </a:lnTo>
                      <a:lnTo>
                        <a:pt x="1306601" y="184302"/>
                      </a:lnTo>
                      <a:lnTo>
                        <a:pt x="1357325" y="197002"/>
                      </a:lnTo>
                      <a:lnTo>
                        <a:pt x="1503400" y="235102"/>
                      </a:lnTo>
                      <a:lnTo>
                        <a:pt x="1549806" y="260502"/>
                      </a:lnTo>
                      <a:lnTo>
                        <a:pt x="1594929" y="285902"/>
                      </a:lnTo>
                      <a:lnTo>
                        <a:pt x="1638731" y="311302"/>
                      </a:lnTo>
                      <a:lnTo>
                        <a:pt x="1681111" y="336702"/>
                      </a:lnTo>
                      <a:lnTo>
                        <a:pt x="1721993" y="362102"/>
                      </a:lnTo>
                      <a:lnTo>
                        <a:pt x="1761324" y="387502"/>
                      </a:lnTo>
                      <a:lnTo>
                        <a:pt x="1799018" y="425602"/>
                      </a:lnTo>
                      <a:lnTo>
                        <a:pt x="1834997" y="463702"/>
                      </a:lnTo>
                      <a:lnTo>
                        <a:pt x="1869198" y="489102"/>
                      </a:lnTo>
                      <a:lnTo>
                        <a:pt x="1901532" y="527202"/>
                      </a:lnTo>
                      <a:lnTo>
                        <a:pt x="1931936" y="565302"/>
                      </a:lnTo>
                      <a:lnTo>
                        <a:pt x="1960321" y="616102"/>
                      </a:lnTo>
                      <a:lnTo>
                        <a:pt x="1986635" y="654202"/>
                      </a:lnTo>
                      <a:lnTo>
                        <a:pt x="2010791" y="692302"/>
                      </a:lnTo>
                      <a:lnTo>
                        <a:pt x="2032723" y="743102"/>
                      </a:lnTo>
                      <a:lnTo>
                        <a:pt x="2052345" y="793902"/>
                      </a:lnTo>
                      <a:lnTo>
                        <a:pt x="2069592" y="832002"/>
                      </a:lnTo>
                      <a:lnTo>
                        <a:pt x="2084387" y="882802"/>
                      </a:lnTo>
                      <a:lnTo>
                        <a:pt x="2096655" y="933602"/>
                      </a:lnTo>
                      <a:lnTo>
                        <a:pt x="2106333" y="984402"/>
                      </a:lnTo>
                      <a:lnTo>
                        <a:pt x="2113330" y="1035202"/>
                      </a:lnTo>
                      <a:lnTo>
                        <a:pt x="2117585" y="1086002"/>
                      </a:lnTo>
                      <a:lnTo>
                        <a:pt x="2119020" y="1136802"/>
                      </a:lnTo>
                      <a:lnTo>
                        <a:pt x="2119020" y="943076"/>
                      </a:lnTo>
                      <a:lnTo>
                        <a:pt x="2112264" y="908202"/>
                      </a:lnTo>
                      <a:lnTo>
                        <a:pt x="2100389" y="870102"/>
                      </a:lnTo>
                      <a:lnTo>
                        <a:pt x="2086533" y="819302"/>
                      </a:lnTo>
                      <a:lnTo>
                        <a:pt x="2070722" y="781202"/>
                      </a:lnTo>
                      <a:lnTo>
                        <a:pt x="2053031" y="730402"/>
                      </a:lnTo>
                      <a:lnTo>
                        <a:pt x="2033511" y="692302"/>
                      </a:lnTo>
                      <a:lnTo>
                        <a:pt x="2012200" y="654202"/>
                      </a:lnTo>
                      <a:lnTo>
                        <a:pt x="1989162" y="616102"/>
                      </a:lnTo>
                      <a:lnTo>
                        <a:pt x="1964436" y="578002"/>
                      </a:lnTo>
                      <a:lnTo>
                        <a:pt x="1938096" y="539902"/>
                      </a:lnTo>
                      <a:lnTo>
                        <a:pt x="1910168" y="514502"/>
                      </a:lnTo>
                      <a:lnTo>
                        <a:pt x="1880717" y="476402"/>
                      </a:lnTo>
                      <a:lnTo>
                        <a:pt x="1849805" y="438302"/>
                      </a:lnTo>
                      <a:lnTo>
                        <a:pt x="1817471" y="412902"/>
                      </a:lnTo>
                      <a:lnTo>
                        <a:pt x="1783765" y="387502"/>
                      </a:lnTo>
                      <a:lnTo>
                        <a:pt x="1748739" y="349402"/>
                      </a:lnTo>
                      <a:lnTo>
                        <a:pt x="1712455" y="324002"/>
                      </a:lnTo>
                      <a:lnTo>
                        <a:pt x="1674952" y="298602"/>
                      </a:lnTo>
                      <a:lnTo>
                        <a:pt x="1636293" y="285902"/>
                      </a:lnTo>
                      <a:lnTo>
                        <a:pt x="1596529" y="260502"/>
                      </a:lnTo>
                      <a:lnTo>
                        <a:pt x="1555699" y="235102"/>
                      </a:lnTo>
                      <a:lnTo>
                        <a:pt x="1427403" y="197002"/>
                      </a:lnTo>
                      <a:lnTo>
                        <a:pt x="1337538" y="171602"/>
                      </a:lnTo>
                      <a:lnTo>
                        <a:pt x="1291475" y="158902"/>
                      </a:lnTo>
                      <a:lnTo>
                        <a:pt x="1197292" y="158902"/>
                      </a:lnTo>
                      <a:lnTo>
                        <a:pt x="1149299" y="146202"/>
                      </a:lnTo>
                      <a:lnTo>
                        <a:pt x="1101293" y="158902"/>
                      </a:lnTo>
                      <a:lnTo>
                        <a:pt x="1007110" y="158902"/>
                      </a:lnTo>
                      <a:lnTo>
                        <a:pt x="871181" y="197002"/>
                      </a:lnTo>
                      <a:lnTo>
                        <a:pt x="742886" y="235102"/>
                      </a:lnTo>
                      <a:lnTo>
                        <a:pt x="702056" y="260502"/>
                      </a:lnTo>
                      <a:lnTo>
                        <a:pt x="662292" y="285902"/>
                      </a:lnTo>
                      <a:lnTo>
                        <a:pt x="623633" y="298602"/>
                      </a:lnTo>
                      <a:lnTo>
                        <a:pt x="586130" y="324002"/>
                      </a:lnTo>
                      <a:lnTo>
                        <a:pt x="549846" y="349402"/>
                      </a:lnTo>
                      <a:lnTo>
                        <a:pt x="514819" y="387502"/>
                      </a:lnTo>
                      <a:lnTo>
                        <a:pt x="481114" y="412902"/>
                      </a:lnTo>
                      <a:lnTo>
                        <a:pt x="448779" y="438302"/>
                      </a:lnTo>
                      <a:lnTo>
                        <a:pt x="417868" y="476402"/>
                      </a:lnTo>
                      <a:lnTo>
                        <a:pt x="388416" y="514502"/>
                      </a:lnTo>
                      <a:lnTo>
                        <a:pt x="360489" y="539902"/>
                      </a:lnTo>
                      <a:lnTo>
                        <a:pt x="334149" y="578002"/>
                      </a:lnTo>
                      <a:lnTo>
                        <a:pt x="309422" y="616102"/>
                      </a:lnTo>
                      <a:lnTo>
                        <a:pt x="286385" y="654202"/>
                      </a:lnTo>
                      <a:lnTo>
                        <a:pt x="265074" y="692302"/>
                      </a:lnTo>
                      <a:lnTo>
                        <a:pt x="245554" y="730402"/>
                      </a:lnTo>
                      <a:lnTo>
                        <a:pt x="227863" y="781202"/>
                      </a:lnTo>
                      <a:lnTo>
                        <a:pt x="212051" y="819302"/>
                      </a:lnTo>
                      <a:lnTo>
                        <a:pt x="198196" y="870102"/>
                      </a:lnTo>
                      <a:lnTo>
                        <a:pt x="186321" y="908202"/>
                      </a:lnTo>
                      <a:lnTo>
                        <a:pt x="176479" y="959002"/>
                      </a:lnTo>
                      <a:lnTo>
                        <a:pt x="168744" y="997102"/>
                      </a:lnTo>
                      <a:lnTo>
                        <a:pt x="163156" y="1047902"/>
                      </a:lnTo>
                      <a:lnTo>
                        <a:pt x="159766" y="1098702"/>
                      </a:lnTo>
                      <a:lnTo>
                        <a:pt x="158623" y="1136802"/>
                      </a:lnTo>
                      <a:lnTo>
                        <a:pt x="159766" y="1187602"/>
                      </a:lnTo>
                      <a:lnTo>
                        <a:pt x="163156" y="1238402"/>
                      </a:lnTo>
                      <a:lnTo>
                        <a:pt x="168744" y="1289202"/>
                      </a:lnTo>
                      <a:lnTo>
                        <a:pt x="176479" y="1327302"/>
                      </a:lnTo>
                      <a:lnTo>
                        <a:pt x="186321" y="1378102"/>
                      </a:lnTo>
                      <a:lnTo>
                        <a:pt x="198196" y="1416202"/>
                      </a:lnTo>
                      <a:lnTo>
                        <a:pt x="212051" y="1467002"/>
                      </a:lnTo>
                      <a:lnTo>
                        <a:pt x="227863" y="1505102"/>
                      </a:lnTo>
                      <a:lnTo>
                        <a:pt x="245554" y="1543202"/>
                      </a:lnTo>
                      <a:lnTo>
                        <a:pt x="265074" y="1594002"/>
                      </a:lnTo>
                      <a:lnTo>
                        <a:pt x="286385" y="1632102"/>
                      </a:lnTo>
                      <a:lnTo>
                        <a:pt x="309422" y="1670202"/>
                      </a:lnTo>
                      <a:lnTo>
                        <a:pt x="334149" y="1708302"/>
                      </a:lnTo>
                      <a:lnTo>
                        <a:pt x="360489" y="1746402"/>
                      </a:lnTo>
                      <a:lnTo>
                        <a:pt x="388416" y="1771802"/>
                      </a:lnTo>
                      <a:lnTo>
                        <a:pt x="417868" y="1809902"/>
                      </a:lnTo>
                      <a:lnTo>
                        <a:pt x="448779" y="1848002"/>
                      </a:lnTo>
                      <a:lnTo>
                        <a:pt x="481114" y="1873402"/>
                      </a:lnTo>
                      <a:lnTo>
                        <a:pt x="514819" y="1898802"/>
                      </a:lnTo>
                      <a:lnTo>
                        <a:pt x="549846" y="1936902"/>
                      </a:lnTo>
                      <a:lnTo>
                        <a:pt x="586130" y="1962302"/>
                      </a:lnTo>
                      <a:lnTo>
                        <a:pt x="623633" y="1987702"/>
                      </a:lnTo>
                      <a:lnTo>
                        <a:pt x="662292" y="2000402"/>
                      </a:lnTo>
                      <a:lnTo>
                        <a:pt x="702056" y="2025802"/>
                      </a:lnTo>
                      <a:lnTo>
                        <a:pt x="742886" y="2051202"/>
                      </a:lnTo>
                      <a:lnTo>
                        <a:pt x="871181" y="2089302"/>
                      </a:lnTo>
                      <a:lnTo>
                        <a:pt x="1007110" y="2127402"/>
                      </a:lnTo>
                      <a:lnTo>
                        <a:pt x="1291475" y="2127402"/>
                      </a:lnTo>
                      <a:lnTo>
                        <a:pt x="1337538" y="2114702"/>
                      </a:lnTo>
                      <a:lnTo>
                        <a:pt x="1471091" y="2076602"/>
                      </a:lnTo>
                      <a:lnTo>
                        <a:pt x="1555699" y="2051202"/>
                      </a:lnTo>
                      <a:lnTo>
                        <a:pt x="1596529" y="2025802"/>
                      </a:lnTo>
                      <a:lnTo>
                        <a:pt x="1636293" y="2000402"/>
                      </a:lnTo>
                      <a:lnTo>
                        <a:pt x="1674952" y="1987702"/>
                      </a:lnTo>
                      <a:lnTo>
                        <a:pt x="1712455" y="1962302"/>
                      </a:lnTo>
                      <a:lnTo>
                        <a:pt x="1748739" y="1936902"/>
                      </a:lnTo>
                      <a:lnTo>
                        <a:pt x="1783765" y="1898802"/>
                      </a:lnTo>
                      <a:lnTo>
                        <a:pt x="1817471" y="1873402"/>
                      </a:lnTo>
                      <a:lnTo>
                        <a:pt x="1849805" y="1848002"/>
                      </a:lnTo>
                      <a:lnTo>
                        <a:pt x="1880717" y="1809902"/>
                      </a:lnTo>
                      <a:lnTo>
                        <a:pt x="1910168" y="1771802"/>
                      </a:lnTo>
                      <a:lnTo>
                        <a:pt x="1938096" y="1746402"/>
                      </a:lnTo>
                      <a:lnTo>
                        <a:pt x="1964436" y="1708302"/>
                      </a:lnTo>
                      <a:lnTo>
                        <a:pt x="1989162" y="1670202"/>
                      </a:lnTo>
                      <a:lnTo>
                        <a:pt x="2012200" y="1632102"/>
                      </a:lnTo>
                      <a:lnTo>
                        <a:pt x="2033511" y="1594002"/>
                      </a:lnTo>
                      <a:lnTo>
                        <a:pt x="2053031" y="1543202"/>
                      </a:lnTo>
                      <a:lnTo>
                        <a:pt x="2070722" y="1505102"/>
                      </a:lnTo>
                      <a:lnTo>
                        <a:pt x="2086533" y="1467002"/>
                      </a:lnTo>
                      <a:lnTo>
                        <a:pt x="2100389" y="1416202"/>
                      </a:lnTo>
                      <a:lnTo>
                        <a:pt x="2112264" y="1378102"/>
                      </a:lnTo>
                      <a:lnTo>
                        <a:pt x="2122106" y="1327302"/>
                      </a:lnTo>
                      <a:lnTo>
                        <a:pt x="2129840" y="1289202"/>
                      </a:lnTo>
                      <a:lnTo>
                        <a:pt x="2135428" y="1238402"/>
                      </a:lnTo>
                      <a:lnTo>
                        <a:pt x="2138819" y="1187602"/>
                      </a:lnTo>
                      <a:lnTo>
                        <a:pt x="2139962" y="1136802"/>
                      </a:lnTo>
                      <a:close/>
                    </a:path>
                    <a:path w="2298700" h="2286000">
                      <a:moveTo>
                        <a:pt x="2298585" y="1143000"/>
                      </a:moveTo>
                      <a:lnTo>
                        <a:pt x="2297569" y="1092200"/>
                      </a:lnTo>
                      <a:lnTo>
                        <a:pt x="2294572" y="1041400"/>
                      </a:lnTo>
                      <a:lnTo>
                        <a:pt x="2289632" y="1003300"/>
                      </a:lnTo>
                      <a:lnTo>
                        <a:pt x="2282774" y="952500"/>
                      </a:lnTo>
                      <a:lnTo>
                        <a:pt x="2277643" y="922680"/>
                      </a:lnTo>
                      <a:lnTo>
                        <a:pt x="2277643" y="1143000"/>
                      </a:lnTo>
                      <a:lnTo>
                        <a:pt x="2276475" y="1193800"/>
                      </a:lnTo>
                      <a:lnTo>
                        <a:pt x="2273033" y="1244600"/>
                      </a:lnTo>
                      <a:lnTo>
                        <a:pt x="2267343" y="1295400"/>
                      </a:lnTo>
                      <a:lnTo>
                        <a:pt x="2259469" y="1346200"/>
                      </a:lnTo>
                      <a:lnTo>
                        <a:pt x="2249449" y="1397000"/>
                      </a:lnTo>
                      <a:lnTo>
                        <a:pt x="2237333" y="1447800"/>
                      </a:lnTo>
                      <a:lnTo>
                        <a:pt x="2223185" y="1485900"/>
                      </a:lnTo>
                      <a:lnTo>
                        <a:pt x="2207056" y="1536700"/>
                      </a:lnTo>
                      <a:lnTo>
                        <a:pt x="2188972" y="1587500"/>
                      </a:lnTo>
                      <a:lnTo>
                        <a:pt x="2169007" y="1625600"/>
                      </a:lnTo>
                      <a:lnTo>
                        <a:pt x="2147189" y="1676400"/>
                      </a:lnTo>
                      <a:lnTo>
                        <a:pt x="2123592" y="1714500"/>
                      </a:lnTo>
                      <a:lnTo>
                        <a:pt x="2098255" y="1752600"/>
                      </a:lnTo>
                      <a:lnTo>
                        <a:pt x="2071217" y="1790700"/>
                      </a:lnTo>
                      <a:lnTo>
                        <a:pt x="2042541" y="1828800"/>
                      </a:lnTo>
                      <a:lnTo>
                        <a:pt x="2012264" y="1866900"/>
                      </a:lnTo>
                      <a:lnTo>
                        <a:pt x="1980450" y="1905000"/>
                      </a:lnTo>
                      <a:lnTo>
                        <a:pt x="1947151" y="1943100"/>
                      </a:lnTo>
                      <a:lnTo>
                        <a:pt x="1912404" y="1968500"/>
                      </a:lnTo>
                      <a:lnTo>
                        <a:pt x="1876259" y="2006600"/>
                      </a:lnTo>
                      <a:lnTo>
                        <a:pt x="1838782" y="2032000"/>
                      </a:lnTo>
                      <a:lnTo>
                        <a:pt x="1800009" y="2070100"/>
                      </a:lnTo>
                      <a:lnTo>
                        <a:pt x="1759991" y="2095500"/>
                      </a:lnTo>
                      <a:lnTo>
                        <a:pt x="1718779" y="2120900"/>
                      </a:lnTo>
                      <a:lnTo>
                        <a:pt x="1676438" y="2146300"/>
                      </a:lnTo>
                      <a:lnTo>
                        <a:pt x="1632991" y="2159000"/>
                      </a:lnTo>
                      <a:lnTo>
                        <a:pt x="1588490" y="2184400"/>
                      </a:lnTo>
                      <a:lnTo>
                        <a:pt x="1543011" y="2197100"/>
                      </a:lnTo>
                      <a:lnTo>
                        <a:pt x="1496580" y="2222500"/>
                      </a:lnTo>
                      <a:lnTo>
                        <a:pt x="1401089" y="2247900"/>
                      </a:lnTo>
                      <a:lnTo>
                        <a:pt x="1352118" y="2247900"/>
                      </a:lnTo>
                      <a:lnTo>
                        <a:pt x="1302410" y="2260600"/>
                      </a:lnTo>
                      <a:lnTo>
                        <a:pt x="1252004" y="2260600"/>
                      </a:lnTo>
                      <a:lnTo>
                        <a:pt x="1200937" y="2273300"/>
                      </a:lnTo>
                      <a:lnTo>
                        <a:pt x="1097635" y="2273300"/>
                      </a:lnTo>
                      <a:lnTo>
                        <a:pt x="1046581" y="2260600"/>
                      </a:lnTo>
                      <a:lnTo>
                        <a:pt x="996175" y="2260600"/>
                      </a:lnTo>
                      <a:lnTo>
                        <a:pt x="946467" y="2247900"/>
                      </a:lnTo>
                      <a:lnTo>
                        <a:pt x="897496" y="2247900"/>
                      </a:lnTo>
                      <a:lnTo>
                        <a:pt x="802005" y="2222500"/>
                      </a:lnTo>
                      <a:lnTo>
                        <a:pt x="755573" y="2197100"/>
                      </a:lnTo>
                      <a:lnTo>
                        <a:pt x="710095" y="2184400"/>
                      </a:lnTo>
                      <a:lnTo>
                        <a:pt x="665607" y="2159000"/>
                      </a:lnTo>
                      <a:lnTo>
                        <a:pt x="622160" y="2146300"/>
                      </a:lnTo>
                      <a:lnTo>
                        <a:pt x="579805" y="2120900"/>
                      </a:lnTo>
                      <a:lnTo>
                        <a:pt x="538594" y="2095500"/>
                      </a:lnTo>
                      <a:lnTo>
                        <a:pt x="498589" y="2070100"/>
                      </a:lnTo>
                      <a:lnTo>
                        <a:pt x="459803" y="2032000"/>
                      </a:lnTo>
                      <a:lnTo>
                        <a:pt x="422325" y="2006600"/>
                      </a:lnTo>
                      <a:lnTo>
                        <a:pt x="386181" y="1968500"/>
                      </a:lnTo>
                      <a:lnTo>
                        <a:pt x="351434" y="1943100"/>
                      </a:lnTo>
                      <a:lnTo>
                        <a:pt x="318135" y="1905000"/>
                      </a:lnTo>
                      <a:lnTo>
                        <a:pt x="286321" y="1866900"/>
                      </a:lnTo>
                      <a:lnTo>
                        <a:pt x="256044" y="1828800"/>
                      </a:lnTo>
                      <a:lnTo>
                        <a:pt x="227368" y="1790700"/>
                      </a:lnTo>
                      <a:lnTo>
                        <a:pt x="200342" y="1752600"/>
                      </a:lnTo>
                      <a:lnTo>
                        <a:pt x="174993" y="1714500"/>
                      </a:lnTo>
                      <a:lnTo>
                        <a:pt x="151396" y="1676400"/>
                      </a:lnTo>
                      <a:lnTo>
                        <a:pt x="129578" y="1625600"/>
                      </a:lnTo>
                      <a:lnTo>
                        <a:pt x="109613" y="1587500"/>
                      </a:lnTo>
                      <a:lnTo>
                        <a:pt x="91528" y="1536700"/>
                      </a:lnTo>
                      <a:lnTo>
                        <a:pt x="75399" y="1485900"/>
                      </a:lnTo>
                      <a:lnTo>
                        <a:pt x="61252" y="1447800"/>
                      </a:lnTo>
                      <a:lnTo>
                        <a:pt x="49136" y="1397000"/>
                      </a:lnTo>
                      <a:lnTo>
                        <a:pt x="39128" y="1346200"/>
                      </a:lnTo>
                      <a:lnTo>
                        <a:pt x="31242" y="1295400"/>
                      </a:lnTo>
                      <a:lnTo>
                        <a:pt x="25552" y="1244600"/>
                      </a:lnTo>
                      <a:lnTo>
                        <a:pt x="22110" y="1193800"/>
                      </a:lnTo>
                      <a:lnTo>
                        <a:pt x="20942" y="1143000"/>
                      </a:lnTo>
                      <a:lnTo>
                        <a:pt x="22110" y="1092200"/>
                      </a:lnTo>
                      <a:lnTo>
                        <a:pt x="25552" y="1041400"/>
                      </a:lnTo>
                      <a:lnTo>
                        <a:pt x="31242" y="990600"/>
                      </a:lnTo>
                      <a:lnTo>
                        <a:pt x="39128" y="939800"/>
                      </a:lnTo>
                      <a:lnTo>
                        <a:pt x="49136" y="889000"/>
                      </a:lnTo>
                      <a:lnTo>
                        <a:pt x="61252" y="838200"/>
                      </a:lnTo>
                      <a:lnTo>
                        <a:pt x="75399" y="800100"/>
                      </a:lnTo>
                      <a:lnTo>
                        <a:pt x="91528" y="749300"/>
                      </a:lnTo>
                      <a:lnTo>
                        <a:pt x="109613" y="698500"/>
                      </a:lnTo>
                      <a:lnTo>
                        <a:pt x="129578" y="660400"/>
                      </a:lnTo>
                      <a:lnTo>
                        <a:pt x="151396" y="609600"/>
                      </a:lnTo>
                      <a:lnTo>
                        <a:pt x="174993" y="571500"/>
                      </a:lnTo>
                      <a:lnTo>
                        <a:pt x="200342" y="533400"/>
                      </a:lnTo>
                      <a:lnTo>
                        <a:pt x="227368" y="495300"/>
                      </a:lnTo>
                      <a:lnTo>
                        <a:pt x="256044" y="457200"/>
                      </a:lnTo>
                      <a:lnTo>
                        <a:pt x="286321" y="419100"/>
                      </a:lnTo>
                      <a:lnTo>
                        <a:pt x="318135" y="381000"/>
                      </a:lnTo>
                      <a:lnTo>
                        <a:pt x="351434" y="342900"/>
                      </a:lnTo>
                      <a:lnTo>
                        <a:pt x="386181" y="317500"/>
                      </a:lnTo>
                      <a:lnTo>
                        <a:pt x="422325" y="279400"/>
                      </a:lnTo>
                      <a:lnTo>
                        <a:pt x="459803" y="254000"/>
                      </a:lnTo>
                      <a:lnTo>
                        <a:pt x="498589" y="215900"/>
                      </a:lnTo>
                      <a:lnTo>
                        <a:pt x="538594" y="190500"/>
                      </a:lnTo>
                      <a:lnTo>
                        <a:pt x="579805" y="165100"/>
                      </a:lnTo>
                      <a:lnTo>
                        <a:pt x="622160" y="139700"/>
                      </a:lnTo>
                      <a:lnTo>
                        <a:pt x="665607" y="127000"/>
                      </a:lnTo>
                      <a:lnTo>
                        <a:pt x="710095" y="101600"/>
                      </a:lnTo>
                      <a:lnTo>
                        <a:pt x="755573" y="88900"/>
                      </a:lnTo>
                      <a:lnTo>
                        <a:pt x="802005" y="63500"/>
                      </a:lnTo>
                      <a:lnTo>
                        <a:pt x="897496" y="38100"/>
                      </a:lnTo>
                      <a:lnTo>
                        <a:pt x="946467" y="38100"/>
                      </a:lnTo>
                      <a:lnTo>
                        <a:pt x="996175" y="25400"/>
                      </a:lnTo>
                      <a:lnTo>
                        <a:pt x="1046581" y="25400"/>
                      </a:lnTo>
                      <a:lnTo>
                        <a:pt x="1097635" y="12700"/>
                      </a:lnTo>
                      <a:lnTo>
                        <a:pt x="1200937" y="12700"/>
                      </a:lnTo>
                      <a:lnTo>
                        <a:pt x="1252004" y="25400"/>
                      </a:lnTo>
                      <a:lnTo>
                        <a:pt x="1302410" y="25400"/>
                      </a:lnTo>
                      <a:lnTo>
                        <a:pt x="1352118" y="38100"/>
                      </a:lnTo>
                      <a:lnTo>
                        <a:pt x="1401089" y="38100"/>
                      </a:lnTo>
                      <a:lnTo>
                        <a:pt x="1496580" y="63500"/>
                      </a:lnTo>
                      <a:lnTo>
                        <a:pt x="1543011" y="88900"/>
                      </a:lnTo>
                      <a:lnTo>
                        <a:pt x="1588490" y="101600"/>
                      </a:lnTo>
                      <a:lnTo>
                        <a:pt x="1632991" y="127000"/>
                      </a:lnTo>
                      <a:lnTo>
                        <a:pt x="1676438" y="139700"/>
                      </a:lnTo>
                      <a:lnTo>
                        <a:pt x="1718779" y="165100"/>
                      </a:lnTo>
                      <a:lnTo>
                        <a:pt x="1759991" y="190500"/>
                      </a:lnTo>
                      <a:lnTo>
                        <a:pt x="1800009" y="215900"/>
                      </a:lnTo>
                      <a:lnTo>
                        <a:pt x="1838782" y="254000"/>
                      </a:lnTo>
                      <a:lnTo>
                        <a:pt x="1876259" y="279400"/>
                      </a:lnTo>
                      <a:lnTo>
                        <a:pt x="1912404" y="317500"/>
                      </a:lnTo>
                      <a:lnTo>
                        <a:pt x="1947151" y="342900"/>
                      </a:lnTo>
                      <a:lnTo>
                        <a:pt x="1980450" y="381000"/>
                      </a:lnTo>
                      <a:lnTo>
                        <a:pt x="2012264" y="419100"/>
                      </a:lnTo>
                      <a:lnTo>
                        <a:pt x="2042541" y="457200"/>
                      </a:lnTo>
                      <a:lnTo>
                        <a:pt x="2071217" y="495300"/>
                      </a:lnTo>
                      <a:lnTo>
                        <a:pt x="2098255" y="533400"/>
                      </a:lnTo>
                      <a:lnTo>
                        <a:pt x="2123592" y="571500"/>
                      </a:lnTo>
                      <a:lnTo>
                        <a:pt x="2147189" y="609600"/>
                      </a:lnTo>
                      <a:lnTo>
                        <a:pt x="2169007" y="660400"/>
                      </a:lnTo>
                      <a:lnTo>
                        <a:pt x="2188972" y="698500"/>
                      </a:lnTo>
                      <a:lnTo>
                        <a:pt x="2207056" y="749300"/>
                      </a:lnTo>
                      <a:lnTo>
                        <a:pt x="2223185" y="800100"/>
                      </a:lnTo>
                      <a:lnTo>
                        <a:pt x="2237333" y="838200"/>
                      </a:lnTo>
                      <a:lnTo>
                        <a:pt x="2249449" y="889000"/>
                      </a:lnTo>
                      <a:lnTo>
                        <a:pt x="2259469" y="939800"/>
                      </a:lnTo>
                      <a:lnTo>
                        <a:pt x="2267343" y="990600"/>
                      </a:lnTo>
                      <a:lnTo>
                        <a:pt x="2273033" y="1041400"/>
                      </a:lnTo>
                      <a:lnTo>
                        <a:pt x="2276475" y="1092200"/>
                      </a:lnTo>
                      <a:lnTo>
                        <a:pt x="2277643" y="1143000"/>
                      </a:lnTo>
                      <a:lnTo>
                        <a:pt x="2277643" y="922680"/>
                      </a:lnTo>
                      <a:lnTo>
                        <a:pt x="2274036" y="901700"/>
                      </a:lnTo>
                      <a:lnTo>
                        <a:pt x="2263483" y="863600"/>
                      </a:lnTo>
                      <a:lnTo>
                        <a:pt x="2251138" y="812800"/>
                      </a:lnTo>
                      <a:lnTo>
                        <a:pt x="2237028" y="774700"/>
                      </a:lnTo>
                      <a:lnTo>
                        <a:pt x="2221217" y="723900"/>
                      </a:lnTo>
                      <a:lnTo>
                        <a:pt x="2203742" y="685800"/>
                      </a:lnTo>
                      <a:lnTo>
                        <a:pt x="2184628" y="647700"/>
                      </a:lnTo>
                      <a:lnTo>
                        <a:pt x="2163927" y="596900"/>
                      </a:lnTo>
                      <a:lnTo>
                        <a:pt x="2141677" y="558800"/>
                      </a:lnTo>
                      <a:lnTo>
                        <a:pt x="2117902" y="520700"/>
                      </a:lnTo>
                      <a:lnTo>
                        <a:pt x="2092667" y="482600"/>
                      </a:lnTo>
                      <a:lnTo>
                        <a:pt x="2065997" y="444500"/>
                      </a:lnTo>
                      <a:lnTo>
                        <a:pt x="2037943" y="419100"/>
                      </a:lnTo>
                      <a:lnTo>
                        <a:pt x="2008530" y="381000"/>
                      </a:lnTo>
                      <a:lnTo>
                        <a:pt x="1977809" y="342900"/>
                      </a:lnTo>
                      <a:lnTo>
                        <a:pt x="1945805" y="317500"/>
                      </a:lnTo>
                      <a:lnTo>
                        <a:pt x="1912581" y="279400"/>
                      </a:lnTo>
                      <a:lnTo>
                        <a:pt x="1878164" y="254000"/>
                      </a:lnTo>
                      <a:lnTo>
                        <a:pt x="1842592" y="228600"/>
                      </a:lnTo>
                      <a:lnTo>
                        <a:pt x="1805901" y="203200"/>
                      </a:lnTo>
                      <a:lnTo>
                        <a:pt x="1768144" y="177800"/>
                      </a:lnTo>
                      <a:lnTo>
                        <a:pt x="1729359" y="152400"/>
                      </a:lnTo>
                      <a:lnTo>
                        <a:pt x="1689582" y="127000"/>
                      </a:lnTo>
                      <a:lnTo>
                        <a:pt x="1648841" y="101600"/>
                      </a:lnTo>
                      <a:lnTo>
                        <a:pt x="1564678" y="76200"/>
                      </a:lnTo>
                      <a:lnTo>
                        <a:pt x="1521320" y="50800"/>
                      </a:lnTo>
                      <a:lnTo>
                        <a:pt x="1386662" y="12700"/>
                      </a:lnTo>
                      <a:lnTo>
                        <a:pt x="1340370" y="12700"/>
                      </a:lnTo>
                      <a:lnTo>
                        <a:pt x="1293456" y="0"/>
                      </a:lnTo>
                      <a:lnTo>
                        <a:pt x="1005128" y="0"/>
                      </a:lnTo>
                      <a:lnTo>
                        <a:pt x="958202" y="12700"/>
                      </a:lnTo>
                      <a:lnTo>
                        <a:pt x="911923" y="12700"/>
                      </a:lnTo>
                      <a:lnTo>
                        <a:pt x="777265" y="50800"/>
                      </a:lnTo>
                      <a:lnTo>
                        <a:pt x="733907" y="76200"/>
                      </a:lnTo>
                      <a:lnTo>
                        <a:pt x="649744" y="101600"/>
                      </a:lnTo>
                      <a:lnTo>
                        <a:pt x="609003" y="127000"/>
                      </a:lnTo>
                      <a:lnTo>
                        <a:pt x="569226" y="152400"/>
                      </a:lnTo>
                      <a:lnTo>
                        <a:pt x="530440" y="177800"/>
                      </a:lnTo>
                      <a:lnTo>
                        <a:pt x="492683" y="203200"/>
                      </a:lnTo>
                      <a:lnTo>
                        <a:pt x="455993" y="228600"/>
                      </a:lnTo>
                      <a:lnTo>
                        <a:pt x="420433" y="254000"/>
                      </a:lnTo>
                      <a:lnTo>
                        <a:pt x="386003" y="279400"/>
                      </a:lnTo>
                      <a:lnTo>
                        <a:pt x="352780" y="317500"/>
                      </a:lnTo>
                      <a:lnTo>
                        <a:pt x="320789" y="342900"/>
                      </a:lnTo>
                      <a:lnTo>
                        <a:pt x="290068" y="381000"/>
                      </a:lnTo>
                      <a:lnTo>
                        <a:pt x="260654" y="419100"/>
                      </a:lnTo>
                      <a:lnTo>
                        <a:pt x="232587" y="444500"/>
                      </a:lnTo>
                      <a:lnTo>
                        <a:pt x="205917" y="482600"/>
                      </a:lnTo>
                      <a:lnTo>
                        <a:pt x="180682" y="520700"/>
                      </a:lnTo>
                      <a:lnTo>
                        <a:pt x="156921" y="558800"/>
                      </a:lnTo>
                      <a:lnTo>
                        <a:pt x="134670" y="596900"/>
                      </a:lnTo>
                      <a:lnTo>
                        <a:pt x="113957" y="647700"/>
                      </a:lnTo>
                      <a:lnTo>
                        <a:pt x="94856" y="685800"/>
                      </a:lnTo>
                      <a:lnTo>
                        <a:pt x="77368" y="723900"/>
                      </a:lnTo>
                      <a:lnTo>
                        <a:pt x="61556" y="774700"/>
                      </a:lnTo>
                      <a:lnTo>
                        <a:pt x="47459" y="812800"/>
                      </a:lnTo>
                      <a:lnTo>
                        <a:pt x="35102" y="863600"/>
                      </a:lnTo>
                      <a:lnTo>
                        <a:pt x="24549" y="901700"/>
                      </a:lnTo>
                      <a:lnTo>
                        <a:pt x="15824" y="952500"/>
                      </a:lnTo>
                      <a:lnTo>
                        <a:pt x="8966" y="1003300"/>
                      </a:lnTo>
                      <a:lnTo>
                        <a:pt x="4013" y="1041400"/>
                      </a:lnTo>
                      <a:lnTo>
                        <a:pt x="1016" y="1092200"/>
                      </a:lnTo>
                      <a:lnTo>
                        <a:pt x="0" y="1143000"/>
                      </a:lnTo>
                      <a:lnTo>
                        <a:pt x="1016" y="1193800"/>
                      </a:lnTo>
                      <a:lnTo>
                        <a:pt x="4013" y="1244600"/>
                      </a:lnTo>
                      <a:lnTo>
                        <a:pt x="8966" y="1282700"/>
                      </a:lnTo>
                      <a:lnTo>
                        <a:pt x="15824" y="1333500"/>
                      </a:lnTo>
                      <a:lnTo>
                        <a:pt x="24549" y="1384300"/>
                      </a:lnTo>
                      <a:lnTo>
                        <a:pt x="35102" y="1422400"/>
                      </a:lnTo>
                      <a:lnTo>
                        <a:pt x="47459" y="1473200"/>
                      </a:lnTo>
                      <a:lnTo>
                        <a:pt x="61556" y="1511300"/>
                      </a:lnTo>
                      <a:lnTo>
                        <a:pt x="77368" y="1562100"/>
                      </a:lnTo>
                      <a:lnTo>
                        <a:pt x="94856" y="1600200"/>
                      </a:lnTo>
                      <a:lnTo>
                        <a:pt x="113957" y="1638300"/>
                      </a:lnTo>
                      <a:lnTo>
                        <a:pt x="134670" y="1689100"/>
                      </a:lnTo>
                      <a:lnTo>
                        <a:pt x="156921" y="1727200"/>
                      </a:lnTo>
                      <a:lnTo>
                        <a:pt x="180682" y="1765300"/>
                      </a:lnTo>
                      <a:lnTo>
                        <a:pt x="205917" y="1803400"/>
                      </a:lnTo>
                      <a:lnTo>
                        <a:pt x="232587" y="1841500"/>
                      </a:lnTo>
                      <a:lnTo>
                        <a:pt x="260654" y="1866900"/>
                      </a:lnTo>
                      <a:lnTo>
                        <a:pt x="290068" y="1905000"/>
                      </a:lnTo>
                      <a:lnTo>
                        <a:pt x="320789" y="1943100"/>
                      </a:lnTo>
                      <a:lnTo>
                        <a:pt x="352780" y="1968500"/>
                      </a:lnTo>
                      <a:lnTo>
                        <a:pt x="386003" y="2006600"/>
                      </a:lnTo>
                      <a:lnTo>
                        <a:pt x="420433" y="2032000"/>
                      </a:lnTo>
                      <a:lnTo>
                        <a:pt x="455993" y="2057400"/>
                      </a:lnTo>
                      <a:lnTo>
                        <a:pt x="492683" y="2082800"/>
                      </a:lnTo>
                      <a:lnTo>
                        <a:pt x="530440" y="2108200"/>
                      </a:lnTo>
                      <a:lnTo>
                        <a:pt x="569226" y="2133600"/>
                      </a:lnTo>
                      <a:lnTo>
                        <a:pt x="609003" y="2159000"/>
                      </a:lnTo>
                      <a:lnTo>
                        <a:pt x="649744" y="2184400"/>
                      </a:lnTo>
                      <a:lnTo>
                        <a:pt x="733907" y="2209800"/>
                      </a:lnTo>
                      <a:lnTo>
                        <a:pt x="777265" y="2235200"/>
                      </a:lnTo>
                      <a:lnTo>
                        <a:pt x="911923" y="2273300"/>
                      </a:lnTo>
                      <a:lnTo>
                        <a:pt x="958202" y="2273300"/>
                      </a:lnTo>
                      <a:lnTo>
                        <a:pt x="1005128" y="2286000"/>
                      </a:lnTo>
                      <a:lnTo>
                        <a:pt x="1293456" y="2286000"/>
                      </a:lnTo>
                      <a:lnTo>
                        <a:pt x="1340370" y="2273300"/>
                      </a:lnTo>
                      <a:lnTo>
                        <a:pt x="1386662" y="2273300"/>
                      </a:lnTo>
                      <a:lnTo>
                        <a:pt x="1521320" y="2235200"/>
                      </a:lnTo>
                      <a:lnTo>
                        <a:pt x="1564678" y="2209800"/>
                      </a:lnTo>
                      <a:lnTo>
                        <a:pt x="1648841" y="2184400"/>
                      </a:lnTo>
                      <a:lnTo>
                        <a:pt x="1689582" y="2159000"/>
                      </a:lnTo>
                      <a:lnTo>
                        <a:pt x="1729359" y="2133600"/>
                      </a:lnTo>
                      <a:lnTo>
                        <a:pt x="1768144" y="2108200"/>
                      </a:lnTo>
                      <a:lnTo>
                        <a:pt x="1805901" y="2082800"/>
                      </a:lnTo>
                      <a:lnTo>
                        <a:pt x="1842592" y="2057400"/>
                      </a:lnTo>
                      <a:lnTo>
                        <a:pt x="1878164" y="2032000"/>
                      </a:lnTo>
                      <a:lnTo>
                        <a:pt x="1912581" y="2006600"/>
                      </a:lnTo>
                      <a:lnTo>
                        <a:pt x="1945805" y="1968500"/>
                      </a:lnTo>
                      <a:lnTo>
                        <a:pt x="1977809" y="1943100"/>
                      </a:lnTo>
                      <a:lnTo>
                        <a:pt x="2008530" y="1905000"/>
                      </a:lnTo>
                      <a:lnTo>
                        <a:pt x="2037943" y="1866900"/>
                      </a:lnTo>
                      <a:lnTo>
                        <a:pt x="2065997" y="1841500"/>
                      </a:lnTo>
                      <a:lnTo>
                        <a:pt x="2092667" y="1803400"/>
                      </a:lnTo>
                      <a:lnTo>
                        <a:pt x="2117902" y="1765300"/>
                      </a:lnTo>
                      <a:lnTo>
                        <a:pt x="2141677" y="1727200"/>
                      </a:lnTo>
                      <a:lnTo>
                        <a:pt x="2163927" y="1689100"/>
                      </a:lnTo>
                      <a:lnTo>
                        <a:pt x="2184628" y="1638300"/>
                      </a:lnTo>
                      <a:lnTo>
                        <a:pt x="2203742" y="1600200"/>
                      </a:lnTo>
                      <a:lnTo>
                        <a:pt x="2221217" y="1562100"/>
                      </a:lnTo>
                      <a:lnTo>
                        <a:pt x="2237028" y="1511300"/>
                      </a:lnTo>
                      <a:lnTo>
                        <a:pt x="2251138" y="1473200"/>
                      </a:lnTo>
                      <a:lnTo>
                        <a:pt x="2263483" y="1422400"/>
                      </a:lnTo>
                      <a:lnTo>
                        <a:pt x="2274036" y="1384300"/>
                      </a:lnTo>
                      <a:lnTo>
                        <a:pt x="2282774" y="1333500"/>
                      </a:lnTo>
                      <a:lnTo>
                        <a:pt x="2289632" y="1282700"/>
                      </a:lnTo>
                      <a:lnTo>
                        <a:pt x="2294572" y="1244600"/>
                      </a:lnTo>
                      <a:lnTo>
                        <a:pt x="2297569" y="1193800"/>
                      </a:lnTo>
                      <a:lnTo>
                        <a:pt x="2298585" y="114300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4" name="object 10">
                  <a:extLst>
                    <a:ext uri="{FF2B5EF4-FFF2-40B4-BE49-F238E27FC236}">
                      <a16:creationId xmlns:a16="http://schemas.microsoft.com/office/drawing/2014/main" id="{08422946-187F-8C5D-9578-071A95812F86}"/>
                    </a:ext>
                  </a:extLst>
                </p:cNvPr>
                <p:cNvSpPr/>
                <p:nvPr/>
              </p:nvSpPr>
              <p:spPr>
                <a:xfrm>
                  <a:off x="16457411" y="1298532"/>
                  <a:ext cx="890905" cy="8909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0905" h="890905">
                      <a:moveTo>
                        <a:pt x="445326" y="0"/>
                      </a:moveTo>
                      <a:lnTo>
                        <a:pt x="396802" y="2613"/>
                      </a:lnTo>
                      <a:lnTo>
                        <a:pt x="349792" y="10271"/>
                      </a:lnTo>
                      <a:lnTo>
                        <a:pt x="304567" y="22702"/>
                      </a:lnTo>
                      <a:lnTo>
                        <a:pt x="261399" y="39636"/>
                      </a:lnTo>
                      <a:lnTo>
                        <a:pt x="220560" y="60799"/>
                      </a:lnTo>
                      <a:lnTo>
                        <a:pt x="182321" y="85921"/>
                      </a:lnTo>
                      <a:lnTo>
                        <a:pt x="146953" y="114729"/>
                      </a:lnTo>
                      <a:lnTo>
                        <a:pt x="114729" y="146953"/>
                      </a:lnTo>
                      <a:lnTo>
                        <a:pt x="85921" y="182321"/>
                      </a:lnTo>
                      <a:lnTo>
                        <a:pt x="60799" y="220560"/>
                      </a:lnTo>
                      <a:lnTo>
                        <a:pt x="39636" y="261399"/>
                      </a:lnTo>
                      <a:lnTo>
                        <a:pt x="22702" y="304567"/>
                      </a:lnTo>
                      <a:lnTo>
                        <a:pt x="10271" y="349792"/>
                      </a:lnTo>
                      <a:lnTo>
                        <a:pt x="2613" y="396802"/>
                      </a:lnTo>
                      <a:lnTo>
                        <a:pt x="0" y="445326"/>
                      </a:lnTo>
                      <a:lnTo>
                        <a:pt x="2613" y="493850"/>
                      </a:lnTo>
                      <a:lnTo>
                        <a:pt x="10271" y="540860"/>
                      </a:lnTo>
                      <a:lnTo>
                        <a:pt x="22702" y="586085"/>
                      </a:lnTo>
                      <a:lnTo>
                        <a:pt x="39636" y="629253"/>
                      </a:lnTo>
                      <a:lnTo>
                        <a:pt x="60799" y="670093"/>
                      </a:lnTo>
                      <a:lnTo>
                        <a:pt x="85921" y="708332"/>
                      </a:lnTo>
                      <a:lnTo>
                        <a:pt x="114729" y="743699"/>
                      </a:lnTo>
                      <a:lnTo>
                        <a:pt x="146953" y="775923"/>
                      </a:lnTo>
                      <a:lnTo>
                        <a:pt x="182321" y="804732"/>
                      </a:lnTo>
                      <a:lnTo>
                        <a:pt x="220560" y="829854"/>
                      </a:lnTo>
                      <a:lnTo>
                        <a:pt x="261399" y="851017"/>
                      </a:lnTo>
                      <a:lnTo>
                        <a:pt x="304567" y="867950"/>
                      </a:lnTo>
                      <a:lnTo>
                        <a:pt x="349792" y="880382"/>
                      </a:lnTo>
                      <a:lnTo>
                        <a:pt x="396802" y="888040"/>
                      </a:lnTo>
                      <a:lnTo>
                        <a:pt x="445326" y="890653"/>
                      </a:lnTo>
                      <a:lnTo>
                        <a:pt x="493850" y="888040"/>
                      </a:lnTo>
                      <a:lnTo>
                        <a:pt x="540860" y="880382"/>
                      </a:lnTo>
                      <a:lnTo>
                        <a:pt x="586085" y="867950"/>
                      </a:lnTo>
                      <a:lnTo>
                        <a:pt x="629253" y="851017"/>
                      </a:lnTo>
                      <a:lnTo>
                        <a:pt x="670093" y="829854"/>
                      </a:lnTo>
                      <a:lnTo>
                        <a:pt x="708332" y="804732"/>
                      </a:lnTo>
                      <a:lnTo>
                        <a:pt x="743699" y="775923"/>
                      </a:lnTo>
                      <a:lnTo>
                        <a:pt x="775923" y="743699"/>
                      </a:lnTo>
                      <a:lnTo>
                        <a:pt x="804732" y="708332"/>
                      </a:lnTo>
                      <a:lnTo>
                        <a:pt x="829854" y="670093"/>
                      </a:lnTo>
                      <a:lnTo>
                        <a:pt x="851017" y="629253"/>
                      </a:lnTo>
                      <a:lnTo>
                        <a:pt x="867950" y="586085"/>
                      </a:lnTo>
                      <a:lnTo>
                        <a:pt x="880382" y="540860"/>
                      </a:lnTo>
                      <a:lnTo>
                        <a:pt x="888040" y="493850"/>
                      </a:lnTo>
                      <a:lnTo>
                        <a:pt x="890653" y="445326"/>
                      </a:lnTo>
                      <a:lnTo>
                        <a:pt x="888040" y="396802"/>
                      </a:lnTo>
                      <a:lnTo>
                        <a:pt x="880382" y="349792"/>
                      </a:lnTo>
                      <a:lnTo>
                        <a:pt x="867950" y="304567"/>
                      </a:lnTo>
                      <a:lnTo>
                        <a:pt x="851017" y="261399"/>
                      </a:lnTo>
                      <a:lnTo>
                        <a:pt x="829854" y="220560"/>
                      </a:lnTo>
                      <a:lnTo>
                        <a:pt x="804732" y="182321"/>
                      </a:lnTo>
                      <a:lnTo>
                        <a:pt x="775923" y="146953"/>
                      </a:lnTo>
                      <a:lnTo>
                        <a:pt x="743699" y="114729"/>
                      </a:lnTo>
                      <a:lnTo>
                        <a:pt x="708332" y="85921"/>
                      </a:lnTo>
                      <a:lnTo>
                        <a:pt x="670093" y="60799"/>
                      </a:lnTo>
                      <a:lnTo>
                        <a:pt x="629253" y="39636"/>
                      </a:lnTo>
                      <a:lnTo>
                        <a:pt x="586085" y="22702"/>
                      </a:lnTo>
                      <a:lnTo>
                        <a:pt x="540860" y="10271"/>
                      </a:lnTo>
                      <a:lnTo>
                        <a:pt x="493850" y="2613"/>
                      </a:lnTo>
                      <a:lnTo>
                        <a:pt x="445326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5" name="object 11">
                  <a:extLst>
                    <a:ext uri="{FF2B5EF4-FFF2-40B4-BE49-F238E27FC236}">
                      <a16:creationId xmlns:a16="http://schemas.microsoft.com/office/drawing/2014/main" id="{5F429FD2-F892-A86C-737C-58169ABF4313}"/>
                    </a:ext>
                  </a:extLst>
                </p:cNvPr>
                <p:cNvSpPr/>
                <p:nvPr/>
              </p:nvSpPr>
              <p:spPr>
                <a:xfrm>
                  <a:off x="16537877" y="1448809"/>
                  <a:ext cx="701675" cy="3422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1675" h="342264">
                      <a:moveTo>
                        <a:pt x="220383" y="284861"/>
                      </a:moveTo>
                      <a:lnTo>
                        <a:pt x="214896" y="270243"/>
                      </a:lnTo>
                      <a:lnTo>
                        <a:pt x="197739" y="224320"/>
                      </a:lnTo>
                      <a:lnTo>
                        <a:pt x="213055" y="178917"/>
                      </a:lnTo>
                      <a:lnTo>
                        <a:pt x="218389" y="163093"/>
                      </a:lnTo>
                      <a:lnTo>
                        <a:pt x="217576" y="157924"/>
                      </a:lnTo>
                      <a:lnTo>
                        <a:pt x="213207" y="152120"/>
                      </a:lnTo>
                      <a:lnTo>
                        <a:pt x="212064" y="150596"/>
                      </a:lnTo>
                      <a:lnTo>
                        <a:pt x="211620" y="150012"/>
                      </a:lnTo>
                      <a:lnTo>
                        <a:pt x="206921" y="147739"/>
                      </a:lnTo>
                      <a:lnTo>
                        <a:pt x="182867" y="148805"/>
                      </a:lnTo>
                      <a:lnTo>
                        <a:pt x="182867" y="270243"/>
                      </a:lnTo>
                      <a:lnTo>
                        <a:pt x="146304" y="269836"/>
                      </a:lnTo>
                      <a:lnTo>
                        <a:pt x="136486" y="269836"/>
                      </a:lnTo>
                      <a:lnTo>
                        <a:pt x="132943" y="270878"/>
                      </a:lnTo>
                      <a:lnTo>
                        <a:pt x="96469" y="299885"/>
                      </a:lnTo>
                      <a:lnTo>
                        <a:pt x="82575" y="255422"/>
                      </a:lnTo>
                      <a:lnTo>
                        <a:pt x="80454" y="252577"/>
                      </a:lnTo>
                      <a:lnTo>
                        <a:pt x="41605" y="226872"/>
                      </a:lnTo>
                      <a:lnTo>
                        <a:pt x="79603" y="199910"/>
                      </a:lnTo>
                      <a:lnTo>
                        <a:pt x="81648" y="197002"/>
                      </a:lnTo>
                      <a:lnTo>
                        <a:pt x="94081" y="152120"/>
                      </a:lnTo>
                      <a:lnTo>
                        <a:pt x="131457" y="179920"/>
                      </a:lnTo>
                      <a:lnTo>
                        <a:pt x="134962" y="180975"/>
                      </a:lnTo>
                      <a:lnTo>
                        <a:pt x="181394" y="178917"/>
                      </a:lnTo>
                      <a:lnTo>
                        <a:pt x="166649" y="222580"/>
                      </a:lnTo>
                      <a:lnTo>
                        <a:pt x="166649" y="226872"/>
                      </a:lnTo>
                      <a:lnTo>
                        <a:pt x="182867" y="270243"/>
                      </a:lnTo>
                      <a:lnTo>
                        <a:pt x="182867" y="148805"/>
                      </a:lnTo>
                      <a:lnTo>
                        <a:pt x="142328" y="150596"/>
                      </a:lnTo>
                      <a:lnTo>
                        <a:pt x="90462" y="112026"/>
                      </a:lnTo>
                      <a:lnTo>
                        <a:pt x="85280" y="111213"/>
                      </a:lnTo>
                      <a:lnTo>
                        <a:pt x="75946" y="114414"/>
                      </a:lnTo>
                      <a:lnTo>
                        <a:pt x="72351" y="118237"/>
                      </a:lnTo>
                      <a:lnTo>
                        <a:pt x="55079" y="180517"/>
                      </a:lnTo>
                      <a:lnTo>
                        <a:pt x="2362" y="217919"/>
                      </a:lnTo>
                      <a:lnTo>
                        <a:pt x="0" y="222580"/>
                      </a:lnTo>
                      <a:lnTo>
                        <a:pt x="63" y="226606"/>
                      </a:lnTo>
                      <a:lnTo>
                        <a:pt x="165" y="232486"/>
                      </a:lnTo>
                      <a:lnTo>
                        <a:pt x="2679" y="237070"/>
                      </a:lnTo>
                      <a:lnTo>
                        <a:pt x="56578" y="272745"/>
                      </a:lnTo>
                      <a:lnTo>
                        <a:pt x="75857" y="334429"/>
                      </a:lnTo>
                      <a:lnTo>
                        <a:pt x="79552" y="338124"/>
                      </a:lnTo>
                      <a:lnTo>
                        <a:pt x="85725" y="340017"/>
                      </a:lnTo>
                      <a:lnTo>
                        <a:pt x="87210" y="340233"/>
                      </a:lnTo>
                      <a:lnTo>
                        <a:pt x="92036" y="340233"/>
                      </a:lnTo>
                      <a:lnTo>
                        <a:pt x="95326" y="339115"/>
                      </a:lnTo>
                      <a:lnTo>
                        <a:pt x="144665" y="299885"/>
                      </a:lnTo>
                      <a:lnTo>
                        <a:pt x="150342" y="299885"/>
                      </a:lnTo>
                      <a:lnTo>
                        <a:pt x="204431" y="300482"/>
                      </a:lnTo>
                      <a:lnTo>
                        <a:pt x="209042" y="300482"/>
                      </a:lnTo>
                      <a:lnTo>
                        <a:pt x="214033" y="298157"/>
                      </a:lnTo>
                      <a:lnTo>
                        <a:pt x="219710" y="290055"/>
                      </a:lnTo>
                      <a:lnTo>
                        <a:pt x="220383" y="284861"/>
                      </a:lnTo>
                      <a:close/>
                    </a:path>
                    <a:path w="701675" h="342264">
                      <a:moveTo>
                        <a:pt x="465709" y="87083"/>
                      </a:moveTo>
                      <a:lnTo>
                        <a:pt x="462661" y="77673"/>
                      </a:lnTo>
                      <a:lnTo>
                        <a:pt x="458901" y="74028"/>
                      </a:lnTo>
                      <a:lnTo>
                        <a:pt x="424688" y="63957"/>
                      </a:lnTo>
                      <a:lnTo>
                        <a:pt x="424688" y="95224"/>
                      </a:lnTo>
                      <a:lnTo>
                        <a:pt x="396278" y="132143"/>
                      </a:lnTo>
                      <a:lnTo>
                        <a:pt x="395173" y="135521"/>
                      </a:lnTo>
                      <a:lnTo>
                        <a:pt x="396468" y="182079"/>
                      </a:lnTo>
                      <a:lnTo>
                        <a:pt x="352564" y="166484"/>
                      </a:lnTo>
                      <a:lnTo>
                        <a:pt x="349021" y="166484"/>
                      </a:lnTo>
                      <a:lnTo>
                        <a:pt x="305130" y="182079"/>
                      </a:lnTo>
                      <a:lnTo>
                        <a:pt x="306184" y="143471"/>
                      </a:lnTo>
                      <a:lnTo>
                        <a:pt x="306311" y="138976"/>
                      </a:lnTo>
                      <a:lnTo>
                        <a:pt x="306400" y="135521"/>
                      </a:lnTo>
                      <a:lnTo>
                        <a:pt x="305308" y="132143"/>
                      </a:lnTo>
                      <a:lnTo>
                        <a:pt x="276910" y="95224"/>
                      </a:lnTo>
                      <a:lnTo>
                        <a:pt x="321589" y="82042"/>
                      </a:lnTo>
                      <a:lnTo>
                        <a:pt x="324472" y="79959"/>
                      </a:lnTo>
                      <a:lnTo>
                        <a:pt x="350799" y="41529"/>
                      </a:lnTo>
                      <a:lnTo>
                        <a:pt x="377139" y="79959"/>
                      </a:lnTo>
                      <a:lnTo>
                        <a:pt x="380009" y="82042"/>
                      </a:lnTo>
                      <a:lnTo>
                        <a:pt x="424688" y="95224"/>
                      </a:lnTo>
                      <a:lnTo>
                        <a:pt x="424688" y="63957"/>
                      </a:lnTo>
                      <a:lnTo>
                        <a:pt x="396900" y="55765"/>
                      </a:lnTo>
                      <a:lnTo>
                        <a:pt x="387159" y="41529"/>
                      </a:lnTo>
                      <a:lnTo>
                        <a:pt x="360375" y="2438"/>
                      </a:lnTo>
                      <a:lnTo>
                        <a:pt x="355739" y="0"/>
                      </a:lnTo>
                      <a:lnTo>
                        <a:pt x="345859" y="0"/>
                      </a:lnTo>
                      <a:lnTo>
                        <a:pt x="341236" y="2438"/>
                      </a:lnTo>
                      <a:lnTo>
                        <a:pt x="304647" y="55765"/>
                      </a:lnTo>
                      <a:lnTo>
                        <a:pt x="242684" y="74028"/>
                      </a:lnTo>
                      <a:lnTo>
                        <a:pt x="238937" y="77673"/>
                      </a:lnTo>
                      <a:lnTo>
                        <a:pt x="235877" y="87083"/>
                      </a:lnTo>
                      <a:lnTo>
                        <a:pt x="236766" y="92252"/>
                      </a:lnTo>
                      <a:lnTo>
                        <a:pt x="276186" y="143471"/>
                      </a:lnTo>
                      <a:lnTo>
                        <a:pt x="274396" y="208076"/>
                      </a:lnTo>
                      <a:lnTo>
                        <a:pt x="276707" y="212775"/>
                      </a:lnTo>
                      <a:lnTo>
                        <a:pt x="284721" y="218592"/>
                      </a:lnTo>
                      <a:lnTo>
                        <a:pt x="289902" y="219329"/>
                      </a:lnTo>
                      <a:lnTo>
                        <a:pt x="350799" y="197688"/>
                      </a:lnTo>
                      <a:lnTo>
                        <a:pt x="408673" y="218262"/>
                      </a:lnTo>
                      <a:lnTo>
                        <a:pt x="410692" y="218592"/>
                      </a:lnTo>
                      <a:lnTo>
                        <a:pt x="415023" y="218592"/>
                      </a:lnTo>
                      <a:lnTo>
                        <a:pt x="418274" y="217563"/>
                      </a:lnTo>
                      <a:lnTo>
                        <a:pt x="424865" y="212775"/>
                      </a:lnTo>
                      <a:lnTo>
                        <a:pt x="427189" y="208076"/>
                      </a:lnTo>
                      <a:lnTo>
                        <a:pt x="426897" y="197688"/>
                      </a:lnTo>
                      <a:lnTo>
                        <a:pt x="426466" y="182079"/>
                      </a:lnTo>
                      <a:lnTo>
                        <a:pt x="425411" y="143471"/>
                      </a:lnTo>
                      <a:lnTo>
                        <a:pt x="464832" y="92252"/>
                      </a:lnTo>
                      <a:lnTo>
                        <a:pt x="465709" y="87083"/>
                      </a:lnTo>
                      <a:close/>
                    </a:path>
                    <a:path w="701675" h="342264">
                      <a:moveTo>
                        <a:pt x="701611" y="224599"/>
                      </a:moveTo>
                      <a:lnTo>
                        <a:pt x="699236" y="219938"/>
                      </a:lnTo>
                      <a:lnTo>
                        <a:pt x="659993" y="192100"/>
                      </a:lnTo>
                      <a:lnTo>
                        <a:pt x="659993" y="228866"/>
                      </a:lnTo>
                      <a:lnTo>
                        <a:pt x="621144" y="254596"/>
                      </a:lnTo>
                      <a:lnTo>
                        <a:pt x="618998" y="257429"/>
                      </a:lnTo>
                      <a:lnTo>
                        <a:pt x="605116" y="301904"/>
                      </a:lnTo>
                      <a:lnTo>
                        <a:pt x="568706" y="272923"/>
                      </a:lnTo>
                      <a:lnTo>
                        <a:pt x="566826" y="272262"/>
                      </a:lnTo>
                      <a:lnTo>
                        <a:pt x="565416" y="271780"/>
                      </a:lnTo>
                      <a:lnTo>
                        <a:pt x="561848" y="271780"/>
                      </a:lnTo>
                      <a:lnTo>
                        <a:pt x="518718" y="272262"/>
                      </a:lnTo>
                      <a:lnTo>
                        <a:pt x="534949" y="228866"/>
                      </a:lnTo>
                      <a:lnTo>
                        <a:pt x="535038" y="228625"/>
                      </a:lnTo>
                      <a:lnTo>
                        <a:pt x="535101" y="225082"/>
                      </a:lnTo>
                      <a:lnTo>
                        <a:pt x="520204" y="180936"/>
                      </a:lnTo>
                      <a:lnTo>
                        <a:pt x="566699" y="182981"/>
                      </a:lnTo>
                      <a:lnTo>
                        <a:pt x="570141" y="181940"/>
                      </a:lnTo>
                      <a:lnTo>
                        <a:pt x="571487" y="180936"/>
                      </a:lnTo>
                      <a:lnTo>
                        <a:pt x="607517" y="154114"/>
                      </a:lnTo>
                      <a:lnTo>
                        <a:pt x="619950" y="199009"/>
                      </a:lnTo>
                      <a:lnTo>
                        <a:pt x="621995" y="201917"/>
                      </a:lnTo>
                      <a:lnTo>
                        <a:pt x="659993" y="228866"/>
                      </a:lnTo>
                      <a:lnTo>
                        <a:pt x="659993" y="192100"/>
                      </a:lnTo>
                      <a:lnTo>
                        <a:pt x="646531" y="182537"/>
                      </a:lnTo>
                      <a:lnTo>
                        <a:pt x="638644" y="154114"/>
                      </a:lnTo>
                      <a:lnTo>
                        <a:pt x="638225" y="152628"/>
                      </a:lnTo>
                      <a:lnTo>
                        <a:pt x="629246" y="120256"/>
                      </a:lnTo>
                      <a:lnTo>
                        <a:pt x="625652" y="116446"/>
                      </a:lnTo>
                      <a:lnTo>
                        <a:pt x="616292" y="113233"/>
                      </a:lnTo>
                      <a:lnTo>
                        <a:pt x="611124" y="114046"/>
                      </a:lnTo>
                      <a:lnTo>
                        <a:pt x="559282" y="152628"/>
                      </a:lnTo>
                      <a:lnTo>
                        <a:pt x="494779" y="149796"/>
                      </a:lnTo>
                      <a:lnTo>
                        <a:pt x="489978" y="152031"/>
                      </a:lnTo>
                      <a:lnTo>
                        <a:pt x="484022" y="159931"/>
                      </a:lnTo>
                      <a:lnTo>
                        <a:pt x="483209" y="165100"/>
                      </a:lnTo>
                      <a:lnTo>
                        <a:pt x="503859" y="226339"/>
                      </a:lnTo>
                      <a:lnTo>
                        <a:pt x="481215" y="286880"/>
                      </a:lnTo>
                      <a:lnTo>
                        <a:pt x="481901" y="292074"/>
                      </a:lnTo>
                      <a:lnTo>
                        <a:pt x="484720" y="296125"/>
                      </a:lnTo>
                      <a:lnTo>
                        <a:pt x="487578" y="300189"/>
                      </a:lnTo>
                      <a:lnTo>
                        <a:pt x="492391" y="302514"/>
                      </a:lnTo>
                      <a:lnTo>
                        <a:pt x="497179" y="302514"/>
                      </a:lnTo>
                      <a:lnTo>
                        <a:pt x="551268" y="301904"/>
                      </a:lnTo>
                      <a:lnTo>
                        <a:pt x="556933" y="301904"/>
                      </a:lnTo>
                      <a:lnTo>
                        <a:pt x="606259" y="341122"/>
                      </a:lnTo>
                      <a:lnTo>
                        <a:pt x="609561" y="342252"/>
                      </a:lnTo>
                      <a:lnTo>
                        <a:pt x="614375" y="342252"/>
                      </a:lnTo>
                      <a:lnTo>
                        <a:pt x="615861" y="342036"/>
                      </a:lnTo>
                      <a:lnTo>
                        <a:pt x="622046" y="340131"/>
                      </a:lnTo>
                      <a:lnTo>
                        <a:pt x="625741" y="336448"/>
                      </a:lnTo>
                      <a:lnTo>
                        <a:pt x="645033" y="274751"/>
                      </a:lnTo>
                      <a:lnTo>
                        <a:pt x="698931" y="239077"/>
                      </a:lnTo>
                      <a:lnTo>
                        <a:pt x="701446" y="234492"/>
                      </a:lnTo>
                      <a:lnTo>
                        <a:pt x="701535" y="228625"/>
                      </a:lnTo>
                      <a:lnTo>
                        <a:pt x="701611" y="22459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56" name="object 12">
                  <a:extLst>
                    <a:ext uri="{FF2B5EF4-FFF2-40B4-BE49-F238E27FC236}">
                      <a16:creationId xmlns:a16="http://schemas.microsoft.com/office/drawing/2014/main" id="{24EA936B-F01C-0C78-2A75-4A398B48FF4F}"/>
                    </a:ext>
                  </a:extLst>
                </p:cNvPr>
                <p:cNvSpPr/>
                <p:nvPr/>
              </p:nvSpPr>
              <p:spPr>
                <a:xfrm>
                  <a:off x="16333752" y="3144884"/>
                  <a:ext cx="1033780" cy="1033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780" h="1033779">
                      <a:moveTo>
                        <a:pt x="516612" y="0"/>
                      </a:moveTo>
                      <a:lnTo>
                        <a:pt x="469591" y="2111"/>
                      </a:lnTo>
                      <a:lnTo>
                        <a:pt x="423752" y="8323"/>
                      </a:lnTo>
                      <a:lnTo>
                        <a:pt x="379278" y="18454"/>
                      </a:lnTo>
                      <a:lnTo>
                        <a:pt x="336352" y="32321"/>
                      </a:lnTo>
                      <a:lnTo>
                        <a:pt x="295155" y="49742"/>
                      </a:lnTo>
                      <a:lnTo>
                        <a:pt x="255871" y="70534"/>
                      </a:lnTo>
                      <a:lnTo>
                        <a:pt x="218681" y="94515"/>
                      </a:lnTo>
                      <a:lnTo>
                        <a:pt x="183768" y="121502"/>
                      </a:lnTo>
                      <a:lnTo>
                        <a:pt x="151314" y="151314"/>
                      </a:lnTo>
                      <a:lnTo>
                        <a:pt x="121502" y="183768"/>
                      </a:lnTo>
                      <a:lnTo>
                        <a:pt x="94515" y="218681"/>
                      </a:lnTo>
                      <a:lnTo>
                        <a:pt x="70534" y="255871"/>
                      </a:lnTo>
                      <a:lnTo>
                        <a:pt x="49742" y="295155"/>
                      </a:lnTo>
                      <a:lnTo>
                        <a:pt x="32321" y="336352"/>
                      </a:lnTo>
                      <a:lnTo>
                        <a:pt x="18454" y="379278"/>
                      </a:lnTo>
                      <a:lnTo>
                        <a:pt x="8323" y="423752"/>
                      </a:lnTo>
                      <a:lnTo>
                        <a:pt x="2111" y="469591"/>
                      </a:lnTo>
                      <a:lnTo>
                        <a:pt x="0" y="516612"/>
                      </a:lnTo>
                      <a:lnTo>
                        <a:pt x="2111" y="563635"/>
                      </a:lnTo>
                      <a:lnTo>
                        <a:pt x="8323" y="609475"/>
                      </a:lnTo>
                      <a:lnTo>
                        <a:pt x="18454" y="653950"/>
                      </a:lnTo>
                      <a:lnTo>
                        <a:pt x="32321" y="696878"/>
                      </a:lnTo>
                      <a:lnTo>
                        <a:pt x="49742" y="738075"/>
                      </a:lnTo>
                      <a:lnTo>
                        <a:pt x="70534" y="777361"/>
                      </a:lnTo>
                      <a:lnTo>
                        <a:pt x="94515" y="814551"/>
                      </a:lnTo>
                      <a:lnTo>
                        <a:pt x="121502" y="849465"/>
                      </a:lnTo>
                      <a:lnTo>
                        <a:pt x="151314" y="881919"/>
                      </a:lnTo>
                      <a:lnTo>
                        <a:pt x="183768" y="911731"/>
                      </a:lnTo>
                      <a:lnTo>
                        <a:pt x="218681" y="938719"/>
                      </a:lnTo>
                      <a:lnTo>
                        <a:pt x="255871" y="962700"/>
                      </a:lnTo>
                      <a:lnTo>
                        <a:pt x="295155" y="983493"/>
                      </a:lnTo>
                      <a:lnTo>
                        <a:pt x="336352" y="1000914"/>
                      </a:lnTo>
                      <a:lnTo>
                        <a:pt x="379278" y="1014781"/>
                      </a:lnTo>
                      <a:lnTo>
                        <a:pt x="423752" y="1024912"/>
                      </a:lnTo>
                      <a:lnTo>
                        <a:pt x="469591" y="1031124"/>
                      </a:lnTo>
                      <a:lnTo>
                        <a:pt x="516612" y="1033235"/>
                      </a:lnTo>
                      <a:lnTo>
                        <a:pt x="563635" y="1031124"/>
                      </a:lnTo>
                      <a:lnTo>
                        <a:pt x="609475" y="1024912"/>
                      </a:lnTo>
                      <a:lnTo>
                        <a:pt x="653950" y="1014781"/>
                      </a:lnTo>
                      <a:lnTo>
                        <a:pt x="696878" y="1000914"/>
                      </a:lnTo>
                      <a:lnTo>
                        <a:pt x="738075" y="983493"/>
                      </a:lnTo>
                      <a:lnTo>
                        <a:pt x="777361" y="962700"/>
                      </a:lnTo>
                      <a:lnTo>
                        <a:pt x="814551" y="938719"/>
                      </a:lnTo>
                      <a:lnTo>
                        <a:pt x="849465" y="911731"/>
                      </a:lnTo>
                      <a:lnTo>
                        <a:pt x="881919" y="881919"/>
                      </a:lnTo>
                      <a:lnTo>
                        <a:pt x="911731" y="849465"/>
                      </a:lnTo>
                      <a:lnTo>
                        <a:pt x="938719" y="814551"/>
                      </a:lnTo>
                      <a:lnTo>
                        <a:pt x="962700" y="777361"/>
                      </a:lnTo>
                      <a:lnTo>
                        <a:pt x="983493" y="738075"/>
                      </a:lnTo>
                      <a:lnTo>
                        <a:pt x="1000914" y="696878"/>
                      </a:lnTo>
                      <a:lnTo>
                        <a:pt x="1014781" y="653950"/>
                      </a:lnTo>
                      <a:lnTo>
                        <a:pt x="1024912" y="609475"/>
                      </a:lnTo>
                      <a:lnTo>
                        <a:pt x="1031124" y="563635"/>
                      </a:lnTo>
                      <a:lnTo>
                        <a:pt x="1033235" y="516612"/>
                      </a:lnTo>
                      <a:lnTo>
                        <a:pt x="1031124" y="469591"/>
                      </a:lnTo>
                      <a:lnTo>
                        <a:pt x="1024912" y="423752"/>
                      </a:lnTo>
                      <a:lnTo>
                        <a:pt x="1014781" y="379278"/>
                      </a:lnTo>
                      <a:lnTo>
                        <a:pt x="1000914" y="336352"/>
                      </a:lnTo>
                      <a:lnTo>
                        <a:pt x="983493" y="295155"/>
                      </a:lnTo>
                      <a:lnTo>
                        <a:pt x="962700" y="255871"/>
                      </a:lnTo>
                      <a:lnTo>
                        <a:pt x="938719" y="218681"/>
                      </a:lnTo>
                      <a:lnTo>
                        <a:pt x="911731" y="183768"/>
                      </a:lnTo>
                      <a:lnTo>
                        <a:pt x="881919" y="151314"/>
                      </a:lnTo>
                      <a:lnTo>
                        <a:pt x="849465" y="121502"/>
                      </a:lnTo>
                      <a:lnTo>
                        <a:pt x="814551" y="94515"/>
                      </a:lnTo>
                      <a:lnTo>
                        <a:pt x="777361" y="70534"/>
                      </a:lnTo>
                      <a:lnTo>
                        <a:pt x="738075" y="49742"/>
                      </a:lnTo>
                      <a:lnTo>
                        <a:pt x="696878" y="32321"/>
                      </a:lnTo>
                      <a:lnTo>
                        <a:pt x="653950" y="18454"/>
                      </a:lnTo>
                      <a:lnTo>
                        <a:pt x="609475" y="8323"/>
                      </a:lnTo>
                      <a:lnTo>
                        <a:pt x="563635" y="2111"/>
                      </a:lnTo>
                      <a:lnTo>
                        <a:pt x="516612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157" name="object 13">
                  <a:extLst>
                    <a:ext uri="{FF2B5EF4-FFF2-40B4-BE49-F238E27FC236}">
                      <a16:creationId xmlns:a16="http://schemas.microsoft.com/office/drawing/2014/main" id="{02271F32-1B06-BED4-2A8C-C6346B9CABB6}"/>
                    </a:ext>
                  </a:extLst>
                </p:cNvPr>
                <p:cNvPicPr/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16370622" y="3556519"/>
                  <a:ext cx="943426" cy="259615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3" name="Picture 6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271EAE17-3186-14B5-C214-57D0A2E40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6760" y="5535504"/>
            <a:ext cx="917024" cy="917024"/>
          </a:xfrm>
          <a:prstGeom prst="roundRect">
            <a:avLst>
              <a:gd name="adj" fmla="val 5206"/>
            </a:avLst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91A2A72-011C-7F16-03F0-0AD9E897A9B3}"/>
              </a:ext>
            </a:extLst>
          </p:cNvPr>
          <p:cNvSpPr txBox="1"/>
          <p:nvPr/>
        </p:nvSpPr>
        <p:spPr>
          <a:xfrm>
            <a:off x="10403561" y="5806197"/>
            <a:ext cx="1467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+mn-cs"/>
                <a:sym typeface="Arial"/>
              </a:rPr>
              <a:t>Fique por </a:t>
            </a:r>
            <a:b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+mn-cs"/>
                <a:sym typeface="Arial"/>
              </a:rPr>
            </a:b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+mn-cs"/>
                <a:sym typeface="Arial"/>
              </a:rPr>
              <a:t>dentro de tudo </a:t>
            </a:r>
            <a:b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+mn-cs"/>
                <a:sym typeface="Arial"/>
              </a:rPr>
            </a:b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+mn-cs"/>
                <a:sym typeface="Arial"/>
              </a:rPr>
              <a:t>da </a:t>
            </a:r>
            <a:r>
              <a:rPr kumimoji="0" lang="pt-BR" sz="12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+mn-cs"/>
                <a:sym typeface="Arial"/>
              </a:rPr>
              <a:t>Tivio</a:t>
            </a: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+mn-cs"/>
                <a:sym typeface="Arial"/>
              </a:rPr>
              <a:t> Capital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01599E73-405A-C165-3680-175DB79349E4}"/>
              </a:ext>
            </a:extLst>
          </p:cNvPr>
          <p:cNvGrpSpPr/>
          <p:nvPr/>
        </p:nvGrpSpPr>
        <p:grpSpPr>
          <a:xfrm>
            <a:off x="5890890" y="2297327"/>
            <a:ext cx="1112793" cy="1112780"/>
            <a:chOff x="5890890" y="2297327"/>
            <a:chExt cx="1112793" cy="1112780"/>
          </a:xfrm>
        </p:grpSpPr>
        <p:grpSp>
          <p:nvGrpSpPr>
            <p:cNvPr id="105" name="Graphic 103">
              <a:extLst>
                <a:ext uri="{FF2B5EF4-FFF2-40B4-BE49-F238E27FC236}">
                  <a16:creationId xmlns:a16="http://schemas.microsoft.com/office/drawing/2014/main" id="{960A56BC-6D9D-179B-39BF-A3660C9F0508}"/>
                </a:ext>
              </a:extLst>
            </p:cNvPr>
            <p:cNvGrpSpPr/>
            <p:nvPr/>
          </p:nvGrpSpPr>
          <p:grpSpPr>
            <a:xfrm>
              <a:off x="5890890" y="2297327"/>
              <a:ext cx="1112793" cy="1112780"/>
              <a:chOff x="5890890" y="2297327"/>
              <a:chExt cx="1112793" cy="1112780"/>
            </a:xfrm>
          </p:grpSpPr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13E63D1C-1C1F-08E2-A966-31036BD8E34C}"/>
                  </a:ext>
                </a:extLst>
              </p:cNvPr>
              <p:cNvSpPr/>
              <p:nvPr/>
            </p:nvSpPr>
            <p:spPr>
              <a:xfrm>
                <a:off x="5890890" y="2297327"/>
                <a:ext cx="1112793" cy="1112780"/>
              </a:xfrm>
              <a:custGeom>
                <a:avLst/>
                <a:gdLst>
                  <a:gd name="csX0" fmla="*/ 1112794 w 1112793"/>
                  <a:gd name="csY0" fmla="*/ 556390 h 1112780"/>
                  <a:gd name="csX1" fmla="*/ 1060224 w 1112793"/>
                  <a:gd name="csY1" fmla="*/ 656638 h 1112780"/>
                  <a:gd name="csX2" fmla="*/ 1070573 w 1112793"/>
                  <a:gd name="csY2" fmla="*/ 769377 h 1112780"/>
                  <a:gd name="csX3" fmla="*/ 983500 w 1112793"/>
                  <a:gd name="csY3" fmla="*/ 841741 h 1112780"/>
                  <a:gd name="csX4" fmla="*/ 949834 w 1112793"/>
                  <a:gd name="csY4" fmla="*/ 949821 h 1112780"/>
                  <a:gd name="csX5" fmla="*/ 841754 w 1112793"/>
                  <a:gd name="csY5" fmla="*/ 983487 h 1112780"/>
                  <a:gd name="csX6" fmla="*/ 769390 w 1112793"/>
                  <a:gd name="csY6" fmla="*/ 1070560 h 1112780"/>
                  <a:gd name="csX7" fmla="*/ 656651 w 1112793"/>
                  <a:gd name="csY7" fmla="*/ 1060212 h 1112780"/>
                  <a:gd name="csX8" fmla="*/ 556403 w 1112793"/>
                  <a:gd name="csY8" fmla="*/ 1112781 h 1112780"/>
                  <a:gd name="csX9" fmla="*/ 456155 w 1112793"/>
                  <a:gd name="csY9" fmla="*/ 1060212 h 1112780"/>
                  <a:gd name="csX10" fmla="*/ 343416 w 1112793"/>
                  <a:gd name="csY10" fmla="*/ 1070560 h 1112780"/>
                  <a:gd name="csX11" fmla="*/ 271053 w 1112793"/>
                  <a:gd name="csY11" fmla="*/ 983487 h 1112780"/>
                  <a:gd name="csX12" fmla="*/ 162972 w 1112793"/>
                  <a:gd name="csY12" fmla="*/ 949821 h 1112780"/>
                  <a:gd name="csX13" fmla="*/ 129307 w 1112793"/>
                  <a:gd name="csY13" fmla="*/ 841741 h 1112780"/>
                  <a:gd name="csX14" fmla="*/ 42233 w 1112793"/>
                  <a:gd name="csY14" fmla="*/ 769377 h 1112780"/>
                  <a:gd name="csX15" fmla="*/ 52582 w 1112793"/>
                  <a:gd name="csY15" fmla="*/ 656638 h 1112780"/>
                  <a:gd name="csX16" fmla="*/ 0 w 1112793"/>
                  <a:gd name="csY16" fmla="*/ 556390 h 1112780"/>
                  <a:gd name="csX17" fmla="*/ 52569 w 1112793"/>
                  <a:gd name="csY17" fmla="*/ 456142 h 1112780"/>
                  <a:gd name="csX18" fmla="*/ 42221 w 1112793"/>
                  <a:gd name="csY18" fmla="*/ 343404 h 1112780"/>
                  <a:gd name="csX19" fmla="*/ 129294 w 1112793"/>
                  <a:gd name="csY19" fmla="*/ 271040 h 1112780"/>
                  <a:gd name="csX20" fmla="*/ 162960 w 1112793"/>
                  <a:gd name="csY20" fmla="*/ 162960 h 1112780"/>
                  <a:gd name="csX21" fmla="*/ 271040 w 1112793"/>
                  <a:gd name="csY21" fmla="*/ 129294 h 1112780"/>
                  <a:gd name="csX22" fmla="*/ 343404 w 1112793"/>
                  <a:gd name="csY22" fmla="*/ 42221 h 1112780"/>
                  <a:gd name="csX23" fmla="*/ 456142 w 1112793"/>
                  <a:gd name="csY23" fmla="*/ 52569 h 1112780"/>
                  <a:gd name="csX24" fmla="*/ 556390 w 1112793"/>
                  <a:gd name="csY24" fmla="*/ 0 h 1112780"/>
                  <a:gd name="csX25" fmla="*/ 656638 w 1112793"/>
                  <a:gd name="csY25" fmla="*/ 52569 h 1112780"/>
                  <a:gd name="csX26" fmla="*/ 769377 w 1112793"/>
                  <a:gd name="csY26" fmla="*/ 42221 h 1112780"/>
                  <a:gd name="csX27" fmla="*/ 841741 w 1112793"/>
                  <a:gd name="csY27" fmla="*/ 129294 h 1112780"/>
                  <a:gd name="csX28" fmla="*/ 949821 w 1112793"/>
                  <a:gd name="csY28" fmla="*/ 162960 h 1112780"/>
                  <a:gd name="csX29" fmla="*/ 983487 w 1112793"/>
                  <a:gd name="csY29" fmla="*/ 271040 h 1112780"/>
                  <a:gd name="csX30" fmla="*/ 1070560 w 1112793"/>
                  <a:gd name="csY30" fmla="*/ 343404 h 1112780"/>
                  <a:gd name="csX31" fmla="*/ 1060212 w 1112793"/>
                  <a:gd name="csY31" fmla="*/ 456142 h 1112780"/>
                  <a:gd name="csX32" fmla="*/ 1112781 w 1112793"/>
                  <a:gd name="csY32" fmla="*/ 556390 h 11127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</a:cxnLst>
                <a:rect l="l" t="t" r="r" b="b"/>
                <a:pathLst>
                  <a:path w="1112793" h="1112780">
                    <a:moveTo>
                      <a:pt x="1112794" y="556390"/>
                    </a:moveTo>
                    <a:cubicBezTo>
                      <a:pt x="1112794" y="592120"/>
                      <a:pt x="1066896" y="622870"/>
                      <a:pt x="1060224" y="656638"/>
                    </a:cubicBezTo>
                    <a:cubicBezTo>
                      <a:pt x="1053347" y="691427"/>
                      <a:pt x="1083851" y="737363"/>
                      <a:pt x="1070573" y="769377"/>
                    </a:cubicBezTo>
                    <a:cubicBezTo>
                      <a:pt x="1057063" y="801946"/>
                      <a:pt x="1002881" y="812798"/>
                      <a:pt x="983500" y="841741"/>
                    </a:cubicBezTo>
                    <a:cubicBezTo>
                      <a:pt x="963964" y="870916"/>
                      <a:pt x="974557" y="925098"/>
                      <a:pt x="949834" y="949821"/>
                    </a:cubicBezTo>
                    <a:cubicBezTo>
                      <a:pt x="925098" y="974557"/>
                      <a:pt x="870916" y="963964"/>
                      <a:pt x="841754" y="983487"/>
                    </a:cubicBezTo>
                    <a:cubicBezTo>
                      <a:pt x="812798" y="1002868"/>
                      <a:pt x="801959" y="1057050"/>
                      <a:pt x="769390" y="1070560"/>
                    </a:cubicBezTo>
                    <a:cubicBezTo>
                      <a:pt x="737376" y="1083838"/>
                      <a:pt x="691452" y="1053334"/>
                      <a:pt x="656651" y="1060212"/>
                    </a:cubicBezTo>
                    <a:cubicBezTo>
                      <a:pt x="621850" y="1067089"/>
                      <a:pt x="592133" y="1112781"/>
                      <a:pt x="556403" y="1112781"/>
                    </a:cubicBezTo>
                    <a:cubicBezTo>
                      <a:pt x="520673" y="1112781"/>
                      <a:pt x="489924" y="1066883"/>
                      <a:pt x="456155" y="1060212"/>
                    </a:cubicBezTo>
                    <a:cubicBezTo>
                      <a:pt x="421367" y="1053334"/>
                      <a:pt x="375430" y="1083838"/>
                      <a:pt x="343416" y="1070560"/>
                    </a:cubicBezTo>
                    <a:cubicBezTo>
                      <a:pt x="310848" y="1057050"/>
                      <a:pt x="299996" y="1002868"/>
                      <a:pt x="271053" y="983487"/>
                    </a:cubicBezTo>
                    <a:cubicBezTo>
                      <a:pt x="241878" y="963951"/>
                      <a:pt x="187696" y="974544"/>
                      <a:pt x="162972" y="949821"/>
                    </a:cubicBezTo>
                    <a:cubicBezTo>
                      <a:pt x="138236" y="925085"/>
                      <a:pt x="148830" y="870903"/>
                      <a:pt x="129307" y="841741"/>
                    </a:cubicBezTo>
                    <a:cubicBezTo>
                      <a:pt x="109926" y="812785"/>
                      <a:pt x="55744" y="801946"/>
                      <a:pt x="42233" y="769377"/>
                    </a:cubicBezTo>
                    <a:cubicBezTo>
                      <a:pt x="28956" y="737363"/>
                      <a:pt x="59460" y="691439"/>
                      <a:pt x="52582" y="656638"/>
                    </a:cubicBezTo>
                    <a:cubicBezTo>
                      <a:pt x="45705" y="621837"/>
                      <a:pt x="0" y="592120"/>
                      <a:pt x="0" y="556390"/>
                    </a:cubicBezTo>
                    <a:cubicBezTo>
                      <a:pt x="0" y="520660"/>
                      <a:pt x="45898" y="489911"/>
                      <a:pt x="52569" y="456142"/>
                    </a:cubicBezTo>
                    <a:cubicBezTo>
                      <a:pt x="59447" y="421354"/>
                      <a:pt x="28943" y="375417"/>
                      <a:pt x="42221" y="343404"/>
                    </a:cubicBezTo>
                    <a:cubicBezTo>
                      <a:pt x="55731" y="310835"/>
                      <a:pt x="109913" y="299983"/>
                      <a:pt x="129294" y="271040"/>
                    </a:cubicBezTo>
                    <a:cubicBezTo>
                      <a:pt x="148830" y="241865"/>
                      <a:pt x="138236" y="187683"/>
                      <a:pt x="162960" y="162960"/>
                    </a:cubicBezTo>
                    <a:cubicBezTo>
                      <a:pt x="187696" y="138223"/>
                      <a:pt x="241878" y="148817"/>
                      <a:pt x="271040" y="129294"/>
                    </a:cubicBezTo>
                    <a:cubicBezTo>
                      <a:pt x="299996" y="109913"/>
                      <a:pt x="310835" y="55731"/>
                      <a:pt x="343404" y="42221"/>
                    </a:cubicBezTo>
                    <a:cubicBezTo>
                      <a:pt x="375972" y="28711"/>
                      <a:pt x="421341" y="59447"/>
                      <a:pt x="456142" y="52569"/>
                    </a:cubicBezTo>
                    <a:cubicBezTo>
                      <a:pt x="489911" y="45885"/>
                      <a:pt x="520660" y="0"/>
                      <a:pt x="556390" y="0"/>
                    </a:cubicBezTo>
                    <a:cubicBezTo>
                      <a:pt x="592120" y="0"/>
                      <a:pt x="622870" y="45898"/>
                      <a:pt x="656638" y="52569"/>
                    </a:cubicBezTo>
                    <a:cubicBezTo>
                      <a:pt x="691427" y="59447"/>
                      <a:pt x="737363" y="28943"/>
                      <a:pt x="769377" y="42221"/>
                    </a:cubicBezTo>
                    <a:cubicBezTo>
                      <a:pt x="801946" y="55731"/>
                      <a:pt x="812798" y="109913"/>
                      <a:pt x="841741" y="129294"/>
                    </a:cubicBezTo>
                    <a:cubicBezTo>
                      <a:pt x="870683" y="148675"/>
                      <a:pt x="925098" y="138236"/>
                      <a:pt x="949821" y="162960"/>
                    </a:cubicBezTo>
                    <a:cubicBezTo>
                      <a:pt x="974557" y="187696"/>
                      <a:pt x="963964" y="241878"/>
                      <a:pt x="983487" y="271040"/>
                    </a:cubicBezTo>
                    <a:cubicBezTo>
                      <a:pt x="1002868" y="299996"/>
                      <a:pt x="1057050" y="310835"/>
                      <a:pt x="1070560" y="343404"/>
                    </a:cubicBezTo>
                    <a:cubicBezTo>
                      <a:pt x="1083838" y="375417"/>
                      <a:pt x="1053334" y="421341"/>
                      <a:pt x="1060212" y="456142"/>
                    </a:cubicBezTo>
                    <a:cubicBezTo>
                      <a:pt x="1066896" y="489911"/>
                      <a:pt x="1112781" y="520660"/>
                      <a:pt x="1112781" y="556390"/>
                    </a:cubicBezTo>
                    <a:close/>
                  </a:path>
                </a:pathLst>
              </a:custGeom>
              <a:solidFill>
                <a:schemeClr val="tx1">
                  <a:lumMod val="85000"/>
                  <a:lumOff val="15000"/>
                </a:schemeClr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07" name="Graphic 103">
                <a:extLst>
                  <a:ext uri="{FF2B5EF4-FFF2-40B4-BE49-F238E27FC236}">
                    <a16:creationId xmlns:a16="http://schemas.microsoft.com/office/drawing/2014/main" id="{709DF257-F48D-AC2B-28AF-793F7A996F3F}"/>
                  </a:ext>
                </a:extLst>
              </p:cNvPr>
              <p:cNvGrpSpPr/>
              <p:nvPr/>
            </p:nvGrpSpPr>
            <p:grpSpPr>
              <a:xfrm>
                <a:off x="6162834" y="2617272"/>
                <a:ext cx="568924" cy="146752"/>
                <a:chOff x="6162834" y="2617272"/>
                <a:chExt cx="568924" cy="146752"/>
              </a:xfrm>
              <a:solidFill>
                <a:srgbClr val="E5BB83"/>
              </a:solidFill>
            </p:grpSpPr>
            <p:grpSp>
              <p:nvGrpSpPr>
                <p:cNvPr id="109" name="Graphic 103">
                  <a:extLst>
                    <a:ext uri="{FF2B5EF4-FFF2-40B4-BE49-F238E27FC236}">
                      <a16:creationId xmlns:a16="http://schemas.microsoft.com/office/drawing/2014/main" id="{B3D4D45A-5886-12CD-873A-9F2B148040E2}"/>
                    </a:ext>
                  </a:extLst>
                </p:cNvPr>
                <p:cNvGrpSpPr/>
                <p:nvPr/>
              </p:nvGrpSpPr>
              <p:grpSpPr>
                <a:xfrm>
                  <a:off x="6162834" y="2631629"/>
                  <a:ext cx="568924" cy="132395"/>
                  <a:chOff x="6162834" y="2631629"/>
                  <a:chExt cx="568924" cy="132395"/>
                </a:xfrm>
                <a:solidFill>
                  <a:srgbClr val="E5BB83"/>
                </a:solidFill>
              </p:grpSpPr>
              <p:sp>
                <p:nvSpPr>
                  <p:cNvPr id="120" name="Freeform: Shape 119">
                    <a:extLst>
                      <a:ext uri="{FF2B5EF4-FFF2-40B4-BE49-F238E27FC236}">
                        <a16:creationId xmlns:a16="http://schemas.microsoft.com/office/drawing/2014/main" id="{0B84E01A-6BA9-5534-0699-A72653A3BB37}"/>
                      </a:ext>
                    </a:extLst>
                  </p:cNvPr>
                  <p:cNvSpPr/>
                  <p:nvPr/>
                </p:nvSpPr>
                <p:spPr>
                  <a:xfrm>
                    <a:off x="6162834" y="2631629"/>
                    <a:ext cx="80389" cy="83753"/>
                  </a:xfrm>
                  <a:custGeom>
                    <a:avLst/>
                    <a:gdLst>
                      <a:gd name="csX0" fmla="*/ 80389 w 80389"/>
                      <a:gd name="csY0" fmla="*/ 39825 h 83753"/>
                      <a:gd name="csX1" fmla="*/ 79164 w 80389"/>
                      <a:gd name="csY1" fmla="*/ 26586 h 83753"/>
                      <a:gd name="csX2" fmla="*/ 64763 w 80389"/>
                      <a:gd name="csY2" fmla="*/ 5243 h 83753"/>
                      <a:gd name="csX3" fmla="*/ 40195 w 80389"/>
                      <a:gd name="csY3" fmla="*/ 4 h 83753"/>
                      <a:gd name="csX4" fmla="*/ 15626 w 80389"/>
                      <a:gd name="csY4" fmla="*/ 5243 h 83753"/>
                      <a:gd name="csX5" fmla="*/ 1226 w 80389"/>
                      <a:gd name="csY5" fmla="*/ 26612 h 83753"/>
                      <a:gd name="csX6" fmla="*/ 0 w 80389"/>
                      <a:gd name="csY6" fmla="*/ 39825 h 83753"/>
                      <a:gd name="csX7" fmla="*/ 0 w 80389"/>
                      <a:gd name="csY7" fmla="*/ 39825 h 83753"/>
                      <a:gd name="csX8" fmla="*/ 0 w 80389"/>
                      <a:gd name="csY8" fmla="*/ 43928 h 83753"/>
                      <a:gd name="csX9" fmla="*/ 0 w 80389"/>
                      <a:gd name="csY9" fmla="*/ 43928 h 83753"/>
                      <a:gd name="csX10" fmla="*/ 1226 w 80389"/>
                      <a:gd name="csY10" fmla="*/ 57167 h 83753"/>
                      <a:gd name="csX11" fmla="*/ 15626 w 80389"/>
                      <a:gd name="csY11" fmla="*/ 78510 h 83753"/>
                      <a:gd name="csX12" fmla="*/ 40195 w 80389"/>
                      <a:gd name="csY12" fmla="*/ 83749 h 83753"/>
                      <a:gd name="csX13" fmla="*/ 64763 w 80389"/>
                      <a:gd name="csY13" fmla="*/ 78510 h 83753"/>
                      <a:gd name="csX14" fmla="*/ 79164 w 80389"/>
                      <a:gd name="csY14" fmla="*/ 57167 h 83753"/>
                      <a:gd name="csX15" fmla="*/ 80389 w 80389"/>
                      <a:gd name="csY15" fmla="*/ 43928 h 83753"/>
                      <a:gd name="csX16" fmla="*/ 80389 w 80389"/>
                      <a:gd name="csY16" fmla="*/ 43928 h 83753"/>
                      <a:gd name="csX17" fmla="*/ 80389 w 80389"/>
                      <a:gd name="csY17" fmla="*/ 39825 h 83753"/>
                      <a:gd name="csX18" fmla="*/ 80389 w 80389"/>
                      <a:gd name="csY18" fmla="*/ 39825 h 83753"/>
                      <a:gd name="csX19" fmla="*/ 57808 w 80389"/>
                      <a:gd name="csY19" fmla="*/ 43902 h 83753"/>
                      <a:gd name="csX20" fmla="*/ 57808 w 80389"/>
                      <a:gd name="csY20" fmla="*/ 43902 h 83753"/>
                      <a:gd name="csX21" fmla="*/ 57808 w 80389"/>
                      <a:gd name="csY21" fmla="*/ 56742 h 83753"/>
                      <a:gd name="csX22" fmla="*/ 48014 w 80389"/>
                      <a:gd name="csY22" fmla="*/ 75800 h 83753"/>
                      <a:gd name="csX23" fmla="*/ 41614 w 80389"/>
                      <a:gd name="csY23" fmla="*/ 76161 h 83753"/>
                      <a:gd name="csX24" fmla="*/ 38724 w 80389"/>
                      <a:gd name="csY24" fmla="*/ 76161 h 83753"/>
                      <a:gd name="csX25" fmla="*/ 32324 w 80389"/>
                      <a:gd name="csY25" fmla="*/ 75800 h 83753"/>
                      <a:gd name="csX26" fmla="*/ 22530 w 80389"/>
                      <a:gd name="csY26" fmla="*/ 56742 h 83753"/>
                      <a:gd name="csX27" fmla="*/ 22530 w 80389"/>
                      <a:gd name="csY27" fmla="*/ 43902 h 83753"/>
                      <a:gd name="csX28" fmla="*/ 22530 w 80389"/>
                      <a:gd name="csY28" fmla="*/ 43902 h 83753"/>
                      <a:gd name="csX29" fmla="*/ 22530 w 80389"/>
                      <a:gd name="csY29" fmla="*/ 39877 h 83753"/>
                      <a:gd name="csX30" fmla="*/ 22530 w 80389"/>
                      <a:gd name="csY30" fmla="*/ 39877 h 83753"/>
                      <a:gd name="csX31" fmla="*/ 22530 w 80389"/>
                      <a:gd name="csY31" fmla="*/ 27037 h 83753"/>
                      <a:gd name="csX32" fmla="*/ 32324 w 80389"/>
                      <a:gd name="csY32" fmla="*/ 7979 h 83753"/>
                      <a:gd name="csX33" fmla="*/ 38724 w 80389"/>
                      <a:gd name="csY33" fmla="*/ 7618 h 83753"/>
                      <a:gd name="csX34" fmla="*/ 41743 w 80389"/>
                      <a:gd name="csY34" fmla="*/ 7618 h 83753"/>
                      <a:gd name="csX35" fmla="*/ 48014 w 80389"/>
                      <a:gd name="csY35" fmla="*/ 7979 h 83753"/>
                      <a:gd name="csX36" fmla="*/ 57808 w 80389"/>
                      <a:gd name="csY36" fmla="*/ 27037 h 83753"/>
                      <a:gd name="csX37" fmla="*/ 57808 w 80389"/>
                      <a:gd name="csY37" fmla="*/ 39877 h 83753"/>
                      <a:gd name="csX38" fmla="*/ 57808 w 80389"/>
                      <a:gd name="csY38" fmla="*/ 39877 h 83753"/>
                      <a:gd name="csX39" fmla="*/ 57808 w 80389"/>
                      <a:gd name="csY39" fmla="*/ 43902 h 8375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</a:cxnLst>
                    <a:rect l="l" t="t" r="r" b="b"/>
                    <a:pathLst>
                      <a:path w="80389" h="83753">
                        <a:moveTo>
                          <a:pt x="80389" y="39825"/>
                        </a:moveTo>
                        <a:cubicBezTo>
                          <a:pt x="80389" y="37141"/>
                          <a:pt x="79164" y="26586"/>
                          <a:pt x="79164" y="26586"/>
                        </a:cubicBezTo>
                        <a:cubicBezTo>
                          <a:pt x="79164" y="26586"/>
                          <a:pt x="76325" y="12005"/>
                          <a:pt x="64763" y="5243"/>
                        </a:cubicBezTo>
                        <a:cubicBezTo>
                          <a:pt x="56273" y="275"/>
                          <a:pt x="44208" y="-47"/>
                          <a:pt x="40195" y="4"/>
                        </a:cubicBezTo>
                        <a:cubicBezTo>
                          <a:pt x="36182" y="-34"/>
                          <a:pt x="24117" y="301"/>
                          <a:pt x="15626" y="5243"/>
                        </a:cubicBezTo>
                        <a:cubicBezTo>
                          <a:pt x="4065" y="12031"/>
                          <a:pt x="1226" y="26612"/>
                          <a:pt x="1226" y="26612"/>
                        </a:cubicBezTo>
                        <a:cubicBezTo>
                          <a:pt x="1226" y="26612"/>
                          <a:pt x="0" y="37141"/>
                          <a:pt x="0" y="39825"/>
                        </a:cubicBezTo>
                        <a:lnTo>
                          <a:pt x="0" y="39825"/>
                        </a:lnTo>
                        <a:lnTo>
                          <a:pt x="0" y="43928"/>
                        </a:lnTo>
                        <a:lnTo>
                          <a:pt x="0" y="43928"/>
                        </a:lnTo>
                        <a:cubicBezTo>
                          <a:pt x="0" y="46612"/>
                          <a:pt x="1226" y="57167"/>
                          <a:pt x="1226" y="57167"/>
                        </a:cubicBezTo>
                        <a:cubicBezTo>
                          <a:pt x="1226" y="57167"/>
                          <a:pt x="4065" y="71748"/>
                          <a:pt x="15626" y="78510"/>
                        </a:cubicBezTo>
                        <a:cubicBezTo>
                          <a:pt x="24117" y="83478"/>
                          <a:pt x="36182" y="83800"/>
                          <a:pt x="40195" y="83749"/>
                        </a:cubicBezTo>
                        <a:cubicBezTo>
                          <a:pt x="44208" y="83788"/>
                          <a:pt x="56273" y="83452"/>
                          <a:pt x="64763" y="78510"/>
                        </a:cubicBezTo>
                        <a:cubicBezTo>
                          <a:pt x="76338" y="71748"/>
                          <a:pt x="79164" y="57167"/>
                          <a:pt x="79164" y="57167"/>
                        </a:cubicBezTo>
                        <a:cubicBezTo>
                          <a:pt x="79164" y="57167"/>
                          <a:pt x="80377" y="46612"/>
                          <a:pt x="80389" y="43928"/>
                        </a:cubicBezTo>
                        <a:lnTo>
                          <a:pt x="80389" y="43928"/>
                        </a:lnTo>
                        <a:lnTo>
                          <a:pt x="80389" y="39825"/>
                        </a:lnTo>
                        <a:lnTo>
                          <a:pt x="80389" y="39825"/>
                        </a:lnTo>
                        <a:close/>
                        <a:moveTo>
                          <a:pt x="57808" y="43902"/>
                        </a:moveTo>
                        <a:lnTo>
                          <a:pt x="57808" y="43902"/>
                        </a:lnTo>
                        <a:lnTo>
                          <a:pt x="57808" y="56742"/>
                        </a:lnTo>
                        <a:cubicBezTo>
                          <a:pt x="57808" y="56742"/>
                          <a:pt x="58169" y="73000"/>
                          <a:pt x="48014" y="75800"/>
                        </a:cubicBezTo>
                        <a:cubicBezTo>
                          <a:pt x="48014" y="75800"/>
                          <a:pt x="45666" y="76187"/>
                          <a:pt x="41614" y="76161"/>
                        </a:cubicBezTo>
                        <a:lnTo>
                          <a:pt x="38724" y="76161"/>
                        </a:lnTo>
                        <a:cubicBezTo>
                          <a:pt x="34672" y="76187"/>
                          <a:pt x="32324" y="75800"/>
                          <a:pt x="32324" y="75800"/>
                        </a:cubicBezTo>
                        <a:cubicBezTo>
                          <a:pt x="22194" y="72974"/>
                          <a:pt x="22530" y="56742"/>
                          <a:pt x="22530" y="56742"/>
                        </a:cubicBezTo>
                        <a:lnTo>
                          <a:pt x="22530" y="43902"/>
                        </a:lnTo>
                        <a:lnTo>
                          <a:pt x="22530" y="43902"/>
                        </a:lnTo>
                        <a:lnTo>
                          <a:pt x="22530" y="39877"/>
                        </a:lnTo>
                        <a:lnTo>
                          <a:pt x="22530" y="39877"/>
                        </a:lnTo>
                        <a:lnTo>
                          <a:pt x="22530" y="27037"/>
                        </a:lnTo>
                        <a:cubicBezTo>
                          <a:pt x="22530" y="27037"/>
                          <a:pt x="22168" y="10779"/>
                          <a:pt x="32324" y="7979"/>
                        </a:cubicBezTo>
                        <a:cubicBezTo>
                          <a:pt x="32324" y="7979"/>
                          <a:pt x="34672" y="7592"/>
                          <a:pt x="38724" y="7618"/>
                        </a:cubicBezTo>
                        <a:lnTo>
                          <a:pt x="41743" y="7618"/>
                        </a:lnTo>
                        <a:cubicBezTo>
                          <a:pt x="45705" y="7618"/>
                          <a:pt x="48014" y="7979"/>
                          <a:pt x="48014" y="7979"/>
                        </a:cubicBezTo>
                        <a:cubicBezTo>
                          <a:pt x="58144" y="10805"/>
                          <a:pt x="57808" y="27037"/>
                          <a:pt x="57808" y="27037"/>
                        </a:cubicBezTo>
                        <a:lnTo>
                          <a:pt x="57808" y="39877"/>
                        </a:lnTo>
                        <a:lnTo>
                          <a:pt x="57808" y="39877"/>
                        </a:lnTo>
                        <a:lnTo>
                          <a:pt x="57808" y="43902"/>
                        </a:lnTo>
                        <a:close/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1" name="Freeform: Shape 120">
                    <a:extLst>
                      <a:ext uri="{FF2B5EF4-FFF2-40B4-BE49-F238E27FC236}">
                        <a16:creationId xmlns:a16="http://schemas.microsoft.com/office/drawing/2014/main" id="{A01BF089-8651-8A3B-A5D3-E021B9A57912}"/>
                      </a:ext>
                    </a:extLst>
                  </p:cNvPr>
                  <p:cNvSpPr/>
                  <p:nvPr/>
                </p:nvSpPr>
                <p:spPr>
                  <a:xfrm>
                    <a:off x="6162860" y="2725116"/>
                    <a:ext cx="80363" cy="38908"/>
                  </a:xfrm>
                  <a:custGeom>
                    <a:avLst/>
                    <a:gdLst>
                      <a:gd name="csX0" fmla="*/ 22530 w 80363"/>
                      <a:gd name="csY0" fmla="*/ 38909 h 38908"/>
                      <a:gd name="csX1" fmla="*/ 22530 w 80363"/>
                      <a:gd name="csY1" fmla="*/ 27037 h 38908"/>
                      <a:gd name="csX2" fmla="*/ 32324 w 80363"/>
                      <a:gd name="csY2" fmla="*/ 7979 h 38908"/>
                      <a:gd name="csX3" fmla="*/ 38724 w 80363"/>
                      <a:gd name="csY3" fmla="*/ 7618 h 38908"/>
                      <a:gd name="csX4" fmla="*/ 41743 w 80363"/>
                      <a:gd name="csY4" fmla="*/ 7618 h 38908"/>
                      <a:gd name="csX5" fmla="*/ 48014 w 80363"/>
                      <a:gd name="csY5" fmla="*/ 7979 h 38908"/>
                      <a:gd name="csX6" fmla="*/ 57808 w 80363"/>
                      <a:gd name="csY6" fmla="*/ 27037 h 38908"/>
                      <a:gd name="csX7" fmla="*/ 57808 w 80363"/>
                      <a:gd name="csY7" fmla="*/ 38909 h 38908"/>
                      <a:gd name="csX8" fmla="*/ 80364 w 80363"/>
                      <a:gd name="csY8" fmla="*/ 38909 h 38908"/>
                      <a:gd name="csX9" fmla="*/ 79151 w 80363"/>
                      <a:gd name="csY9" fmla="*/ 26586 h 38908"/>
                      <a:gd name="csX10" fmla="*/ 64750 w 80363"/>
                      <a:gd name="csY10" fmla="*/ 5243 h 38908"/>
                      <a:gd name="csX11" fmla="*/ 40182 w 80363"/>
                      <a:gd name="csY11" fmla="*/ 4 h 38908"/>
                      <a:gd name="csX12" fmla="*/ 15613 w 80363"/>
                      <a:gd name="csY12" fmla="*/ 5243 h 38908"/>
                      <a:gd name="csX13" fmla="*/ 1213 w 80363"/>
                      <a:gd name="csY13" fmla="*/ 26586 h 38908"/>
                      <a:gd name="csX14" fmla="*/ 0 w 80363"/>
                      <a:gd name="csY14" fmla="*/ 38909 h 38908"/>
                      <a:gd name="csX15" fmla="*/ 22555 w 80363"/>
                      <a:gd name="csY15" fmla="*/ 38909 h 38908"/>
                      <a:gd name="csX16" fmla="*/ 22530 w 80363"/>
                      <a:gd name="csY16" fmla="*/ 38909 h 389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80363" h="38908">
                        <a:moveTo>
                          <a:pt x="22530" y="38909"/>
                        </a:moveTo>
                        <a:lnTo>
                          <a:pt x="22530" y="27037"/>
                        </a:lnTo>
                        <a:cubicBezTo>
                          <a:pt x="22530" y="27037"/>
                          <a:pt x="22168" y="10779"/>
                          <a:pt x="32324" y="7979"/>
                        </a:cubicBezTo>
                        <a:cubicBezTo>
                          <a:pt x="32324" y="7979"/>
                          <a:pt x="34672" y="7592"/>
                          <a:pt x="38724" y="7618"/>
                        </a:cubicBezTo>
                        <a:lnTo>
                          <a:pt x="41743" y="7618"/>
                        </a:lnTo>
                        <a:cubicBezTo>
                          <a:pt x="45705" y="7618"/>
                          <a:pt x="48014" y="7979"/>
                          <a:pt x="48014" y="7979"/>
                        </a:cubicBezTo>
                        <a:cubicBezTo>
                          <a:pt x="58144" y="10805"/>
                          <a:pt x="57808" y="27037"/>
                          <a:pt x="57808" y="27037"/>
                        </a:cubicBezTo>
                        <a:lnTo>
                          <a:pt x="57808" y="38909"/>
                        </a:lnTo>
                        <a:lnTo>
                          <a:pt x="80364" y="38909"/>
                        </a:lnTo>
                        <a:cubicBezTo>
                          <a:pt x="80183" y="35309"/>
                          <a:pt x="79151" y="26586"/>
                          <a:pt x="79151" y="26586"/>
                        </a:cubicBezTo>
                        <a:cubicBezTo>
                          <a:pt x="79151" y="26586"/>
                          <a:pt x="76312" y="12005"/>
                          <a:pt x="64750" y="5243"/>
                        </a:cubicBezTo>
                        <a:cubicBezTo>
                          <a:pt x="56260" y="275"/>
                          <a:pt x="44195" y="-47"/>
                          <a:pt x="40182" y="4"/>
                        </a:cubicBezTo>
                        <a:cubicBezTo>
                          <a:pt x="36169" y="-34"/>
                          <a:pt x="24104" y="301"/>
                          <a:pt x="15613" y="5243"/>
                        </a:cubicBezTo>
                        <a:cubicBezTo>
                          <a:pt x="4039" y="12005"/>
                          <a:pt x="1213" y="26586"/>
                          <a:pt x="1213" y="26586"/>
                        </a:cubicBezTo>
                        <a:cubicBezTo>
                          <a:pt x="1213" y="26586"/>
                          <a:pt x="206" y="35296"/>
                          <a:pt x="0" y="38909"/>
                        </a:cubicBezTo>
                        <a:lnTo>
                          <a:pt x="22555" y="38909"/>
                        </a:lnTo>
                        <a:lnTo>
                          <a:pt x="22530" y="38909"/>
                        </a:lnTo>
                        <a:close/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2" name="Freeform: Shape 121">
                    <a:extLst>
                      <a:ext uri="{FF2B5EF4-FFF2-40B4-BE49-F238E27FC236}">
                        <a16:creationId xmlns:a16="http://schemas.microsoft.com/office/drawing/2014/main" id="{2C53C9F8-4FF2-B7B7-4C6E-50F00FA4CA08}"/>
                      </a:ext>
                    </a:extLst>
                  </p:cNvPr>
                  <p:cNvSpPr/>
                  <p:nvPr/>
                </p:nvSpPr>
                <p:spPr>
                  <a:xfrm>
                    <a:off x="6248833" y="2669914"/>
                    <a:ext cx="95729" cy="84441"/>
                  </a:xfrm>
                  <a:custGeom>
                    <a:avLst/>
                    <a:gdLst>
                      <a:gd name="csX0" fmla="*/ 95670 w 95729"/>
                      <a:gd name="csY0" fmla="*/ 73645 h 84441"/>
                      <a:gd name="csX1" fmla="*/ 84251 w 95729"/>
                      <a:gd name="csY1" fmla="*/ 72549 h 84441"/>
                      <a:gd name="csX2" fmla="*/ 84251 w 95729"/>
                      <a:gd name="csY2" fmla="*/ 10018 h 84441"/>
                      <a:gd name="csX3" fmla="*/ 82147 w 95729"/>
                      <a:gd name="csY3" fmla="*/ 1927 h 84441"/>
                      <a:gd name="csX4" fmla="*/ 64121 w 95729"/>
                      <a:gd name="csY4" fmla="*/ 766 h 84441"/>
                      <a:gd name="csX5" fmla="*/ 51824 w 95729"/>
                      <a:gd name="csY5" fmla="*/ 10598 h 84441"/>
                      <a:gd name="csX6" fmla="*/ 63657 w 95729"/>
                      <a:gd name="csY6" fmla="*/ 11540 h 84441"/>
                      <a:gd name="csX7" fmla="*/ 63876 w 95729"/>
                      <a:gd name="csY7" fmla="*/ 69439 h 84441"/>
                      <a:gd name="csX8" fmla="*/ 62715 w 95729"/>
                      <a:gd name="csY8" fmla="*/ 70110 h 84441"/>
                      <a:gd name="csX9" fmla="*/ 43024 w 95729"/>
                      <a:gd name="csY9" fmla="*/ 73632 h 84441"/>
                      <a:gd name="csX10" fmla="*/ 32830 w 95729"/>
                      <a:gd name="csY10" fmla="*/ 58987 h 84441"/>
                      <a:gd name="csX11" fmla="*/ 32830 w 95729"/>
                      <a:gd name="csY11" fmla="*/ 10018 h 84441"/>
                      <a:gd name="csX12" fmla="*/ 30727 w 95729"/>
                      <a:gd name="csY12" fmla="*/ 1927 h 84441"/>
                      <a:gd name="csX13" fmla="*/ 12700 w 95729"/>
                      <a:gd name="csY13" fmla="*/ 766 h 84441"/>
                      <a:gd name="csX14" fmla="*/ 403 w 95729"/>
                      <a:gd name="csY14" fmla="*/ 10598 h 84441"/>
                      <a:gd name="csX15" fmla="*/ 12236 w 95729"/>
                      <a:gd name="csY15" fmla="*/ 11540 h 84441"/>
                      <a:gd name="csX16" fmla="*/ 12455 w 95729"/>
                      <a:gd name="csY16" fmla="*/ 57813 h 84441"/>
                      <a:gd name="csX17" fmla="*/ 33785 w 95729"/>
                      <a:gd name="csY17" fmla="*/ 84394 h 84441"/>
                      <a:gd name="csX18" fmla="*/ 63915 w 95729"/>
                      <a:gd name="csY18" fmla="*/ 72794 h 84441"/>
                      <a:gd name="csX19" fmla="*/ 63915 w 95729"/>
                      <a:gd name="csY19" fmla="*/ 78549 h 84441"/>
                      <a:gd name="csX20" fmla="*/ 75489 w 95729"/>
                      <a:gd name="csY20" fmla="*/ 84278 h 84441"/>
                      <a:gd name="csX21" fmla="*/ 95696 w 95729"/>
                      <a:gd name="csY21" fmla="*/ 73632 h 8444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</a:cxnLst>
                    <a:rect l="l" t="t" r="r" b="b"/>
                    <a:pathLst>
                      <a:path w="95729" h="84441">
                        <a:moveTo>
                          <a:pt x="95670" y="73645"/>
                        </a:moveTo>
                        <a:lnTo>
                          <a:pt x="84251" y="72549"/>
                        </a:lnTo>
                        <a:lnTo>
                          <a:pt x="84251" y="10018"/>
                        </a:lnTo>
                        <a:cubicBezTo>
                          <a:pt x="84251" y="2869"/>
                          <a:pt x="82147" y="1927"/>
                          <a:pt x="82147" y="1927"/>
                        </a:cubicBezTo>
                        <a:cubicBezTo>
                          <a:pt x="82147" y="1927"/>
                          <a:pt x="80264" y="-1479"/>
                          <a:pt x="64121" y="766"/>
                        </a:cubicBezTo>
                        <a:cubicBezTo>
                          <a:pt x="47966" y="3011"/>
                          <a:pt x="51824" y="10598"/>
                          <a:pt x="51824" y="10598"/>
                        </a:cubicBezTo>
                        <a:lnTo>
                          <a:pt x="63657" y="11540"/>
                        </a:lnTo>
                        <a:lnTo>
                          <a:pt x="63876" y="69439"/>
                        </a:lnTo>
                        <a:lnTo>
                          <a:pt x="62715" y="70110"/>
                        </a:lnTo>
                        <a:cubicBezTo>
                          <a:pt x="62715" y="70110"/>
                          <a:pt x="54043" y="74678"/>
                          <a:pt x="43024" y="73632"/>
                        </a:cubicBezTo>
                        <a:cubicBezTo>
                          <a:pt x="32004" y="72574"/>
                          <a:pt x="32830" y="58987"/>
                          <a:pt x="32830" y="58987"/>
                        </a:cubicBezTo>
                        <a:lnTo>
                          <a:pt x="32830" y="10018"/>
                        </a:lnTo>
                        <a:cubicBezTo>
                          <a:pt x="32830" y="2869"/>
                          <a:pt x="30727" y="1927"/>
                          <a:pt x="30727" y="1927"/>
                        </a:cubicBezTo>
                        <a:cubicBezTo>
                          <a:pt x="30727" y="1927"/>
                          <a:pt x="28843" y="-1479"/>
                          <a:pt x="12700" y="766"/>
                        </a:cubicBezTo>
                        <a:cubicBezTo>
                          <a:pt x="-3455" y="3011"/>
                          <a:pt x="403" y="10598"/>
                          <a:pt x="403" y="10598"/>
                        </a:cubicBezTo>
                        <a:lnTo>
                          <a:pt x="12236" y="11540"/>
                        </a:lnTo>
                        <a:lnTo>
                          <a:pt x="12455" y="57813"/>
                        </a:lnTo>
                        <a:cubicBezTo>
                          <a:pt x="12455" y="57813"/>
                          <a:pt x="11991" y="83465"/>
                          <a:pt x="33785" y="84394"/>
                        </a:cubicBezTo>
                        <a:cubicBezTo>
                          <a:pt x="53114" y="85220"/>
                          <a:pt x="62121" y="75078"/>
                          <a:pt x="63915" y="72794"/>
                        </a:cubicBezTo>
                        <a:lnTo>
                          <a:pt x="63915" y="78549"/>
                        </a:lnTo>
                        <a:cubicBezTo>
                          <a:pt x="63915" y="78549"/>
                          <a:pt x="65076" y="83839"/>
                          <a:pt x="75489" y="84278"/>
                        </a:cubicBezTo>
                        <a:cubicBezTo>
                          <a:pt x="85593" y="84730"/>
                          <a:pt x="96406" y="81052"/>
                          <a:pt x="95696" y="73632"/>
                        </a:cubicBezTo>
                        <a:close/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3" name="Freeform: Shape 122">
                    <a:extLst>
                      <a:ext uri="{FF2B5EF4-FFF2-40B4-BE49-F238E27FC236}">
                        <a16:creationId xmlns:a16="http://schemas.microsoft.com/office/drawing/2014/main" id="{6E6EA2D1-8476-E21D-5098-49C1BCE9844C}"/>
                      </a:ext>
                    </a:extLst>
                  </p:cNvPr>
                  <p:cNvSpPr/>
                  <p:nvPr/>
                </p:nvSpPr>
                <p:spPr>
                  <a:xfrm>
                    <a:off x="6345923" y="2654227"/>
                    <a:ext cx="58775" cy="99914"/>
                  </a:xfrm>
                  <a:custGeom>
                    <a:avLst/>
                    <a:gdLst>
                      <a:gd name="csX0" fmla="*/ 0 w 58775"/>
                      <a:gd name="csY0" fmla="*/ 21692 h 99914"/>
                      <a:gd name="csX1" fmla="*/ 206 w 58775"/>
                      <a:gd name="csY1" fmla="*/ 21628 h 99914"/>
                      <a:gd name="csX2" fmla="*/ 14065 w 58775"/>
                      <a:gd name="csY2" fmla="*/ 16944 h 99914"/>
                      <a:gd name="csX3" fmla="*/ 23265 w 58775"/>
                      <a:gd name="csY3" fmla="*/ 2762 h 99914"/>
                      <a:gd name="csX4" fmla="*/ 26891 w 58775"/>
                      <a:gd name="csY4" fmla="*/ 1 h 99914"/>
                      <a:gd name="csX5" fmla="*/ 33278 w 58775"/>
                      <a:gd name="csY5" fmla="*/ 1 h 99914"/>
                      <a:gd name="csX6" fmla="*/ 33278 w 58775"/>
                      <a:gd name="csY6" fmla="*/ 16866 h 99914"/>
                      <a:gd name="csX7" fmla="*/ 56131 w 58775"/>
                      <a:gd name="csY7" fmla="*/ 16866 h 99914"/>
                      <a:gd name="csX8" fmla="*/ 56131 w 58775"/>
                      <a:gd name="csY8" fmla="*/ 26583 h 99914"/>
                      <a:gd name="csX9" fmla="*/ 33459 w 58775"/>
                      <a:gd name="csY9" fmla="*/ 26583 h 99914"/>
                      <a:gd name="csX10" fmla="*/ 33459 w 58775"/>
                      <a:gd name="csY10" fmla="*/ 77655 h 99914"/>
                      <a:gd name="csX11" fmla="*/ 57137 w 58775"/>
                      <a:gd name="csY11" fmla="*/ 89655 h 99914"/>
                      <a:gd name="csX12" fmla="*/ 58776 w 58775"/>
                      <a:gd name="csY12" fmla="*/ 95281 h 99914"/>
                      <a:gd name="csX13" fmla="*/ 35459 w 58775"/>
                      <a:gd name="csY13" fmla="*/ 99914 h 99914"/>
                      <a:gd name="csX14" fmla="*/ 15549 w 58775"/>
                      <a:gd name="csY14" fmla="*/ 89617 h 99914"/>
                      <a:gd name="csX15" fmla="*/ 12620 w 58775"/>
                      <a:gd name="csY15" fmla="*/ 71410 h 99914"/>
                      <a:gd name="csX16" fmla="*/ 12620 w 58775"/>
                      <a:gd name="csY16" fmla="*/ 26724 h 99914"/>
                      <a:gd name="csX17" fmla="*/ 77 w 58775"/>
                      <a:gd name="csY17" fmla="*/ 26724 h 99914"/>
                      <a:gd name="csX18" fmla="*/ 13 w 58775"/>
                      <a:gd name="csY18" fmla="*/ 21679 h 9991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</a:cxnLst>
                    <a:rect l="l" t="t" r="r" b="b"/>
                    <a:pathLst>
                      <a:path w="58775" h="99914">
                        <a:moveTo>
                          <a:pt x="0" y="21692"/>
                        </a:moveTo>
                        <a:lnTo>
                          <a:pt x="206" y="21628"/>
                        </a:lnTo>
                        <a:lnTo>
                          <a:pt x="14065" y="16944"/>
                        </a:lnTo>
                        <a:lnTo>
                          <a:pt x="23265" y="2762"/>
                        </a:lnTo>
                        <a:cubicBezTo>
                          <a:pt x="23265" y="2762"/>
                          <a:pt x="25188" y="-63"/>
                          <a:pt x="26891" y="1"/>
                        </a:cubicBezTo>
                        <a:lnTo>
                          <a:pt x="33278" y="1"/>
                        </a:lnTo>
                        <a:lnTo>
                          <a:pt x="33278" y="16866"/>
                        </a:lnTo>
                        <a:lnTo>
                          <a:pt x="56131" y="16866"/>
                        </a:lnTo>
                        <a:lnTo>
                          <a:pt x="56131" y="26583"/>
                        </a:lnTo>
                        <a:lnTo>
                          <a:pt x="33459" y="26583"/>
                        </a:lnTo>
                        <a:lnTo>
                          <a:pt x="33459" y="77655"/>
                        </a:lnTo>
                        <a:cubicBezTo>
                          <a:pt x="33459" y="77655"/>
                          <a:pt x="32336" y="95759"/>
                          <a:pt x="57137" y="89655"/>
                        </a:cubicBezTo>
                        <a:lnTo>
                          <a:pt x="58776" y="95281"/>
                        </a:lnTo>
                        <a:cubicBezTo>
                          <a:pt x="58776" y="95281"/>
                          <a:pt x="50685" y="99965"/>
                          <a:pt x="35459" y="99914"/>
                        </a:cubicBezTo>
                        <a:cubicBezTo>
                          <a:pt x="20233" y="99875"/>
                          <a:pt x="15549" y="89617"/>
                          <a:pt x="15549" y="89617"/>
                        </a:cubicBezTo>
                        <a:cubicBezTo>
                          <a:pt x="15549" y="89617"/>
                          <a:pt x="12387" y="81939"/>
                          <a:pt x="12620" y="71410"/>
                        </a:cubicBezTo>
                        <a:lnTo>
                          <a:pt x="12620" y="26724"/>
                        </a:lnTo>
                        <a:lnTo>
                          <a:pt x="77" y="26724"/>
                        </a:lnTo>
                        <a:cubicBezTo>
                          <a:pt x="77" y="26724"/>
                          <a:pt x="13" y="21679"/>
                          <a:pt x="13" y="21679"/>
                        </a:cubicBezTo>
                        <a:close/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4" name="Freeform: Shape 123">
                    <a:extLst>
                      <a:ext uri="{FF2B5EF4-FFF2-40B4-BE49-F238E27FC236}">
                        <a16:creationId xmlns:a16="http://schemas.microsoft.com/office/drawing/2014/main" id="{BBD325EA-77BF-9F00-7F7E-077DDE5F7D1B}"/>
                      </a:ext>
                    </a:extLst>
                  </p:cNvPr>
                  <p:cNvSpPr/>
                  <p:nvPr/>
                </p:nvSpPr>
                <p:spPr>
                  <a:xfrm>
                    <a:off x="6412936" y="2632830"/>
                    <a:ext cx="44279" cy="119413"/>
                  </a:xfrm>
                  <a:custGeom>
                    <a:avLst/>
                    <a:gdLst>
                      <a:gd name="csX0" fmla="*/ 32783 w 44279"/>
                      <a:gd name="csY0" fmla="*/ 109362 h 119413"/>
                      <a:gd name="csX1" fmla="*/ 32783 w 44279"/>
                      <a:gd name="csY1" fmla="*/ 5010 h 119413"/>
                      <a:gd name="csX2" fmla="*/ 14950 w 44279"/>
                      <a:gd name="csY2" fmla="*/ 352 h 119413"/>
                      <a:gd name="csX3" fmla="*/ 189 w 44279"/>
                      <a:gd name="csY3" fmla="*/ 10365 h 119413"/>
                      <a:gd name="csX4" fmla="*/ 12124 w 44279"/>
                      <a:gd name="csY4" fmla="*/ 11423 h 119413"/>
                      <a:gd name="csX5" fmla="*/ 12034 w 44279"/>
                      <a:gd name="csY5" fmla="*/ 109310 h 119413"/>
                      <a:gd name="csX6" fmla="*/ 163 w 44279"/>
                      <a:gd name="csY6" fmla="*/ 119413 h 119413"/>
                      <a:gd name="csX7" fmla="*/ 44177 w 44279"/>
                      <a:gd name="csY7" fmla="*/ 119413 h 119413"/>
                      <a:gd name="csX8" fmla="*/ 32757 w 44279"/>
                      <a:gd name="csY8" fmla="*/ 109362 h 119413"/>
                      <a:gd name="csX9" fmla="*/ 32783 w 44279"/>
                      <a:gd name="csY9" fmla="*/ 109387 h 11941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44279" h="119413">
                        <a:moveTo>
                          <a:pt x="32783" y="109362"/>
                        </a:moveTo>
                        <a:lnTo>
                          <a:pt x="32783" y="5010"/>
                        </a:lnTo>
                        <a:cubicBezTo>
                          <a:pt x="32783" y="5010"/>
                          <a:pt x="32693" y="-1571"/>
                          <a:pt x="14950" y="352"/>
                        </a:cubicBezTo>
                        <a:cubicBezTo>
                          <a:pt x="-2792" y="2275"/>
                          <a:pt x="189" y="10365"/>
                          <a:pt x="189" y="10365"/>
                        </a:cubicBezTo>
                        <a:lnTo>
                          <a:pt x="12124" y="11423"/>
                        </a:lnTo>
                        <a:lnTo>
                          <a:pt x="12034" y="109310"/>
                        </a:lnTo>
                        <a:cubicBezTo>
                          <a:pt x="-1850" y="110278"/>
                          <a:pt x="163" y="119413"/>
                          <a:pt x="163" y="119413"/>
                        </a:cubicBezTo>
                        <a:lnTo>
                          <a:pt x="44177" y="119413"/>
                        </a:lnTo>
                        <a:cubicBezTo>
                          <a:pt x="44177" y="119413"/>
                          <a:pt x="46151" y="110471"/>
                          <a:pt x="32757" y="109362"/>
                        </a:cubicBezTo>
                        <a:lnTo>
                          <a:pt x="32783" y="109387"/>
                        </a:lnTo>
                        <a:close/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5" name="Freeform: Shape 124">
                    <a:extLst>
                      <a:ext uri="{FF2B5EF4-FFF2-40B4-BE49-F238E27FC236}">
                        <a16:creationId xmlns:a16="http://schemas.microsoft.com/office/drawing/2014/main" id="{81434BCE-9046-4984-87EA-8887BE895696}"/>
                      </a:ext>
                    </a:extLst>
                  </p:cNvPr>
                  <p:cNvSpPr/>
                  <p:nvPr/>
                </p:nvSpPr>
                <p:spPr>
                  <a:xfrm>
                    <a:off x="6466138" y="2669631"/>
                    <a:ext cx="44279" cy="82625"/>
                  </a:xfrm>
                  <a:custGeom>
                    <a:avLst/>
                    <a:gdLst>
                      <a:gd name="csX0" fmla="*/ 32783 w 44279"/>
                      <a:gd name="csY0" fmla="*/ 72561 h 82625"/>
                      <a:gd name="csX1" fmla="*/ 32783 w 44279"/>
                      <a:gd name="csY1" fmla="*/ 5010 h 82625"/>
                      <a:gd name="csX2" fmla="*/ 14950 w 44279"/>
                      <a:gd name="csY2" fmla="*/ 352 h 82625"/>
                      <a:gd name="csX3" fmla="*/ 189 w 44279"/>
                      <a:gd name="csY3" fmla="*/ 10365 h 82625"/>
                      <a:gd name="csX4" fmla="*/ 12124 w 44279"/>
                      <a:gd name="csY4" fmla="*/ 11423 h 82625"/>
                      <a:gd name="csX5" fmla="*/ 12034 w 44279"/>
                      <a:gd name="csY5" fmla="*/ 72522 h 82625"/>
                      <a:gd name="csX6" fmla="*/ 163 w 44279"/>
                      <a:gd name="csY6" fmla="*/ 82625 h 82625"/>
                      <a:gd name="csX7" fmla="*/ 44177 w 44279"/>
                      <a:gd name="csY7" fmla="*/ 82625 h 82625"/>
                      <a:gd name="csX8" fmla="*/ 32757 w 44279"/>
                      <a:gd name="csY8" fmla="*/ 72573 h 82625"/>
                      <a:gd name="csX9" fmla="*/ 32783 w 44279"/>
                      <a:gd name="csY9" fmla="*/ 72573 h 8262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44279" h="82625">
                        <a:moveTo>
                          <a:pt x="32783" y="72561"/>
                        </a:moveTo>
                        <a:lnTo>
                          <a:pt x="32783" y="5010"/>
                        </a:lnTo>
                        <a:cubicBezTo>
                          <a:pt x="32783" y="5010"/>
                          <a:pt x="32693" y="-1571"/>
                          <a:pt x="14950" y="352"/>
                        </a:cubicBezTo>
                        <a:cubicBezTo>
                          <a:pt x="-2792" y="2275"/>
                          <a:pt x="189" y="10365"/>
                          <a:pt x="189" y="10365"/>
                        </a:cubicBezTo>
                        <a:lnTo>
                          <a:pt x="12124" y="11423"/>
                        </a:lnTo>
                        <a:lnTo>
                          <a:pt x="12034" y="72522"/>
                        </a:lnTo>
                        <a:cubicBezTo>
                          <a:pt x="-1850" y="73490"/>
                          <a:pt x="163" y="82625"/>
                          <a:pt x="163" y="82625"/>
                        </a:cubicBezTo>
                        <a:lnTo>
                          <a:pt x="44177" y="82625"/>
                        </a:lnTo>
                        <a:cubicBezTo>
                          <a:pt x="44177" y="82625"/>
                          <a:pt x="46151" y="73683"/>
                          <a:pt x="32757" y="72573"/>
                        </a:cubicBezTo>
                        <a:lnTo>
                          <a:pt x="32783" y="72573"/>
                        </a:lnTo>
                        <a:close/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6" name="Freeform: Shape 125">
                    <a:extLst>
                      <a:ext uri="{FF2B5EF4-FFF2-40B4-BE49-F238E27FC236}">
                        <a16:creationId xmlns:a16="http://schemas.microsoft.com/office/drawing/2014/main" id="{D4080881-B140-01D1-29F8-FC0E8F84A046}"/>
                      </a:ext>
                    </a:extLst>
                  </p:cNvPr>
                  <p:cNvSpPr/>
                  <p:nvPr/>
                </p:nvSpPr>
                <p:spPr>
                  <a:xfrm>
                    <a:off x="6475385" y="2633311"/>
                    <a:ext cx="24426" cy="22116"/>
                  </a:xfrm>
                  <a:custGeom>
                    <a:avLst/>
                    <a:gdLst>
                      <a:gd name="csX0" fmla="*/ 11058 w 24426"/>
                      <a:gd name="csY0" fmla="*/ 0 h 22116"/>
                      <a:gd name="csX1" fmla="*/ 13368 w 24426"/>
                      <a:gd name="csY1" fmla="*/ 0 h 22116"/>
                      <a:gd name="csX2" fmla="*/ 24427 w 24426"/>
                      <a:gd name="csY2" fmla="*/ 11058 h 22116"/>
                      <a:gd name="csX3" fmla="*/ 24427 w 24426"/>
                      <a:gd name="csY3" fmla="*/ 11058 h 22116"/>
                      <a:gd name="csX4" fmla="*/ 13368 w 24426"/>
                      <a:gd name="csY4" fmla="*/ 22117 h 22116"/>
                      <a:gd name="csX5" fmla="*/ 11058 w 24426"/>
                      <a:gd name="csY5" fmla="*/ 22117 h 22116"/>
                      <a:gd name="csX6" fmla="*/ 0 w 24426"/>
                      <a:gd name="csY6" fmla="*/ 11058 h 22116"/>
                      <a:gd name="csX7" fmla="*/ 0 w 24426"/>
                      <a:gd name="csY7" fmla="*/ 11058 h 22116"/>
                      <a:gd name="csX8" fmla="*/ 11058 w 24426"/>
                      <a:gd name="csY8" fmla="*/ 0 h 2211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24426" h="22116">
                        <a:moveTo>
                          <a:pt x="11058" y="0"/>
                        </a:moveTo>
                        <a:lnTo>
                          <a:pt x="13368" y="0"/>
                        </a:lnTo>
                        <a:cubicBezTo>
                          <a:pt x="19484" y="0"/>
                          <a:pt x="24427" y="4955"/>
                          <a:pt x="24427" y="11058"/>
                        </a:cubicBezTo>
                        <a:lnTo>
                          <a:pt x="24427" y="11058"/>
                        </a:lnTo>
                        <a:cubicBezTo>
                          <a:pt x="24427" y="17175"/>
                          <a:pt x="19472" y="22117"/>
                          <a:pt x="13368" y="22117"/>
                        </a:cubicBezTo>
                        <a:lnTo>
                          <a:pt x="11058" y="22117"/>
                        </a:lnTo>
                        <a:cubicBezTo>
                          <a:pt x="4942" y="22117"/>
                          <a:pt x="0" y="17162"/>
                          <a:pt x="0" y="11058"/>
                        </a:cubicBezTo>
                        <a:lnTo>
                          <a:pt x="0" y="11058"/>
                        </a:lnTo>
                        <a:cubicBezTo>
                          <a:pt x="0" y="4942"/>
                          <a:pt x="4955" y="0"/>
                          <a:pt x="11058" y="0"/>
                        </a:cubicBezTo>
                        <a:close/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7" name="Freeform: Shape 126">
                    <a:extLst>
                      <a:ext uri="{FF2B5EF4-FFF2-40B4-BE49-F238E27FC236}">
                        <a16:creationId xmlns:a16="http://schemas.microsoft.com/office/drawing/2014/main" id="{41260D25-02E5-89D6-59AB-4076CE632C26}"/>
                      </a:ext>
                    </a:extLst>
                  </p:cNvPr>
                  <p:cNvSpPr/>
                  <p:nvPr/>
                </p:nvSpPr>
                <p:spPr>
                  <a:xfrm>
                    <a:off x="6515538" y="2668821"/>
                    <a:ext cx="71078" cy="85346"/>
                  </a:xfrm>
                  <a:custGeom>
                    <a:avLst/>
                    <a:gdLst>
                      <a:gd name="csX0" fmla="*/ 47939 w 71078"/>
                      <a:gd name="csY0" fmla="*/ 568 h 85346"/>
                      <a:gd name="csX1" fmla="*/ 12351 w 71078"/>
                      <a:gd name="csY1" fmla="*/ 7872 h 85346"/>
                      <a:gd name="csX2" fmla="*/ 145 w 71078"/>
                      <a:gd name="csY2" fmla="*/ 44854 h 85346"/>
                      <a:gd name="csX3" fmla="*/ 8300 w 71078"/>
                      <a:gd name="csY3" fmla="*/ 74106 h 85346"/>
                      <a:gd name="csX4" fmla="*/ 34546 w 71078"/>
                      <a:gd name="csY4" fmla="*/ 85242 h 85346"/>
                      <a:gd name="csX5" fmla="*/ 69579 w 71078"/>
                      <a:gd name="csY5" fmla="*/ 77513 h 85346"/>
                      <a:gd name="csX6" fmla="*/ 68521 w 71078"/>
                      <a:gd name="csY6" fmla="*/ 72364 h 85346"/>
                      <a:gd name="csX7" fmla="*/ 36829 w 71078"/>
                      <a:gd name="csY7" fmla="*/ 73887 h 85346"/>
                      <a:gd name="csX8" fmla="*/ 21242 w 71078"/>
                      <a:gd name="csY8" fmla="*/ 40376 h 85346"/>
                      <a:gd name="csX9" fmla="*/ 71050 w 71078"/>
                      <a:gd name="csY9" fmla="*/ 40376 h 85346"/>
                      <a:gd name="csX10" fmla="*/ 71050 w 71078"/>
                      <a:gd name="csY10" fmla="*/ 28350 h 85346"/>
                      <a:gd name="csX11" fmla="*/ 47939 w 71078"/>
                      <a:gd name="csY11" fmla="*/ 581 h 85346"/>
                      <a:gd name="csX12" fmla="*/ 51359 w 71078"/>
                      <a:gd name="csY12" fmla="*/ 22788 h 85346"/>
                      <a:gd name="csX13" fmla="*/ 51359 w 71078"/>
                      <a:gd name="csY13" fmla="*/ 31318 h 85346"/>
                      <a:gd name="csX14" fmla="*/ 21474 w 71078"/>
                      <a:gd name="csY14" fmla="*/ 33150 h 85346"/>
                      <a:gd name="csX15" fmla="*/ 36236 w 71078"/>
                      <a:gd name="csY15" fmla="*/ 8014 h 85346"/>
                      <a:gd name="csX16" fmla="*/ 51359 w 71078"/>
                      <a:gd name="csY16" fmla="*/ 22775 h 8534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71078" h="85346">
                        <a:moveTo>
                          <a:pt x="47939" y="568"/>
                        </a:moveTo>
                        <a:cubicBezTo>
                          <a:pt x="23036" y="-2503"/>
                          <a:pt x="12351" y="7872"/>
                          <a:pt x="12351" y="7872"/>
                        </a:cubicBezTo>
                        <a:cubicBezTo>
                          <a:pt x="12351" y="7872"/>
                          <a:pt x="-1559" y="18866"/>
                          <a:pt x="145" y="44854"/>
                        </a:cubicBezTo>
                        <a:cubicBezTo>
                          <a:pt x="1603" y="67203"/>
                          <a:pt x="8300" y="74106"/>
                          <a:pt x="8300" y="74106"/>
                        </a:cubicBezTo>
                        <a:cubicBezTo>
                          <a:pt x="8300" y="74106"/>
                          <a:pt x="14571" y="84235"/>
                          <a:pt x="34546" y="85242"/>
                        </a:cubicBezTo>
                        <a:cubicBezTo>
                          <a:pt x="56920" y="86403"/>
                          <a:pt x="69579" y="77513"/>
                          <a:pt x="69579" y="77513"/>
                        </a:cubicBezTo>
                        <a:lnTo>
                          <a:pt x="68521" y="72364"/>
                        </a:lnTo>
                        <a:cubicBezTo>
                          <a:pt x="68521" y="72364"/>
                          <a:pt x="48830" y="78274"/>
                          <a:pt x="36829" y="73887"/>
                        </a:cubicBezTo>
                        <a:cubicBezTo>
                          <a:pt x="17474" y="66803"/>
                          <a:pt x="21242" y="40376"/>
                          <a:pt x="21242" y="40376"/>
                        </a:cubicBezTo>
                        <a:lnTo>
                          <a:pt x="71050" y="40376"/>
                        </a:lnTo>
                        <a:lnTo>
                          <a:pt x="71050" y="28350"/>
                        </a:lnTo>
                        <a:cubicBezTo>
                          <a:pt x="71050" y="28350"/>
                          <a:pt x="72843" y="3665"/>
                          <a:pt x="47939" y="581"/>
                        </a:cubicBezTo>
                        <a:close/>
                        <a:moveTo>
                          <a:pt x="51359" y="22788"/>
                        </a:moveTo>
                        <a:lnTo>
                          <a:pt x="51359" y="31318"/>
                        </a:lnTo>
                        <a:lnTo>
                          <a:pt x="21474" y="33150"/>
                        </a:lnTo>
                        <a:cubicBezTo>
                          <a:pt x="21474" y="33150"/>
                          <a:pt x="17513" y="8465"/>
                          <a:pt x="36236" y="8014"/>
                        </a:cubicBezTo>
                        <a:cubicBezTo>
                          <a:pt x="52585" y="7627"/>
                          <a:pt x="51359" y="22775"/>
                          <a:pt x="51359" y="22775"/>
                        </a:cubicBezTo>
                        <a:close/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8" name="Freeform: Shape 127">
                    <a:extLst>
                      <a:ext uri="{FF2B5EF4-FFF2-40B4-BE49-F238E27FC236}">
                        <a16:creationId xmlns:a16="http://schemas.microsoft.com/office/drawing/2014/main" id="{93A3DC25-34A8-B236-E1BB-5DB3338FC1A9}"/>
                      </a:ext>
                    </a:extLst>
                  </p:cNvPr>
                  <p:cNvSpPr/>
                  <p:nvPr/>
                </p:nvSpPr>
                <p:spPr>
                  <a:xfrm>
                    <a:off x="6595690" y="2669132"/>
                    <a:ext cx="66446" cy="83111"/>
                  </a:xfrm>
                  <a:custGeom>
                    <a:avLst/>
                    <a:gdLst>
                      <a:gd name="csX0" fmla="*/ 59597 w 66446"/>
                      <a:gd name="csY0" fmla="*/ 258 h 83111"/>
                      <a:gd name="csX1" fmla="*/ 32783 w 66446"/>
                      <a:gd name="csY1" fmla="*/ 11587 h 83111"/>
                      <a:gd name="csX2" fmla="*/ 32783 w 66446"/>
                      <a:gd name="csY2" fmla="*/ 5497 h 83111"/>
                      <a:gd name="csX3" fmla="*/ 14950 w 66446"/>
                      <a:gd name="csY3" fmla="*/ 838 h 83111"/>
                      <a:gd name="csX4" fmla="*/ 189 w 66446"/>
                      <a:gd name="csY4" fmla="*/ 10852 h 83111"/>
                      <a:gd name="csX5" fmla="*/ 12124 w 66446"/>
                      <a:gd name="csY5" fmla="*/ 11910 h 83111"/>
                      <a:gd name="csX6" fmla="*/ 12034 w 66446"/>
                      <a:gd name="csY6" fmla="*/ 73008 h 83111"/>
                      <a:gd name="csX7" fmla="*/ 163 w 66446"/>
                      <a:gd name="csY7" fmla="*/ 83112 h 83111"/>
                      <a:gd name="csX8" fmla="*/ 44177 w 66446"/>
                      <a:gd name="csY8" fmla="*/ 83112 h 83111"/>
                      <a:gd name="csX9" fmla="*/ 32757 w 66446"/>
                      <a:gd name="csY9" fmla="*/ 73060 h 83111"/>
                      <a:gd name="csX10" fmla="*/ 32757 w 66446"/>
                      <a:gd name="csY10" fmla="*/ 15200 h 83111"/>
                      <a:gd name="csX11" fmla="*/ 60706 w 66446"/>
                      <a:gd name="csY11" fmla="*/ 20645 h 83111"/>
                      <a:gd name="csX12" fmla="*/ 66332 w 66446"/>
                      <a:gd name="csY12" fmla="*/ 12297 h 83111"/>
                      <a:gd name="csX13" fmla="*/ 59571 w 66446"/>
                      <a:gd name="csY13" fmla="*/ 271 h 83111"/>
                      <a:gd name="csX14" fmla="*/ 59597 w 66446"/>
                      <a:gd name="csY14" fmla="*/ 271 h 8311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</a:cxnLst>
                    <a:rect l="l" t="t" r="r" b="b"/>
                    <a:pathLst>
                      <a:path w="66446" h="83111">
                        <a:moveTo>
                          <a:pt x="59597" y="258"/>
                        </a:moveTo>
                        <a:cubicBezTo>
                          <a:pt x="59597" y="258"/>
                          <a:pt x="46474" y="-2723"/>
                          <a:pt x="32783" y="11587"/>
                        </a:cubicBezTo>
                        <a:lnTo>
                          <a:pt x="32783" y="5497"/>
                        </a:lnTo>
                        <a:cubicBezTo>
                          <a:pt x="32783" y="5497"/>
                          <a:pt x="32693" y="-1084"/>
                          <a:pt x="14950" y="838"/>
                        </a:cubicBezTo>
                        <a:cubicBezTo>
                          <a:pt x="-2792" y="2761"/>
                          <a:pt x="189" y="10852"/>
                          <a:pt x="189" y="10852"/>
                        </a:cubicBezTo>
                        <a:lnTo>
                          <a:pt x="12124" y="11910"/>
                        </a:lnTo>
                        <a:lnTo>
                          <a:pt x="12034" y="73008"/>
                        </a:lnTo>
                        <a:cubicBezTo>
                          <a:pt x="-1850" y="73976"/>
                          <a:pt x="163" y="83112"/>
                          <a:pt x="163" y="83112"/>
                        </a:cubicBezTo>
                        <a:lnTo>
                          <a:pt x="44177" y="83112"/>
                        </a:lnTo>
                        <a:cubicBezTo>
                          <a:pt x="44177" y="83112"/>
                          <a:pt x="46151" y="74170"/>
                          <a:pt x="32757" y="73060"/>
                        </a:cubicBezTo>
                        <a:lnTo>
                          <a:pt x="32757" y="15200"/>
                        </a:lnTo>
                        <a:cubicBezTo>
                          <a:pt x="35015" y="13613"/>
                          <a:pt x="42228" y="10916"/>
                          <a:pt x="60706" y="20645"/>
                        </a:cubicBezTo>
                        <a:cubicBezTo>
                          <a:pt x="60706" y="20645"/>
                          <a:pt x="65184" y="23200"/>
                          <a:pt x="66332" y="12297"/>
                        </a:cubicBezTo>
                        <a:cubicBezTo>
                          <a:pt x="67481" y="1406"/>
                          <a:pt x="59571" y="271"/>
                          <a:pt x="59571" y="271"/>
                        </a:cubicBezTo>
                        <a:lnTo>
                          <a:pt x="59597" y="271"/>
                        </a:lnTo>
                        <a:close/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9" name="Freeform: Shape 128">
                    <a:extLst>
                      <a:ext uri="{FF2B5EF4-FFF2-40B4-BE49-F238E27FC236}">
                        <a16:creationId xmlns:a16="http://schemas.microsoft.com/office/drawing/2014/main" id="{E6C33780-40EB-ECAA-585D-82E26AECB094}"/>
                      </a:ext>
                    </a:extLst>
                  </p:cNvPr>
                  <p:cNvSpPr/>
                  <p:nvPr/>
                </p:nvSpPr>
                <p:spPr>
                  <a:xfrm>
                    <a:off x="6670990" y="2669816"/>
                    <a:ext cx="60767" cy="84584"/>
                  </a:xfrm>
                  <a:custGeom>
                    <a:avLst/>
                    <a:gdLst>
                      <a:gd name="csX0" fmla="*/ 43317 w 60767"/>
                      <a:gd name="csY0" fmla="*/ 10193 h 84584"/>
                      <a:gd name="csX1" fmla="*/ 57253 w 60767"/>
                      <a:gd name="csY1" fmla="*/ 25071 h 84584"/>
                      <a:gd name="csX2" fmla="*/ 57253 w 60767"/>
                      <a:gd name="csY2" fmla="*/ 5380 h 84584"/>
                      <a:gd name="csX3" fmla="*/ 22465 w 60767"/>
                      <a:gd name="csY3" fmla="*/ 451 h 84584"/>
                      <a:gd name="csX4" fmla="*/ 671 w 60767"/>
                      <a:gd name="csY4" fmla="*/ 18955 h 84584"/>
                      <a:gd name="csX5" fmla="*/ 5032 w 60767"/>
                      <a:gd name="csY5" fmla="*/ 36001 h 84584"/>
                      <a:gd name="csX6" fmla="*/ 34040 w 60767"/>
                      <a:gd name="csY6" fmla="*/ 52595 h 84584"/>
                      <a:gd name="csX7" fmla="*/ 41433 w 60767"/>
                      <a:gd name="csY7" fmla="*/ 68853 h 84584"/>
                      <a:gd name="csX8" fmla="*/ 14400 w 60767"/>
                      <a:gd name="csY8" fmla="*/ 73640 h 84584"/>
                      <a:gd name="csX9" fmla="*/ 0 w 60767"/>
                      <a:gd name="csY9" fmla="*/ 57137 h 84584"/>
                      <a:gd name="csX10" fmla="*/ 0 w 60767"/>
                      <a:gd name="csY10" fmla="*/ 78570 h 84584"/>
                      <a:gd name="csX11" fmla="*/ 25304 w 60767"/>
                      <a:gd name="csY11" fmla="*/ 84544 h 84584"/>
                      <a:gd name="csX12" fmla="*/ 57395 w 60767"/>
                      <a:gd name="csY12" fmla="*/ 73189 h 84584"/>
                      <a:gd name="csX13" fmla="*/ 60441 w 60767"/>
                      <a:gd name="csY13" fmla="*/ 54556 h 84584"/>
                      <a:gd name="csX14" fmla="*/ 31498 w 60767"/>
                      <a:gd name="csY14" fmla="*/ 30542 h 84584"/>
                      <a:gd name="csX15" fmla="*/ 18284 w 60767"/>
                      <a:gd name="csY15" fmla="*/ 16142 h 84584"/>
                      <a:gd name="csX16" fmla="*/ 29304 w 60767"/>
                      <a:gd name="csY16" fmla="*/ 6864 h 84584"/>
                      <a:gd name="csX17" fmla="*/ 43330 w 60767"/>
                      <a:gd name="csY17" fmla="*/ 10155 h 84584"/>
                      <a:gd name="csX18" fmla="*/ 43304 w 60767"/>
                      <a:gd name="csY18" fmla="*/ 10181 h 8458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</a:cxnLst>
                    <a:rect l="l" t="t" r="r" b="b"/>
                    <a:pathLst>
                      <a:path w="60767" h="84584">
                        <a:moveTo>
                          <a:pt x="43317" y="10193"/>
                        </a:moveTo>
                        <a:cubicBezTo>
                          <a:pt x="45898" y="27304"/>
                          <a:pt x="57253" y="25071"/>
                          <a:pt x="57253" y="25071"/>
                        </a:cubicBezTo>
                        <a:lnTo>
                          <a:pt x="57253" y="5380"/>
                        </a:lnTo>
                        <a:cubicBezTo>
                          <a:pt x="43253" y="-2207"/>
                          <a:pt x="22465" y="451"/>
                          <a:pt x="22465" y="451"/>
                        </a:cubicBezTo>
                        <a:cubicBezTo>
                          <a:pt x="22465" y="451"/>
                          <a:pt x="2671" y="2038"/>
                          <a:pt x="671" y="18955"/>
                        </a:cubicBezTo>
                        <a:cubicBezTo>
                          <a:pt x="206" y="22942"/>
                          <a:pt x="890" y="31342"/>
                          <a:pt x="5032" y="36001"/>
                        </a:cubicBezTo>
                        <a:cubicBezTo>
                          <a:pt x="11355" y="43123"/>
                          <a:pt x="25394" y="48233"/>
                          <a:pt x="34040" y="52595"/>
                        </a:cubicBezTo>
                        <a:cubicBezTo>
                          <a:pt x="45459" y="58401"/>
                          <a:pt x="41433" y="68853"/>
                          <a:pt x="41433" y="68853"/>
                        </a:cubicBezTo>
                        <a:cubicBezTo>
                          <a:pt x="36904" y="82737"/>
                          <a:pt x="14400" y="73640"/>
                          <a:pt x="14400" y="73640"/>
                        </a:cubicBezTo>
                        <a:cubicBezTo>
                          <a:pt x="12413" y="53730"/>
                          <a:pt x="0" y="57137"/>
                          <a:pt x="0" y="57137"/>
                        </a:cubicBezTo>
                        <a:lnTo>
                          <a:pt x="0" y="78570"/>
                        </a:lnTo>
                        <a:cubicBezTo>
                          <a:pt x="0" y="78570"/>
                          <a:pt x="4103" y="82673"/>
                          <a:pt x="25304" y="84544"/>
                        </a:cubicBezTo>
                        <a:cubicBezTo>
                          <a:pt x="53189" y="85370"/>
                          <a:pt x="57395" y="73189"/>
                          <a:pt x="57395" y="73189"/>
                        </a:cubicBezTo>
                        <a:cubicBezTo>
                          <a:pt x="57395" y="73189"/>
                          <a:pt x="62015" y="66802"/>
                          <a:pt x="60441" y="54556"/>
                        </a:cubicBezTo>
                        <a:cubicBezTo>
                          <a:pt x="58737" y="41291"/>
                          <a:pt x="41292" y="35291"/>
                          <a:pt x="31498" y="30542"/>
                        </a:cubicBezTo>
                        <a:cubicBezTo>
                          <a:pt x="31498" y="30542"/>
                          <a:pt x="16917" y="25575"/>
                          <a:pt x="18284" y="16142"/>
                        </a:cubicBezTo>
                        <a:cubicBezTo>
                          <a:pt x="19652" y="6684"/>
                          <a:pt x="29304" y="6864"/>
                          <a:pt x="29304" y="6864"/>
                        </a:cubicBezTo>
                        <a:cubicBezTo>
                          <a:pt x="29304" y="6864"/>
                          <a:pt x="39046" y="6774"/>
                          <a:pt x="43330" y="10155"/>
                        </a:cubicBezTo>
                        <a:lnTo>
                          <a:pt x="43304" y="10181"/>
                        </a:lnTo>
                        <a:close/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110" name="Graphic 103">
                  <a:extLst>
                    <a:ext uri="{FF2B5EF4-FFF2-40B4-BE49-F238E27FC236}">
                      <a16:creationId xmlns:a16="http://schemas.microsoft.com/office/drawing/2014/main" id="{F29B44E2-C80F-FCBE-BA36-146718F5F137}"/>
                    </a:ext>
                  </a:extLst>
                </p:cNvPr>
                <p:cNvGrpSpPr/>
                <p:nvPr/>
              </p:nvGrpSpPr>
              <p:grpSpPr>
                <a:xfrm>
                  <a:off x="6568910" y="2617272"/>
                  <a:ext cx="162249" cy="32788"/>
                  <a:chOff x="6568910" y="2617272"/>
                  <a:chExt cx="162249" cy="32788"/>
                </a:xfrm>
                <a:solidFill>
                  <a:srgbClr val="E5BB83"/>
                </a:solidFill>
              </p:grpSpPr>
              <p:sp>
                <p:nvSpPr>
                  <p:cNvPr id="111" name="Freeform: Shape 110">
                    <a:extLst>
                      <a:ext uri="{FF2B5EF4-FFF2-40B4-BE49-F238E27FC236}">
                        <a16:creationId xmlns:a16="http://schemas.microsoft.com/office/drawing/2014/main" id="{C95C0FEA-E3CE-6A7F-2435-D8B25A69EA0A}"/>
                      </a:ext>
                    </a:extLst>
                  </p:cNvPr>
                  <p:cNvSpPr/>
                  <p:nvPr/>
                </p:nvSpPr>
                <p:spPr>
                  <a:xfrm>
                    <a:off x="6711585" y="2623737"/>
                    <a:ext cx="19574" cy="26323"/>
                  </a:xfrm>
                  <a:custGeom>
                    <a:avLst/>
                    <a:gdLst>
                      <a:gd name="csX0" fmla="*/ 19562 w 19574"/>
                      <a:gd name="csY0" fmla="*/ 13 h 26323"/>
                      <a:gd name="csX1" fmla="*/ 13846 w 19574"/>
                      <a:gd name="csY1" fmla="*/ 13 h 26323"/>
                      <a:gd name="csX2" fmla="*/ 10013 w 19574"/>
                      <a:gd name="csY2" fmla="*/ 12865 h 26323"/>
                      <a:gd name="csX3" fmla="*/ 5845 w 19574"/>
                      <a:gd name="csY3" fmla="*/ 13 h 26323"/>
                      <a:gd name="csX4" fmla="*/ 0 w 19574"/>
                      <a:gd name="csY4" fmla="*/ 13 h 26323"/>
                      <a:gd name="csX5" fmla="*/ 7342 w 19574"/>
                      <a:gd name="csY5" fmla="*/ 18672 h 26323"/>
                      <a:gd name="csX6" fmla="*/ 7342 w 19574"/>
                      <a:gd name="csY6" fmla="*/ 18710 h 26323"/>
                      <a:gd name="csX7" fmla="*/ 5549 w 19574"/>
                      <a:gd name="csY7" fmla="*/ 20904 h 26323"/>
                      <a:gd name="csX8" fmla="*/ 4271 w 19574"/>
                      <a:gd name="csY8" fmla="*/ 21484 h 26323"/>
                      <a:gd name="csX9" fmla="*/ 2839 w 19574"/>
                      <a:gd name="csY9" fmla="*/ 21639 h 26323"/>
                      <a:gd name="csX10" fmla="*/ 800 w 19574"/>
                      <a:gd name="csY10" fmla="*/ 21639 h 26323"/>
                      <a:gd name="csX11" fmla="*/ 800 w 19574"/>
                      <a:gd name="csY11" fmla="*/ 26323 h 26323"/>
                      <a:gd name="csX12" fmla="*/ 4232 w 19574"/>
                      <a:gd name="csY12" fmla="*/ 26323 h 26323"/>
                      <a:gd name="csX13" fmla="*/ 5536 w 19574"/>
                      <a:gd name="csY13" fmla="*/ 26143 h 26323"/>
                      <a:gd name="csX14" fmla="*/ 10258 w 19574"/>
                      <a:gd name="csY14" fmla="*/ 23162 h 26323"/>
                      <a:gd name="csX15" fmla="*/ 10258 w 19574"/>
                      <a:gd name="csY15" fmla="*/ 23162 h 26323"/>
                      <a:gd name="csX16" fmla="*/ 19575 w 19574"/>
                      <a:gd name="csY16" fmla="*/ 0 h 26323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19574" h="26323">
                        <a:moveTo>
                          <a:pt x="19562" y="13"/>
                        </a:moveTo>
                        <a:lnTo>
                          <a:pt x="13846" y="13"/>
                        </a:lnTo>
                        <a:cubicBezTo>
                          <a:pt x="13846" y="13"/>
                          <a:pt x="10594" y="11484"/>
                          <a:pt x="10013" y="12865"/>
                        </a:cubicBezTo>
                        <a:cubicBezTo>
                          <a:pt x="10013" y="12865"/>
                          <a:pt x="6387" y="2736"/>
                          <a:pt x="5845" y="13"/>
                        </a:cubicBezTo>
                        <a:lnTo>
                          <a:pt x="0" y="13"/>
                        </a:lnTo>
                        <a:cubicBezTo>
                          <a:pt x="0" y="13"/>
                          <a:pt x="2826" y="9962"/>
                          <a:pt x="7342" y="18672"/>
                        </a:cubicBezTo>
                        <a:lnTo>
                          <a:pt x="7342" y="18710"/>
                        </a:lnTo>
                        <a:cubicBezTo>
                          <a:pt x="6981" y="19626"/>
                          <a:pt x="6361" y="20388"/>
                          <a:pt x="5549" y="20904"/>
                        </a:cubicBezTo>
                        <a:cubicBezTo>
                          <a:pt x="5161" y="21149"/>
                          <a:pt x="4723" y="21355"/>
                          <a:pt x="4271" y="21484"/>
                        </a:cubicBezTo>
                        <a:cubicBezTo>
                          <a:pt x="3806" y="21614"/>
                          <a:pt x="3329" y="21639"/>
                          <a:pt x="2839" y="21639"/>
                        </a:cubicBezTo>
                        <a:lnTo>
                          <a:pt x="800" y="21639"/>
                        </a:lnTo>
                        <a:lnTo>
                          <a:pt x="800" y="26323"/>
                        </a:lnTo>
                        <a:lnTo>
                          <a:pt x="4232" y="26323"/>
                        </a:lnTo>
                        <a:cubicBezTo>
                          <a:pt x="4684" y="26285"/>
                          <a:pt x="5123" y="26233"/>
                          <a:pt x="5536" y="26143"/>
                        </a:cubicBezTo>
                        <a:cubicBezTo>
                          <a:pt x="7445" y="25717"/>
                          <a:pt x="9097" y="24646"/>
                          <a:pt x="10258" y="23162"/>
                        </a:cubicBezTo>
                        <a:lnTo>
                          <a:pt x="10258" y="23162"/>
                        </a:lnTo>
                        <a:cubicBezTo>
                          <a:pt x="15278" y="17020"/>
                          <a:pt x="19575" y="0"/>
                          <a:pt x="19575" y="0"/>
                        </a:cubicBezTo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2" name="Freeform: Shape 111">
                    <a:extLst>
                      <a:ext uri="{FF2B5EF4-FFF2-40B4-BE49-F238E27FC236}">
                        <a16:creationId xmlns:a16="http://schemas.microsoft.com/office/drawing/2014/main" id="{06724C18-2D4B-86A5-06F1-B7E7A92AA85B}"/>
                      </a:ext>
                    </a:extLst>
                  </p:cNvPr>
                  <p:cNvSpPr/>
                  <p:nvPr/>
                </p:nvSpPr>
                <p:spPr>
                  <a:xfrm>
                    <a:off x="6655854" y="2623246"/>
                    <a:ext cx="19148" cy="20516"/>
                  </a:xfrm>
                  <a:custGeom>
                    <a:avLst/>
                    <a:gdLst>
                      <a:gd name="csX0" fmla="*/ 16478 w 19148"/>
                      <a:gd name="csY0" fmla="*/ 2813 h 20516"/>
                      <a:gd name="csX1" fmla="*/ 13458 w 19148"/>
                      <a:gd name="csY1" fmla="*/ 736 h 20516"/>
                      <a:gd name="csX2" fmla="*/ 9587 w 19148"/>
                      <a:gd name="csY2" fmla="*/ 0 h 20516"/>
                      <a:gd name="csX3" fmla="*/ 5755 w 19148"/>
                      <a:gd name="csY3" fmla="*/ 736 h 20516"/>
                      <a:gd name="csX4" fmla="*/ 2710 w 19148"/>
                      <a:gd name="csY4" fmla="*/ 2813 h 20516"/>
                      <a:gd name="csX5" fmla="*/ 723 w 19148"/>
                      <a:gd name="csY5" fmla="*/ 6039 h 20516"/>
                      <a:gd name="csX6" fmla="*/ 0 w 19148"/>
                      <a:gd name="csY6" fmla="*/ 10233 h 20516"/>
                      <a:gd name="csX7" fmla="*/ 697 w 19148"/>
                      <a:gd name="csY7" fmla="*/ 14439 h 20516"/>
                      <a:gd name="csX8" fmla="*/ 2671 w 19148"/>
                      <a:gd name="csY8" fmla="*/ 17704 h 20516"/>
                      <a:gd name="csX9" fmla="*/ 5690 w 19148"/>
                      <a:gd name="csY9" fmla="*/ 19781 h 20516"/>
                      <a:gd name="csX10" fmla="*/ 9587 w 19148"/>
                      <a:gd name="csY10" fmla="*/ 20517 h 20516"/>
                      <a:gd name="csX11" fmla="*/ 13536 w 19148"/>
                      <a:gd name="csY11" fmla="*/ 19781 h 20516"/>
                      <a:gd name="csX12" fmla="*/ 16555 w 19148"/>
                      <a:gd name="csY12" fmla="*/ 17704 h 20516"/>
                      <a:gd name="csX13" fmla="*/ 18478 w 19148"/>
                      <a:gd name="csY13" fmla="*/ 14439 h 20516"/>
                      <a:gd name="csX14" fmla="*/ 19149 w 19148"/>
                      <a:gd name="csY14" fmla="*/ 10233 h 20516"/>
                      <a:gd name="csX15" fmla="*/ 18452 w 19148"/>
                      <a:gd name="csY15" fmla="*/ 6039 h 20516"/>
                      <a:gd name="csX16" fmla="*/ 16478 w 19148"/>
                      <a:gd name="csY16" fmla="*/ 2813 h 20516"/>
                      <a:gd name="csX17" fmla="*/ 12491 w 19148"/>
                      <a:gd name="csY17" fmla="*/ 14271 h 20516"/>
                      <a:gd name="csX18" fmla="*/ 9574 w 19148"/>
                      <a:gd name="csY18" fmla="*/ 15768 h 20516"/>
                      <a:gd name="csX19" fmla="*/ 6645 w 19148"/>
                      <a:gd name="csY19" fmla="*/ 14271 h 20516"/>
                      <a:gd name="csX20" fmla="*/ 5613 w 19148"/>
                      <a:gd name="csY20" fmla="*/ 10220 h 20516"/>
                      <a:gd name="csX21" fmla="*/ 6645 w 19148"/>
                      <a:gd name="csY21" fmla="*/ 6207 h 20516"/>
                      <a:gd name="csX22" fmla="*/ 9574 w 19148"/>
                      <a:gd name="csY22" fmla="*/ 4749 h 20516"/>
                      <a:gd name="csX23" fmla="*/ 12491 w 19148"/>
                      <a:gd name="csY23" fmla="*/ 6207 h 20516"/>
                      <a:gd name="csX24" fmla="*/ 13497 w 19148"/>
                      <a:gd name="csY24" fmla="*/ 10220 h 20516"/>
                      <a:gd name="csX25" fmla="*/ 12491 w 19148"/>
                      <a:gd name="csY25" fmla="*/ 14271 h 2051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</a:cxnLst>
                    <a:rect l="l" t="t" r="r" b="b"/>
                    <a:pathLst>
                      <a:path w="19148" h="20516">
                        <a:moveTo>
                          <a:pt x="16478" y="2813"/>
                        </a:moveTo>
                        <a:cubicBezTo>
                          <a:pt x="15626" y="1923"/>
                          <a:pt x="14646" y="1239"/>
                          <a:pt x="13458" y="736"/>
                        </a:cubicBezTo>
                        <a:cubicBezTo>
                          <a:pt x="12297" y="245"/>
                          <a:pt x="10994" y="0"/>
                          <a:pt x="9587" y="0"/>
                        </a:cubicBezTo>
                        <a:cubicBezTo>
                          <a:pt x="8181" y="0"/>
                          <a:pt x="6916" y="245"/>
                          <a:pt x="5755" y="736"/>
                        </a:cubicBezTo>
                        <a:cubicBezTo>
                          <a:pt x="4568" y="1226"/>
                          <a:pt x="3561" y="1923"/>
                          <a:pt x="2710" y="2813"/>
                        </a:cubicBezTo>
                        <a:cubicBezTo>
                          <a:pt x="1858" y="3703"/>
                          <a:pt x="1187" y="4787"/>
                          <a:pt x="723" y="6039"/>
                        </a:cubicBezTo>
                        <a:cubicBezTo>
                          <a:pt x="232" y="7291"/>
                          <a:pt x="0" y="8684"/>
                          <a:pt x="0" y="10233"/>
                        </a:cubicBezTo>
                        <a:cubicBezTo>
                          <a:pt x="0" y="11781"/>
                          <a:pt x="219" y="13162"/>
                          <a:pt x="697" y="14439"/>
                        </a:cubicBezTo>
                        <a:cubicBezTo>
                          <a:pt x="1161" y="15717"/>
                          <a:pt x="1819" y="16813"/>
                          <a:pt x="2671" y="17704"/>
                        </a:cubicBezTo>
                        <a:cubicBezTo>
                          <a:pt x="3497" y="18594"/>
                          <a:pt x="4503" y="19291"/>
                          <a:pt x="5690" y="19781"/>
                        </a:cubicBezTo>
                        <a:cubicBezTo>
                          <a:pt x="6852" y="20272"/>
                          <a:pt x="8155" y="20517"/>
                          <a:pt x="9587" y="20517"/>
                        </a:cubicBezTo>
                        <a:cubicBezTo>
                          <a:pt x="11020" y="20517"/>
                          <a:pt x="12362" y="20272"/>
                          <a:pt x="13536" y="19781"/>
                        </a:cubicBezTo>
                        <a:cubicBezTo>
                          <a:pt x="14697" y="19291"/>
                          <a:pt x="15704" y="18594"/>
                          <a:pt x="16555" y="17704"/>
                        </a:cubicBezTo>
                        <a:cubicBezTo>
                          <a:pt x="17381" y="16813"/>
                          <a:pt x="18039" y="15717"/>
                          <a:pt x="18478" y="14439"/>
                        </a:cubicBezTo>
                        <a:cubicBezTo>
                          <a:pt x="18917" y="13162"/>
                          <a:pt x="19149" y="11768"/>
                          <a:pt x="19149" y="10233"/>
                        </a:cubicBezTo>
                        <a:cubicBezTo>
                          <a:pt x="19149" y="8697"/>
                          <a:pt x="18930" y="7303"/>
                          <a:pt x="18452" y="6039"/>
                        </a:cubicBezTo>
                        <a:cubicBezTo>
                          <a:pt x="17988" y="4787"/>
                          <a:pt x="17330" y="3703"/>
                          <a:pt x="16478" y="2813"/>
                        </a:cubicBezTo>
                        <a:moveTo>
                          <a:pt x="12491" y="14271"/>
                        </a:moveTo>
                        <a:cubicBezTo>
                          <a:pt x="11820" y="15278"/>
                          <a:pt x="10839" y="15768"/>
                          <a:pt x="9574" y="15768"/>
                        </a:cubicBezTo>
                        <a:cubicBezTo>
                          <a:pt x="8310" y="15768"/>
                          <a:pt x="7329" y="15278"/>
                          <a:pt x="6645" y="14271"/>
                        </a:cubicBezTo>
                        <a:cubicBezTo>
                          <a:pt x="5961" y="13265"/>
                          <a:pt x="5613" y="11923"/>
                          <a:pt x="5613" y="10220"/>
                        </a:cubicBezTo>
                        <a:cubicBezTo>
                          <a:pt x="5613" y="8516"/>
                          <a:pt x="5949" y="7174"/>
                          <a:pt x="6645" y="6207"/>
                        </a:cubicBezTo>
                        <a:cubicBezTo>
                          <a:pt x="7342" y="5226"/>
                          <a:pt x="8297" y="4749"/>
                          <a:pt x="9574" y="4749"/>
                        </a:cubicBezTo>
                        <a:cubicBezTo>
                          <a:pt x="10852" y="4749"/>
                          <a:pt x="11794" y="5239"/>
                          <a:pt x="12491" y="6207"/>
                        </a:cubicBezTo>
                        <a:cubicBezTo>
                          <a:pt x="13162" y="7174"/>
                          <a:pt x="13497" y="8516"/>
                          <a:pt x="13497" y="10220"/>
                        </a:cubicBezTo>
                        <a:cubicBezTo>
                          <a:pt x="13497" y="11923"/>
                          <a:pt x="13162" y="13265"/>
                          <a:pt x="12491" y="14271"/>
                        </a:cubicBezTo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3" name="Freeform: Shape 112">
                    <a:extLst>
                      <a:ext uri="{FF2B5EF4-FFF2-40B4-BE49-F238E27FC236}">
                        <a16:creationId xmlns:a16="http://schemas.microsoft.com/office/drawing/2014/main" id="{E3CB873B-17C6-30C9-70B8-FDD1A0F5F1F8}"/>
                      </a:ext>
                    </a:extLst>
                  </p:cNvPr>
                  <p:cNvSpPr/>
                  <p:nvPr/>
                </p:nvSpPr>
                <p:spPr>
                  <a:xfrm>
                    <a:off x="6676307" y="2623311"/>
                    <a:ext cx="16800" cy="19961"/>
                  </a:xfrm>
                  <a:custGeom>
                    <a:avLst/>
                    <a:gdLst>
                      <a:gd name="csX0" fmla="*/ 15020 w 16800"/>
                      <a:gd name="csY0" fmla="*/ 2477 h 19961"/>
                      <a:gd name="csX1" fmla="*/ 12400 w 16800"/>
                      <a:gd name="csY1" fmla="*/ 645 h 19961"/>
                      <a:gd name="csX2" fmla="*/ 8284 w 16800"/>
                      <a:gd name="csY2" fmla="*/ 0 h 19961"/>
                      <a:gd name="csX3" fmla="*/ 3626 w 16800"/>
                      <a:gd name="csY3" fmla="*/ 361 h 19961"/>
                      <a:gd name="csX4" fmla="*/ 0 w 16800"/>
                      <a:gd name="csY4" fmla="*/ 1123 h 19961"/>
                      <a:gd name="csX5" fmla="*/ 0 w 16800"/>
                      <a:gd name="csY5" fmla="*/ 19936 h 19961"/>
                      <a:gd name="csX6" fmla="*/ 5510 w 16800"/>
                      <a:gd name="csY6" fmla="*/ 19936 h 19961"/>
                      <a:gd name="csX7" fmla="*/ 5510 w 16800"/>
                      <a:gd name="csY7" fmla="*/ 4903 h 19961"/>
                      <a:gd name="csX8" fmla="*/ 6697 w 16800"/>
                      <a:gd name="csY8" fmla="*/ 4774 h 19961"/>
                      <a:gd name="csX9" fmla="*/ 7949 w 16800"/>
                      <a:gd name="csY9" fmla="*/ 4736 h 19961"/>
                      <a:gd name="csX10" fmla="*/ 10594 w 16800"/>
                      <a:gd name="csY10" fmla="*/ 5858 h 19961"/>
                      <a:gd name="csX11" fmla="*/ 11291 w 16800"/>
                      <a:gd name="csY11" fmla="*/ 9639 h 19961"/>
                      <a:gd name="csX12" fmla="*/ 11291 w 16800"/>
                      <a:gd name="csY12" fmla="*/ 19962 h 19961"/>
                      <a:gd name="csX13" fmla="*/ 16801 w 16800"/>
                      <a:gd name="csY13" fmla="*/ 19962 h 19961"/>
                      <a:gd name="csX14" fmla="*/ 16801 w 16800"/>
                      <a:gd name="csY14" fmla="*/ 8968 h 19961"/>
                      <a:gd name="csX15" fmla="*/ 16401 w 16800"/>
                      <a:gd name="csY15" fmla="*/ 5342 h 19961"/>
                      <a:gd name="csX16" fmla="*/ 15033 w 16800"/>
                      <a:gd name="csY16" fmla="*/ 2516 h 1996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16800" h="19961">
                        <a:moveTo>
                          <a:pt x="15020" y="2477"/>
                        </a:moveTo>
                        <a:cubicBezTo>
                          <a:pt x="14375" y="1690"/>
                          <a:pt x="13523" y="1071"/>
                          <a:pt x="12400" y="645"/>
                        </a:cubicBezTo>
                        <a:cubicBezTo>
                          <a:pt x="11304" y="219"/>
                          <a:pt x="9936" y="0"/>
                          <a:pt x="8284" y="0"/>
                        </a:cubicBezTo>
                        <a:cubicBezTo>
                          <a:pt x="6632" y="0"/>
                          <a:pt x="5110" y="116"/>
                          <a:pt x="3626" y="361"/>
                        </a:cubicBezTo>
                        <a:cubicBezTo>
                          <a:pt x="2142" y="581"/>
                          <a:pt x="942" y="852"/>
                          <a:pt x="0" y="1123"/>
                        </a:cubicBezTo>
                        <a:lnTo>
                          <a:pt x="0" y="19936"/>
                        </a:lnTo>
                        <a:lnTo>
                          <a:pt x="5510" y="19936"/>
                        </a:lnTo>
                        <a:lnTo>
                          <a:pt x="5510" y="4903"/>
                        </a:lnTo>
                        <a:cubicBezTo>
                          <a:pt x="5845" y="4865"/>
                          <a:pt x="6245" y="4813"/>
                          <a:pt x="6697" y="4774"/>
                        </a:cubicBezTo>
                        <a:cubicBezTo>
                          <a:pt x="7149" y="4736"/>
                          <a:pt x="7574" y="4736"/>
                          <a:pt x="7949" y="4736"/>
                        </a:cubicBezTo>
                        <a:cubicBezTo>
                          <a:pt x="9226" y="4736"/>
                          <a:pt x="10104" y="5123"/>
                          <a:pt x="10594" y="5858"/>
                        </a:cubicBezTo>
                        <a:cubicBezTo>
                          <a:pt x="11058" y="6594"/>
                          <a:pt x="11291" y="7845"/>
                          <a:pt x="11291" y="9639"/>
                        </a:cubicBezTo>
                        <a:lnTo>
                          <a:pt x="11291" y="19962"/>
                        </a:lnTo>
                        <a:lnTo>
                          <a:pt x="16801" y="19962"/>
                        </a:lnTo>
                        <a:lnTo>
                          <a:pt x="16801" y="8968"/>
                        </a:lnTo>
                        <a:cubicBezTo>
                          <a:pt x="16801" y="7652"/>
                          <a:pt x="16671" y="6439"/>
                          <a:pt x="16401" y="5342"/>
                        </a:cubicBezTo>
                        <a:cubicBezTo>
                          <a:pt x="16130" y="4271"/>
                          <a:pt x="15665" y="3329"/>
                          <a:pt x="15033" y="2516"/>
                        </a:cubicBezTo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4" name="Freeform: Shape 113">
                    <a:extLst>
                      <a:ext uri="{FF2B5EF4-FFF2-40B4-BE49-F238E27FC236}">
                        <a16:creationId xmlns:a16="http://schemas.microsoft.com/office/drawing/2014/main" id="{5DDA0377-483C-4F59-2015-D1C20257CD2C}"/>
                      </a:ext>
                    </a:extLst>
                  </p:cNvPr>
                  <p:cNvSpPr/>
                  <p:nvPr/>
                </p:nvSpPr>
                <p:spPr>
                  <a:xfrm>
                    <a:off x="6628705" y="2617569"/>
                    <a:ext cx="25871" cy="25665"/>
                  </a:xfrm>
                  <a:custGeom>
                    <a:avLst/>
                    <a:gdLst>
                      <a:gd name="csX0" fmla="*/ 18555 w 25871"/>
                      <a:gd name="csY0" fmla="*/ 3019 h 25665"/>
                      <a:gd name="csX1" fmla="*/ 16736 w 25871"/>
                      <a:gd name="csY1" fmla="*/ 6916 h 25665"/>
                      <a:gd name="csX2" fmla="*/ 14852 w 25871"/>
                      <a:gd name="csY2" fmla="*/ 11200 h 25665"/>
                      <a:gd name="csX3" fmla="*/ 13110 w 25871"/>
                      <a:gd name="csY3" fmla="*/ 15317 h 25665"/>
                      <a:gd name="csX4" fmla="*/ 11368 w 25871"/>
                      <a:gd name="csY4" fmla="*/ 11200 h 25665"/>
                      <a:gd name="csX5" fmla="*/ 9484 w 25871"/>
                      <a:gd name="csY5" fmla="*/ 6916 h 25665"/>
                      <a:gd name="csX6" fmla="*/ 7665 w 25871"/>
                      <a:gd name="csY6" fmla="*/ 3019 h 25665"/>
                      <a:gd name="csX7" fmla="*/ 6116 w 25871"/>
                      <a:gd name="csY7" fmla="*/ 0 h 25665"/>
                      <a:gd name="csX8" fmla="*/ 0 w 25871"/>
                      <a:gd name="csY8" fmla="*/ 0 h 25665"/>
                      <a:gd name="csX9" fmla="*/ 0 w 25871"/>
                      <a:gd name="csY9" fmla="*/ 25665 h 25665"/>
                      <a:gd name="csX10" fmla="*/ 5845 w 25871"/>
                      <a:gd name="csY10" fmla="*/ 25665 h 25665"/>
                      <a:gd name="csX11" fmla="*/ 5845 w 25871"/>
                      <a:gd name="csY11" fmla="*/ 10620 h 25665"/>
                      <a:gd name="csX12" fmla="*/ 6542 w 25871"/>
                      <a:gd name="csY12" fmla="*/ 12078 h 25665"/>
                      <a:gd name="csX13" fmla="*/ 8155 w 25871"/>
                      <a:gd name="csY13" fmla="*/ 15859 h 25665"/>
                      <a:gd name="csX14" fmla="*/ 9704 w 25871"/>
                      <a:gd name="csY14" fmla="*/ 19459 h 25665"/>
                      <a:gd name="csX15" fmla="*/ 10955 w 25871"/>
                      <a:gd name="csY15" fmla="*/ 22388 h 25665"/>
                      <a:gd name="csX16" fmla="*/ 14981 w 25871"/>
                      <a:gd name="csY16" fmla="*/ 22388 h 25665"/>
                      <a:gd name="csX17" fmla="*/ 16233 w 25871"/>
                      <a:gd name="csY17" fmla="*/ 19459 h 25665"/>
                      <a:gd name="csX18" fmla="*/ 17781 w 25871"/>
                      <a:gd name="csY18" fmla="*/ 15859 h 25665"/>
                      <a:gd name="csX19" fmla="*/ 19394 w 25871"/>
                      <a:gd name="csY19" fmla="*/ 12078 h 25665"/>
                      <a:gd name="csX20" fmla="*/ 20026 w 25871"/>
                      <a:gd name="csY20" fmla="*/ 10620 h 25665"/>
                      <a:gd name="csX21" fmla="*/ 20026 w 25871"/>
                      <a:gd name="csY21" fmla="*/ 25665 h 25665"/>
                      <a:gd name="csX22" fmla="*/ 25872 w 25871"/>
                      <a:gd name="csY22" fmla="*/ 25665 h 25665"/>
                      <a:gd name="csX23" fmla="*/ 25872 w 25871"/>
                      <a:gd name="csY23" fmla="*/ 0 h 25665"/>
                      <a:gd name="csX24" fmla="*/ 20065 w 25871"/>
                      <a:gd name="csY24" fmla="*/ 0 h 25665"/>
                      <a:gd name="csX25" fmla="*/ 18517 w 25871"/>
                      <a:gd name="csY25" fmla="*/ 3019 h 25665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</a:cxnLst>
                    <a:rect l="l" t="t" r="r" b="b"/>
                    <a:pathLst>
                      <a:path w="25871" h="25665">
                        <a:moveTo>
                          <a:pt x="18555" y="3019"/>
                        </a:moveTo>
                        <a:cubicBezTo>
                          <a:pt x="17975" y="4207"/>
                          <a:pt x="17368" y="5510"/>
                          <a:pt x="16736" y="6916"/>
                        </a:cubicBezTo>
                        <a:cubicBezTo>
                          <a:pt x="16104" y="8310"/>
                          <a:pt x="15484" y="9742"/>
                          <a:pt x="14852" y="11200"/>
                        </a:cubicBezTo>
                        <a:cubicBezTo>
                          <a:pt x="14220" y="12658"/>
                          <a:pt x="13639" y="14026"/>
                          <a:pt x="13110" y="15317"/>
                        </a:cubicBezTo>
                        <a:cubicBezTo>
                          <a:pt x="12568" y="14039"/>
                          <a:pt x="11987" y="12646"/>
                          <a:pt x="11368" y="11200"/>
                        </a:cubicBezTo>
                        <a:cubicBezTo>
                          <a:pt x="10749" y="9755"/>
                          <a:pt x="10116" y="8310"/>
                          <a:pt x="9484" y="6916"/>
                        </a:cubicBezTo>
                        <a:cubicBezTo>
                          <a:pt x="8852" y="5523"/>
                          <a:pt x="8258" y="4232"/>
                          <a:pt x="7665" y="3019"/>
                        </a:cubicBezTo>
                        <a:cubicBezTo>
                          <a:pt x="7084" y="1832"/>
                          <a:pt x="6568" y="826"/>
                          <a:pt x="6116" y="0"/>
                        </a:cubicBezTo>
                        <a:lnTo>
                          <a:pt x="0" y="0"/>
                        </a:lnTo>
                        <a:lnTo>
                          <a:pt x="0" y="25665"/>
                        </a:lnTo>
                        <a:lnTo>
                          <a:pt x="5845" y="25665"/>
                        </a:lnTo>
                        <a:lnTo>
                          <a:pt x="5845" y="10620"/>
                        </a:lnTo>
                        <a:lnTo>
                          <a:pt x="6542" y="12078"/>
                        </a:lnTo>
                        <a:cubicBezTo>
                          <a:pt x="7084" y="13329"/>
                          <a:pt x="7613" y="14581"/>
                          <a:pt x="8155" y="15859"/>
                        </a:cubicBezTo>
                        <a:cubicBezTo>
                          <a:pt x="8697" y="17110"/>
                          <a:pt x="9213" y="18323"/>
                          <a:pt x="9704" y="19459"/>
                        </a:cubicBezTo>
                        <a:cubicBezTo>
                          <a:pt x="10194" y="20594"/>
                          <a:pt x="10620" y="21588"/>
                          <a:pt x="10955" y="22388"/>
                        </a:cubicBezTo>
                        <a:lnTo>
                          <a:pt x="14981" y="22388"/>
                        </a:lnTo>
                        <a:cubicBezTo>
                          <a:pt x="15317" y="21588"/>
                          <a:pt x="15742" y="20594"/>
                          <a:pt x="16233" y="19459"/>
                        </a:cubicBezTo>
                        <a:cubicBezTo>
                          <a:pt x="16723" y="18310"/>
                          <a:pt x="17239" y="17110"/>
                          <a:pt x="17781" y="15859"/>
                        </a:cubicBezTo>
                        <a:cubicBezTo>
                          <a:pt x="18323" y="14607"/>
                          <a:pt x="18852" y="13355"/>
                          <a:pt x="19394" y="12078"/>
                        </a:cubicBezTo>
                        <a:cubicBezTo>
                          <a:pt x="19613" y="11587"/>
                          <a:pt x="19820" y="11097"/>
                          <a:pt x="20026" y="10620"/>
                        </a:cubicBezTo>
                        <a:lnTo>
                          <a:pt x="20026" y="25665"/>
                        </a:lnTo>
                        <a:lnTo>
                          <a:pt x="25872" y="25665"/>
                        </a:lnTo>
                        <a:lnTo>
                          <a:pt x="25872" y="0"/>
                        </a:lnTo>
                        <a:lnTo>
                          <a:pt x="20065" y="0"/>
                        </a:lnTo>
                        <a:cubicBezTo>
                          <a:pt x="20065" y="0"/>
                          <a:pt x="19084" y="1858"/>
                          <a:pt x="18517" y="3019"/>
                        </a:cubicBezTo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5" name="Freeform: Shape 114">
                    <a:extLst>
                      <a:ext uri="{FF2B5EF4-FFF2-40B4-BE49-F238E27FC236}">
                        <a16:creationId xmlns:a16="http://schemas.microsoft.com/office/drawing/2014/main" id="{269BF9C6-0452-4C87-D6E9-5319B590033A}"/>
                      </a:ext>
                    </a:extLst>
                  </p:cNvPr>
                  <p:cNvSpPr/>
                  <p:nvPr/>
                </p:nvSpPr>
                <p:spPr>
                  <a:xfrm>
                    <a:off x="6694178" y="2623234"/>
                    <a:ext cx="18323" cy="20568"/>
                  </a:xfrm>
                  <a:custGeom>
                    <a:avLst/>
                    <a:gdLst>
                      <a:gd name="csX0" fmla="*/ 11071 w 18323"/>
                      <a:gd name="csY0" fmla="*/ 15794 h 20568"/>
                      <a:gd name="csX1" fmla="*/ 7290 w 18323"/>
                      <a:gd name="csY1" fmla="*/ 14788 h 20568"/>
                      <a:gd name="csX2" fmla="*/ 5703 w 18323"/>
                      <a:gd name="csY2" fmla="*/ 12078 h 20568"/>
                      <a:gd name="csX3" fmla="*/ 18220 w 18323"/>
                      <a:gd name="csY3" fmla="*/ 12078 h 20568"/>
                      <a:gd name="csX4" fmla="*/ 18284 w 18323"/>
                      <a:gd name="csY4" fmla="*/ 11045 h 20568"/>
                      <a:gd name="csX5" fmla="*/ 18323 w 18323"/>
                      <a:gd name="csY5" fmla="*/ 9987 h 20568"/>
                      <a:gd name="csX6" fmla="*/ 15923 w 18323"/>
                      <a:gd name="csY6" fmla="*/ 2529 h 20568"/>
                      <a:gd name="csX7" fmla="*/ 9355 w 18323"/>
                      <a:gd name="csY7" fmla="*/ 0 h 20568"/>
                      <a:gd name="csX8" fmla="*/ 5884 w 18323"/>
                      <a:gd name="csY8" fmla="*/ 671 h 20568"/>
                      <a:gd name="csX9" fmla="*/ 2903 w 18323"/>
                      <a:gd name="csY9" fmla="*/ 2645 h 20568"/>
                      <a:gd name="csX10" fmla="*/ 800 w 18323"/>
                      <a:gd name="csY10" fmla="*/ 5897 h 20568"/>
                      <a:gd name="csX11" fmla="*/ 0 w 18323"/>
                      <a:gd name="csY11" fmla="*/ 10439 h 20568"/>
                      <a:gd name="csX12" fmla="*/ 606 w 18323"/>
                      <a:gd name="csY12" fmla="*/ 14452 h 20568"/>
                      <a:gd name="csX13" fmla="*/ 2490 w 18323"/>
                      <a:gd name="csY13" fmla="*/ 17652 h 20568"/>
                      <a:gd name="csX14" fmla="*/ 5716 w 18323"/>
                      <a:gd name="csY14" fmla="*/ 19781 h 20568"/>
                      <a:gd name="csX15" fmla="*/ 10284 w 18323"/>
                      <a:gd name="csY15" fmla="*/ 20568 h 20568"/>
                      <a:gd name="csX16" fmla="*/ 12362 w 18323"/>
                      <a:gd name="csY16" fmla="*/ 20452 h 20568"/>
                      <a:gd name="csX17" fmla="*/ 14310 w 18323"/>
                      <a:gd name="csY17" fmla="*/ 20181 h 20568"/>
                      <a:gd name="csX18" fmla="*/ 15962 w 18323"/>
                      <a:gd name="csY18" fmla="*/ 19794 h 20568"/>
                      <a:gd name="csX19" fmla="*/ 16388 w 18323"/>
                      <a:gd name="csY19" fmla="*/ 19665 h 20568"/>
                      <a:gd name="csX20" fmla="*/ 16388 w 18323"/>
                      <a:gd name="csY20" fmla="*/ 14891 h 20568"/>
                      <a:gd name="csX21" fmla="*/ 14013 w 18323"/>
                      <a:gd name="csY21" fmla="*/ 15562 h 20568"/>
                      <a:gd name="csX22" fmla="*/ 11033 w 18323"/>
                      <a:gd name="csY22" fmla="*/ 15833 h 20568"/>
                      <a:gd name="csX23" fmla="*/ 6052 w 18323"/>
                      <a:gd name="csY23" fmla="*/ 6916 h 20568"/>
                      <a:gd name="csX24" fmla="*/ 6749 w 18323"/>
                      <a:gd name="csY24" fmla="*/ 5703 h 20568"/>
                      <a:gd name="csX25" fmla="*/ 7845 w 18323"/>
                      <a:gd name="csY25" fmla="*/ 4878 h 20568"/>
                      <a:gd name="csX26" fmla="*/ 9433 w 18323"/>
                      <a:gd name="csY26" fmla="*/ 4568 h 20568"/>
                      <a:gd name="csX27" fmla="*/ 11045 w 18323"/>
                      <a:gd name="csY27" fmla="*/ 4903 h 20568"/>
                      <a:gd name="csX28" fmla="*/ 12116 w 18323"/>
                      <a:gd name="csY28" fmla="*/ 5755 h 20568"/>
                      <a:gd name="csX29" fmla="*/ 12749 w 18323"/>
                      <a:gd name="csY29" fmla="*/ 6942 h 20568"/>
                      <a:gd name="csX30" fmla="*/ 12994 w 18323"/>
                      <a:gd name="csY30" fmla="*/ 8310 h 20568"/>
                      <a:gd name="csX31" fmla="*/ 5690 w 18323"/>
                      <a:gd name="csY31" fmla="*/ 8310 h 20568"/>
                      <a:gd name="csX32" fmla="*/ 6052 w 18323"/>
                      <a:gd name="csY32" fmla="*/ 6916 h 2056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</a:cxnLst>
                    <a:rect l="l" t="t" r="r" b="b"/>
                    <a:pathLst>
                      <a:path w="18323" h="20568">
                        <a:moveTo>
                          <a:pt x="11071" y="15794"/>
                        </a:moveTo>
                        <a:cubicBezTo>
                          <a:pt x="9484" y="15794"/>
                          <a:pt x="8232" y="15458"/>
                          <a:pt x="7290" y="14788"/>
                        </a:cubicBezTo>
                        <a:cubicBezTo>
                          <a:pt x="6349" y="14117"/>
                          <a:pt x="5832" y="13213"/>
                          <a:pt x="5703" y="12078"/>
                        </a:cubicBezTo>
                        <a:lnTo>
                          <a:pt x="18220" y="12078"/>
                        </a:lnTo>
                        <a:cubicBezTo>
                          <a:pt x="18246" y="11781"/>
                          <a:pt x="18259" y="11445"/>
                          <a:pt x="18284" y="11045"/>
                        </a:cubicBezTo>
                        <a:cubicBezTo>
                          <a:pt x="18284" y="10658"/>
                          <a:pt x="18323" y="10310"/>
                          <a:pt x="18323" y="9987"/>
                        </a:cubicBezTo>
                        <a:cubicBezTo>
                          <a:pt x="18323" y="6697"/>
                          <a:pt x="17523" y="4207"/>
                          <a:pt x="15923" y="2529"/>
                        </a:cubicBezTo>
                        <a:cubicBezTo>
                          <a:pt x="14310" y="826"/>
                          <a:pt x="12142" y="0"/>
                          <a:pt x="9355" y="0"/>
                        </a:cubicBezTo>
                        <a:cubicBezTo>
                          <a:pt x="8168" y="0"/>
                          <a:pt x="7019" y="219"/>
                          <a:pt x="5884" y="671"/>
                        </a:cubicBezTo>
                        <a:cubicBezTo>
                          <a:pt x="4761" y="1123"/>
                          <a:pt x="3781" y="1768"/>
                          <a:pt x="2903" y="2645"/>
                        </a:cubicBezTo>
                        <a:cubicBezTo>
                          <a:pt x="2026" y="3497"/>
                          <a:pt x="1329" y="4594"/>
                          <a:pt x="800" y="5897"/>
                        </a:cubicBezTo>
                        <a:cubicBezTo>
                          <a:pt x="271" y="7200"/>
                          <a:pt x="0" y="8723"/>
                          <a:pt x="0" y="10439"/>
                        </a:cubicBezTo>
                        <a:cubicBezTo>
                          <a:pt x="0" y="11871"/>
                          <a:pt x="206" y="13213"/>
                          <a:pt x="606" y="14452"/>
                        </a:cubicBezTo>
                        <a:cubicBezTo>
                          <a:pt x="1006" y="15678"/>
                          <a:pt x="1639" y="16762"/>
                          <a:pt x="2490" y="17652"/>
                        </a:cubicBezTo>
                        <a:cubicBezTo>
                          <a:pt x="3342" y="18542"/>
                          <a:pt x="4413" y="19265"/>
                          <a:pt x="5716" y="19781"/>
                        </a:cubicBezTo>
                        <a:cubicBezTo>
                          <a:pt x="7019" y="20297"/>
                          <a:pt x="8542" y="20568"/>
                          <a:pt x="10284" y="20568"/>
                        </a:cubicBezTo>
                        <a:cubicBezTo>
                          <a:pt x="10981" y="20568"/>
                          <a:pt x="11678" y="20530"/>
                          <a:pt x="12362" y="20452"/>
                        </a:cubicBezTo>
                        <a:cubicBezTo>
                          <a:pt x="13046" y="20375"/>
                          <a:pt x="13704" y="20297"/>
                          <a:pt x="14310" y="20181"/>
                        </a:cubicBezTo>
                        <a:cubicBezTo>
                          <a:pt x="14917" y="20065"/>
                          <a:pt x="15458" y="19936"/>
                          <a:pt x="15962" y="19794"/>
                        </a:cubicBezTo>
                        <a:cubicBezTo>
                          <a:pt x="16117" y="19755"/>
                          <a:pt x="16259" y="19704"/>
                          <a:pt x="16388" y="19665"/>
                        </a:cubicBezTo>
                        <a:lnTo>
                          <a:pt x="16388" y="14891"/>
                        </a:lnTo>
                        <a:cubicBezTo>
                          <a:pt x="15781" y="15162"/>
                          <a:pt x="14981" y="15381"/>
                          <a:pt x="14013" y="15562"/>
                        </a:cubicBezTo>
                        <a:cubicBezTo>
                          <a:pt x="13046" y="15742"/>
                          <a:pt x="12039" y="15833"/>
                          <a:pt x="11033" y="15833"/>
                        </a:cubicBezTo>
                        <a:moveTo>
                          <a:pt x="6052" y="6916"/>
                        </a:moveTo>
                        <a:cubicBezTo>
                          <a:pt x="6207" y="6465"/>
                          <a:pt x="6439" y="6065"/>
                          <a:pt x="6749" y="5703"/>
                        </a:cubicBezTo>
                        <a:cubicBezTo>
                          <a:pt x="7045" y="5368"/>
                          <a:pt x="7420" y="5071"/>
                          <a:pt x="7845" y="4878"/>
                        </a:cubicBezTo>
                        <a:cubicBezTo>
                          <a:pt x="8297" y="4671"/>
                          <a:pt x="8826" y="4568"/>
                          <a:pt x="9433" y="4568"/>
                        </a:cubicBezTo>
                        <a:cubicBezTo>
                          <a:pt x="10039" y="4568"/>
                          <a:pt x="10594" y="4684"/>
                          <a:pt x="11045" y="4903"/>
                        </a:cubicBezTo>
                        <a:cubicBezTo>
                          <a:pt x="11471" y="5123"/>
                          <a:pt x="11833" y="5419"/>
                          <a:pt x="12116" y="5755"/>
                        </a:cubicBezTo>
                        <a:cubicBezTo>
                          <a:pt x="12413" y="6091"/>
                          <a:pt x="12607" y="6491"/>
                          <a:pt x="12749" y="6942"/>
                        </a:cubicBezTo>
                        <a:cubicBezTo>
                          <a:pt x="12891" y="7394"/>
                          <a:pt x="12968" y="7832"/>
                          <a:pt x="12994" y="8310"/>
                        </a:cubicBezTo>
                        <a:lnTo>
                          <a:pt x="5690" y="8310"/>
                        </a:lnTo>
                        <a:cubicBezTo>
                          <a:pt x="5755" y="7845"/>
                          <a:pt x="5871" y="7368"/>
                          <a:pt x="6052" y="6916"/>
                        </a:cubicBezTo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" name="Freeform: Shape 115">
                    <a:extLst>
                      <a:ext uri="{FF2B5EF4-FFF2-40B4-BE49-F238E27FC236}">
                        <a16:creationId xmlns:a16="http://schemas.microsoft.com/office/drawing/2014/main" id="{AD5348DC-A3C0-79D9-1818-CA5AA95E0C76}"/>
                      </a:ext>
                    </a:extLst>
                  </p:cNvPr>
                  <p:cNvSpPr/>
                  <p:nvPr/>
                </p:nvSpPr>
                <p:spPr>
                  <a:xfrm>
                    <a:off x="6577297" y="2623311"/>
                    <a:ext cx="16800" cy="19961"/>
                  </a:xfrm>
                  <a:custGeom>
                    <a:avLst/>
                    <a:gdLst>
                      <a:gd name="csX0" fmla="*/ 15020 w 16800"/>
                      <a:gd name="csY0" fmla="*/ 2477 h 19961"/>
                      <a:gd name="csX1" fmla="*/ 12400 w 16800"/>
                      <a:gd name="csY1" fmla="*/ 645 h 19961"/>
                      <a:gd name="csX2" fmla="*/ 8284 w 16800"/>
                      <a:gd name="csY2" fmla="*/ 0 h 19961"/>
                      <a:gd name="csX3" fmla="*/ 3626 w 16800"/>
                      <a:gd name="csY3" fmla="*/ 361 h 19961"/>
                      <a:gd name="csX4" fmla="*/ 0 w 16800"/>
                      <a:gd name="csY4" fmla="*/ 1123 h 19961"/>
                      <a:gd name="csX5" fmla="*/ 0 w 16800"/>
                      <a:gd name="csY5" fmla="*/ 19936 h 19961"/>
                      <a:gd name="csX6" fmla="*/ 5510 w 16800"/>
                      <a:gd name="csY6" fmla="*/ 19936 h 19961"/>
                      <a:gd name="csX7" fmla="*/ 5510 w 16800"/>
                      <a:gd name="csY7" fmla="*/ 4903 h 19961"/>
                      <a:gd name="csX8" fmla="*/ 6697 w 16800"/>
                      <a:gd name="csY8" fmla="*/ 4774 h 19961"/>
                      <a:gd name="csX9" fmla="*/ 7949 w 16800"/>
                      <a:gd name="csY9" fmla="*/ 4736 h 19961"/>
                      <a:gd name="csX10" fmla="*/ 10568 w 16800"/>
                      <a:gd name="csY10" fmla="*/ 5858 h 19961"/>
                      <a:gd name="csX11" fmla="*/ 11265 w 16800"/>
                      <a:gd name="csY11" fmla="*/ 9639 h 19961"/>
                      <a:gd name="csX12" fmla="*/ 11265 w 16800"/>
                      <a:gd name="csY12" fmla="*/ 19962 h 19961"/>
                      <a:gd name="csX13" fmla="*/ 16800 w 16800"/>
                      <a:gd name="csY13" fmla="*/ 19962 h 19961"/>
                      <a:gd name="csX14" fmla="*/ 16800 w 16800"/>
                      <a:gd name="csY14" fmla="*/ 8968 h 19961"/>
                      <a:gd name="csX15" fmla="*/ 16400 w 16800"/>
                      <a:gd name="csY15" fmla="*/ 5342 h 19961"/>
                      <a:gd name="csX16" fmla="*/ 15033 w 16800"/>
                      <a:gd name="csY16" fmla="*/ 2516 h 1996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</a:cxnLst>
                    <a:rect l="l" t="t" r="r" b="b"/>
                    <a:pathLst>
                      <a:path w="16800" h="19961">
                        <a:moveTo>
                          <a:pt x="15020" y="2477"/>
                        </a:moveTo>
                        <a:cubicBezTo>
                          <a:pt x="14375" y="1690"/>
                          <a:pt x="13523" y="1071"/>
                          <a:pt x="12400" y="645"/>
                        </a:cubicBezTo>
                        <a:cubicBezTo>
                          <a:pt x="11304" y="219"/>
                          <a:pt x="9936" y="0"/>
                          <a:pt x="8284" y="0"/>
                        </a:cubicBezTo>
                        <a:cubicBezTo>
                          <a:pt x="6632" y="0"/>
                          <a:pt x="5110" y="116"/>
                          <a:pt x="3626" y="361"/>
                        </a:cubicBezTo>
                        <a:cubicBezTo>
                          <a:pt x="2142" y="581"/>
                          <a:pt x="942" y="852"/>
                          <a:pt x="0" y="1123"/>
                        </a:cubicBezTo>
                        <a:lnTo>
                          <a:pt x="0" y="19936"/>
                        </a:lnTo>
                        <a:lnTo>
                          <a:pt x="5510" y="19936"/>
                        </a:lnTo>
                        <a:lnTo>
                          <a:pt x="5510" y="4903"/>
                        </a:lnTo>
                        <a:cubicBezTo>
                          <a:pt x="5845" y="4865"/>
                          <a:pt x="6245" y="4813"/>
                          <a:pt x="6697" y="4774"/>
                        </a:cubicBezTo>
                        <a:cubicBezTo>
                          <a:pt x="7149" y="4736"/>
                          <a:pt x="7549" y="4736"/>
                          <a:pt x="7949" y="4736"/>
                        </a:cubicBezTo>
                        <a:cubicBezTo>
                          <a:pt x="9226" y="4736"/>
                          <a:pt x="10104" y="5123"/>
                          <a:pt x="10568" y="5858"/>
                        </a:cubicBezTo>
                        <a:cubicBezTo>
                          <a:pt x="11033" y="6594"/>
                          <a:pt x="11265" y="7845"/>
                          <a:pt x="11265" y="9639"/>
                        </a:cubicBezTo>
                        <a:lnTo>
                          <a:pt x="11265" y="19962"/>
                        </a:lnTo>
                        <a:lnTo>
                          <a:pt x="16800" y="19962"/>
                        </a:lnTo>
                        <a:lnTo>
                          <a:pt x="16800" y="8968"/>
                        </a:lnTo>
                        <a:cubicBezTo>
                          <a:pt x="16800" y="7652"/>
                          <a:pt x="16671" y="6439"/>
                          <a:pt x="16400" y="5342"/>
                        </a:cubicBezTo>
                        <a:cubicBezTo>
                          <a:pt x="16130" y="4271"/>
                          <a:pt x="15665" y="3329"/>
                          <a:pt x="15033" y="2516"/>
                        </a:cubicBezTo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7" name="Freeform: Shape 116">
                    <a:extLst>
                      <a:ext uri="{FF2B5EF4-FFF2-40B4-BE49-F238E27FC236}">
                        <a16:creationId xmlns:a16="http://schemas.microsoft.com/office/drawing/2014/main" id="{2C03869E-F53D-EFCC-71AB-7E9D5A984473}"/>
                      </a:ext>
                    </a:extLst>
                  </p:cNvPr>
                  <p:cNvSpPr/>
                  <p:nvPr/>
                </p:nvSpPr>
                <p:spPr>
                  <a:xfrm>
                    <a:off x="6608214" y="2623246"/>
                    <a:ext cx="19148" cy="20516"/>
                  </a:xfrm>
                  <a:custGeom>
                    <a:avLst/>
                    <a:gdLst>
                      <a:gd name="csX0" fmla="*/ 16478 w 19148"/>
                      <a:gd name="csY0" fmla="*/ 2813 h 20516"/>
                      <a:gd name="csX1" fmla="*/ 13459 w 19148"/>
                      <a:gd name="csY1" fmla="*/ 736 h 20516"/>
                      <a:gd name="csX2" fmla="*/ 9587 w 19148"/>
                      <a:gd name="csY2" fmla="*/ 0 h 20516"/>
                      <a:gd name="csX3" fmla="*/ 5755 w 19148"/>
                      <a:gd name="csY3" fmla="*/ 736 h 20516"/>
                      <a:gd name="csX4" fmla="*/ 2710 w 19148"/>
                      <a:gd name="csY4" fmla="*/ 2813 h 20516"/>
                      <a:gd name="csX5" fmla="*/ 723 w 19148"/>
                      <a:gd name="csY5" fmla="*/ 6039 h 20516"/>
                      <a:gd name="csX6" fmla="*/ 0 w 19148"/>
                      <a:gd name="csY6" fmla="*/ 10233 h 20516"/>
                      <a:gd name="csX7" fmla="*/ 697 w 19148"/>
                      <a:gd name="csY7" fmla="*/ 14439 h 20516"/>
                      <a:gd name="csX8" fmla="*/ 2671 w 19148"/>
                      <a:gd name="csY8" fmla="*/ 17704 h 20516"/>
                      <a:gd name="csX9" fmla="*/ 5691 w 19148"/>
                      <a:gd name="csY9" fmla="*/ 19781 h 20516"/>
                      <a:gd name="csX10" fmla="*/ 9587 w 19148"/>
                      <a:gd name="csY10" fmla="*/ 20517 h 20516"/>
                      <a:gd name="csX11" fmla="*/ 13536 w 19148"/>
                      <a:gd name="csY11" fmla="*/ 19781 h 20516"/>
                      <a:gd name="csX12" fmla="*/ 16555 w 19148"/>
                      <a:gd name="csY12" fmla="*/ 17704 h 20516"/>
                      <a:gd name="csX13" fmla="*/ 18478 w 19148"/>
                      <a:gd name="csY13" fmla="*/ 14439 h 20516"/>
                      <a:gd name="csX14" fmla="*/ 19149 w 19148"/>
                      <a:gd name="csY14" fmla="*/ 10233 h 20516"/>
                      <a:gd name="csX15" fmla="*/ 18452 w 19148"/>
                      <a:gd name="csY15" fmla="*/ 6039 h 20516"/>
                      <a:gd name="csX16" fmla="*/ 16478 w 19148"/>
                      <a:gd name="csY16" fmla="*/ 2813 h 20516"/>
                      <a:gd name="csX17" fmla="*/ 12491 w 19148"/>
                      <a:gd name="csY17" fmla="*/ 14271 h 20516"/>
                      <a:gd name="csX18" fmla="*/ 9575 w 19148"/>
                      <a:gd name="csY18" fmla="*/ 15768 h 20516"/>
                      <a:gd name="csX19" fmla="*/ 6645 w 19148"/>
                      <a:gd name="csY19" fmla="*/ 14271 h 20516"/>
                      <a:gd name="csX20" fmla="*/ 5613 w 19148"/>
                      <a:gd name="csY20" fmla="*/ 10220 h 20516"/>
                      <a:gd name="csX21" fmla="*/ 6645 w 19148"/>
                      <a:gd name="csY21" fmla="*/ 6207 h 20516"/>
                      <a:gd name="csX22" fmla="*/ 9575 w 19148"/>
                      <a:gd name="csY22" fmla="*/ 4749 h 20516"/>
                      <a:gd name="csX23" fmla="*/ 12491 w 19148"/>
                      <a:gd name="csY23" fmla="*/ 6207 h 20516"/>
                      <a:gd name="csX24" fmla="*/ 13497 w 19148"/>
                      <a:gd name="csY24" fmla="*/ 10220 h 20516"/>
                      <a:gd name="csX25" fmla="*/ 12491 w 19148"/>
                      <a:gd name="csY25" fmla="*/ 14271 h 20516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</a:cxnLst>
                    <a:rect l="l" t="t" r="r" b="b"/>
                    <a:pathLst>
                      <a:path w="19148" h="20516">
                        <a:moveTo>
                          <a:pt x="16478" y="2813"/>
                        </a:moveTo>
                        <a:cubicBezTo>
                          <a:pt x="15652" y="1923"/>
                          <a:pt x="14646" y="1239"/>
                          <a:pt x="13459" y="736"/>
                        </a:cubicBezTo>
                        <a:cubicBezTo>
                          <a:pt x="12297" y="245"/>
                          <a:pt x="10994" y="0"/>
                          <a:pt x="9587" y="0"/>
                        </a:cubicBezTo>
                        <a:cubicBezTo>
                          <a:pt x="8181" y="0"/>
                          <a:pt x="6916" y="245"/>
                          <a:pt x="5755" y="736"/>
                        </a:cubicBezTo>
                        <a:cubicBezTo>
                          <a:pt x="4568" y="1226"/>
                          <a:pt x="3561" y="1923"/>
                          <a:pt x="2710" y="2813"/>
                        </a:cubicBezTo>
                        <a:cubicBezTo>
                          <a:pt x="1858" y="3703"/>
                          <a:pt x="1187" y="4787"/>
                          <a:pt x="723" y="6039"/>
                        </a:cubicBezTo>
                        <a:cubicBezTo>
                          <a:pt x="258" y="7291"/>
                          <a:pt x="0" y="8684"/>
                          <a:pt x="0" y="10233"/>
                        </a:cubicBezTo>
                        <a:cubicBezTo>
                          <a:pt x="0" y="11781"/>
                          <a:pt x="219" y="13162"/>
                          <a:pt x="697" y="14439"/>
                        </a:cubicBezTo>
                        <a:cubicBezTo>
                          <a:pt x="1161" y="15717"/>
                          <a:pt x="1819" y="16813"/>
                          <a:pt x="2671" y="17704"/>
                        </a:cubicBezTo>
                        <a:cubicBezTo>
                          <a:pt x="3497" y="18594"/>
                          <a:pt x="4503" y="19291"/>
                          <a:pt x="5691" y="19781"/>
                        </a:cubicBezTo>
                        <a:cubicBezTo>
                          <a:pt x="6852" y="20272"/>
                          <a:pt x="8155" y="20517"/>
                          <a:pt x="9587" y="20517"/>
                        </a:cubicBezTo>
                        <a:cubicBezTo>
                          <a:pt x="11020" y="20517"/>
                          <a:pt x="12362" y="20272"/>
                          <a:pt x="13536" y="19781"/>
                        </a:cubicBezTo>
                        <a:cubicBezTo>
                          <a:pt x="14697" y="19291"/>
                          <a:pt x="15704" y="18594"/>
                          <a:pt x="16555" y="17704"/>
                        </a:cubicBezTo>
                        <a:cubicBezTo>
                          <a:pt x="17381" y="16813"/>
                          <a:pt x="18039" y="15717"/>
                          <a:pt x="18478" y="14439"/>
                        </a:cubicBezTo>
                        <a:cubicBezTo>
                          <a:pt x="18917" y="13162"/>
                          <a:pt x="19149" y="11768"/>
                          <a:pt x="19149" y="10233"/>
                        </a:cubicBezTo>
                        <a:cubicBezTo>
                          <a:pt x="19149" y="8697"/>
                          <a:pt x="18904" y="7303"/>
                          <a:pt x="18452" y="6039"/>
                        </a:cubicBezTo>
                        <a:cubicBezTo>
                          <a:pt x="17988" y="4787"/>
                          <a:pt x="17330" y="3703"/>
                          <a:pt x="16478" y="2813"/>
                        </a:cubicBezTo>
                        <a:moveTo>
                          <a:pt x="12491" y="14271"/>
                        </a:moveTo>
                        <a:cubicBezTo>
                          <a:pt x="11820" y="15278"/>
                          <a:pt x="10839" y="15768"/>
                          <a:pt x="9575" y="15768"/>
                        </a:cubicBezTo>
                        <a:cubicBezTo>
                          <a:pt x="8310" y="15768"/>
                          <a:pt x="7329" y="15278"/>
                          <a:pt x="6645" y="14271"/>
                        </a:cubicBezTo>
                        <a:cubicBezTo>
                          <a:pt x="5962" y="13265"/>
                          <a:pt x="5613" y="11923"/>
                          <a:pt x="5613" y="10220"/>
                        </a:cubicBezTo>
                        <a:cubicBezTo>
                          <a:pt x="5613" y="8516"/>
                          <a:pt x="5949" y="7174"/>
                          <a:pt x="6645" y="6207"/>
                        </a:cubicBezTo>
                        <a:cubicBezTo>
                          <a:pt x="7342" y="5226"/>
                          <a:pt x="8323" y="4749"/>
                          <a:pt x="9575" y="4749"/>
                        </a:cubicBezTo>
                        <a:cubicBezTo>
                          <a:pt x="10826" y="4749"/>
                          <a:pt x="11820" y="5239"/>
                          <a:pt x="12491" y="6207"/>
                        </a:cubicBezTo>
                        <a:cubicBezTo>
                          <a:pt x="13162" y="7174"/>
                          <a:pt x="13497" y="8516"/>
                          <a:pt x="13497" y="10220"/>
                        </a:cubicBezTo>
                        <a:cubicBezTo>
                          <a:pt x="13497" y="11923"/>
                          <a:pt x="13162" y="13265"/>
                          <a:pt x="12491" y="14271"/>
                        </a:cubicBezTo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8" name="Rectangle 117">
                    <a:extLst>
                      <a:ext uri="{FF2B5EF4-FFF2-40B4-BE49-F238E27FC236}">
                        <a16:creationId xmlns:a16="http://schemas.microsoft.com/office/drawing/2014/main" id="{C8C9B21E-CD66-8323-CF52-67E9199F3DB3}"/>
                      </a:ext>
                    </a:extLst>
                  </p:cNvPr>
                  <p:cNvSpPr/>
                  <p:nvPr/>
                </p:nvSpPr>
                <p:spPr>
                  <a:xfrm>
                    <a:off x="6568910" y="2617569"/>
                    <a:ext cx="5780" cy="25665"/>
                  </a:xfrm>
                  <a:prstGeom prst="rect">
                    <a:avLst/>
                  </a:pr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DCB25B80-05C5-7BD8-3B34-3E9992C5BBE9}"/>
                      </a:ext>
                    </a:extLst>
                  </p:cNvPr>
                  <p:cNvSpPr/>
                  <p:nvPr/>
                </p:nvSpPr>
                <p:spPr>
                  <a:xfrm>
                    <a:off x="6596098" y="2617272"/>
                    <a:ext cx="12206" cy="25987"/>
                  </a:xfrm>
                  <a:custGeom>
                    <a:avLst/>
                    <a:gdLst>
                      <a:gd name="csX0" fmla="*/ 5561 w 12206"/>
                      <a:gd name="csY0" fmla="*/ 6568 h 25987"/>
                      <a:gd name="csX1" fmla="*/ 6632 w 12206"/>
                      <a:gd name="csY1" fmla="*/ 4826 h 25987"/>
                      <a:gd name="csX2" fmla="*/ 6723 w 12206"/>
                      <a:gd name="csY2" fmla="*/ 4787 h 25987"/>
                      <a:gd name="csX3" fmla="*/ 6723 w 12206"/>
                      <a:gd name="csY3" fmla="*/ 4787 h 25987"/>
                      <a:gd name="csX4" fmla="*/ 6942 w 12206"/>
                      <a:gd name="csY4" fmla="*/ 4697 h 25987"/>
                      <a:gd name="csX5" fmla="*/ 8336 w 12206"/>
                      <a:gd name="csY5" fmla="*/ 4568 h 25987"/>
                      <a:gd name="csX6" fmla="*/ 12207 w 12206"/>
                      <a:gd name="csY6" fmla="*/ 4568 h 25987"/>
                      <a:gd name="csX7" fmla="*/ 12207 w 12206"/>
                      <a:gd name="csY7" fmla="*/ 0 h 25987"/>
                      <a:gd name="csX8" fmla="*/ 6542 w 12206"/>
                      <a:gd name="csY8" fmla="*/ 0 h 25987"/>
                      <a:gd name="csX9" fmla="*/ 0 w 12206"/>
                      <a:gd name="csY9" fmla="*/ 6478 h 25987"/>
                      <a:gd name="csX10" fmla="*/ 0 w 12206"/>
                      <a:gd name="csY10" fmla="*/ 6478 h 25987"/>
                      <a:gd name="csX11" fmla="*/ 0 w 12206"/>
                      <a:gd name="csY11" fmla="*/ 25988 h 25987"/>
                      <a:gd name="csX12" fmla="*/ 5510 w 12206"/>
                      <a:gd name="csY12" fmla="*/ 25988 h 25987"/>
                      <a:gd name="csX13" fmla="*/ 5510 w 12206"/>
                      <a:gd name="csY13" fmla="*/ 13291 h 25987"/>
                      <a:gd name="csX14" fmla="*/ 11445 w 12206"/>
                      <a:gd name="csY14" fmla="*/ 13291 h 25987"/>
                      <a:gd name="csX15" fmla="*/ 11445 w 12206"/>
                      <a:gd name="csY15" fmla="*/ 8762 h 25987"/>
                      <a:gd name="csX16" fmla="*/ 5536 w 12206"/>
                      <a:gd name="csY16" fmla="*/ 8762 h 25987"/>
                      <a:gd name="csX17" fmla="*/ 5536 w 12206"/>
                      <a:gd name="csY17" fmla="*/ 6568 h 25987"/>
                      <a:gd name="csX18" fmla="*/ 5561 w 12206"/>
                      <a:gd name="csY18" fmla="*/ 6594 h 25987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</a:cxnLst>
                    <a:rect l="l" t="t" r="r" b="b"/>
                    <a:pathLst>
                      <a:path w="12206" h="25987">
                        <a:moveTo>
                          <a:pt x="5561" y="6568"/>
                        </a:moveTo>
                        <a:cubicBezTo>
                          <a:pt x="5561" y="5807"/>
                          <a:pt x="6013" y="5161"/>
                          <a:pt x="6632" y="4826"/>
                        </a:cubicBezTo>
                        <a:cubicBezTo>
                          <a:pt x="6658" y="4826"/>
                          <a:pt x="6697" y="4787"/>
                          <a:pt x="6723" y="4787"/>
                        </a:cubicBezTo>
                        <a:lnTo>
                          <a:pt x="6723" y="4787"/>
                        </a:lnTo>
                        <a:cubicBezTo>
                          <a:pt x="6787" y="4761"/>
                          <a:pt x="6878" y="4723"/>
                          <a:pt x="6942" y="4697"/>
                        </a:cubicBezTo>
                        <a:cubicBezTo>
                          <a:pt x="7407" y="4542"/>
                          <a:pt x="7858" y="4568"/>
                          <a:pt x="8336" y="4568"/>
                        </a:cubicBezTo>
                        <a:lnTo>
                          <a:pt x="12207" y="4568"/>
                        </a:lnTo>
                        <a:lnTo>
                          <a:pt x="12207" y="0"/>
                        </a:lnTo>
                        <a:lnTo>
                          <a:pt x="6542" y="0"/>
                        </a:lnTo>
                        <a:cubicBezTo>
                          <a:pt x="2955" y="0"/>
                          <a:pt x="52" y="2890"/>
                          <a:pt x="0" y="6478"/>
                        </a:cubicBezTo>
                        <a:lnTo>
                          <a:pt x="0" y="6478"/>
                        </a:lnTo>
                        <a:lnTo>
                          <a:pt x="0" y="25988"/>
                        </a:lnTo>
                        <a:lnTo>
                          <a:pt x="5510" y="25988"/>
                        </a:lnTo>
                        <a:lnTo>
                          <a:pt x="5510" y="13291"/>
                        </a:lnTo>
                        <a:lnTo>
                          <a:pt x="11445" y="13291"/>
                        </a:lnTo>
                        <a:lnTo>
                          <a:pt x="11445" y="8762"/>
                        </a:lnTo>
                        <a:lnTo>
                          <a:pt x="5536" y="8762"/>
                        </a:lnTo>
                        <a:lnTo>
                          <a:pt x="5536" y="6568"/>
                        </a:lnTo>
                        <a:lnTo>
                          <a:pt x="5561" y="6594"/>
                        </a:lnTo>
                        <a:close/>
                      </a:path>
                    </a:pathLst>
                  </a:custGeom>
                  <a:solidFill>
                    <a:srgbClr val="E5BB83"/>
                  </a:solidFill>
                  <a:ln w="1289" cap="flat">
                    <a:noFill/>
                    <a:prstDash val="solid"/>
                    <a:miter/>
                  </a:ln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pt-B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Calibri"/>
                      <a:ea typeface="+mn-ea"/>
                      <a:cs typeface="+mn-cs"/>
                    </a:endParaRPr>
                  </a:p>
                </p:txBody>
              </p:sp>
            </p:grpSp>
          </p:grp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9C782C0-720D-5360-9175-14C918B857C7}"/>
                  </a:ext>
                </a:extLst>
              </p:cNvPr>
              <p:cNvSpPr/>
              <p:nvPr/>
            </p:nvSpPr>
            <p:spPr>
              <a:xfrm>
                <a:off x="5994661" y="2401098"/>
                <a:ext cx="905239" cy="905239"/>
              </a:xfrm>
              <a:prstGeom prst="ellipse">
                <a:avLst/>
              </a:prstGeom>
              <a:noFill/>
              <a:ln w="1270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30" name="Graphic 103">
              <a:extLst>
                <a:ext uri="{FF2B5EF4-FFF2-40B4-BE49-F238E27FC236}">
                  <a16:creationId xmlns:a16="http://schemas.microsoft.com/office/drawing/2014/main" id="{03A31443-BD85-6CDD-BD42-7E61A99D7DFF}"/>
                </a:ext>
              </a:extLst>
            </p:cNvPr>
            <p:cNvGrpSpPr/>
            <p:nvPr/>
          </p:nvGrpSpPr>
          <p:grpSpPr>
            <a:xfrm>
              <a:off x="6156937" y="2818930"/>
              <a:ext cx="580687" cy="126726"/>
              <a:chOff x="6156937" y="2818930"/>
              <a:chExt cx="580687" cy="126726"/>
            </a:xfrm>
            <a:solidFill>
              <a:srgbClr val="FFFFFF"/>
            </a:solidFill>
          </p:grpSpPr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DDEA4AF-EACD-FA76-141A-1FECFEB82975}"/>
                  </a:ext>
                </a:extLst>
              </p:cNvPr>
              <p:cNvSpPr/>
              <p:nvPr/>
            </p:nvSpPr>
            <p:spPr>
              <a:xfrm>
                <a:off x="6156937" y="2821072"/>
                <a:ext cx="105706" cy="124584"/>
              </a:xfrm>
              <a:custGeom>
                <a:avLst/>
                <a:gdLst>
                  <a:gd name="csX0" fmla="*/ 40401 w 105706"/>
                  <a:gd name="csY0" fmla="*/ 22607 h 124584"/>
                  <a:gd name="csX1" fmla="*/ 0 w 105706"/>
                  <a:gd name="csY1" fmla="*/ 22607 h 124584"/>
                  <a:gd name="csX2" fmla="*/ 0 w 105706"/>
                  <a:gd name="csY2" fmla="*/ 0 h 124584"/>
                  <a:gd name="csX3" fmla="*/ 105706 w 105706"/>
                  <a:gd name="csY3" fmla="*/ 0 h 124584"/>
                  <a:gd name="csX4" fmla="*/ 105706 w 105706"/>
                  <a:gd name="csY4" fmla="*/ 22607 h 124584"/>
                  <a:gd name="csX5" fmla="*/ 65305 w 105706"/>
                  <a:gd name="csY5" fmla="*/ 22607 h 124584"/>
                  <a:gd name="csX6" fmla="*/ 65305 w 105706"/>
                  <a:gd name="csY6" fmla="*/ 124584 h 124584"/>
                  <a:gd name="csX7" fmla="*/ 40388 w 105706"/>
                  <a:gd name="csY7" fmla="*/ 124584 h 124584"/>
                  <a:gd name="csX8" fmla="*/ 40388 w 105706"/>
                  <a:gd name="csY8" fmla="*/ 22607 h 1245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5706" h="124584">
                    <a:moveTo>
                      <a:pt x="40401" y="22607"/>
                    </a:moveTo>
                    <a:lnTo>
                      <a:pt x="0" y="22607"/>
                    </a:lnTo>
                    <a:lnTo>
                      <a:pt x="0" y="0"/>
                    </a:lnTo>
                    <a:lnTo>
                      <a:pt x="105706" y="0"/>
                    </a:lnTo>
                    <a:lnTo>
                      <a:pt x="105706" y="22607"/>
                    </a:lnTo>
                    <a:lnTo>
                      <a:pt x="65305" y="22607"/>
                    </a:lnTo>
                    <a:lnTo>
                      <a:pt x="65305" y="124584"/>
                    </a:lnTo>
                    <a:lnTo>
                      <a:pt x="40388" y="124584"/>
                    </a:lnTo>
                    <a:lnTo>
                      <a:pt x="40388" y="22607"/>
                    </a:lnTo>
                    <a:close/>
                  </a:path>
                </a:pathLst>
              </a:custGeom>
              <a:solidFill>
                <a:srgbClr val="FFFFFF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673130E0-7F8F-F774-F11F-9ED85381623A}"/>
                  </a:ext>
                </a:extLst>
              </p:cNvPr>
              <p:cNvSpPr/>
              <p:nvPr/>
            </p:nvSpPr>
            <p:spPr>
              <a:xfrm>
                <a:off x="6273689" y="2821084"/>
                <a:ext cx="120493" cy="124571"/>
              </a:xfrm>
              <a:custGeom>
                <a:avLst/>
                <a:gdLst>
                  <a:gd name="csX0" fmla="*/ 0 w 120493"/>
                  <a:gd name="csY0" fmla="*/ 0 h 124571"/>
                  <a:gd name="csX1" fmla="*/ 26878 w 120493"/>
                  <a:gd name="csY1" fmla="*/ 0 h 124571"/>
                  <a:gd name="csX2" fmla="*/ 58195 w 120493"/>
                  <a:gd name="csY2" fmla="*/ 104997 h 124571"/>
                  <a:gd name="csX3" fmla="*/ 62828 w 120493"/>
                  <a:gd name="csY3" fmla="*/ 104997 h 124571"/>
                  <a:gd name="csX4" fmla="*/ 93796 w 120493"/>
                  <a:gd name="csY4" fmla="*/ 0 h 124571"/>
                  <a:gd name="csX5" fmla="*/ 120494 w 120493"/>
                  <a:gd name="csY5" fmla="*/ 0 h 124571"/>
                  <a:gd name="csX6" fmla="*/ 82054 w 120493"/>
                  <a:gd name="csY6" fmla="*/ 124571 h 124571"/>
                  <a:gd name="csX7" fmla="*/ 38453 w 120493"/>
                  <a:gd name="csY7" fmla="*/ 124571 h 124571"/>
                  <a:gd name="csX8" fmla="*/ 13 w 120493"/>
                  <a:gd name="csY8" fmla="*/ 0 h 1245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0493" h="124571">
                    <a:moveTo>
                      <a:pt x="0" y="0"/>
                    </a:moveTo>
                    <a:lnTo>
                      <a:pt x="26878" y="0"/>
                    </a:lnTo>
                    <a:lnTo>
                      <a:pt x="58195" y="104997"/>
                    </a:lnTo>
                    <a:lnTo>
                      <a:pt x="62828" y="104997"/>
                    </a:lnTo>
                    <a:lnTo>
                      <a:pt x="93796" y="0"/>
                    </a:lnTo>
                    <a:lnTo>
                      <a:pt x="120494" y="0"/>
                    </a:lnTo>
                    <a:lnTo>
                      <a:pt x="82054" y="124571"/>
                    </a:lnTo>
                    <a:lnTo>
                      <a:pt x="38453" y="124571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FA19EF68-AF67-A05E-8955-C10A49FF0538}"/>
                  </a:ext>
                </a:extLst>
              </p:cNvPr>
              <p:cNvSpPr/>
              <p:nvPr/>
            </p:nvSpPr>
            <p:spPr>
              <a:xfrm>
                <a:off x="6410183" y="2821072"/>
                <a:ext cx="102144" cy="124571"/>
              </a:xfrm>
              <a:custGeom>
                <a:avLst/>
                <a:gdLst>
                  <a:gd name="csX0" fmla="*/ 0 w 102144"/>
                  <a:gd name="csY0" fmla="*/ 13 h 124571"/>
                  <a:gd name="csX1" fmla="*/ 54105 w 102144"/>
                  <a:gd name="csY1" fmla="*/ 13 h 124571"/>
                  <a:gd name="csX2" fmla="*/ 86222 w 102144"/>
                  <a:gd name="csY2" fmla="*/ 10607 h 124571"/>
                  <a:gd name="csX3" fmla="*/ 97874 w 102144"/>
                  <a:gd name="csY3" fmla="*/ 40943 h 124571"/>
                  <a:gd name="csX4" fmla="*/ 89241 w 102144"/>
                  <a:gd name="csY4" fmla="*/ 67008 h 124571"/>
                  <a:gd name="csX5" fmla="*/ 65305 w 102144"/>
                  <a:gd name="csY5" fmla="*/ 79551 h 124571"/>
                  <a:gd name="csX6" fmla="*/ 102145 w 102144"/>
                  <a:gd name="csY6" fmla="*/ 124571 h 124571"/>
                  <a:gd name="csX7" fmla="*/ 71538 w 102144"/>
                  <a:gd name="csY7" fmla="*/ 124571 h 124571"/>
                  <a:gd name="csX8" fmla="*/ 37911 w 102144"/>
                  <a:gd name="csY8" fmla="*/ 81860 h 124571"/>
                  <a:gd name="csX9" fmla="*/ 24568 w 102144"/>
                  <a:gd name="csY9" fmla="*/ 81860 h 124571"/>
                  <a:gd name="csX10" fmla="*/ 24568 w 102144"/>
                  <a:gd name="csY10" fmla="*/ 124571 h 124571"/>
                  <a:gd name="csX11" fmla="*/ 13 w 102144"/>
                  <a:gd name="csY11" fmla="*/ 124571 h 124571"/>
                  <a:gd name="csX12" fmla="*/ 13 w 102144"/>
                  <a:gd name="csY12" fmla="*/ 0 h 124571"/>
                  <a:gd name="csX13" fmla="*/ 51072 w 102144"/>
                  <a:gd name="csY13" fmla="*/ 60699 h 124571"/>
                  <a:gd name="csX14" fmla="*/ 67176 w 102144"/>
                  <a:gd name="csY14" fmla="*/ 55808 h 124571"/>
                  <a:gd name="csX15" fmla="*/ 72957 w 102144"/>
                  <a:gd name="csY15" fmla="*/ 41485 h 124571"/>
                  <a:gd name="csX16" fmla="*/ 67176 w 102144"/>
                  <a:gd name="csY16" fmla="*/ 27252 h 124571"/>
                  <a:gd name="csX17" fmla="*/ 51072 w 102144"/>
                  <a:gd name="csY17" fmla="*/ 22272 h 124571"/>
                  <a:gd name="csX18" fmla="*/ 24556 w 102144"/>
                  <a:gd name="csY18" fmla="*/ 22272 h 124571"/>
                  <a:gd name="csX19" fmla="*/ 24556 w 102144"/>
                  <a:gd name="csY19" fmla="*/ 60711 h 124571"/>
                  <a:gd name="csX20" fmla="*/ 51072 w 102144"/>
                  <a:gd name="csY20" fmla="*/ 60711 h 1245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102144" h="124571">
                    <a:moveTo>
                      <a:pt x="0" y="13"/>
                    </a:moveTo>
                    <a:lnTo>
                      <a:pt x="54105" y="13"/>
                    </a:lnTo>
                    <a:cubicBezTo>
                      <a:pt x="67744" y="13"/>
                      <a:pt x="78454" y="3548"/>
                      <a:pt x="86222" y="10607"/>
                    </a:cubicBezTo>
                    <a:cubicBezTo>
                      <a:pt x="93990" y="17665"/>
                      <a:pt x="97874" y="27781"/>
                      <a:pt x="97874" y="40943"/>
                    </a:cubicBezTo>
                    <a:cubicBezTo>
                      <a:pt x="97874" y="51743"/>
                      <a:pt x="94996" y="60428"/>
                      <a:pt x="89241" y="67008"/>
                    </a:cubicBezTo>
                    <a:cubicBezTo>
                      <a:pt x="83486" y="73589"/>
                      <a:pt x="75512" y="77770"/>
                      <a:pt x="65305" y="79551"/>
                    </a:cubicBezTo>
                    <a:lnTo>
                      <a:pt x="102145" y="124571"/>
                    </a:lnTo>
                    <a:lnTo>
                      <a:pt x="71538" y="124571"/>
                    </a:lnTo>
                    <a:lnTo>
                      <a:pt x="37911" y="81860"/>
                    </a:lnTo>
                    <a:lnTo>
                      <a:pt x="24568" y="81860"/>
                    </a:lnTo>
                    <a:lnTo>
                      <a:pt x="24568" y="124571"/>
                    </a:lnTo>
                    <a:lnTo>
                      <a:pt x="13" y="124571"/>
                    </a:lnTo>
                    <a:lnTo>
                      <a:pt x="13" y="0"/>
                    </a:lnTo>
                    <a:close/>
                    <a:moveTo>
                      <a:pt x="51072" y="60699"/>
                    </a:moveTo>
                    <a:cubicBezTo>
                      <a:pt x="57950" y="60699"/>
                      <a:pt x="63318" y="59073"/>
                      <a:pt x="67176" y="55808"/>
                    </a:cubicBezTo>
                    <a:cubicBezTo>
                      <a:pt x="71034" y="52543"/>
                      <a:pt x="72957" y="47769"/>
                      <a:pt x="72957" y="41485"/>
                    </a:cubicBezTo>
                    <a:cubicBezTo>
                      <a:pt x="72957" y="35201"/>
                      <a:pt x="71021" y="30569"/>
                      <a:pt x="67176" y="27252"/>
                    </a:cubicBezTo>
                    <a:cubicBezTo>
                      <a:pt x="63318" y="23936"/>
                      <a:pt x="57950" y="22272"/>
                      <a:pt x="51072" y="22272"/>
                    </a:cubicBezTo>
                    <a:lnTo>
                      <a:pt x="24556" y="22272"/>
                    </a:lnTo>
                    <a:lnTo>
                      <a:pt x="24556" y="60711"/>
                    </a:lnTo>
                    <a:lnTo>
                      <a:pt x="51072" y="60711"/>
                    </a:lnTo>
                    <a:close/>
                  </a:path>
                </a:pathLst>
              </a:custGeom>
              <a:solidFill>
                <a:srgbClr val="FFFFFF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78AB3292-92CA-D6A2-0442-AE875395FA47}"/>
                  </a:ext>
                </a:extLst>
              </p:cNvPr>
              <p:cNvSpPr/>
              <p:nvPr/>
            </p:nvSpPr>
            <p:spPr>
              <a:xfrm>
                <a:off x="6524960" y="2821072"/>
                <a:ext cx="78840" cy="124584"/>
              </a:xfrm>
              <a:custGeom>
                <a:avLst/>
                <a:gdLst>
                  <a:gd name="csX0" fmla="*/ 0 w 78840"/>
                  <a:gd name="csY0" fmla="*/ 101977 h 124584"/>
                  <a:gd name="csX1" fmla="*/ 27227 w 78840"/>
                  <a:gd name="csY1" fmla="*/ 101977 h 124584"/>
                  <a:gd name="csX2" fmla="*/ 27227 w 78840"/>
                  <a:gd name="csY2" fmla="*/ 22607 h 124584"/>
                  <a:gd name="csX3" fmla="*/ 0 w 78840"/>
                  <a:gd name="csY3" fmla="*/ 22607 h 124584"/>
                  <a:gd name="csX4" fmla="*/ 0 w 78840"/>
                  <a:gd name="csY4" fmla="*/ 0 h 124584"/>
                  <a:gd name="csX5" fmla="*/ 78841 w 78840"/>
                  <a:gd name="csY5" fmla="*/ 0 h 124584"/>
                  <a:gd name="csX6" fmla="*/ 78841 w 78840"/>
                  <a:gd name="csY6" fmla="*/ 22607 h 124584"/>
                  <a:gd name="csX7" fmla="*/ 51795 w 78840"/>
                  <a:gd name="csY7" fmla="*/ 22607 h 124584"/>
                  <a:gd name="csX8" fmla="*/ 51795 w 78840"/>
                  <a:gd name="csY8" fmla="*/ 101977 h 124584"/>
                  <a:gd name="csX9" fmla="*/ 78841 w 78840"/>
                  <a:gd name="csY9" fmla="*/ 101977 h 124584"/>
                  <a:gd name="csX10" fmla="*/ 78841 w 78840"/>
                  <a:gd name="csY10" fmla="*/ 124584 h 124584"/>
                  <a:gd name="csX11" fmla="*/ 0 w 78840"/>
                  <a:gd name="csY11" fmla="*/ 124584 h 124584"/>
                  <a:gd name="csX12" fmla="*/ 0 w 78840"/>
                  <a:gd name="csY12" fmla="*/ 101977 h 1245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78840" h="124584">
                    <a:moveTo>
                      <a:pt x="0" y="101977"/>
                    </a:moveTo>
                    <a:lnTo>
                      <a:pt x="27227" y="101977"/>
                    </a:lnTo>
                    <a:lnTo>
                      <a:pt x="27227" y="22607"/>
                    </a:lnTo>
                    <a:lnTo>
                      <a:pt x="0" y="22607"/>
                    </a:lnTo>
                    <a:lnTo>
                      <a:pt x="0" y="0"/>
                    </a:lnTo>
                    <a:lnTo>
                      <a:pt x="78841" y="0"/>
                    </a:lnTo>
                    <a:lnTo>
                      <a:pt x="78841" y="22607"/>
                    </a:lnTo>
                    <a:lnTo>
                      <a:pt x="51795" y="22607"/>
                    </a:lnTo>
                    <a:lnTo>
                      <a:pt x="51795" y="101977"/>
                    </a:lnTo>
                    <a:lnTo>
                      <a:pt x="78841" y="101977"/>
                    </a:lnTo>
                    <a:lnTo>
                      <a:pt x="78841" y="124584"/>
                    </a:lnTo>
                    <a:lnTo>
                      <a:pt x="0" y="124584"/>
                    </a:lnTo>
                    <a:lnTo>
                      <a:pt x="0" y="101977"/>
                    </a:lnTo>
                    <a:close/>
                  </a:path>
                </a:pathLst>
              </a:custGeom>
              <a:solidFill>
                <a:srgbClr val="FFFFFF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03259D9F-0B4E-AC03-D034-AFCDB950E78A}"/>
                  </a:ext>
                </a:extLst>
              </p:cNvPr>
              <p:cNvSpPr/>
              <p:nvPr/>
            </p:nvSpPr>
            <p:spPr>
              <a:xfrm>
                <a:off x="6615724" y="2818930"/>
                <a:ext cx="51962" cy="126700"/>
              </a:xfrm>
              <a:custGeom>
                <a:avLst/>
                <a:gdLst>
                  <a:gd name="csX0" fmla="*/ 27046 w 51962"/>
                  <a:gd name="csY0" fmla="*/ 23678 h 126700"/>
                  <a:gd name="csX1" fmla="*/ 0 w 51962"/>
                  <a:gd name="csY1" fmla="*/ 23678 h 126700"/>
                  <a:gd name="csX2" fmla="*/ 0 w 51962"/>
                  <a:gd name="csY2" fmla="*/ 1961 h 126700"/>
                  <a:gd name="csX3" fmla="*/ 29717 w 51962"/>
                  <a:gd name="csY3" fmla="*/ 0 h 126700"/>
                  <a:gd name="csX4" fmla="*/ 46801 w 51962"/>
                  <a:gd name="csY4" fmla="*/ 4000 h 126700"/>
                  <a:gd name="csX5" fmla="*/ 51963 w 51962"/>
                  <a:gd name="csY5" fmla="*/ 17433 h 126700"/>
                  <a:gd name="csX6" fmla="*/ 51963 w 51962"/>
                  <a:gd name="csY6" fmla="*/ 126700 h 126700"/>
                  <a:gd name="csX7" fmla="*/ 27046 w 51962"/>
                  <a:gd name="csY7" fmla="*/ 126700 h 126700"/>
                  <a:gd name="csX8" fmla="*/ 27046 w 51962"/>
                  <a:gd name="csY8" fmla="*/ 23665 h 126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51962" h="126700">
                    <a:moveTo>
                      <a:pt x="27046" y="23678"/>
                    </a:moveTo>
                    <a:lnTo>
                      <a:pt x="0" y="23678"/>
                    </a:lnTo>
                    <a:lnTo>
                      <a:pt x="0" y="1961"/>
                    </a:lnTo>
                    <a:cubicBezTo>
                      <a:pt x="9020" y="658"/>
                      <a:pt x="18930" y="0"/>
                      <a:pt x="29717" y="0"/>
                    </a:cubicBezTo>
                    <a:cubicBezTo>
                      <a:pt x="37666" y="0"/>
                      <a:pt x="43356" y="1329"/>
                      <a:pt x="46801" y="4000"/>
                    </a:cubicBezTo>
                    <a:cubicBezTo>
                      <a:pt x="50247" y="6671"/>
                      <a:pt x="51963" y="11149"/>
                      <a:pt x="51963" y="17433"/>
                    </a:cubicBezTo>
                    <a:lnTo>
                      <a:pt x="51963" y="126700"/>
                    </a:lnTo>
                    <a:lnTo>
                      <a:pt x="27046" y="126700"/>
                    </a:lnTo>
                    <a:lnTo>
                      <a:pt x="27046" y="23665"/>
                    </a:lnTo>
                    <a:close/>
                  </a:path>
                </a:pathLst>
              </a:custGeom>
              <a:solidFill>
                <a:srgbClr val="FFFFFF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93769962-A520-707E-0517-2FD2D55C7532}"/>
                  </a:ext>
                </a:extLst>
              </p:cNvPr>
              <p:cNvSpPr/>
              <p:nvPr/>
            </p:nvSpPr>
            <p:spPr>
              <a:xfrm>
                <a:off x="6685662" y="2818930"/>
                <a:ext cx="51962" cy="126700"/>
              </a:xfrm>
              <a:custGeom>
                <a:avLst/>
                <a:gdLst>
                  <a:gd name="csX0" fmla="*/ 27046 w 51962"/>
                  <a:gd name="csY0" fmla="*/ 23678 h 126700"/>
                  <a:gd name="csX1" fmla="*/ 0 w 51962"/>
                  <a:gd name="csY1" fmla="*/ 23678 h 126700"/>
                  <a:gd name="csX2" fmla="*/ 0 w 51962"/>
                  <a:gd name="csY2" fmla="*/ 1961 h 126700"/>
                  <a:gd name="csX3" fmla="*/ 29717 w 51962"/>
                  <a:gd name="csY3" fmla="*/ 0 h 126700"/>
                  <a:gd name="csX4" fmla="*/ 46801 w 51962"/>
                  <a:gd name="csY4" fmla="*/ 4000 h 126700"/>
                  <a:gd name="csX5" fmla="*/ 51963 w 51962"/>
                  <a:gd name="csY5" fmla="*/ 17433 h 126700"/>
                  <a:gd name="csX6" fmla="*/ 51963 w 51962"/>
                  <a:gd name="csY6" fmla="*/ 126700 h 126700"/>
                  <a:gd name="csX7" fmla="*/ 27046 w 51962"/>
                  <a:gd name="csY7" fmla="*/ 126700 h 126700"/>
                  <a:gd name="csX8" fmla="*/ 27046 w 51962"/>
                  <a:gd name="csY8" fmla="*/ 23665 h 1267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51962" h="126700">
                    <a:moveTo>
                      <a:pt x="27046" y="23678"/>
                    </a:moveTo>
                    <a:lnTo>
                      <a:pt x="0" y="23678"/>
                    </a:lnTo>
                    <a:lnTo>
                      <a:pt x="0" y="1961"/>
                    </a:lnTo>
                    <a:cubicBezTo>
                      <a:pt x="9020" y="658"/>
                      <a:pt x="18930" y="0"/>
                      <a:pt x="29717" y="0"/>
                    </a:cubicBezTo>
                    <a:cubicBezTo>
                      <a:pt x="37666" y="0"/>
                      <a:pt x="43356" y="1329"/>
                      <a:pt x="46801" y="4000"/>
                    </a:cubicBezTo>
                    <a:cubicBezTo>
                      <a:pt x="50247" y="6671"/>
                      <a:pt x="51963" y="11149"/>
                      <a:pt x="51963" y="17433"/>
                    </a:cubicBezTo>
                    <a:lnTo>
                      <a:pt x="51963" y="126700"/>
                    </a:lnTo>
                    <a:lnTo>
                      <a:pt x="27046" y="126700"/>
                    </a:lnTo>
                    <a:lnTo>
                      <a:pt x="27046" y="23665"/>
                    </a:lnTo>
                    <a:close/>
                  </a:path>
                </a:pathLst>
              </a:custGeom>
              <a:solidFill>
                <a:srgbClr val="FFFFFF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137" name="Graphic 103">
              <a:extLst>
                <a:ext uri="{FF2B5EF4-FFF2-40B4-BE49-F238E27FC236}">
                  <a16:creationId xmlns:a16="http://schemas.microsoft.com/office/drawing/2014/main" id="{80A1E43C-2D14-9B9F-15A3-C85E6EDF54BC}"/>
                </a:ext>
              </a:extLst>
            </p:cNvPr>
            <p:cNvGrpSpPr/>
            <p:nvPr/>
          </p:nvGrpSpPr>
          <p:grpSpPr>
            <a:xfrm>
              <a:off x="6186512" y="2999903"/>
              <a:ext cx="521563" cy="129448"/>
              <a:chOff x="6186512" y="2999903"/>
              <a:chExt cx="521563" cy="129448"/>
            </a:xfrm>
            <a:solidFill>
              <a:srgbClr val="E5BB83"/>
            </a:solidFill>
          </p:grpSpPr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803610EE-C742-E984-7337-586FC31E5617}"/>
                  </a:ext>
                </a:extLst>
              </p:cNvPr>
              <p:cNvSpPr/>
              <p:nvPr/>
            </p:nvSpPr>
            <p:spPr>
              <a:xfrm>
                <a:off x="6200899" y="3001709"/>
                <a:ext cx="49807" cy="42310"/>
              </a:xfrm>
              <a:custGeom>
                <a:avLst/>
                <a:gdLst>
                  <a:gd name="csX0" fmla="*/ 0 w 49807"/>
                  <a:gd name="csY0" fmla="*/ 0 h 42310"/>
                  <a:gd name="csX1" fmla="*/ 15897 w 49807"/>
                  <a:gd name="csY1" fmla="*/ 0 h 42310"/>
                  <a:gd name="csX2" fmla="*/ 24117 w 49807"/>
                  <a:gd name="csY2" fmla="*/ 34995 h 42310"/>
                  <a:gd name="csX3" fmla="*/ 25691 w 49807"/>
                  <a:gd name="csY3" fmla="*/ 34995 h 42310"/>
                  <a:gd name="csX4" fmla="*/ 33911 w 49807"/>
                  <a:gd name="csY4" fmla="*/ 0 h 42310"/>
                  <a:gd name="csX5" fmla="*/ 49808 w 49807"/>
                  <a:gd name="csY5" fmla="*/ 0 h 42310"/>
                  <a:gd name="csX6" fmla="*/ 49808 w 49807"/>
                  <a:gd name="csY6" fmla="*/ 42311 h 42310"/>
                  <a:gd name="csX7" fmla="*/ 41472 w 49807"/>
                  <a:gd name="csY7" fmla="*/ 42311 h 42310"/>
                  <a:gd name="csX8" fmla="*/ 41472 w 49807"/>
                  <a:gd name="csY8" fmla="*/ 7316 h 42310"/>
                  <a:gd name="csX9" fmla="*/ 39898 w 49807"/>
                  <a:gd name="csY9" fmla="*/ 7316 h 42310"/>
                  <a:gd name="csX10" fmla="*/ 31743 w 49807"/>
                  <a:gd name="csY10" fmla="*/ 42311 h 42310"/>
                  <a:gd name="csX11" fmla="*/ 18142 w 49807"/>
                  <a:gd name="csY11" fmla="*/ 42311 h 42310"/>
                  <a:gd name="csX12" fmla="*/ 9923 w 49807"/>
                  <a:gd name="csY12" fmla="*/ 7316 h 42310"/>
                  <a:gd name="csX13" fmla="*/ 8349 w 49807"/>
                  <a:gd name="csY13" fmla="*/ 7316 h 42310"/>
                  <a:gd name="csX14" fmla="*/ 8349 w 49807"/>
                  <a:gd name="csY14" fmla="*/ 42311 h 42310"/>
                  <a:gd name="csX15" fmla="*/ 13 w 49807"/>
                  <a:gd name="csY15" fmla="*/ 42311 h 42310"/>
                  <a:gd name="csX16" fmla="*/ 13 w 49807"/>
                  <a:gd name="csY16" fmla="*/ 0 h 42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49807" h="42310">
                    <a:moveTo>
                      <a:pt x="0" y="0"/>
                    </a:moveTo>
                    <a:lnTo>
                      <a:pt x="15897" y="0"/>
                    </a:lnTo>
                    <a:lnTo>
                      <a:pt x="24117" y="34995"/>
                    </a:lnTo>
                    <a:lnTo>
                      <a:pt x="25691" y="34995"/>
                    </a:lnTo>
                    <a:lnTo>
                      <a:pt x="33911" y="0"/>
                    </a:lnTo>
                    <a:lnTo>
                      <a:pt x="49808" y="0"/>
                    </a:lnTo>
                    <a:lnTo>
                      <a:pt x="49808" y="42311"/>
                    </a:lnTo>
                    <a:lnTo>
                      <a:pt x="41472" y="42311"/>
                    </a:lnTo>
                    <a:lnTo>
                      <a:pt x="41472" y="7316"/>
                    </a:lnTo>
                    <a:lnTo>
                      <a:pt x="39898" y="7316"/>
                    </a:lnTo>
                    <a:lnTo>
                      <a:pt x="31743" y="42311"/>
                    </a:lnTo>
                    <a:lnTo>
                      <a:pt x="18142" y="42311"/>
                    </a:lnTo>
                    <a:lnTo>
                      <a:pt x="9923" y="7316"/>
                    </a:lnTo>
                    <a:lnTo>
                      <a:pt x="8349" y="7316"/>
                    </a:lnTo>
                    <a:lnTo>
                      <a:pt x="8349" y="42311"/>
                    </a:lnTo>
                    <a:lnTo>
                      <a:pt x="13" y="42311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DC060F08-2313-3A9B-3BD0-979F6D1A1794}"/>
                  </a:ext>
                </a:extLst>
              </p:cNvPr>
              <p:cNvSpPr/>
              <p:nvPr/>
            </p:nvSpPr>
            <p:spPr>
              <a:xfrm>
                <a:off x="6257275" y="3013077"/>
                <a:ext cx="30452" cy="31665"/>
              </a:xfrm>
              <a:custGeom>
                <a:avLst/>
                <a:gdLst>
                  <a:gd name="csX0" fmla="*/ 4207 w 30452"/>
                  <a:gd name="csY0" fmla="*/ 27704 h 31665"/>
                  <a:gd name="csX1" fmla="*/ 0 w 30452"/>
                  <a:gd name="csY1" fmla="*/ 16852 h 31665"/>
                  <a:gd name="csX2" fmla="*/ 0 w 30452"/>
                  <a:gd name="csY2" fmla="*/ 14865 h 31665"/>
                  <a:gd name="csX3" fmla="*/ 4142 w 30452"/>
                  <a:gd name="csY3" fmla="*/ 3961 h 31665"/>
                  <a:gd name="csX4" fmla="*/ 15471 w 30452"/>
                  <a:gd name="csY4" fmla="*/ 0 h 31665"/>
                  <a:gd name="csX5" fmla="*/ 26465 w 30452"/>
                  <a:gd name="csY5" fmla="*/ 3742 h 31665"/>
                  <a:gd name="csX6" fmla="*/ 30453 w 30452"/>
                  <a:gd name="csY6" fmla="*/ 13897 h 31665"/>
                  <a:gd name="csX7" fmla="*/ 30207 w 30452"/>
                  <a:gd name="csY7" fmla="*/ 17884 h 31665"/>
                  <a:gd name="csX8" fmla="*/ 8091 w 30452"/>
                  <a:gd name="csY8" fmla="*/ 17884 h 31665"/>
                  <a:gd name="csX9" fmla="*/ 8091 w 30452"/>
                  <a:gd name="csY9" fmla="*/ 18181 h 31665"/>
                  <a:gd name="csX10" fmla="*/ 10091 w 30452"/>
                  <a:gd name="csY10" fmla="*/ 23110 h 31665"/>
                  <a:gd name="csX11" fmla="*/ 15768 w 30452"/>
                  <a:gd name="csY11" fmla="*/ 24956 h 31665"/>
                  <a:gd name="csX12" fmla="*/ 20426 w 30452"/>
                  <a:gd name="csY12" fmla="*/ 23781 h 31665"/>
                  <a:gd name="csX13" fmla="*/ 22246 w 30452"/>
                  <a:gd name="csY13" fmla="*/ 20181 h 31665"/>
                  <a:gd name="csX14" fmla="*/ 30285 w 30452"/>
                  <a:gd name="csY14" fmla="*/ 20181 h 31665"/>
                  <a:gd name="csX15" fmla="*/ 28414 w 30452"/>
                  <a:gd name="csY15" fmla="*/ 26285 h 31665"/>
                  <a:gd name="csX16" fmla="*/ 23252 w 30452"/>
                  <a:gd name="csY16" fmla="*/ 30272 h 31665"/>
                  <a:gd name="csX17" fmla="*/ 15846 w 30452"/>
                  <a:gd name="csY17" fmla="*/ 31665 h 31665"/>
                  <a:gd name="csX18" fmla="*/ 4207 w 30452"/>
                  <a:gd name="csY18" fmla="*/ 27704 h 31665"/>
                  <a:gd name="csX19" fmla="*/ 22426 w 30452"/>
                  <a:gd name="csY19" fmla="*/ 12813 h 31665"/>
                  <a:gd name="csX20" fmla="*/ 22426 w 30452"/>
                  <a:gd name="csY20" fmla="*/ 12633 h 31665"/>
                  <a:gd name="csX21" fmla="*/ 20555 w 30452"/>
                  <a:gd name="csY21" fmla="*/ 8155 h 31665"/>
                  <a:gd name="csX22" fmla="*/ 15355 w 30452"/>
                  <a:gd name="csY22" fmla="*/ 6529 h 31665"/>
                  <a:gd name="csX23" fmla="*/ 10065 w 30452"/>
                  <a:gd name="csY23" fmla="*/ 8155 h 31665"/>
                  <a:gd name="csX24" fmla="*/ 8103 w 30452"/>
                  <a:gd name="csY24" fmla="*/ 12633 h 31665"/>
                  <a:gd name="csX25" fmla="*/ 8103 w 30452"/>
                  <a:gd name="csY25" fmla="*/ 12813 h 31665"/>
                  <a:gd name="csX26" fmla="*/ 22426 w 30452"/>
                  <a:gd name="csY26" fmla="*/ 12813 h 316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30452" h="31665">
                    <a:moveTo>
                      <a:pt x="4207" y="27704"/>
                    </a:moveTo>
                    <a:cubicBezTo>
                      <a:pt x="1406" y="25072"/>
                      <a:pt x="0" y="21446"/>
                      <a:pt x="0" y="16852"/>
                    </a:cubicBezTo>
                    <a:lnTo>
                      <a:pt x="0" y="14865"/>
                    </a:lnTo>
                    <a:cubicBezTo>
                      <a:pt x="0" y="10233"/>
                      <a:pt x="1381" y="6594"/>
                      <a:pt x="4142" y="3961"/>
                    </a:cubicBezTo>
                    <a:cubicBezTo>
                      <a:pt x="6903" y="1329"/>
                      <a:pt x="10684" y="0"/>
                      <a:pt x="15471" y="0"/>
                    </a:cubicBezTo>
                    <a:cubicBezTo>
                      <a:pt x="20259" y="0"/>
                      <a:pt x="23807" y="1252"/>
                      <a:pt x="26465" y="3742"/>
                    </a:cubicBezTo>
                    <a:cubicBezTo>
                      <a:pt x="29123" y="6245"/>
                      <a:pt x="30453" y="9626"/>
                      <a:pt x="30453" y="13897"/>
                    </a:cubicBezTo>
                    <a:cubicBezTo>
                      <a:pt x="30453" y="15471"/>
                      <a:pt x="30375" y="16801"/>
                      <a:pt x="30207" y="17884"/>
                    </a:cubicBezTo>
                    <a:lnTo>
                      <a:pt x="8091" y="17884"/>
                    </a:lnTo>
                    <a:lnTo>
                      <a:pt x="8091" y="18181"/>
                    </a:lnTo>
                    <a:cubicBezTo>
                      <a:pt x="8091" y="20233"/>
                      <a:pt x="8762" y="21885"/>
                      <a:pt x="10091" y="23110"/>
                    </a:cubicBezTo>
                    <a:cubicBezTo>
                      <a:pt x="11420" y="24336"/>
                      <a:pt x="13317" y="24956"/>
                      <a:pt x="15768" y="24956"/>
                    </a:cubicBezTo>
                    <a:cubicBezTo>
                      <a:pt x="17665" y="24956"/>
                      <a:pt x="19213" y="24568"/>
                      <a:pt x="20426" y="23781"/>
                    </a:cubicBezTo>
                    <a:cubicBezTo>
                      <a:pt x="21639" y="22994"/>
                      <a:pt x="22246" y="21794"/>
                      <a:pt x="22246" y="20181"/>
                    </a:cubicBezTo>
                    <a:lnTo>
                      <a:pt x="30285" y="20181"/>
                    </a:lnTo>
                    <a:cubicBezTo>
                      <a:pt x="30285" y="22517"/>
                      <a:pt x="29665" y="24556"/>
                      <a:pt x="28414" y="26285"/>
                    </a:cubicBezTo>
                    <a:cubicBezTo>
                      <a:pt x="27162" y="28014"/>
                      <a:pt x="25446" y="29343"/>
                      <a:pt x="23252" y="30272"/>
                    </a:cubicBezTo>
                    <a:cubicBezTo>
                      <a:pt x="21059" y="31201"/>
                      <a:pt x="18594" y="31665"/>
                      <a:pt x="15846" y="31665"/>
                    </a:cubicBezTo>
                    <a:cubicBezTo>
                      <a:pt x="10891" y="31665"/>
                      <a:pt x="7007" y="30349"/>
                      <a:pt x="4207" y="27704"/>
                    </a:cubicBezTo>
                    <a:close/>
                    <a:moveTo>
                      <a:pt x="22426" y="12813"/>
                    </a:moveTo>
                    <a:lnTo>
                      <a:pt x="22426" y="12633"/>
                    </a:lnTo>
                    <a:cubicBezTo>
                      <a:pt x="22426" y="10736"/>
                      <a:pt x="21807" y="9252"/>
                      <a:pt x="20555" y="8155"/>
                    </a:cubicBezTo>
                    <a:cubicBezTo>
                      <a:pt x="19304" y="7071"/>
                      <a:pt x="17575" y="6529"/>
                      <a:pt x="15355" y="6529"/>
                    </a:cubicBezTo>
                    <a:cubicBezTo>
                      <a:pt x="13136" y="6529"/>
                      <a:pt x="11381" y="7071"/>
                      <a:pt x="10065" y="8155"/>
                    </a:cubicBezTo>
                    <a:cubicBezTo>
                      <a:pt x="8749" y="9239"/>
                      <a:pt x="8103" y="10736"/>
                      <a:pt x="8103" y="12633"/>
                    </a:cubicBezTo>
                    <a:lnTo>
                      <a:pt x="8103" y="12813"/>
                    </a:lnTo>
                    <a:lnTo>
                      <a:pt x="22426" y="12813"/>
                    </a:ln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39F38BF2-7DDE-AEFB-060D-2947895EA73A}"/>
                  </a:ext>
                </a:extLst>
              </p:cNvPr>
              <p:cNvSpPr/>
              <p:nvPr/>
            </p:nvSpPr>
            <p:spPr>
              <a:xfrm>
                <a:off x="6294515" y="2999903"/>
                <a:ext cx="8219" cy="44117"/>
              </a:xfrm>
              <a:custGeom>
                <a:avLst/>
                <a:gdLst>
                  <a:gd name="csX0" fmla="*/ 0 w 8219"/>
                  <a:gd name="csY0" fmla="*/ 0 h 44117"/>
                  <a:gd name="csX1" fmla="*/ 8220 w 8219"/>
                  <a:gd name="csY1" fmla="*/ 0 h 44117"/>
                  <a:gd name="csX2" fmla="*/ 8220 w 8219"/>
                  <a:gd name="csY2" fmla="*/ 44117 h 44117"/>
                  <a:gd name="csX3" fmla="*/ 0 w 8219"/>
                  <a:gd name="csY3" fmla="*/ 44117 h 44117"/>
                  <a:gd name="csX4" fmla="*/ 0 w 8219"/>
                  <a:gd name="csY4" fmla="*/ 0 h 441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8219" h="44117">
                    <a:moveTo>
                      <a:pt x="0" y="0"/>
                    </a:moveTo>
                    <a:lnTo>
                      <a:pt x="8220" y="0"/>
                    </a:lnTo>
                    <a:lnTo>
                      <a:pt x="8220" y="44117"/>
                    </a:lnTo>
                    <a:lnTo>
                      <a:pt x="0" y="44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D193E13C-0641-6341-7D2E-5BE09B9E5524}"/>
                  </a:ext>
                </a:extLst>
              </p:cNvPr>
              <p:cNvSpPr/>
              <p:nvPr/>
            </p:nvSpPr>
            <p:spPr>
              <a:xfrm>
                <a:off x="6310219" y="2999903"/>
                <a:ext cx="29316" cy="44117"/>
              </a:xfrm>
              <a:custGeom>
                <a:avLst/>
                <a:gdLst>
                  <a:gd name="csX0" fmla="*/ 0 w 29316"/>
                  <a:gd name="csY0" fmla="*/ 0 h 44117"/>
                  <a:gd name="csX1" fmla="*/ 8220 w 29316"/>
                  <a:gd name="csY1" fmla="*/ 0 h 44117"/>
                  <a:gd name="csX2" fmla="*/ 8220 w 29316"/>
                  <a:gd name="csY2" fmla="*/ 13175 h 44117"/>
                  <a:gd name="csX3" fmla="*/ 7858 w 29316"/>
                  <a:gd name="csY3" fmla="*/ 20001 h 44117"/>
                  <a:gd name="csX4" fmla="*/ 8103 w 29316"/>
                  <a:gd name="csY4" fmla="*/ 20001 h 44117"/>
                  <a:gd name="csX5" fmla="*/ 12091 w 29316"/>
                  <a:gd name="csY5" fmla="*/ 14955 h 44117"/>
                  <a:gd name="csX6" fmla="*/ 18555 w 29316"/>
                  <a:gd name="csY6" fmla="*/ 13175 h 44117"/>
                  <a:gd name="csX7" fmla="*/ 26478 w 29316"/>
                  <a:gd name="csY7" fmla="*/ 16284 h 44117"/>
                  <a:gd name="csX8" fmla="*/ 29317 w 29316"/>
                  <a:gd name="csY8" fmla="*/ 24956 h 44117"/>
                  <a:gd name="csX9" fmla="*/ 29317 w 29316"/>
                  <a:gd name="csY9" fmla="*/ 44117 h 44117"/>
                  <a:gd name="csX10" fmla="*/ 21097 w 29316"/>
                  <a:gd name="csY10" fmla="*/ 44117 h 44117"/>
                  <a:gd name="csX11" fmla="*/ 21097 w 29316"/>
                  <a:gd name="csY11" fmla="*/ 26052 h 44117"/>
                  <a:gd name="csX12" fmla="*/ 19562 w 29316"/>
                  <a:gd name="csY12" fmla="*/ 21859 h 44117"/>
                  <a:gd name="csX13" fmla="*/ 15123 w 29316"/>
                  <a:gd name="csY13" fmla="*/ 20375 h 44117"/>
                  <a:gd name="csX14" fmla="*/ 10078 w 29316"/>
                  <a:gd name="csY14" fmla="*/ 22065 h 44117"/>
                  <a:gd name="csX15" fmla="*/ 8233 w 29316"/>
                  <a:gd name="csY15" fmla="*/ 26594 h 44117"/>
                  <a:gd name="csX16" fmla="*/ 8233 w 29316"/>
                  <a:gd name="csY16" fmla="*/ 44117 h 44117"/>
                  <a:gd name="csX17" fmla="*/ 13 w 29316"/>
                  <a:gd name="csY17" fmla="*/ 44117 h 44117"/>
                  <a:gd name="csX18" fmla="*/ 13 w 29316"/>
                  <a:gd name="csY18" fmla="*/ 0 h 441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</a:cxnLst>
                <a:rect l="l" t="t" r="r" b="b"/>
                <a:pathLst>
                  <a:path w="29316" h="44117">
                    <a:moveTo>
                      <a:pt x="0" y="0"/>
                    </a:moveTo>
                    <a:lnTo>
                      <a:pt x="8220" y="0"/>
                    </a:lnTo>
                    <a:lnTo>
                      <a:pt x="8220" y="13175"/>
                    </a:lnTo>
                    <a:cubicBezTo>
                      <a:pt x="8220" y="15833"/>
                      <a:pt x="8103" y="18117"/>
                      <a:pt x="7858" y="20001"/>
                    </a:cubicBezTo>
                    <a:lnTo>
                      <a:pt x="8103" y="20001"/>
                    </a:lnTo>
                    <a:cubicBezTo>
                      <a:pt x="8994" y="17820"/>
                      <a:pt x="10323" y="16142"/>
                      <a:pt x="12091" y="14955"/>
                    </a:cubicBezTo>
                    <a:cubicBezTo>
                      <a:pt x="13858" y="13768"/>
                      <a:pt x="16013" y="13175"/>
                      <a:pt x="18555" y="13175"/>
                    </a:cubicBezTo>
                    <a:cubicBezTo>
                      <a:pt x="21936" y="13175"/>
                      <a:pt x="24581" y="14207"/>
                      <a:pt x="26478" y="16284"/>
                    </a:cubicBezTo>
                    <a:cubicBezTo>
                      <a:pt x="28375" y="18362"/>
                      <a:pt x="29317" y="21252"/>
                      <a:pt x="29317" y="24956"/>
                    </a:cubicBezTo>
                    <a:lnTo>
                      <a:pt x="29317" y="44117"/>
                    </a:lnTo>
                    <a:lnTo>
                      <a:pt x="21097" y="44117"/>
                    </a:lnTo>
                    <a:lnTo>
                      <a:pt x="21097" y="26052"/>
                    </a:lnTo>
                    <a:cubicBezTo>
                      <a:pt x="21097" y="24233"/>
                      <a:pt x="20581" y="22839"/>
                      <a:pt x="19562" y="21859"/>
                    </a:cubicBezTo>
                    <a:cubicBezTo>
                      <a:pt x="18530" y="20878"/>
                      <a:pt x="17059" y="20375"/>
                      <a:pt x="15123" y="20375"/>
                    </a:cubicBezTo>
                    <a:cubicBezTo>
                      <a:pt x="12981" y="20375"/>
                      <a:pt x="11304" y="20943"/>
                      <a:pt x="10078" y="22065"/>
                    </a:cubicBezTo>
                    <a:cubicBezTo>
                      <a:pt x="8852" y="23188"/>
                      <a:pt x="8233" y="24698"/>
                      <a:pt x="8233" y="26594"/>
                    </a:cubicBezTo>
                    <a:lnTo>
                      <a:pt x="8233" y="44117"/>
                    </a:lnTo>
                    <a:lnTo>
                      <a:pt x="13" y="4411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578BF0CE-BA93-9585-B31A-C09D5CB62505}"/>
                  </a:ext>
                </a:extLst>
              </p:cNvPr>
              <p:cNvSpPr/>
              <p:nvPr/>
            </p:nvSpPr>
            <p:spPr>
              <a:xfrm>
                <a:off x="6345704" y="3013064"/>
                <a:ext cx="30994" cy="31678"/>
              </a:xfrm>
              <a:custGeom>
                <a:avLst/>
                <a:gdLst>
                  <a:gd name="csX0" fmla="*/ 4013 w 30994"/>
                  <a:gd name="csY0" fmla="*/ 27807 h 31678"/>
                  <a:gd name="csX1" fmla="*/ 0 w 30994"/>
                  <a:gd name="csY1" fmla="*/ 16930 h 31678"/>
                  <a:gd name="csX2" fmla="*/ 0 w 30994"/>
                  <a:gd name="csY2" fmla="*/ 14749 h 31678"/>
                  <a:gd name="csX3" fmla="*/ 4013 w 30994"/>
                  <a:gd name="csY3" fmla="*/ 3871 h 31678"/>
                  <a:gd name="csX4" fmla="*/ 15523 w 30994"/>
                  <a:gd name="csY4" fmla="*/ 0 h 31678"/>
                  <a:gd name="csX5" fmla="*/ 26981 w 30994"/>
                  <a:gd name="csY5" fmla="*/ 3871 h 31678"/>
                  <a:gd name="csX6" fmla="*/ 30994 w 30994"/>
                  <a:gd name="csY6" fmla="*/ 14749 h 31678"/>
                  <a:gd name="csX7" fmla="*/ 30994 w 30994"/>
                  <a:gd name="csY7" fmla="*/ 16930 h 31678"/>
                  <a:gd name="csX8" fmla="*/ 27007 w 30994"/>
                  <a:gd name="csY8" fmla="*/ 27872 h 31678"/>
                  <a:gd name="csX9" fmla="*/ 15523 w 30994"/>
                  <a:gd name="csY9" fmla="*/ 31678 h 31678"/>
                  <a:gd name="csX10" fmla="*/ 4013 w 30994"/>
                  <a:gd name="csY10" fmla="*/ 27807 h 31678"/>
                  <a:gd name="csX11" fmla="*/ 10052 w 30994"/>
                  <a:gd name="csY11" fmla="*/ 22555 h 31678"/>
                  <a:gd name="csX12" fmla="*/ 15523 w 30994"/>
                  <a:gd name="csY12" fmla="*/ 24491 h 31678"/>
                  <a:gd name="csX13" fmla="*/ 20930 w 30994"/>
                  <a:gd name="csY13" fmla="*/ 22555 h 31678"/>
                  <a:gd name="csX14" fmla="*/ 22775 w 30994"/>
                  <a:gd name="csY14" fmla="*/ 16994 h 31678"/>
                  <a:gd name="csX15" fmla="*/ 22775 w 30994"/>
                  <a:gd name="csY15" fmla="*/ 14697 h 31678"/>
                  <a:gd name="csX16" fmla="*/ 20930 w 30994"/>
                  <a:gd name="csY16" fmla="*/ 9110 h 31678"/>
                  <a:gd name="csX17" fmla="*/ 15523 w 30994"/>
                  <a:gd name="csY17" fmla="*/ 7149 h 31678"/>
                  <a:gd name="csX18" fmla="*/ 10052 w 30994"/>
                  <a:gd name="csY18" fmla="*/ 9110 h 31678"/>
                  <a:gd name="csX19" fmla="*/ 8207 w 30994"/>
                  <a:gd name="csY19" fmla="*/ 14697 h 31678"/>
                  <a:gd name="csX20" fmla="*/ 8207 w 30994"/>
                  <a:gd name="csY20" fmla="*/ 16994 h 31678"/>
                  <a:gd name="csX21" fmla="*/ 10052 w 30994"/>
                  <a:gd name="csY21" fmla="*/ 22555 h 316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30994" h="31678">
                    <a:moveTo>
                      <a:pt x="4013" y="27807"/>
                    </a:moveTo>
                    <a:cubicBezTo>
                      <a:pt x="1329" y="25227"/>
                      <a:pt x="0" y="21601"/>
                      <a:pt x="0" y="16930"/>
                    </a:cubicBezTo>
                    <a:lnTo>
                      <a:pt x="0" y="14749"/>
                    </a:lnTo>
                    <a:cubicBezTo>
                      <a:pt x="0" y="10078"/>
                      <a:pt x="1342" y="6452"/>
                      <a:pt x="4013" y="3871"/>
                    </a:cubicBezTo>
                    <a:cubicBezTo>
                      <a:pt x="6697" y="1290"/>
                      <a:pt x="10529" y="0"/>
                      <a:pt x="15523" y="0"/>
                    </a:cubicBezTo>
                    <a:cubicBezTo>
                      <a:pt x="20517" y="0"/>
                      <a:pt x="24297" y="1290"/>
                      <a:pt x="26981" y="3871"/>
                    </a:cubicBezTo>
                    <a:cubicBezTo>
                      <a:pt x="29665" y="6452"/>
                      <a:pt x="30994" y="10078"/>
                      <a:pt x="30994" y="14749"/>
                    </a:cubicBezTo>
                    <a:lnTo>
                      <a:pt x="30994" y="16930"/>
                    </a:lnTo>
                    <a:cubicBezTo>
                      <a:pt x="30994" y="21678"/>
                      <a:pt x="29665" y="25330"/>
                      <a:pt x="27007" y="27872"/>
                    </a:cubicBezTo>
                    <a:cubicBezTo>
                      <a:pt x="24349" y="30414"/>
                      <a:pt x="20517" y="31678"/>
                      <a:pt x="15523" y="31678"/>
                    </a:cubicBezTo>
                    <a:cubicBezTo>
                      <a:pt x="10529" y="31678"/>
                      <a:pt x="6684" y="30388"/>
                      <a:pt x="4013" y="27807"/>
                    </a:cubicBezTo>
                    <a:close/>
                    <a:moveTo>
                      <a:pt x="10052" y="22555"/>
                    </a:moveTo>
                    <a:cubicBezTo>
                      <a:pt x="11278" y="23846"/>
                      <a:pt x="13110" y="24491"/>
                      <a:pt x="15523" y="24491"/>
                    </a:cubicBezTo>
                    <a:cubicBezTo>
                      <a:pt x="17936" y="24491"/>
                      <a:pt x="19704" y="23846"/>
                      <a:pt x="20930" y="22555"/>
                    </a:cubicBezTo>
                    <a:cubicBezTo>
                      <a:pt x="22156" y="21265"/>
                      <a:pt x="22775" y="19407"/>
                      <a:pt x="22775" y="16994"/>
                    </a:cubicBezTo>
                    <a:lnTo>
                      <a:pt x="22775" y="14697"/>
                    </a:lnTo>
                    <a:cubicBezTo>
                      <a:pt x="22775" y="12284"/>
                      <a:pt x="22156" y="10413"/>
                      <a:pt x="20930" y="9110"/>
                    </a:cubicBezTo>
                    <a:cubicBezTo>
                      <a:pt x="19704" y="7807"/>
                      <a:pt x="17897" y="7149"/>
                      <a:pt x="15523" y="7149"/>
                    </a:cubicBezTo>
                    <a:cubicBezTo>
                      <a:pt x="13149" y="7149"/>
                      <a:pt x="11278" y="7807"/>
                      <a:pt x="10052" y="9110"/>
                    </a:cubicBezTo>
                    <a:cubicBezTo>
                      <a:pt x="8826" y="10426"/>
                      <a:pt x="8207" y="12284"/>
                      <a:pt x="8207" y="14697"/>
                    </a:cubicBezTo>
                    <a:lnTo>
                      <a:pt x="8207" y="16994"/>
                    </a:lnTo>
                    <a:cubicBezTo>
                      <a:pt x="8207" y="19407"/>
                      <a:pt x="8826" y="21265"/>
                      <a:pt x="10052" y="22555"/>
                    </a:cubicBez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39AA79F3-0529-61FA-74F1-1C22F2E9E59C}"/>
                  </a:ext>
                </a:extLst>
              </p:cNvPr>
              <p:cNvSpPr/>
              <p:nvPr/>
            </p:nvSpPr>
            <p:spPr>
              <a:xfrm>
                <a:off x="6383227" y="3013077"/>
                <a:ext cx="20194" cy="30955"/>
              </a:xfrm>
              <a:custGeom>
                <a:avLst/>
                <a:gdLst>
                  <a:gd name="csX0" fmla="*/ 0 w 20194"/>
                  <a:gd name="csY0" fmla="*/ 723 h 30955"/>
                  <a:gd name="csX1" fmla="*/ 7794 w 20194"/>
                  <a:gd name="csY1" fmla="*/ 723 h 30955"/>
                  <a:gd name="csX2" fmla="*/ 7613 w 20194"/>
                  <a:gd name="csY2" fmla="*/ 7858 h 30955"/>
                  <a:gd name="csX3" fmla="*/ 7858 w 20194"/>
                  <a:gd name="csY3" fmla="*/ 7858 h 30955"/>
                  <a:gd name="csX4" fmla="*/ 11304 w 20194"/>
                  <a:gd name="csY4" fmla="*/ 2181 h 30955"/>
                  <a:gd name="csX5" fmla="*/ 17110 w 20194"/>
                  <a:gd name="csY5" fmla="*/ 0 h 30955"/>
                  <a:gd name="csX6" fmla="*/ 20194 w 20194"/>
                  <a:gd name="csY6" fmla="*/ 361 h 30955"/>
                  <a:gd name="csX7" fmla="*/ 20194 w 20194"/>
                  <a:gd name="csY7" fmla="*/ 8039 h 30955"/>
                  <a:gd name="csX8" fmla="*/ 15962 w 20194"/>
                  <a:gd name="csY8" fmla="*/ 7678 h 30955"/>
                  <a:gd name="csX9" fmla="*/ 10245 w 20194"/>
                  <a:gd name="csY9" fmla="*/ 9613 h 30955"/>
                  <a:gd name="csX10" fmla="*/ 8155 w 20194"/>
                  <a:gd name="csY10" fmla="*/ 15058 h 30955"/>
                  <a:gd name="csX11" fmla="*/ 8155 w 20194"/>
                  <a:gd name="csY11" fmla="*/ 30956 h 30955"/>
                  <a:gd name="csX12" fmla="*/ 0 w 20194"/>
                  <a:gd name="csY12" fmla="*/ 30956 h 30955"/>
                  <a:gd name="csX13" fmla="*/ 0 w 20194"/>
                  <a:gd name="csY13" fmla="*/ 736 h 309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20194" h="30955">
                    <a:moveTo>
                      <a:pt x="0" y="723"/>
                    </a:moveTo>
                    <a:lnTo>
                      <a:pt x="7794" y="723"/>
                    </a:lnTo>
                    <a:cubicBezTo>
                      <a:pt x="7794" y="3742"/>
                      <a:pt x="7729" y="6116"/>
                      <a:pt x="7613" y="7858"/>
                    </a:cubicBezTo>
                    <a:lnTo>
                      <a:pt x="7858" y="7858"/>
                    </a:lnTo>
                    <a:cubicBezTo>
                      <a:pt x="8465" y="5523"/>
                      <a:pt x="9613" y="3626"/>
                      <a:pt x="11304" y="2181"/>
                    </a:cubicBezTo>
                    <a:cubicBezTo>
                      <a:pt x="12994" y="736"/>
                      <a:pt x="14929" y="0"/>
                      <a:pt x="17110" y="0"/>
                    </a:cubicBezTo>
                    <a:cubicBezTo>
                      <a:pt x="18284" y="0"/>
                      <a:pt x="19304" y="116"/>
                      <a:pt x="20194" y="361"/>
                    </a:cubicBezTo>
                    <a:lnTo>
                      <a:pt x="20194" y="8039"/>
                    </a:lnTo>
                    <a:cubicBezTo>
                      <a:pt x="18620" y="7794"/>
                      <a:pt x="17213" y="7678"/>
                      <a:pt x="15962" y="7678"/>
                    </a:cubicBezTo>
                    <a:cubicBezTo>
                      <a:pt x="13549" y="7678"/>
                      <a:pt x="11639" y="8323"/>
                      <a:pt x="10245" y="9613"/>
                    </a:cubicBezTo>
                    <a:cubicBezTo>
                      <a:pt x="8852" y="10904"/>
                      <a:pt x="8155" y="12723"/>
                      <a:pt x="8155" y="15058"/>
                    </a:cubicBezTo>
                    <a:lnTo>
                      <a:pt x="8155" y="30956"/>
                    </a:lnTo>
                    <a:lnTo>
                      <a:pt x="0" y="30956"/>
                    </a:lnTo>
                    <a:lnTo>
                      <a:pt x="0" y="736"/>
                    </a:ln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49C44830-256C-794D-4F71-C2041DE43C45}"/>
                  </a:ext>
                </a:extLst>
              </p:cNvPr>
              <p:cNvSpPr/>
              <p:nvPr/>
            </p:nvSpPr>
            <p:spPr>
              <a:xfrm>
                <a:off x="6420390" y="3001696"/>
                <a:ext cx="30336" cy="42310"/>
              </a:xfrm>
              <a:custGeom>
                <a:avLst/>
                <a:gdLst>
                  <a:gd name="csX0" fmla="*/ 0 w 30336"/>
                  <a:gd name="csY0" fmla="*/ 13 h 42310"/>
                  <a:gd name="csX1" fmla="*/ 30336 w 30336"/>
                  <a:gd name="csY1" fmla="*/ 13 h 42310"/>
                  <a:gd name="csX2" fmla="*/ 30336 w 30336"/>
                  <a:gd name="csY2" fmla="*/ 7561 h 42310"/>
                  <a:gd name="csX3" fmla="*/ 8465 w 30336"/>
                  <a:gd name="csY3" fmla="*/ 7561 h 42310"/>
                  <a:gd name="csX4" fmla="*/ 8465 w 30336"/>
                  <a:gd name="csY4" fmla="*/ 19704 h 42310"/>
                  <a:gd name="csX5" fmla="*/ 29072 w 30336"/>
                  <a:gd name="csY5" fmla="*/ 19704 h 42310"/>
                  <a:gd name="csX6" fmla="*/ 29072 w 30336"/>
                  <a:gd name="csY6" fmla="*/ 27136 h 42310"/>
                  <a:gd name="csX7" fmla="*/ 8465 w 30336"/>
                  <a:gd name="csY7" fmla="*/ 27136 h 42310"/>
                  <a:gd name="csX8" fmla="*/ 8465 w 30336"/>
                  <a:gd name="csY8" fmla="*/ 42311 h 42310"/>
                  <a:gd name="csX9" fmla="*/ 0 w 30336"/>
                  <a:gd name="csY9" fmla="*/ 42311 h 42310"/>
                  <a:gd name="csX10" fmla="*/ 0 w 30336"/>
                  <a:gd name="csY10" fmla="*/ 0 h 42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0336" h="42310">
                    <a:moveTo>
                      <a:pt x="0" y="13"/>
                    </a:moveTo>
                    <a:lnTo>
                      <a:pt x="30336" y="13"/>
                    </a:lnTo>
                    <a:lnTo>
                      <a:pt x="30336" y="7561"/>
                    </a:lnTo>
                    <a:lnTo>
                      <a:pt x="8465" y="7561"/>
                    </a:lnTo>
                    <a:lnTo>
                      <a:pt x="8465" y="19704"/>
                    </a:lnTo>
                    <a:lnTo>
                      <a:pt x="29072" y="19704"/>
                    </a:lnTo>
                    <a:lnTo>
                      <a:pt x="29072" y="27136"/>
                    </a:lnTo>
                    <a:lnTo>
                      <a:pt x="8465" y="27136"/>
                    </a:lnTo>
                    <a:lnTo>
                      <a:pt x="8465" y="42311"/>
                    </a:lnTo>
                    <a:lnTo>
                      <a:pt x="0" y="423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4E6AAB23-213A-279D-3341-262A67B379D6}"/>
                  </a:ext>
                </a:extLst>
              </p:cNvPr>
              <p:cNvSpPr/>
              <p:nvPr/>
            </p:nvSpPr>
            <p:spPr>
              <a:xfrm>
                <a:off x="6456120" y="3013787"/>
                <a:ext cx="29239" cy="30942"/>
              </a:xfrm>
              <a:custGeom>
                <a:avLst/>
                <a:gdLst>
                  <a:gd name="csX0" fmla="*/ 2774 w 29239"/>
                  <a:gd name="csY0" fmla="*/ 27781 h 30942"/>
                  <a:gd name="csX1" fmla="*/ 0 w 29239"/>
                  <a:gd name="csY1" fmla="*/ 18981 h 30942"/>
                  <a:gd name="csX2" fmla="*/ 0 w 29239"/>
                  <a:gd name="csY2" fmla="*/ 0 h 30942"/>
                  <a:gd name="csX3" fmla="*/ 8155 w 29239"/>
                  <a:gd name="csY3" fmla="*/ 0 h 30942"/>
                  <a:gd name="csX4" fmla="*/ 8155 w 29239"/>
                  <a:gd name="csY4" fmla="*/ 17588 h 30942"/>
                  <a:gd name="csX5" fmla="*/ 14194 w 29239"/>
                  <a:gd name="csY5" fmla="*/ 23807 h 30942"/>
                  <a:gd name="csX6" fmla="*/ 19149 w 29239"/>
                  <a:gd name="csY6" fmla="*/ 21936 h 30942"/>
                  <a:gd name="csX7" fmla="*/ 21020 w 29239"/>
                  <a:gd name="csY7" fmla="*/ 17097 h 30942"/>
                  <a:gd name="csX8" fmla="*/ 21020 w 29239"/>
                  <a:gd name="csY8" fmla="*/ 0 h 30942"/>
                  <a:gd name="csX9" fmla="*/ 29240 w 29239"/>
                  <a:gd name="csY9" fmla="*/ 0 h 30942"/>
                  <a:gd name="csX10" fmla="*/ 29240 w 29239"/>
                  <a:gd name="csY10" fmla="*/ 30220 h 30942"/>
                  <a:gd name="csX11" fmla="*/ 21136 w 29239"/>
                  <a:gd name="csY11" fmla="*/ 30220 h 30942"/>
                  <a:gd name="csX12" fmla="*/ 21381 w 29239"/>
                  <a:gd name="csY12" fmla="*/ 23691 h 30942"/>
                  <a:gd name="csX13" fmla="*/ 21136 w 29239"/>
                  <a:gd name="csY13" fmla="*/ 23691 h 30942"/>
                  <a:gd name="csX14" fmla="*/ 17265 w 29239"/>
                  <a:gd name="csY14" fmla="*/ 29072 h 30942"/>
                  <a:gd name="csX15" fmla="*/ 10800 w 29239"/>
                  <a:gd name="csY15" fmla="*/ 30943 h 30942"/>
                  <a:gd name="csX16" fmla="*/ 2761 w 29239"/>
                  <a:gd name="csY16" fmla="*/ 27769 h 3094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9239" h="30942">
                    <a:moveTo>
                      <a:pt x="2774" y="27781"/>
                    </a:moveTo>
                    <a:cubicBezTo>
                      <a:pt x="916" y="25665"/>
                      <a:pt x="0" y="22736"/>
                      <a:pt x="0" y="18981"/>
                    </a:cubicBezTo>
                    <a:lnTo>
                      <a:pt x="0" y="0"/>
                    </a:lnTo>
                    <a:lnTo>
                      <a:pt x="8155" y="0"/>
                    </a:lnTo>
                    <a:lnTo>
                      <a:pt x="8155" y="17588"/>
                    </a:lnTo>
                    <a:cubicBezTo>
                      <a:pt x="8155" y="21743"/>
                      <a:pt x="10168" y="23807"/>
                      <a:pt x="14194" y="23807"/>
                    </a:cubicBezTo>
                    <a:cubicBezTo>
                      <a:pt x="16246" y="23807"/>
                      <a:pt x="17897" y="23188"/>
                      <a:pt x="19149" y="21936"/>
                    </a:cubicBezTo>
                    <a:cubicBezTo>
                      <a:pt x="20401" y="20685"/>
                      <a:pt x="21020" y="19072"/>
                      <a:pt x="21020" y="17097"/>
                    </a:cubicBezTo>
                    <a:lnTo>
                      <a:pt x="21020" y="0"/>
                    </a:lnTo>
                    <a:lnTo>
                      <a:pt x="29240" y="0"/>
                    </a:lnTo>
                    <a:lnTo>
                      <a:pt x="29240" y="30220"/>
                    </a:lnTo>
                    <a:lnTo>
                      <a:pt x="21136" y="30220"/>
                    </a:lnTo>
                    <a:cubicBezTo>
                      <a:pt x="21136" y="27678"/>
                      <a:pt x="21214" y="25510"/>
                      <a:pt x="21381" y="23691"/>
                    </a:cubicBezTo>
                    <a:lnTo>
                      <a:pt x="21136" y="23691"/>
                    </a:lnTo>
                    <a:cubicBezTo>
                      <a:pt x="20336" y="26027"/>
                      <a:pt x="19046" y="27820"/>
                      <a:pt x="17265" y="29072"/>
                    </a:cubicBezTo>
                    <a:cubicBezTo>
                      <a:pt x="15497" y="30323"/>
                      <a:pt x="13342" y="30943"/>
                      <a:pt x="10800" y="30943"/>
                    </a:cubicBezTo>
                    <a:cubicBezTo>
                      <a:pt x="7291" y="30943"/>
                      <a:pt x="4619" y="29885"/>
                      <a:pt x="2761" y="27769"/>
                    </a:cubicBez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2C279E4B-9C26-3B35-798D-05FC7B1ADA90}"/>
                  </a:ext>
                </a:extLst>
              </p:cNvPr>
              <p:cNvSpPr/>
              <p:nvPr/>
            </p:nvSpPr>
            <p:spPr>
              <a:xfrm>
                <a:off x="6492972" y="3013077"/>
                <a:ext cx="29265" cy="30929"/>
              </a:xfrm>
              <a:custGeom>
                <a:avLst/>
                <a:gdLst>
                  <a:gd name="csX0" fmla="*/ 0 w 29265"/>
                  <a:gd name="csY0" fmla="*/ 723 h 30929"/>
                  <a:gd name="csX1" fmla="*/ 7858 w 29265"/>
                  <a:gd name="csY1" fmla="*/ 723 h 30929"/>
                  <a:gd name="csX2" fmla="*/ 7678 w 29265"/>
                  <a:gd name="csY2" fmla="*/ 7071 h 30929"/>
                  <a:gd name="csX3" fmla="*/ 7923 w 29265"/>
                  <a:gd name="csY3" fmla="*/ 7071 h 30929"/>
                  <a:gd name="csX4" fmla="*/ 11949 w 29265"/>
                  <a:gd name="csY4" fmla="*/ 1936 h 30929"/>
                  <a:gd name="csX5" fmla="*/ 18684 w 29265"/>
                  <a:gd name="csY5" fmla="*/ 0 h 30929"/>
                  <a:gd name="csX6" fmla="*/ 26452 w 29265"/>
                  <a:gd name="csY6" fmla="*/ 3200 h 30929"/>
                  <a:gd name="csX7" fmla="*/ 29265 w 29265"/>
                  <a:gd name="csY7" fmla="*/ 12078 h 30929"/>
                  <a:gd name="csX8" fmla="*/ 29265 w 29265"/>
                  <a:gd name="csY8" fmla="*/ 30930 h 30929"/>
                  <a:gd name="csX9" fmla="*/ 21046 w 29265"/>
                  <a:gd name="csY9" fmla="*/ 30930 h 30929"/>
                  <a:gd name="csX10" fmla="*/ 21046 w 29265"/>
                  <a:gd name="csY10" fmla="*/ 13639 h 30929"/>
                  <a:gd name="csX11" fmla="*/ 19446 w 29265"/>
                  <a:gd name="csY11" fmla="*/ 8774 h 30929"/>
                  <a:gd name="csX12" fmla="*/ 14942 w 29265"/>
                  <a:gd name="csY12" fmla="*/ 7110 h 30929"/>
                  <a:gd name="csX13" fmla="*/ 9987 w 29265"/>
                  <a:gd name="csY13" fmla="*/ 8891 h 30929"/>
                  <a:gd name="csX14" fmla="*/ 8168 w 29265"/>
                  <a:gd name="csY14" fmla="*/ 13639 h 30929"/>
                  <a:gd name="csX15" fmla="*/ 8168 w 29265"/>
                  <a:gd name="csY15" fmla="*/ 30930 h 30929"/>
                  <a:gd name="csX16" fmla="*/ 13 w 29265"/>
                  <a:gd name="csY16" fmla="*/ 30930 h 30929"/>
                  <a:gd name="csX17" fmla="*/ 13 w 29265"/>
                  <a:gd name="csY17" fmla="*/ 710 h 309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29265" h="30929">
                    <a:moveTo>
                      <a:pt x="0" y="723"/>
                    </a:moveTo>
                    <a:lnTo>
                      <a:pt x="7858" y="723"/>
                    </a:lnTo>
                    <a:cubicBezTo>
                      <a:pt x="7858" y="3458"/>
                      <a:pt x="7794" y="5574"/>
                      <a:pt x="7678" y="7071"/>
                    </a:cubicBezTo>
                    <a:lnTo>
                      <a:pt x="7923" y="7071"/>
                    </a:lnTo>
                    <a:cubicBezTo>
                      <a:pt x="8684" y="4929"/>
                      <a:pt x="10026" y="3226"/>
                      <a:pt x="11949" y="1936"/>
                    </a:cubicBezTo>
                    <a:cubicBezTo>
                      <a:pt x="13858" y="645"/>
                      <a:pt x="16104" y="0"/>
                      <a:pt x="18684" y="0"/>
                    </a:cubicBezTo>
                    <a:cubicBezTo>
                      <a:pt x="21988" y="0"/>
                      <a:pt x="24581" y="1071"/>
                      <a:pt x="26452" y="3200"/>
                    </a:cubicBezTo>
                    <a:cubicBezTo>
                      <a:pt x="28323" y="5342"/>
                      <a:pt x="29265" y="8297"/>
                      <a:pt x="29265" y="12078"/>
                    </a:cubicBezTo>
                    <a:lnTo>
                      <a:pt x="29265" y="30930"/>
                    </a:lnTo>
                    <a:lnTo>
                      <a:pt x="21046" y="30930"/>
                    </a:lnTo>
                    <a:lnTo>
                      <a:pt x="21046" y="13639"/>
                    </a:lnTo>
                    <a:cubicBezTo>
                      <a:pt x="21046" y="11510"/>
                      <a:pt x="20504" y="9884"/>
                      <a:pt x="19446" y="8774"/>
                    </a:cubicBezTo>
                    <a:cubicBezTo>
                      <a:pt x="18375" y="7665"/>
                      <a:pt x="16878" y="7110"/>
                      <a:pt x="14942" y="7110"/>
                    </a:cubicBezTo>
                    <a:cubicBezTo>
                      <a:pt x="12852" y="7110"/>
                      <a:pt x="11200" y="7703"/>
                      <a:pt x="9987" y="8891"/>
                    </a:cubicBezTo>
                    <a:cubicBezTo>
                      <a:pt x="8774" y="10078"/>
                      <a:pt x="8168" y="11665"/>
                      <a:pt x="8168" y="13639"/>
                    </a:cubicBezTo>
                    <a:lnTo>
                      <a:pt x="8168" y="30930"/>
                    </a:lnTo>
                    <a:lnTo>
                      <a:pt x="13" y="30930"/>
                    </a:lnTo>
                    <a:lnTo>
                      <a:pt x="13" y="710"/>
                    </a:ln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26055658-4B1B-1DF0-B097-CC29DC29C155}"/>
                  </a:ext>
                </a:extLst>
              </p:cNvPr>
              <p:cNvSpPr/>
              <p:nvPr/>
            </p:nvSpPr>
            <p:spPr>
              <a:xfrm>
                <a:off x="6528444" y="2999903"/>
                <a:ext cx="31007" cy="44840"/>
              </a:xfrm>
              <a:custGeom>
                <a:avLst/>
                <a:gdLst>
                  <a:gd name="csX0" fmla="*/ 3239 w 31007"/>
                  <a:gd name="csY0" fmla="*/ 40879 h 44840"/>
                  <a:gd name="csX1" fmla="*/ 0 w 31007"/>
                  <a:gd name="csY1" fmla="*/ 29549 h 44840"/>
                  <a:gd name="csX2" fmla="*/ 0 w 31007"/>
                  <a:gd name="csY2" fmla="*/ 28220 h 44840"/>
                  <a:gd name="csX3" fmla="*/ 3290 w 31007"/>
                  <a:gd name="csY3" fmla="*/ 17097 h 44840"/>
                  <a:gd name="csX4" fmla="*/ 12452 w 31007"/>
                  <a:gd name="csY4" fmla="*/ 13175 h 44840"/>
                  <a:gd name="csX5" fmla="*/ 19162 w 31007"/>
                  <a:gd name="csY5" fmla="*/ 14865 h 44840"/>
                  <a:gd name="csX6" fmla="*/ 22788 w 31007"/>
                  <a:gd name="csY6" fmla="*/ 19575 h 44840"/>
                  <a:gd name="csX7" fmla="*/ 23033 w 31007"/>
                  <a:gd name="csY7" fmla="*/ 19575 h 44840"/>
                  <a:gd name="csX8" fmla="*/ 22788 w 31007"/>
                  <a:gd name="csY8" fmla="*/ 13110 h 44840"/>
                  <a:gd name="csX9" fmla="*/ 22788 w 31007"/>
                  <a:gd name="csY9" fmla="*/ 0 h 44840"/>
                  <a:gd name="csX10" fmla="*/ 31007 w 31007"/>
                  <a:gd name="csY10" fmla="*/ 0 h 44840"/>
                  <a:gd name="csX11" fmla="*/ 31007 w 31007"/>
                  <a:gd name="csY11" fmla="*/ 44117 h 44840"/>
                  <a:gd name="csX12" fmla="*/ 22904 w 31007"/>
                  <a:gd name="csY12" fmla="*/ 44117 h 44840"/>
                  <a:gd name="csX13" fmla="*/ 23149 w 31007"/>
                  <a:gd name="csY13" fmla="*/ 37524 h 44840"/>
                  <a:gd name="csX14" fmla="*/ 22904 w 31007"/>
                  <a:gd name="csY14" fmla="*/ 37524 h 44840"/>
                  <a:gd name="csX15" fmla="*/ 19213 w 31007"/>
                  <a:gd name="csY15" fmla="*/ 42879 h 44840"/>
                  <a:gd name="csX16" fmla="*/ 12323 w 31007"/>
                  <a:gd name="csY16" fmla="*/ 44840 h 44840"/>
                  <a:gd name="csX17" fmla="*/ 3226 w 31007"/>
                  <a:gd name="csY17" fmla="*/ 40879 h 44840"/>
                  <a:gd name="csX18" fmla="*/ 10104 w 31007"/>
                  <a:gd name="csY18" fmla="*/ 35743 h 44840"/>
                  <a:gd name="csX19" fmla="*/ 15665 w 31007"/>
                  <a:gd name="csY19" fmla="*/ 37769 h 44840"/>
                  <a:gd name="csX20" fmla="*/ 20981 w 31007"/>
                  <a:gd name="csY20" fmla="*/ 35782 h 44840"/>
                  <a:gd name="csX21" fmla="*/ 22852 w 31007"/>
                  <a:gd name="csY21" fmla="*/ 30156 h 44840"/>
                  <a:gd name="csX22" fmla="*/ 22852 w 31007"/>
                  <a:gd name="csY22" fmla="*/ 27859 h 44840"/>
                  <a:gd name="csX23" fmla="*/ 21033 w 31007"/>
                  <a:gd name="csY23" fmla="*/ 22181 h 44840"/>
                  <a:gd name="csX24" fmla="*/ 15717 w 31007"/>
                  <a:gd name="csY24" fmla="*/ 20246 h 44840"/>
                  <a:gd name="csX25" fmla="*/ 10129 w 31007"/>
                  <a:gd name="csY25" fmla="*/ 22272 h 44840"/>
                  <a:gd name="csX26" fmla="*/ 8220 w 31007"/>
                  <a:gd name="csY26" fmla="*/ 28220 h 44840"/>
                  <a:gd name="csX27" fmla="*/ 8220 w 31007"/>
                  <a:gd name="csY27" fmla="*/ 29794 h 44840"/>
                  <a:gd name="csX28" fmla="*/ 10091 w 31007"/>
                  <a:gd name="csY28" fmla="*/ 35743 h 448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31007" h="44840">
                    <a:moveTo>
                      <a:pt x="3239" y="40879"/>
                    </a:moveTo>
                    <a:cubicBezTo>
                      <a:pt x="1084" y="38246"/>
                      <a:pt x="0" y="34466"/>
                      <a:pt x="0" y="29549"/>
                    </a:cubicBezTo>
                    <a:lnTo>
                      <a:pt x="0" y="28220"/>
                    </a:lnTo>
                    <a:cubicBezTo>
                      <a:pt x="0" y="23420"/>
                      <a:pt x="1097" y="19717"/>
                      <a:pt x="3290" y="17097"/>
                    </a:cubicBezTo>
                    <a:cubicBezTo>
                      <a:pt x="5484" y="14478"/>
                      <a:pt x="8542" y="13175"/>
                      <a:pt x="12452" y="13175"/>
                    </a:cubicBezTo>
                    <a:cubicBezTo>
                      <a:pt x="15149" y="13175"/>
                      <a:pt x="17381" y="13742"/>
                      <a:pt x="19162" y="14865"/>
                    </a:cubicBezTo>
                    <a:cubicBezTo>
                      <a:pt x="20930" y="16000"/>
                      <a:pt x="22143" y="17562"/>
                      <a:pt x="22788" y="19575"/>
                    </a:cubicBezTo>
                    <a:lnTo>
                      <a:pt x="23033" y="19575"/>
                    </a:lnTo>
                    <a:cubicBezTo>
                      <a:pt x="22878" y="18091"/>
                      <a:pt x="22788" y="15923"/>
                      <a:pt x="22788" y="13110"/>
                    </a:cubicBezTo>
                    <a:lnTo>
                      <a:pt x="22788" y="0"/>
                    </a:lnTo>
                    <a:lnTo>
                      <a:pt x="31007" y="0"/>
                    </a:lnTo>
                    <a:lnTo>
                      <a:pt x="31007" y="44117"/>
                    </a:lnTo>
                    <a:lnTo>
                      <a:pt x="22904" y="44117"/>
                    </a:lnTo>
                    <a:cubicBezTo>
                      <a:pt x="22904" y="41343"/>
                      <a:pt x="22981" y="39137"/>
                      <a:pt x="23149" y="37524"/>
                    </a:cubicBezTo>
                    <a:lnTo>
                      <a:pt x="22904" y="37524"/>
                    </a:lnTo>
                    <a:cubicBezTo>
                      <a:pt x="22336" y="39782"/>
                      <a:pt x="21110" y="41563"/>
                      <a:pt x="19213" y="42879"/>
                    </a:cubicBezTo>
                    <a:cubicBezTo>
                      <a:pt x="17317" y="44182"/>
                      <a:pt x="15020" y="44840"/>
                      <a:pt x="12323" y="44840"/>
                    </a:cubicBezTo>
                    <a:cubicBezTo>
                      <a:pt x="8413" y="44840"/>
                      <a:pt x="5381" y="43524"/>
                      <a:pt x="3226" y="40879"/>
                    </a:cubicBezTo>
                    <a:close/>
                    <a:moveTo>
                      <a:pt x="10104" y="35743"/>
                    </a:moveTo>
                    <a:cubicBezTo>
                      <a:pt x="11355" y="37098"/>
                      <a:pt x="13200" y="37769"/>
                      <a:pt x="15665" y="37769"/>
                    </a:cubicBezTo>
                    <a:cubicBezTo>
                      <a:pt x="17962" y="37769"/>
                      <a:pt x="19730" y="37111"/>
                      <a:pt x="20981" y="35782"/>
                    </a:cubicBezTo>
                    <a:cubicBezTo>
                      <a:pt x="22233" y="34453"/>
                      <a:pt x="22852" y="32582"/>
                      <a:pt x="22852" y="30156"/>
                    </a:cubicBezTo>
                    <a:lnTo>
                      <a:pt x="22852" y="27859"/>
                    </a:lnTo>
                    <a:cubicBezTo>
                      <a:pt x="22852" y="25356"/>
                      <a:pt x="22246" y="23472"/>
                      <a:pt x="21033" y="22181"/>
                    </a:cubicBezTo>
                    <a:cubicBezTo>
                      <a:pt x="19820" y="20891"/>
                      <a:pt x="18052" y="20246"/>
                      <a:pt x="15717" y="20246"/>
                    </a:cubicBezTo>
                    <a:cubicBezTo>
                      <a:pt x="13252" y="20246"/>
                      <a:pt x="11394" y="20917"/>
                      <a:pt x="10129" y="22272"/>
                    </a:cubicBezTo>
                    <a:cubicBezTo>
                      <a:pt x="8865" y="23626"/>
                      <a:pt x="8220" y="25601"/>
                      <a:pt x="8220" y="28220"/>
                    </a:cubicBezTo>
                    <a:lnTo>
                      <a:pt x="8220" y="29794"/>
                    </a:lnTo>
                    <a:cubicBezTo>
                      <a:pt x="8220" y="32414"/>
                      <a:pt x="8839" y="34401"/>
                      <a:pt x="10091" y="35743"/>
                    </a:cubicBez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2E2BE4B-0C59-372B-AEBD-2AC56FC390F0}"/>
                  </a:ext>
                </a:extLst>
              </p:cNvPr>
              <p:cNvSpPr/>
              <p:nvPr/>
            </p:nvSpPr>
            <p:spPr>
              <a:xfrm>
                <a:off x="6565916" y="3013064"/>
                <a:ext cx="31020" cy="31678"/>
              </a:xfrm>
              <a:custGeom>
                <a:avLst/>
                <a:gdLst>
                  <a:gd name="csX0" fmla="*/ 4026 w 31020"/>
                  <a:gd name="csY0" fmla="*/ 27807 h 31678"/>
                  <a:gd name="csX1" fmla="*/ 0 w 31020"/>
                  <a:gd name="csY1" fmla="*/ 16930 h 31678"/>
                  <a:gd name="csX2" fmla="*/ 0 w 31020"/>
                  <a:gd name="csY2" fmla="*/ 14749 h 31678"/>
                  <a:gd name="csX3" fmla="*/ 4026 w 31020"/>
                  <a:gd name="csY3" fmla="*/ 3871 h 31678"/>
                  <a:gd name="csX4" fmla="*/ 15536 w 31020"/>
                  <a:gd name="csY4" fmla="*/ 0 h 31678"/>
                  <a:gd name="csX5" fmla="*/ 26994 w 31020"/>
                  <a:gd name="csY5" fmla="*/ 3871 h 31678"/>
                  <a:gd name="csX6" fmla="*/ 31020 w 31020"/>
                  <a:gd name="csY6" fmla="*/ 14749 h 31678"/>
                  <a:gd name="csX7" fmla="*/ 31020 w 31020"/>
                  <a:gd name="csY7" fmla="*/ 16930 h 31678"/>
                  <a:gd name="csX8" fmla="*/ 27033 w 31020"/>
                  <a:gd name="csY8" fmla="*/ 27872 h 31678"/>
                  <a:gd name="csX9" fmla="*/ 15549 w 31020"/>
                  <a:gd name="csY9" fmla="*/ 31678 h 31678"/>
                  <a:gd name="csX10" fmla="*/ 4039 w 31020"/>
                  <a:gd name="csY10" fmla="*/ 27807 h 31678"/>
                  <a:gd name="csX11" fmla="*/ 10065 w 31020"/>
                  <a:gd name="csY11" fmla="*/ 22555 h 31678"/>
                  <a:gd name="csX12" fmla="*/ 15536 w 31020"/>
                  <a:gd name="csY12" fmla="*/ 24491 h 31678"/>
                  <a:gd name="csX13" fmla="*/ 20943 w 31020"/>
                  <a:gd name="csY13" fmla="*/ 22555 h 31678"/>
                  <a:gd name="csX14" fmla="*/ 22788 w 31020"/>
                  <a:gd name="csY14" fmla="*/ 16994 h 31678"/>
                  <a:gd name="csX15" fmla="*/ 22788 w 31020"/>
                  <a:gd name="csY15" fmla="*/ 14697 h 31678"/>
                  <a:gd name="csX16" fmla="*/ 20943 w 31020"/>
                  <a:gd name="csY16" fmla="*/ 9110 h 31678"/>
                  <a:gd name="csX17" fmla="*/ 15536 w 31020"/>
                  <a:gd name="csY17" fmla="*/ 7149 h 31678"/>
                  <a:gd name="csX18" fmla="*/ 10065 w 31020"/>
                  <a:gd name="csY18" fmla="*/ 9110 h 31678"/>
                  <a:gd name="csX19" fmla="*/ 8220 w 31020"/>
                  <a:gd name="csY19" fmla="*/ 14697 h 31678"/>
                  <a:gd name="csX20" fmla="*/ 8220 w 31020"/>
                  <a:gd name="csY20" fmla="*/ 16994 h 31678"/>
                  <a:gd name="csX21" fmla="*/ 10065 w 31020"/>
                  <a:gd name="csY21" fmla="*/ 22555 h 316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31020" h="31678">
                    <a:moveTo>
                      <a:pt x="4026" y="27807"/>
                    </a:moveTo>
                    <a:cubicBezTo>
                      <a:pt x="1342" y="25227"/>
                      <a:pt x="0" y="21601"/>
                      <a:pt x="0" y="16930"/>
                    </a:cubicBezTo>
                    <a:lnTo>
                      <a:pt x="0" y="14749"/>
                    </a:lnTo>
                    <a:cubicBezTo>
                      <a:pt x="0" y="10078"/>
                      <a:pt x="1342" y="6452"/>
                      <a:pt x="4026" y="3871"/>
                    </a:cubicBezTo>
                    <a:cubicBezTo>
                      <a:pt x="6710" y="1290"/>
                      <a:pt x="10542" y="0"/>
                      <a:pt x="15536" y="0"/>
                    </a:cubicBezTo>
                    <a:cubicBezTo>
                      <a:pt x="20530" y="0"/>
                      <a:pt x="24310" y="1290"/>
                      <a:pt x="26994" y="3871"/>
                    </a:cubicBezTo>
                    <a:cubicBezTo>
                      <a:pt x="29678" y="6452"/>
                      <a:pt x="31020" y="10078"/>
                      <a:pt x="31020" y="14749"/>
                    </a:cubicBezTo>
                    <a:lnTo>
                      <a:pt x="31020" y="16930"/>
                    </a:lnTo>
                    <a:cubicBezTo>
                      <a:pt x="31020" y="21678"/>
                      <a:pt x="29691" y="25330"/>
                      <a:pt x="27033" y="27872"/>
                    </a:cubicBezTo>
                    <a:cubicBezTo>
                      <a:pt x="24375" y="30414"/>
                      <a:pt x="20543" y="31678"/>
                      <a:pt x="15549" y="31678"/>
                    </a:cubicBezTo>
                    <a:cubicBezTo>
                      <a:pt x="10555" y="31678"/>
                      <a:pt x="6710" y="30388"/>
                      <a:pt x="4039" y="27807"/>
                    </a:cubicBezTo>
                    <a:close/>
                    <a:moveTo>
                      <a:pt x="10065" y="22555"/>
                    </a:moveTo>
                    <a:cubicBezTo>
                      <a:pt x="11291" y="23846"/>
                      <a:pt x="13123" y="24491"/>
                      <a:pt x="15536" y="24491"/>
                    </a:cubicBezTo>
                    <a:cubicBezTo>
                      <a:pt x="17949" y="24491"/>
                      <a:pt x="19717" y="23846"/>
                      <a:pt x="20943" y="22555"/>
                    </a:cubicBezTo>
                    <a:cubicBezTo>
                      <a:pt x="22168" y="21265"/>
                      <a:pt x="22788" y="19407"/>
                      <a:pt x="22788" y="16994"/>
                    </a:cubicBezTo>
                    <a:lnTo>
                      <a:pt x="22788" y="14697"/>
                    </a:lnTo>
                    <a:cubicBezTo>
                      <a:pt x="22788" y="12284"/>
                      <a:pt x="22168" y="10413"/>
                      <a:pt x="20943" y="9110"/>
                    </a:cubicBezTo>
                    <a:cubicBezTo>
                      <a:pt x="19717" y="7807"/>
                      <a:pt x="17910" y="7149"/>
                      <a:pt x="15536" y="7149"/>
                    </a:cubicBezTo>
                    <a:cubicBezTo>
                      <a:pt x="13162" y="7149"/>
                      <a:pt x="11291" y="7807"/>
                      <a:pt x="10065" y="9110"/>
                    </a:cubicBezTo>
                    <a:cubicBezTo>
                      <a:pt x="8839" y="10426"/>
                      <a:pt x="8220" y="12284"/>
                      <a:pt x="8220" y="14697"/>
                    </a:cubicBezTo>
                    <a:lnTo>
                      <a:pt x="8220" y="16994"/>
                    </a:lnTo>
                    <a:cubicBezTo>
                      <a:pt x="8220" y="19407"/>
                      <a:pt x="8839" y="21265"/>
                      <a:pt x="10065" y="22555"/>
                    </a:cubicBez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F5658222-CEB0-C22F-A9D1-1CD0C0C4F300}"/>
                  </a:ext>
                </a:extLst>
              </p:cNvPr>
              <p:cNvSpPr/>
              <p:nvPr/>
            </p:nvSpPr>
            <p:spPr>
              <a:xfrm>
                <a:off x="6613956" y="2999903"/>
                <a:ext cx="31007" cy="44840"/>
              </a:xfrm>
              <a:custGeom>
                <a:avLst/>
                <a:gdLst>
                  <a:gd name="csX0" fmla="*/ 3239 w 31007"/>
                  <a:gd name="csY0" fmla="*/ 40879 h 44840"/>
                  <a:gd name="csX1" fmla="*/ 0 w 31007"/>
                  <a:gd name="csY1" fmla="*/ 29549 h 44840"/>
                  <a:gd name="csX2" fmla="*/ 0 w 31007"/>
                  <a:gd name="csY2" fmla="*/ 28220 h 44840"/>
                  <a:gd name="csX3" fmla="*/ 3290 w 31007"/>
                  <a:gd name="csY3" fmla="*/ 17097 h 44840"/>
                  <a:gd name="csX4" fmla="*/ 12452 w 31007"/>
                  <a:gd name="csY4" fmla="*/ 13175 h 44840"/>
                  <a:gd name="csX5" fmla="*/ 19162 w 31007"/>
                  <a:gd name="csY5" fmla="*/ 14865 h 44840"/>
                  <a:gd name="csX6" fmla="*/ 22788 w 31007"/>
                  <a:gd name="csY6" fmla="*/ 19575 h 44840"/>
                  <a:gd name="csX7" fmla="*/ 23033 w 31007"/>
                  <a:gd name="csY7" fmla="*/ 19575 h 44840"/>
                  <a:gd name="csX8" fmla="*/ 22788 w 31007"/>
                  <a:gd name="csY8" fmla="*/ 13110 h 44840"/>
                  <a:gd name="csX9" fmla="*/ 22788 w 31007"/>
                  <a:gd name="csY9" fmla="*/ 0 h 44840"/>
                  <a:gd name="csX10" fmla="*/ 31007 w 31007"/>
                  <a:gd name="csY10" fmla="*/ 0 h 44840"/>
                  <a:gd name="csX11" fmla="*/ 31007 w 31007"/>
                  <a:gd name="csY11" fmla="*/ 44117 h 44840"/>
                  <a:gd name="csX12" fmla="*/ 22904 w 31007"/>
                  <a:gd name="csY12" fmla="*/ 44117 h 44840"/>
                  <a:gd name="csX13" fmla="*/ 23149 w 31007"/>
                  <a:gd name="csY13" fmla="*/ 37524 h 44840"/>
                  <a:gd name="csX14" fmla="*/ 22904 w 31007"/>
                  <a:gd name="csY14" fmla="*/ 37524 h 44840"/>
                  <a:gd name="csX15" fmla="*/ 19213 w 31007"/>
                  <a:gd name="csY15" fmla="*/ 42879 h 44840"/>
                  <a:gd name="csX16" fmla="*/ 12323 w 31007"/>
                  <a:gd name="csY16" fmla="*/ 44840 h 44840"/>
                  <a:gd name="csX17" fmla="*/ 3226 w 31007"/>
                  <a:gd name="csY17" fmla="*/ 40879 h 44840"/>
                  <a:gd name="csX18" fmla="*/ 10104 w 31007"/>
                  <a:gd name="csY18" fmla="*/ 35743 h 44840"/>
                  <a:gd name="csX19" fmla="*/ 15665 w 31007"/>
                  <a:gd name="csY19" fmla="*/ 37769 h 44840"/>
                  <a:gd name="csX20" fmla="*/ 20981 w 31007"/>
                  <a:gd name="csY20" fmla="*/ 35782 h 44840"/>
                  <a:gd name="csX21" fmla="*/ 22852 w 31007"/>
                  <a:gd name="csY21" fmla="*/ 30156 h 44840"/>
                  <a:gd name="csX22" fmla="*/ 22852 w 31007"/>
                  <a:gd name="csY22" fmla="*/ 27859 h 44840"/>
                  <a:gd name="csX23" fmla="*/ 21033 w 31007"/>
                  <a:gd name="csY23" fmla="*/ 22181 h 44840"/>
                  <a:gd name="csX24" fmla="*/ 15717 w 31007"/>
                  <a:gd name="csY24" fmla="*/ 20246 h 44840"/>
                  <a:gd name="csX25" fmla="*/ 10129 w 31007"/>
                  <a:gd name="csY25" fmla="*/ 22272 h 44840"/>
                  <a:gd name="csX26" fmla="*/ 8220 w 31007"/>
                  <a:gd name="csY26" fmla="*/ 28220 h 44840"/>
                  <a:gd name="csX27" fmla="*/ 8220 w 31007"/>
                  <a:gd name="csY27" fmla="*/ 29794 h 44840"/>
                  <a:gd name="csX28" fmla="*/ 10091 w 31007"/>
                  <a:gd name="csY28" fmla="*/ 35743 h 448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31007" h="44840">
                    <a:moveTo>
                      <a:pt x="3239" y="40879"/>
                    </a:moveTo>
                    <a:cubicBezTo>
                      <a:pt x="1084" y="38246"/>
                      <a:pt x="0" y="34466"/>
                      <a:pt x="0" y="29549"/>
                    </a:cubicBezTo>
                    <a:lnTo>
                      <a:pt x="0" y="28220"/>
                    </a:lnTo>
                    <a:cubicBezTo>
                      <a:pt x="0" y="23420"/>
                      <a:pt x="1097" y="19717"/>
                      <a:pt x="3290" y="17097"/>
                    </a:cubicBezTo>
                    <a:cubicBezTo>
                      <a:pt x="5484" y="14478"/>
                      <a:pt x="8542" y="13175"/>
                      <a:pt x="12452" y="13175"/>
                    </a:cubicBezTo>
                    <a:cubicBezTo>
                      <a:pt x="15149" y="13175"/>
                      <a:pt x="17381" y="13742"/>
                      <a:pt x="19162" y="14865"/>
                    </a:cubicBezTo>
                    <a:cubicBezTo>
                      <a:pt x="20930" y="16000"/>
                      <a:pt x="22143" y="17562"/>
                      <a:pt x="22788" y="19575"/>
                    </a:cubicBezTo>
                    <a:lnTo>
                      <a:pt x="23033" y="19575"/>
                    </a:lnTo>
                    <a:cubicBezTo>
                      <a:pt x="22878" y="18091"/>
                      <a:pt x="22788" y="15923"/>
                      <a:pt x="22788" y="13110"/>
                    </a:cubicBezTo>
                    <a:lnTo>
                      <a:pt x="22788" y="0"/>
                    </a:lnTo>
                    <a:lnTo>
                      <a:pt x="31007" y="0"/>
                    </a:lnTo>
                    <a:lnTo>
                      <a:pt x="31007" y="44117"/>
                    </a:lnTo>
                    <a:lnTo>
                      <a:pt x="22904" y="44117"/>
                    </a:lnTo>
                    <a:cubicBezTo>
                      <a:pt x="22904" y="41343"/>
                      <a:pt x="22981" y="39137"/>
                      <a:pt x="23149" y="37524"/>
                    </a:cubicBezTo>
                    <a:lnTo>
                      <a:pt x="22904" y="37524"/>
                    </a:lnTo>
                    <a:cubicBezTo>
                      <a:pt x="22336" y="39782"/>
                      <a:pt x="21110" y="41563"/>
                      <a:pt x="19213" y="42879"/>
                    </a:cubicBezTo>
                    <a:cubicBezTo>
                      <a:pt x="17317" y="44182"/>
                      <a:pt x="15020" y="44840"/>
                      <a:pt x="12323" y="44840"/>
                    </a:cubicBezTo>
                    <a:cubicBezTo>
                      <a:pt x="8413" y="44840"/>
                      <a:pt x="5381" y="43524"/>
                      <a:pt x="3226" y="40879"/>
                    </a:cubicBezTo>
                    <a:close/>
                    <a:moveTo>
                      <a:pt x="10104" y="35743"/>
                    </a:moveTo>
                    <a:cubicBezTo>
                      <a:pt x="11355" y="37098"/>
                      <a:pt x="13200" y="37769"/>
                      <a:pt x="15665" y="37769"/>
                    </a:cubicBezTo>
                    <a:cubicBezTo>
                      <a:pt x="17962" y="37769"/>
                      <a:pt x="19730" y="37111"/>
                      <a:pt x="20981" y="35782"/>
                    </a:cubicBezTo>
                    <a:cubicBezTo>
                      <a:pt x="22233" y="34453"/>
                      <a:pt x="22852" y="32582"/>
                      <a:pt x="22852" y="30156"/>
                    </a:cubicBezTo>
                    <a:lnTo>
                      <a:pt x="22852" y="27859"/>
                    </a:lnTo>
                    <a:cubicBezTo>
                      <a:pt x="22852" y="25356"/>
                      <a:pt x="22246" y="23472"/>
                      <a:pt x="21033" y="22181"/>
                    </a:cubicBezTo>
                    <a:cubicBezTo>
                      <a:pt x="19820" y="20891"/>
                      <a:pt x="18052" y="20246"/>
                      <a:pt x="15717" y="20246"/>
                    </a:cubicBezTo>
                    <a:cubicBezTo>
                      <a:pt x="13252" y="20246"/>
                      <a:pt x="11394" y="20917"/>
                      <a:pt x="10129" y="22272"/>
                    </a:cubicBezTo>
                    <a:cubicBezTo>
                      <a:pt x="8865" y="23626"/>
                      <a:pt x="8220" y="25601"/>
                      <a:pt x="8220" y="28220"/>
                    </a:cubicBezTo>
                    <a:lnTo>
                      <a:pt x="8220" y="29794"/>
                    </a:lnTo>
                    <a:cubicBezTo>
                      <a:pt x="8220" y="32414"/>
                      <a:pt x="8839" y="34401"/>
                      <a:pt x="10091" y="35743"/>
                    </a:cubicBez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0AC61099-BAD9-52B3-DEFC-6D293ACC7BFF}"/>
                  </a:ext>
                </a:extLst>
              </p:cNvPr>
              <p:cNvSpPr/>
              <p:nvPr/>
            </p:nvSpPr>
            <p:spPr>
              <a:xfrm>
                <a:off x="6651441" y="3013077"/>
                <a:ext cx="30452" cy="31665"/>
              </a:xfrm>
              <a:custGeom>
                <a:avLst/>
                <a:gdLst>
                  <a:gd name="csX0" fmla="*/ 4194 w 30452"/>
                  <a:gd name="csY0" fmla="*/ 27704 h 31665"/>
                  <a:gd name="csX1" fmla="*/ 0 w 30452"/>
                  <a:gd name="csY1" fmla="*/ 16852 h 31665"/>
                  <a:gd name="csX2" fmla="*/ 0 w 30452"/>
                  <a:gd name="csY2" fmla="*/ 14865 h 31665"/>
                  <a:gd name="csX3" fmla="*/ 4142 w 30452"/>
                  <a:gd name="csY3" fmla="*/ 3961 h 31665"/>
                  <a:gd name="csX4" fmla="*/ 15471 w 30452"/>
                  <a:gd name="csY4" fmla="*/ 0 h 31665"/>
                  <a:gd name="csX5" fmla="*/ 26465 w 30452"/>
                  <a:gd name="csY5" fmla="*/ 3742 h 31665"/>
                  <a:gd name="csX6" fmla="*/ 30453 w 30452"/>
                  <a:gd name="csY6" fmla="*/ 13897 h 31665"/>
                  <a:gd name="csX7" fmla="*/ 30207 w 30452"/>
                  <a:gd name="csY7" fmla="*/ 17884 h 31665"/>
                  <a:gd name="csX8" fmla="*/ 8091 w 30452"/>
                  <a:gd name="csY8" fmla="*/ 17884 h 31665"/>
                  <a:gd name="csX9" fmla="*/ 8091 w 30452"/>
                  <a:gd name="csY9" fmla="*/ 18181 h 31665"/>
                  <a:gd name="csX10" fmla="*/ 10091 w 30452"/>
                  <a:gd name="csY10" fmla="*/ 23110 h 31665"/>
                  <a:gd name="csX11" fmla="*/ 15768 w 30452"/>
                  <a:gd name="csY11" fmla="*/ 24956 h 31665"/>
                  <a:gd name="csX12" fmla="*/ 20426 w 30452"/>
                  <a:gd name="csY12" fmla="*/ 23781 h 31665"/>
                  <a:gd name="csX13" fmla="*/ 22246 w 30452"/>
                  <a:gd name="csY13" fmla="*/ 20181 h 31665"/>
                  <a:gd name="csX14" fmla="*/ 30285 w 30452"/>
                  <a:gd name="csY14" fmla="*/ 20181 h 31665"/>
                  <a:gd name="csX15" fmla="*/ 28414 w 30452"/>
                  <a:gd name="csY15" fmla="*/ 26285 h 31665"/>
                  <a:gd name="csX16" fmla="*/ 23252 w 30452"/>
                  <a:gd name="csY16" fmla="*/ 30272 h 31665"/>
                  <a:gd name="csX17" fmla="*/ 15846 w 30452"/>
                  <a:gd name="csY17" fmla="*/ 31665 h 31665"/>
                  <a:gd name="csX18" fmla="*/ 4207 w 30452"/>
                  <a:gd name="csY18" fmla="*/ 27704 h 31665"/>
                  <a:gd name="csX19" fmla="*/ 22414 w 30452"/>
                  <a:gd name="csY19" fmla="*/ 12813 h 31665"/>
                  <a:gd name="csX20" fmla="*/ 22414 w 30452"/>
                  <a:gd name="csY20" fmla="*/ 12633 h 31665"/>
                  <a:gd name="csX21" fmla="*/ 20543 w 30452"/>
                  <a:gd name="csY21" fmla="*/ 8155 h 31665"/>
                  <a:gd name="csX22" fmla="*/ 15342 w 30452"/>
                  <a:gd name="csY22" fmla="*/ 6529 h 31665"/>
                  <a:gd name="csX23" fmla="*/ 10052 w 30452"/>
                  <a:gd name="csY23" fmla="*/ 8155 h 31665"/>
                  <a:gd name="csX24" fmla="*/ 8091 w 30452"/>
                  <a:gd name="csY24" fmla="*/ 12633 h 31665"/>
                  <a:gd name="csX25" fmla="*/ 8091 w 30452"/>
                  <a:gd name="csY25" fmla="*/ 12813 h 31665"/>
                  <a:gd name="csX26" fmla="*/ 22414 w 30452"/>
                  <a:gd name="csY26" fmla="*/ 12813 h 316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30452" h="31665">
                    <a:moveTo>
                      <a:pt x="4194" y="27704"/>
                    </a:moveTo>
                    <a:cubicBezTo>
                      <a:pt x="1394" y="25072"/>
                      <a:pt x="0" y="21446"/>
                      <a:pt x="0" y="16852"/>
                    </a:cubicBezTo>
                    <a:lnTo>
                      <a:pt x="0" y="14865"/>
                    </a:lnTo>
                    <a:cubicBezTo>
                      <a:pt x="0" y="10233"/>
                      <a:pt x="1381" y="6594"/>
                      <a:pt x="4142" y="3961"/>
                    </a:cubicBezTo>
                    <a:cubicBezTo>
                      <a:pt x="6903" y="1329"/>
                      <a:pt x="10684" y="0"/>
                      <a:pt x="15471" y="0"/>
                    </a:cubicBezTo>
                    <a:cubicBezTo>
                      <a:pt x="20259" y="0"/>
                      <a:pt x="23807" y="1252"/>
                      <a:pt x="26465" y="3742"/>
                    </a:cubicBezTo>
                    <a:cubicBezTo>
                      <a:pt x="29123" y="6245"/>
                      <a:pt x="30453" y="9626"/>
                      <a:pt x="30453" y="13897"/>
                    </a:cubicBezTo>
                    <a:cubicBezTo>
                      <a:pt x="30453" y="15471"/>
                      <a:pt x="30375" y="16801"/>
                      <a:pt x="30207" y="17884"/>
                    </a:cubicBezTo>
                    <a:lnTo>
                      <a:pt x="8091" y="17884"/>
                    </a:lnTo>
                    <a:lnTo>
                      <a:pt x="8091" y="18181"/>
                    </a:lnTo>
                    <a:cubicBezTo>
                      <a:pt x="8091" y="20233"/>
                      <a:pt x="8749" y="21885"/>
                      <a:pt x="10091" y="23110"/>
                    </a:cubicBezTo>
                    <a:cubicBezTo>
                      <a:pt x="11420" y="24336"/>
                      <a:pt x="13317" y="24956"/>
                      <a:pt x="15768" y="24956"/>
                    </a:cubicBezTo>
                    <a:cubicBezTo>
                      <a:pt x="17665" y="24956"/>
                      <a:pt x="19213" y="24568"/>
                      <a:pt x="20426" y="23781"/>
                    </a:cubicBezTo>
                    <a:cubicBezTo>
                      <a:pt x="21639" y="22994"/>
                      <a:pt x="22246" y="21794"/>
                      <a:pt x="22246" y="20181"/>
                    </a:cubicBezTo>
                    <a:lnTo>
                      <a:pt x="30285" y="20181"/>
                    </a:lnTo>
                    <a:cubicBezTo>
                      <a:pt x="30285" y="22517"/>
                      <a:pt x="29665" y="24556"/>
                      <a:pt x="28414" y="26285"/>
                    </a:cubicBezTo>
                    <a:cubicBezTo>
                      <a:pt x="27162" y="28014"/>
                      <a:pt x="25446" y="29343"/>
                      <a:pt x="23252" y="30272"/>
                    </a:cubicBezTo>
                    <a:cubicBezTo>
                      <a:pt x="21059" y="31201"/>
                      <a:pt x="18594" y="31665"/>
                      <a:pt x="15846" y="31665"/>
                    </a:cubicBezTo>
                    <a:cubicBezTo>
                      <a:pt x="10891" y="31665"/>
                      <a:pt x="7007" y="30349"/>
                      <a:pt x="4207" y="27704"/>
                    </a:cubicBezTo>
                    <a:close/>
                    <a:moveTo>
                      <a:pt x="22414" y="12813"/>
                    </a:moveTo>
                    <a:lnTo>
                      <a:pt x="22414" y="12633"/>
                    </a:lnTo>
                    <a:cubicBezTo>
                      <a:pt x="22414" y="10736"/>
                      <a:pt x="21794" y="9252"/>
                      <a:pt x="20543" y="8155"/>
                    </a:cubicBezTo>
                    <a:cubicBezTo>
                      <a:pt x="19291" y="7071"/>
                      <a:pt x="17562" y="6529"/>
                      <a:pt x="15342" y="6529"/>
                    </a:cubicBezTo>
                    <a:cubicBezTo>
                      <a:pt x="13123" y="6529"/>
                      <a:pt x="11368" y="7071"/>
                      <a:pt x="10052" y="8155"/>
                    </a:cubicBezTo>
                    <a:cubicBezTo>
                      <a:pt x="8736" y="9239"/>
                      <a:pt x="8091" y="10736"/>
                      <a:pt x="8091" y="12633"/>
                    </a:cubicBezTo>
                    <a:lnTo>
                      <a:pt x="8091" y="12813"/>
                    </a:lnTo>
                    <a:lnTo>
                      <a:pt x="22414" y="12813"/>
                    </a:ln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C81D6149-4630-D488-3584-3080C3A4BED2}"/>
                  </a:ext>
                </a:extLst>
              </p:cNvPr>
              <p:cNvSpPr/>
              <p:nvPr/>
            </p:nvSpPr>
            <p:spPr>
              <a:xfrm>
                <a:off x="6186512" y="3074227"/>
                <a:ext cx="30336" cy="42310"/>
              </a:xfrm>
              <a:custGeom>
                <a:avLst/>
                <a:gdLst>
                  <a:gd name="csX0" fmla="*/ 0 w 30336"/>
                  <a:gd name="csY0" fmla="*/ 13 h 42310"/>
                  <a:gd name="csX1" fmla="*/ 30336 w 30336"/>
                  <a:gd name="csY1" fmla="*/ 13 h 42310"/>
                  <a:gd name="csX2" fmla="*/ 30336 w 30336"/>
                  <a:gd name="csY2" fmla="*/ 7561 h 42310"/>
                  <a:gd name="csX3" fmla="*/ 8465 w 30336"/>
                  <a:gd name="csY3" fmla="*/ 7561 h 42310"/>
                  <a:gd name="csX4" fmla="*/ 8465 w 30336"/>
                  <a:gd name="csY4" fmla="*/ 19704 h 42310"/>
                  <a:gd name="csX5" fmla="*/ 29072 w 30336"/>
                  <a:gd name="csY5" fmla="*/ 19704 h 42310"/>
                  <a:gd name="csX6" fmla="*/ 29072 w 30336"/>
                  <a:gd name="csY6" fmla="*/ 27136 h 42310"/>
                  <a:gd name="csX7" fmla="*/ 8465 w 30336"/>
                  <a:gd name="csY7" fmla="*/ 27136 h 42310"/>
                  <a:gd name="csX8" fmla="*/ 8465 w 30336"/>
                  <a:gd name="csY8" fmla="*/ 42311 h 42310"/>
                  <a:gd name="csX9" fmla="*/ 0 w 30336"/>
                  <a:gd name="csY9" fmla="*/ 42311 h 42310"/>
                  <a:gd name="csX10" fmla="*/ 0 w 30336"/>
                  <a:gd name="csY10" fmla="*/ 0 h 42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0336" h="42310">
                    <a:moveTo>
                      <a:pt x="0" y="13"/>
                    </a:moveTo>
                    <a:lnTo>
                      <a:pt x="30336" y="13"/>
                    </a:lnTo>
                    <a:lnTo>
                      <a:pt x="30336" y="7561"/>
                    </a:lnTo>
                    <a:lnTo>
                      <a:pt x="8465" y="7561"/>
                    </a:lnTo>
                    <a:lnTo>
                      <a:pt x="8465" y="19704"/>
                    </a:lnTo>
                    <a:lnTo>
                      <a:pt x="29072" y="19704"/>
                    </a:lnTo>
                    <a:lnTo>
                      <a:pt x="29072" y="27136"/>
                    </a:lnTo>
                    <a:lnTo>
                      <a:pt x="8465" y="27136"/>
                    </a:lnTo>
                    <a:lnTo>
                      <a:pt x="8465" y="42311"/>
                    </a:lnTo>
                    <a:lnTo>
                      <a:pt x="0" y="4231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2DF1AD45-DD8D-79E3-5417-9F6A294C3700}"/>
                  </a:ext>
                </a:extLst>
              </p:cNvPr>
              <p:cNvSpPr/>
              <p:nvPr/>
            </p:nvSpPr>
            <p:spPr>
              <a:xfrm>
                <a:off x="6221687" y="3074227"/>
                <a:ext cx="26774" cy="42310"/>
              </a:xfrm>
              <a:custGeom>
                <a:avLst/>
                <a:gdLst>
                  <a:gd name="csX0" fmla="*/ 0 w 26774"/>
                  <a:gd name="csY0" fmla="*/ 34633 h 42310"/>
                  <a:gd name="csX1" fmla="*/ 9252 w 26774"/>
                  <a:gd name="csY1" fmla="*/ 34633 h 42310"/>
                  <a:gd name="csX2" fmla="*/ 9252 w 26774"/>
                  <a:gd name="csY2" fmla="*/ 7678 h 42310"/>
                  <a:gd name="csX3" fmla="*/ 0 w 26774"/>
                  <a:gd name="csY3" fmla="*/ 7678 h 42310"/>
                  <a:gd name="csX4" fmla="*/ 0 w 26774"/>
                  <a:gd name="csY4" fmla="*/ 0 h 42310"/>
                  <a:gd name="csX5" fmla="*/ 26775 w 26774"/>
                  <a:gd name="csY5" fmla="*/ 0 h 42310"/>
                  <a:gd name="csX6" fmla="*/ 26775 w 26774"/>
                  <a:gd name="csY6" fmla="*/ 7678 h 42310"/>
                  <a:gd name="csX7" fmla="*/ 17588 w 26774"/>
                  <a:gd name="csY7" fmla="*/ 7678 h 42310"/>
                  <a:gd name="csX8" fmla="*/ 17588 w 26774"/>
                  <a:gd name="csY8" fmla="*/ 34633 h 42310"/>
                  <a:gd name="csX9" fmla="*/ 26775 w 26774"/>
                  <a:gd name="csY9" fmla="*/ 34633 h 42310"/>
                  <a:gd name="csX10" fmla="*/ 26775 w 26774"/>
                  <a:gd name="csY10" fmla="*/ 42311 h 42310"/>
                  <a:gd name="csX11" fmla="*/ 0 w 26774"/>
                  <a:gd name="csY11" fmla="*/ 42311 h 42310"/>
                  <a:gd name="csX12" fmla="*/ 0 w 26774"/>
                  <a:gd name="csY12" fmla="*/ 34633 h 42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6774" h="42310">
                    <a:moveTo>
                      <a:pt x="0" y="34633"/>
                    </a:moveTo>
                    <a:lnTo>
                      <a:pt x="9252" y="34633"/>
                    </a:lnTo>
                    <a:lnTo>
                      <a:pt x="9252" y="7678"/>
                    </a:lnTo>
                    <a:lnTo>
                      <a:pt x="0" y="7678"/>
                    </a:lnTo>
                    <a:lnTo>
                      <a:pt x="0" y="0"/>
                    </a:lnTo>
                    <a:lnTo>
                      <a:pt x="26775" y="0"/>
                    </a:lnTo>
                    <a:lnTo>
                      <a:pt x="26775" y="7678"/>
                    </a:lnTo>
                    <a:lnTo>
                      <a:pt x="17588" y="7678"/>
                    </a:lnTo>
                    <a:lnTo>
                      <a:pt x="17588" y="34633"/>
                    </a:lnTo>
                    <a:lnTo>
                      <a:pt x="26775" y="34633"/>
                    </a:lnTo>
                    <a:lnTo>
                      <a:pt x="26775" y="42311"/>
                    </a:lnTo>
                    <a:lnTo>
                      <a:pt x="0" y="42311"/>
                    </a:lnTo>
                    <a:lnTo>
                      <a:pt x="0" y="34633"/>
                    </a:ln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07FA629F-8CD0-488A-922A-B6A426992A0A}"/>
                  </a:ext>
                </a:extLst>
              </p:cNvPr>
              <p:cNvSpPr/>
              <p:nvPr/>
            </p:nvSpPr>
            <p:spPr>
              <a:xfrm>
                <a:off x="6253172" y="3074227"/>
                <a:ext cx="26774" cy="42310"/>
              </a:xfrm>
              <a:custGeom>
                <a:avLst/>
                <a:gdLst>
                  <a:gd name="csX0" fmla="*/ 0 w 26774"/>
                  <a:gd name="csY0" fmla="*/ 34633 h 42310"/>
                  <a:gd name="csX1" fmla="*/ 9252 w 26774"/>
                  <a:gd name="csY1" fmla="*/ 34633 h 42310"/>
                  <a:gd name="csX2" fmla="*/ 9252 w 26774"/>
                  <a:gd name="csY2" fmla="*/ 7678 h 42310"/>
                  <a:gd name="csX3" fmla="*/ 0 w 26774"/>
                  <a:gd name="csY3" fmla="*/ 7678 h 42310"/>
                  <a:gd name="csX4" fmla="*/ 0 w 26774"/>
                  <a:gd name="csY4" fmla="*/ 0 h 42310"/>
                  <a:gd name="csX5" fmla="*/ 26775 w 26774"/>
                  <a:gd name="csY5" fmla="*/ 0 h 42310"/>
                  <a:gd name="csX6" fmla="*/ 26775 w 26774"/>
                  <a:gd name="csY6" fmla="*/ 7678 h 42310"/>
                  <a:gd name="csX7" fmla="*/ 17588 w 26774"/>
                  <a:gd name="csY7" fmla="*/ 7678 h 42310"/>
                  <a:gd name="csX8" fmla="*/ 17588 w 26774"/>
                  <a:gd name="csY8" fmla="*/ 34633 h 42310"/>
                  <a:gd name="csX9" fmla="*/ 26775 w 26774"/>
                  <a:gd name="csY9" fmla="*/ 34633 h 42310"/>
                  <a:gd name="csX10" fmla="*/ 26775 w 26774"/>
                  <a:gd name="csY10" fmla="*/ 42311 h 42310"/>
                  <a:gd name="csX11" fmla="*/ 0 w 26774"/>
                  <a:gd name="csY11" fmla="*/ 42311 h 42310"/>
                  <a:gd name="csX12" fmla="*/ 0 w 26774"/>
                  <a:gd name="csY12" fmla="*/ 34633 h 42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26774" h="42310">
                    <a:moveTo>
                      <a:pt x="0" y="34633"/>
                    </a:moveTo>
                    <a:lnTo>
                      <a:pt x="9252" y="34633"/>
                    </a:lnTo>
                    <a:lnTo>
                      <a:pt x="9252" y="7678"/>
                    </a:lnTo>
                    <a:lnTo>
                      <a:pt x="0" y="7678"/>
                    </a:lnTo>
                    <a:lnTo>
                      <a:pt x="0" y="0"/>
                    </a:lnTo>
                    <a:lnTo>
                      <a:pt x="26775" y="0"/>
                    </a:lnTo>
                    <a:lnTo>
                      <a:pt x="26775" y="7678"/>
                    </a:lnTo>
                    <a:lnTo>
                      <a:pt x="17588" y="7678"/>
                    </a:lnTo>
                    <a:lnTo>
                      <a:pt x="17588" y="34633"/>
                    </a:lnTo>
                    <a:lnTo>
                      <a:pt x="26775" y="34633"/>
                    </a:lnTo>
                    <a:lnTo>
                      <a:pt x="26775" y="42311"/>
                    </a:lnTo>
                    <a:lnTo>
                      <a:pt x="0" y="42311"/>
                    </a:lnTo>
                    <a:lnTo>
                      <a:pt x="0" y="34633"/>
                    </a:ln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810FAF43-15C8-47DE-DCD7-3BD3902066A6}"/>
                  </a:ext>
                </a:extLst>
              </p:cNvPr>
              <p:cNvSpPr/>
              <p:nvPr/>
            </p:nvSpPr>
            <p:spPr>
              <a:xfrm>
                <a:off x="6296618" y="3072421"/>
                <a:ext cx="31007" cy="44840"/>
              </a:xfrm>
              <a:custGeom>
                <a:avLst/>
                <a:gdLst>
                  <a:gd name="csX0" fmla="*/ 3239 w 31007"/>
                  <a:gd name="csY0" fmla="*/ 40879 h 44840"/>
                  <a:gd name="csX1" fmla="*/ 0 w 31007"/>
                  <a:gd name="csY1" fmla="*/ 29549 h 44840"/>
                  <a:gd name="csX2" fmla="*/ 0 w 31007"/>
                  <a:gd name="csY2" fmla="*/ 28220 h 44840"/>
                  <a:gd name="csX3" fmla="*/ 3290 w 31007"/>
                  <a:gd name="csY3" fmla="*/ 17097 h 44840"/>
                  <a:gd name="csX4" fmla="*/ 12452 w 31007"/>
                  <a:gd name="csY4" fmla="*/ 13175 h 44840"/>
                  <a:gd name="csX5" fmla="*/ 19162 w 31007"/>
                  <a:gd name="csY5" fmla="*/ 14865 h 44840"/>
                  <a:gd name="csX6" fmla="*/ 22788 w 31007"/>
                  <a:gd name="csY6" fmla="*/ 19575 h 44840"/>
                  <a:gd name="csX7" fmla="*/ 23033 w 31007"/>
                  <a:gd name="csY7" fmla="*/ 19575 h 44840"/>
                  <a:gd name="csX8" fmla="*/ 22788 w 31007"/>
                  <a:gd name="csY8" fmla="*/ 13110 h 44840"/>
                  <a:gd name="csX9" fmla="*/ 22788 w 31007"/>
                  <a:gd name="csY9" fmla="*/ 0 h 44840"/>
                  <a:gd name="csX10" fmla="*/ 31007 w 31007"/>
                  <a:gd name="csY10" fmla="*/ 0 h 44840"/>
                  <a:gd name="csX11" fmla="*/ 31007 w 31007"/>
                  <a:gd name="csY11" fmla="*/ 44117 h 44840"/>
                  <a:gd name="csX12" fmla="*/ 22904 w 31007"/>
                  <a:gd name="csY12" fmla="*/ 44117 h 44840"/>
                  <a:gd name="csX13" fmla="*/ 23149 w 31007"/>
                  <a:gd name="csY13" fmla="*/ 37524 h 44840"/>
                  <a:gd name="csX14" fmla="*/ 22904 w 31007"/>
                  <a:gd name="csY14" fmla="*/ 37524 h 44840"/>
                  <a:gd name="csX15" fmla="*/ 19213 w 31007"/>
                  <a:gd name="csY15" fmla="*/ 42879 h 44840"/>
                  <a:gd name="csX16" fmla="*/ 12323 w 31007"/>
                  <a:gd name="csY16" fmla="*/ 44840 h 44840"/>
                  <a:gd name="csX17" fmla="*/ 3226 w 31007"/>
                  <a:gd name="csY17" fmla="*/ 40879 h 44840"/>
                  <a:gd name="csX18" fmla="*/ 10091 w 31007"/>
                  <a:gd name="csY18" fmla="*/ 35743 h 44840"/>
                  <a:gd name="csX19" fmla="*/ 15652 w 31007"/>
                  <a:gd name="csY19" fmla="*/ 37769 h 44840"/>
                  <a:gd name="csX20" fmla="*/ 20968 w 31007"/>
                  <a:gd name="csY20" fmla="*/ 35782 h 44840"/>
                  <a:gd name="csX21" fmla="*/ 22839 w 31007"/>
                  <a:gd name="csY21" fmla="*/ 30156 h 44840"/>
                  <a:gd name="csX22" fmla="*/ 22839 w 31007"/>
                  <a:gd name="csY22" fmla="*/ 27859 h 44840"/>
                  <a:gd name="csX23" fmla="*/ 21033 w 31007"/>
                  <a:gd name="csY23" fmla="*/ 22181 h 44840"/>
                  <a:gd name="csX24" fmla="*/ 15717 w 31007"/>
                  <a:gd name="csY24" fmla="*/ 20246 h 44840"/>
                  <a:gd name="csX25" fmla="*/ 10129 w 31007"/>
                  <a:gd name="csY25" fmla="*/ 22272 h 44840"/>
                  <a:gd name="csX26" fmla="*/ 8220 w 31007"/>
                  <a:gd name="csY26" fmla="*/ 28220 h 44840"/>
                  <a:gd name="csX27" fmla="*/ 8220 w 31007"/>
                  <a:gd name="csY27" fmla="*/ 29794 h 44840"/>
                  <a:gd name="csX28" fmla="*/ 10091 w 31007"/>
                  <a:gd name="csY28" fmla="*/ 35743 h 4484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</a:cxnLst>
                <a:rect l="l" t="t" r="r" b="b"/>
                <a:pathLst>
                  <a:path w="31007" h="44840">
                    <a:moveTo>
                      <a:pt x="3239" y="40879"/>
                    </a:moveTo>
                    <a:cubicBezTo>
                      <a:pt x="1084" y="38246"/>
                      <a:pt x="0" y="34466"/>
                      <a:pt x="0" y="29549"/>
                    </a:cubicBezTo>
                    <a:lnTo>
                      <a:pt x="0" y="28220"/>
                    </a:lnTo>
                    <a:cubicBezTo>
                      <a:pt x="0" y="23420"/>
                      <a:pt x="1097" y="19717"/>
                      <a:pt x="3290" y="17097"/>
                    </a:cubicBezTo>
                    <a:cubicBezTo>
                      <a:pt x="5484" y="14478"/>
                      <a:pt x="8542" y="13175"/>
                      <a:pt x="12452" y="13175"/>
                    </a:cubicBezTo>
                    <a:cubicBezTo>
                      <a:pt x="15149" y="13175"/>
                      <a:pt x="17381" y="13742"/>
                      <a:pt x="19162" y="14865"/>
                    </a:cubicBezTo>
                    <a:cubicBezTo>
                      <a:pt x="20930" y="16000"/>
                      <a:pt x="22143" y="17562"/>
                      <a:pt x="22788" y="19575"/>
                    </a:cubicBezTo>
                    <a:lnTo>
                      <a:pt x="23033" y="19575"/>
                    </a:lnTo>
                    <a:cubicBezTo>
                      <a:pt x="22878" y="18091"/>
                      <a:pt x="22788" y="15923"/>
                      <a:pt x="22788" y="13110"/>
                    </a:cubicBezTo>
                    <a:lnTo>
                      <a:pt x="22788" y="0"/>
                    </a:lnTo>
                    <a:lnTo>
                      <a:pt x="31007" y="0"/>
                    </a:lnTo>
                    <a:lnTo>
                      <a:pt x="31007" y="44117"/>
                    </a:lnTo>
                    <a:lnTo>
                      <a:pt x="22904" y="44117"/>
                    </a:lnTo>
                    <a:cubicBezTo>
                      <a:pt x="22904" y="41343"/>
                      <a:pt x="22981" y="39137"/>
                      <a:pt x="23149" y="37524"/>
                    </a:cubicBezTo>
                    <a:lnTo>
                      <a:pt x="22904" y="37524"/>
                    </a:lnTo>
                    <a:cubicBezTo>
                      <a:pt x="22336" y="39782"/>
                      <a:pt x="21110" y="41563"/>
                      <a:pt x="19213" y="42879"/>
                    </a:cubicBezTo>
                    <a:cubicBezTo>
                      <a:pt x="17317" y="44182"/>
                      <a:pt x="15020" y="44840"/>
                      <a:pt x="12323" y="44840"/>
                    </a:cubicBezTo>
                    <a:cubicBezTo>
                      <a:pt x="8413" y="44840"/>
                      <a:pt x="5381" y="43524"/>
                      <a:pt x="3226" y="40879"/>
                    </a:cubicBezTo>
                    <a:close/>
                    <a:moveTo>
                      <a:pt x="10091" y="35743"/>
                    </a:moveTo>
                    <a:cubicBezTo>
                      <a:pt x="11342" y="37098"/>
                      <a:pt x="13187" y="37769"/>
                      <a:pt x="15652" y="37769"/>
                    </a:cubicBezTo>
                    <a:cubicBezTo>
                      <a:pt x="17949" y="37769"/>
                      <a:pt x="19717" y="37111"/>
                      <a:pt x="20968" y="35782"/>
                    </a:cubicBezTo>
                    <a:cubicBezTo>
                      <a:pt x="22220" y="34453"/>
                      <a:pt x="22839" y="32582"/>
                      <a:pt x="22839" y="30156"/>
                    </a:cubicBezTo>
                    <a:lnTo>
                      <a:pt x="22839" y="27859"/>
                    </a:lnTo>
                    <a:cubicBezTo>
                      <a:pt x="22839" y="25356"/>
                      <a:pt x="22233" y="23472"/>
                      <a:pt x="21033" y="22181"/>
                    </a:cubicBezTo>
                    <a:cubicBezTo>
                      <a:pt x="19820" y="20891"/>
                      <a:pt x="18052" y="20246"/>
                      <a:pt x="15717" y="20246"/>
                    </a:cubicBezTo>
                    <a:cubicBezTo>
                      <a:pt x="13252" y="20246"/>
                      <a:pt x="11394" y="20917"/>
                      <a:pt x="10129" y="22272"/>
                    </a:cubicBezTo>
                    <a:cubicBezTo>
                      <a:pt x="8865" y="23626"/>
                      <a:pt x="8220" y="25601"/>
                      <a:pt x="8220" y="28220"/>
                    </a:cubicBezTo>
                    <a:lnTo>
                      <a:pt x="8220" y="29794"/>
                    </a:lnTo>
                    <a:cubicBezTo>
                      <a:pt x="8220" y="32414"/>
                      <a:pt x="8839" y="34401"/>
                      <a:pt x="10091" y="35743"/>
                    </a:cubicBez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EDBABBE4-4B34-A75C-9D47-1645F107FB01}"/>
                  </a:ext>
                </a:extLst>
              </p:cNvPr>
              <p:cNvSpPr/>
              <p:nvPr/>
            </p:nvSpPr>
            <p:spPr>
              <a:xfrm>
                <a:off x="6334090" y="3085595"/>
                <a:ext cx="30452" cy="31665"/>
              </a:xfrm>
              <a:custGeom>
                <a:avLst/>
                <a:gdLst>
                  <a:gd name="csX0" fmla="*/ 4207 w 30452"/>
                  <a:gd name="csY0" fmla="*/ 27704 h 31665"/>
                  <a:gd name="csX1" fmla="*/ 0 w 30452"/>
                  <a:gd name="csY1" fmla="*/ 16852 h 31665"/>
                  <a:gd name="csX2" fmla="*/ 0 w 30452"/>
                  <a:gd name="csY2" fmla="*/ 14865 h 31665"/>
                  <a:gd name="csX3" fmla="*/ 4142 w 30452"/>
                  <a:gd name="csY3" fmla="*/ 3961 h 31665"/>
                  <a:gd name="csX4" fmla="*/ 15471 w 30452"/>
                  <a:gd name="csY4" fmla="*/ 0 h 31665"/>
                  <a:gd name="csX5" fmla="*/ 26465 w 30452"/>
                  <a:gd name="csY5" fmla="*/ 3742 h 31665"/>
                  <a:gd name="csX6" fmla="*/ 30453 w 30452"/>
                  <a:gd name="csY6" fmla="*/ 13897 h 31665"/>
                  <a:gd name="csX7" fmla="*/ 30207 w 30452"/>
                  <a:gd name="csY7" fmla="*/ 17884 h 31665"/>
                  <a:gd name="csX8" fmla="*/ 8091 w 30452"/>
                  <a:gd name="csY8" fmla="*/ 17884 h 31665"/>
                  <a:gd name="csX9" fmla="*/ 8091 w 30452"/>
                  <a:gd name="csY9" fmla="*/ 18181 h 31665"/>
                  <a:gd name="csX10" fmla="*/ 10091 w 30452"/>
                  <a:gd name="csY10" fmla="*/ 23110 h 31665"/>
                  <a:gd name="csX11" fmla="*/ 15768 w 30452"/>
                  <a:gd name="csY11" fmla="*/ 24956 h 31665"/>
                  <a:gd name="csX12" fmla="*/ 20426 w 30452"/>
                  <a:gd name="csY12" fmla="*/ 23781 h 31665"/>
                  <a:gd name="csX13" fmla="*/ 22246 w 30452"/>
                  <a:gd name="csY13" fmla="*/ 20181 h 31665"/>
                  <a:gd name="csX14" fmla="*/ 30285 w 30452"/>
                  <a:gd name="csY14" fmla="*/ 20181 h 31665"/>
                  <a:gd name="csX15" fmla="*/ 28414 w 30452"/>
                  <a:gd name="csY15" fmla="*/ 26285 h 31665"/>
                  <a:gd name="csX16" fmla="*/ 23252 w 30452"/>
                  <a:gd name="csY16" fmla="*/ 30272 h 31665"/>
                  <a:gd name="csX17" fmla="*/ 15846 w 30452"/>
                  <a:gd name="csY17" fmla="*/ 31665 h 31665"/>
                  <a:gd name="csX18" fmla="*/ 4207 w 30452"/>
                  <a:gd name="csY18" fmla="*/ 27704 h 31665"/>
                  <a:gd name="csX19" fmla="*/ 22426 w 30452"/>
                  <a:gd name="csY19" fmla="*/ 12813 h 31665"/>
                  <a:gd name="csX20" fmla="*/ 22426 w 30452"/>
                  <a:gd name="csY20" fmla="*/ 12633 h 31665"/>
                  <a:gd name="csX21" fmla="*/ 20555 w 30452"/>
                  <a:gd name="csY21" fmla="*/ 8155 h 31665"/>
                  <a:gd name="csX22" fmla="*/ 15355 w 30452"/>
                  <a:gd name="csY22" fmla="*/ 6529 h 31665"/>
                  <a:gd name="csX23" fmla="*/ 10065 w 30452"/>
                  <a:gd name="csY23" fmla="*/ 8155 h 31665"/>
                  <a:gd name="csX24" fmla="*/ 8103 w 30452"/>
                  <a:gd name="csY24" fmla="*/ 12633 h 31665"/>
                  <a:gd name="csX25" fmla="*/ 8103 w 30452"/>
                  <a:gd name="csY25" fmla="*/ 12813 h 31665"/>
                  <a:gd name="csX26" fmla="*/ 22426 w 30452"/>
                  <a:gd name="csY26" fmla="*/ 12813 h 3166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</a:cxnLst>
                <a:rect l="l" t="t" r="r" b="b"/>
                <a:pathLst>
                  <a:path w="30452" h="31665">
                    <a:moveTo>
                      <a:pt x="4207" y="27704"/>
                    </a:moveTo>
                    <a:cubicBezTo>
                      <a:pt x="1406" y="25072"/>
                      <a:pt x="0" y="21446"/>
                      <a:pt x="0" y="16852"/>
                    </a:cubicBezTo>
                    <a:lnTo>
                      <a:pt x="0" y="14865"/>
                    </a:lnTo>
                    <a:cubicBezTo>
                      <a:pt x="0" y="10233"/>
                      <a:pt x="1381" y="6594"/>
                      <a:pt x="4142" y="3961"/>
                    </a:cubicBezTo>
                    <a:cubicBezTo>
                      <a:pt x="6903" y="1329"/>
                      <a:pt x="10684" y="0"/>
                      <a:pt x="15471" y="0"/>
                    </a:cubicBezTo>
                    <a:cubicBezTo>
                      <a:pt x="20259" y="0"/>
                      <a:pt x="23807" y="1252"/>
                      <a:pt x="26465" y="3742"/>
                    </a:cubicBezTo>
                    <a:cubicBezTo>
                      <a:pt x="29123" y="6245"/>
                      <a:pt x="30453" y="9626"/>
                      <a:pt x="30453" y="13897"/>
                    </a:cubicBezTo>
                    <a:cubicBezTo>
                      <a:pt x="30453" y="15471"/>
                      <a:pt x="30375" y="16800"/>
                      <a:pt x="30207" y="17884"/>
                    </a:cubicBezTo>
                    <a:lnTo>
                      <a:pt x="8091" y="17884"/>
                    </a:lnTo>
                    <a:lnTo>
                      <a:pt x="8091" y="18181"/>
                    </a:lnTo>
                    <a:cubicBezTo>
                      <a:pt x="8091" y="20233"/>
                      <a:pt x="8762" y="21884"/>
                      <a:pt x="10091" y="23110"/>
                    </a:cubicBezTo>
                    <a:cubicBezTo>
                      <a:pt x="11420" y="24336"/>
                      <a:pt x="13317" y="24956"/>
                      <a:pt x="15768" y="24956"/>
                    </a:cubicBezTo>
                    <a:cubicBezTo>
                      <a:pt x="17665" y="24956"/>
                      <a:pt x="19213" y="24568"/>
                      <a:pt x="20426" y="23781"/>
                    </a:cubicBezTo>
                    <a:cubicBezTo>
                      <a:pt x="21639" y="22994"/>
                      <a:pt x="22246" y="21794"/>
                      <a:pt x="22246" y="20181"/>
                    </a:cubicBezTo>
                    <a:lnTo>
                      <a:pt x="30285" y="20181"/>
                    </a:lnTo>
                    <a:cubicBezTo>
                      <a:pt x="30285" y="22517"/>
                      <a:pt x="29665" y="24556"/>
                      <a:pt x="28414" y="26285"/>
                    </a:cubicBezTo>
                    <a:cubicBezTo>
                      <a:pt x="27162" y="28014"/>
                      <a:pt x="25446" y="29343"/>
                      <a:pt x="23252" y="30272"/>
                    </a:cubicBezTo>
                    <a:cubicBezTo>
                      <a:pt x="21059" y="31201"/>
                      <a:pt x="18594" y="31665"/>
                      <a:pt x="15846" y="31665"/>
                    </a:cubicBezTo>
                    <a:cubicBezTo>
                      <a:pt x="10891" y="31665"/>
                      <a:pt x="7007" y="30349"/>
                      <a:pt x="4207" y="27704"/>
                    </a:cubicBezTo>
                    <a:close/>
                    <a:moveTo>
                      <a:pt x="22426" y="12813"/>
                    </a:moveTo>
                    <a:lnTo>
                      <a:pt x="22426" y="12633"/>
                    </a:lnTo>
                    <a:cubicBezTo>
                      <a:pt x="22426" y="10736"/>
                      <a:pt x="21807" y="9252"/>
                      <a:pt x="20555" y="8155"/>
                    </a:cubicBezTo>
                    <a:cubicBezTo>
                      <a:pt x="19304" y="7071"/>
                      <a:pt x="17575" y="6529"/>
                      <a:pt x="15355" y="6529"/>
                    </a:cubicBezTo>
                    <a:cubicBezTo>
                      <a:pt x="13136" y="6529"/>
                      <a:pt x="11381" y="7071"/>
                      <a:pt x="10065" y="8155"/>
                    </a:cubicBezTo>
                    <a:cubicBezTo>
                      <a:pt x="8749" y="9239"/>
                      <a:pt x="8103" y="10736"/>
                      <a:pt x="8103" y="12633"/>
                    </a:cubicBezTo>
                    <a:lnTo>
                      <a:pt x="8103" y="12813"/>
                    </a:lnTo>
                    <a:lnTo>
                      <a:pt x="22426" y="12813"/>
                    </a:ln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2C3F0D86-CCDB-BCA3-A764-3817B9BA222D}"/>
                  </a:ext>
                </a:extLst>
              </p:cNvPr>
              <p:cNvSpPr/>
              <p:nvPr/>
            </p:nvSpPr>
            <p:spPr>
              <a:xfrm>
                <a:off x="6381356" y="3074227"/>
                <a:ext cx="35897" cy="42310"/>
              </a:xfrm>
              <a:custGeom>
                <a:avLst/>
                <a:gdLst>
                  <a:gd name="csX0" fmla="*/ 13717 w 35897"/>
                  <a:gd name="csY0" fmla="*/ 7678 h 42310"/>
                  <a:gd name="csX1" fmla="*/ 0 w 35897"/>
                  <a:gd name="csY1" fmla="*/ 7678 h 42310"/>
                  <a:gd name="csX2" fmla="*/ 0 w 35897"/>
                  <a:gd name="csY2" fmla="*/ 0 h 42310"/>
                  <a:gd name="csX3" fmla="*/ 35898 w 35897"/>
                  <a:gd name="csY3" fmla="*/ 0 h 42310"/>
                  <a:gd name="csX4" fmla="*/ 35898 w 35897"/>
                  <a:gd name="csY4" fmla="*/ 7678 h 42310"/>
                  <a:gd name="csX5" fmla="*/ 22181 w 35897"/>
                  <a:gd name="csY5" fmla="*/ 7678 h 42310"/>
                  <a:gd name="csX6" fmla="*/ 22181 w 35897"/>
                  <a:gd name="csY6" fmla="*/ 42311 h 42310"/>
                  <a:gd name="csX7" fmla="*/ 13717 w 35897"/>
                  <a:gd name="csY7" fmla="*/ 42311 h 42310"/>
                  <a:gd name="csX8" fmla="*/ 13717 w 35897"/>
                  <a:gd name="csY8" fmla="*/ 7678 h 42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35897" h="42310">
                    <a:moveTo>
                      <a:pt x="13717" y="7678"/>
                    </a:moveTo>
                    <a:lnTo>
                      <a:pt x="0" y="7678"/>
                    </a:lnTo>
                    <a:lnTo>
                      <a:pt x="0" y="0"/>
                    </a:lnTo>
                    <a:lnTo>
                      <a:pt x="35898" y="0"/>
                    </a:lnTo>
                    <a:lnTo>
                      <a:pt x="35898" y="7678"/>
                    </a:lnTo>
                    <a:lnTo>
                      <a:pt x="22181" y="7678"/>
                    </a:lnTo>
                    <a:lnTo>
                      <a:pt x="22181" y="42311"/>
                    </a:lnTo>
                    <a:lnTo>
                      <a:pt x="13717" y="42311"/>
                    </a:lnTo>
                    <a:lnTo>
                      <a:pt x="13717" y="7678"/>
                    </a:ln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BD156840-988B-3889-F6B6-6673FAA23A78}"/>
                  </a:ext>
                </a:extLst>
              </p:cNvPr>
              <p:cNvSpPr/>
              <p:nvPr/>
            </p:nvSpPr>
            <p:spPr>
              <a:xfrm>
                <a:off x="6419796" y="3071505"/>
                <a:ext cx="13355" cy="45033"/>
              </a:xfrm>
              <a:custGeom>
                <a:avLst/>
                <a:gdLst>
                  <a:gd name="csX0" fmla="*/ 4710 w 13355"/>
                  <a:gd name="csY0" fmla="*/ 21820 h 45033"/>
                  <a:gd name="csX1" fmla="*/ 0 w 13355"/>
                  <a:gd name="csY1" fmla="*/ 21820 h 45033"/>
                  <a:gd name="csX2" fmla="*/ 0 w 13355"/>
                  <a:gd name="csY2" fmla="*/ 15046 h 45033"/>
                  <a:gd name="csX3" fmla="*/ 3110 w 13355"/>
                  <a:gd name="csY3" fmla="*/ 14620 h 45033"/>
                  <a:gd name="csX4" fmla="*/ 6581 w 13355"/>
                  <a:gd name="csY4" fmla="*/ 14439 h 45033"/>
                  <a:gd name="csX5" fmla="*/ 11510 w 13355"/>
                  <a:gd name="csY5" fmla="*/ 15833 h 45033"/>
                  <a:gd name="csX6" fmla="*/ 12929 w 13355"/>
                  <a:gd name="csY6" fmla="*/ 20310 h 45033"/>
                  <a:gd name="csX7" fmla="*/ 12929 w 13355"/>
                  <a:gd name="csY7" fmla="*/ 45034 h 45033"/>
                  <a:gd name="csX8" fmla="*/ 4710 w 13355"/>
                  <a:gd name="csY8" fmla="*/ 45034 h 45033"/>
                  <a:gd name="csX9" fmla="*/ 4710 w 13355"/>
                  <a:gd name="csY9" fmla="*/ 21820 h 45033"/>
                  <a:gd name="csX10" fmla="*/ 4736 w 13355"/>
                  <a:gd name="csY10" fmla="*/ 8375 h 45033"/>
                  <a:gd name="csX11" fmla="*/ 3497 w 13355"/>
                  <a:gd name="csY11" fmla="*/ 5200 h 45033"/>
                  <a:gd name="csX12" fmla="*/ 3497 w 13355"/>
                  <a:gd name="csY12" fmla="*/ 4413 h 45033"/>
                  <a:gd name="csX13" fmla="*/ 4710 w 13355"/>
                  <a:gd name="csY13" fmla="*/ 1303 h 45033"/>
                  <a:gd name="csX14" fmla="*/ 7974 w 13355"/>
                  <a:gd name="csY14" fmla="*/ 0 h 45033"/>
                  <a:gd name="csX15" fmla="*/ 8942 w 13355"/>
                  <a:gd name="csY15" fmla="*/ 0 h 45033"/>
                  <a:gd name="csX16" fmla="*/ 12116 w 13355"/>
                  <a:gd name="csY16" fmla="*/ 1265 h 45033"/>
                  <a:gd name="csX17" fmla="*/ 13355 w 13355"/>
                  <a:gd name="csY17" fmla="*/ 4413 h 45033"/>
                  <a:gd name="csX18" fmla="*/ 13355 w 13355"/>
                  <a:gd name="csY18" fmla="*/ 5200 h 45033"/>
                  <a:gd name="csX19" fmla="*/ 12181 w 13355"/>
                  <a:gd name="csY19" fmla="*/ 8310 h 45033"/>
                  <a:gd name="csX20" fmla="*/ 8942 w 13355"/>
                  <a:gd name="csY20" fmla="*/ 9613 h 45033"/>
                  <a:gd name="csX21" fmla="*/ 7974 w 13355"/>
                  <a:gd name="csY21" fmla="*/ 9613 h 45033"/>
                  <a:gd name="csX22" fmla="*/ 4736 w 13355"/>
                  <a:gd name="csY22" fmla="*/ 8375 h 4503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13355" h="45033">
                    <a:moveTo>
                      <a:pt x="4710" y="21820"/>
                    </a:moveTo>
                    <a:lnTo>
                      <a:pt x="0" y="21820"/>
                    </a:lnTo>
                    <a:lnTo>
                      <a:pt x="0" y="15046"/>
                    </a:lnTo>
                    <a:cubicBezTo>
                      <a:pt x="800" y="14891"/>
                      <a:pt x="1845" y="14749"/>
                      <a:pt x="3110" y="14620"/>
                    </a:cubicBezTo>
                    <a:cubicBezTo>
                      <a:pt x="4374" y="14491"/>
                      <a:pt x="5536" y="14439"/>
                      <a:pt x="6581" y="14439"/>
                    </a:cubicBezTo>
                    <a:cubicBezTo>
                      <a:pt x="8916" y="14439"/>
                      <a:pt x="10555" y="14904"/>
                      <a:pt x="11510" y="15833"/>
                    </a:cubicBezTo>
                    <a:cubicBezTo>
                      <a:pt x="12452" y="16762"/>
                      <a:pt x="12929" y="18246"/>
                      <a:pt x="12929" y="20310"/>
                    </a:cubicBezTo>
                    <a:lnTo>
                      <a:pt x="12929" y="45034"/>
                    </a:lnTo>
                    <a:lnTo>
                      <a:pt x="4710" y="45034"/>
                    </a:lnTo>
                    <a:lnTo>
                      <a:pt x="4710" y="21820"/>
                    </a:lnTo>
                    <a:close/>
                    <a:moveTo>
                      <a:pt x="4736" y="8375"/>
                    </a:moveTo>
                    <a:cubicBezTo>
                      <a:pt x="3910" y="7549"/>
                      <a:pt x="3497" y="6491"/>
                      <a:pt x="3497" y="5200"/>
                    </a:cubicBezTo>
                    <a:lnTo>
                      <a:pt x="3497" y="4413"/>
                    </a:lnTo>
                    <a:cubicBezTo>
                      <a:pt x="3497" y="3200"/>
                      <a:pt x="3897" y="2168"/>
                      <a:pt x="4710" y="1303"/>
                    </a:cubicBezTo>
                    <a:cubicBezTo>
                      <a:pt x="5510" y="439"/>
                      <a:pt x="6607" y="0"/>
                      <a:pt x="7974" y="0"/>
                    </a:cubicBezTo>
                    <a:lnTo>
                      <a:pt x="8942" y="0"/>
                    </a:lnTo>
                    <a:cubicBezTo>
                      <a:pt x="10233" y="0"/>
                      <a:pt x="11291" y="426"/>
                      <a:pt x="12116" y="1265"/>
                    </a:cubicBezTo>
                    <a:cubicBezTo>
                      <a:pt x="12942" y="2116"/>
                      <a:pt x="13355" y="3161"/>
                      <a:pt x="13355" y="4413"/>
                    </a:cubicBezTo>
                    <a:lnTo>
                      <a:pt x="13355" y="5200"/>
                    </a:lnTo>
                    <a:cubicBezTo>
                      <a:pt x="13355" y="6413"/>
                      <a:pt x="12968" y="7445"/>
                      <a:pt x="12181" y="8310"/>
                    </a:cubicBezTo>
                    <a:cubicBezTo>
                      <a:pt x="11394" y="9175"/>
                      <a:pt x="10323" y="9613"/>
                      <a:pt x="8942" y="9613"/>
                    </a:cubicBezTo>
                    <a:lnTo>
                      <a:pt x="7974" y="9613"/>
                    </a:lnTo>
                    <a:cubicBezTo>
                      <a:pt x="6645" y="9613"/>
                      <a:pt x="5561" y="9200"/>
                      <a:pt x="4736" y="8375"/>
                    </a:cubicBez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657E9E15-D190-23C4-AD10-BF8B9DA1BB0C}"/>
                  </a:ext>
                </a:extLst>
              </p:cNvPr>
              <p:cNvSpPr/>
              <p:nvPr/>
            </p:nvSpPr>
            <p:spPr>
              <a:xfrm>
                <a:off x="6435551" y="3071505"/>
                <a:ext cx="16026" cy="57846"/>
              </a:xfrm>
              <a:custGeom>
                <a:avLst/>
                <a:gdLst>
                  <a:gd name="csX0" fmla="*/ 13 w 16026"/>
                  <a:gd name="csY0" fmla="*/ 57124 h 57846"/>
                  <a:gd name="csX1" fmla="*/ 13 w 16026"/>
                  <a:gd name="csY1" fmla="*/ 50118 h 57846"/>
                  <a:gd name="csX2" fmla="*/ 3342 w 16026"/>
                  <a:gd name="csY2" fmla="*/ 50479 h 57846"/>
                  <a:gd name="csX3" fmla="*/ 7394 w 16026"/>
                  <a:gd name="csY3" fmla="*/ 46066 h 57846"/>
                  <a:gd name="csX4" fmla="*/ 7394 w 16026"/>
                  <a:gd name="csY4" fmla="*/ 21833 h 57846"/>
                  <a:gd name="csX5" fmla="*/ 2439 w 16026"/>
                  <a:gd name="csY5" fmla="*/ 21833 h 57846"/>
                  <a:gd name="csX6" fmla="*/ 2439 w 16026"/>
                  <a:gd name="csY6" fmla="*/ 15059 h 57846"/>
                  <a:gd name="csX7" fmla="*/ 5613 w 16026"/>
                  <a:gd name="csY7" fmla="*/ 14633 h 57846"/>
                  <a:gd name="csX8" fmla="*/ 9084 w 16026"/>
                  <a:gd name="csY8" fmla="*/ 14452 h 57846"/>
                  <a:gd name="csX9" fmla="*/ 14155 w 16026"/>
                  <a:gd name="csY9" fmla="*/ 15871 h 57846"/>
                  <a:gd name="csX10" fmla="*/ 15600 w 16026"/>
                  <a:gd name="csY10" fmla="*/ 20375 h 57846"/>
                  <a:gd name="csX11" fmla="*/ 15600 w 16026"/>
                  <a:gd name="csY11" fmla="*/ 46118 h 57846"/>
                  <a:gd name="csX12" fmla="*/ 13123 w 16026"/>
                  <a:gd name="csY12" fmla="*/ 54673 h 57846"/>
                  <a:gd name="csX13" fmla="*/ 5200 w 16026"/>
                  <a:gd name="csY13" fmla="*/ 57847 h 57846"/>
                  <a:gd name="csX14" fmla="*/ 0 w 16026"/>
                  <a:gd name="csY14" fmla="*/ 57124 h 57846"/>
                  <a:gd name="csX15" fmla="*/ 7407 w 16026"/>
                  <a:gd name="csY15" fmla="*/ 8375 h 57846"/>
                  <a:gd name="csX16" fmla="*/ 6168 w 16026"/>
                  <a:gd name="csY16" fmla="*/ 5200 h 57846"/>
                  <a:gd name="csX17" fmla="*/ 6168 w 16026"/>
                  <a:gd name="csY17" fmla="*/ 4413 h 57846"/>
                  <a:gd name="csX18" fmla="*/ 7381 w 16026"/>
                  <a:gd name="csY18" fmla="*/ 1303 h 57846"/>
                  <a:gd name="csX19" fmla="*/ 10645 w 16026"/>
                  <a:gd name="csY19" fmla="*/ 0 h 57846"/>
                  <a:gd name="csX20" fmla="*/ 11613 w 16026"/>
                  <a:gd name="csY20" fmla="*/ 0 h 57846"/>
                  <a:gd name="csX21" fmla="*/ 14788 w 16026"/>
                  <a:gd name="csY21" fmla="*/ 1265 h 57846"/>
                  <a:gd name="csX22" fmla="*/ 16026 w 16026"/>
                  <a:gd name="csY22" fmla="*/ 4413 h 57846"/>
                  <a:gd name="csX23" fmla="*/ 16026 w 16026"/>
                  <a:gd name="csY23" fmla="*/ 5200 h 57846"/>
                  <a:gd name="csX24" fmla="*/ 14852 w 16026"/>
                  <a:gd name="csY24" fmla="*/ 8310 h 57846"/>
                  <a:gd name="csX25" fmla="*/ 11613 w 16026"/>
                  <a:gd name="csY25" fmla="*/ 9613 h 57846"/>
                  <a:gd name="csX26" fmla="*/ 10645 w 16026"/>
                  <a:gd name="csY26" fmla="*/ 9613 h 57846"/>
                  <a:gd name="csX27" fmla="*/ 7407 w 16026"/>
                  <a:gd name="csY27" fmla="*/ 8375 h 578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16026" h="57846">
                    <a:moveTo>
                      <a:pt x="13" y="57124"/>
                    </a:moveTo>
                    <a:lnTo>
                      <a:pt x="13" y="50118"/>
                    </a:lnTo>
                    <a:cubicBezTo>
                      <a:pt x="1187" y="50363"/>
                      <a:pt x="2284" y="50479"/>
                      <a:pt x="3342" y="50479"/>
                    </a:cubicBezTo>
                    <a:cubicBezTo>
                      <a:pt x="6039" y="50479"/>
                      <a:pt x="7394" y="49008"/>
                      <a:pt x="7394" y="46066"/>
                    </a:cubicBezTo>
                    <a:lnTo>
                      <a:pt x="7394" y="21833"/>
                    </a:lnTo>
                    <a:lnTo>
                      <a:pt x="2439" y="21833"/>
                    </a:lnTo>
                    <a:lnTo>
                      <a:pt x="2439" y="15059"/>
                    </a:lnTo>
                    <a:cubicBezTo>
                      <a:pt x="3200" y="14904"/>
                      <a:pt x="4258" y="14762"/>
                      <a:pt x="5613" y="14633"/>
                    </a:cubicBezTo>
                    <a:cubicBezTo>
                      <a:pt x="6968" y="14517"/>
                      <a:pt x="8116" y="14452"/>
                      <a:pt x="9084" y="14452"/>
                    </a:cubicBezTo>
                    <a:cubicBezTo>
                      <a:pt x="11497" y="14452"/>
                      <a:pt x="13187" y="14929"/>
                      <a:pt x="14155" y="15871"/>
                    </a:cubicBezTo>
                    <a:cubicBezTo>
                      <a:pt x="15123" y="16813"/>
                      <a:pt x="15600" y="18323"/>
                      <a:pt x="15600" y="20375"/>
                    </a:cubicBezTo>
                    <a:lnTo>
                      <a:pt x="15600" y="46118"/>
                    </a:lnTo>
                    <a:cubicBezTo>
                      <a:pt x="15600" y="49705"/>
                      <a:pt x="14775" y="52556"/>
                      <a:pt x="13123" y="54673"/>
                    </a:cubicBezTo>
                    <a:cubicBezTo>
                      <a:pt x="11471" y="56789"/>
                      <a:pt x="8826" y="57847"/>
                      <a:pt x="5200" y="57847"/>
                    </a:cubicBezTo>
                    <a:cubicBezTo>
                      <a:pt x="3381" y="57847"/>
                      <a:pt x="1652" y="57602"/>
                      <a:pt x="0" y="57124"/>
                    </a:cubicBezTo>
                    <a:close/>
                    <a:moveTo>
                      <a:pt x="7407" y="8375"/>
                    </a:moveTo>
                    <a:cubicBezTo>
                      <a:pt x="6581" y="7549"/>
                      <a:pt x="6168" y="6491"/>
                      <a:pt x="6168" y="5200"/>
                    </a:cubicBezTo>
                    <a:lnTo>
                      <a:pt x="6168" y="4413"/>
                    </a:lnTo>
                    <a:cubicBezTo>
                      <a:pt x="6168" y="3200"/>
                      <a:pt x="6568" y="2168"/>
                      <a:pt x="7381" y="1303"/>
                    </a:cubicBezTo>
                    <a:cubicBezTo>
                      <a:pt x="8181" y="439"/>
                      <a:pt x="9278" y="0"/>
                      <a:pt x="10645" y="0"/>
                    </a:cubicBezTo>
                    <a:lnTo>
                      <a:pt x="11613" y="0"/>
                    </a:lnTo>
                    <a:cubicBezTo>
                      <a:pt x="12904" y="0"/>
                      <a:pt x="13962" y="426"/>
                      <a:pt x="14788" y="1265"/>
                    </a:cubicBezTo>
                    <a:cubicBezTo>
                      <a:pt x="15613" y="2116"/>
                      <a:pt x="16026" y="3161"/>
                      <a:pt x="16026" y="4413"/>
                    </a:cubicBezTo>
                    <a:lnTo>
                      <a:pt x="16026" y="5200"/>
                    </a:lnTo>
                    <a:cubicBezTo>
                      <a:pt x="16026" y="6413"/>
                      <a:pt x="15639" y="7445"/>
                      <a:pt x="14852" y="8310"/>
                    </a:cubicBezTo>
                    <a:cubicBezTo>
                      <a:pt x="14065" y="9175"/>
                      <a:pt x="12994" y="9613"/>
                      <a:pt x="11613" y="9613"/>
                    </a:cubicBezTo>
                    <a:lnTo>
                      <a:pt x="10645" y="9613"/>
                    </a:lnTo>
                    <a:cubicBezTo>
                      <a:pt x="9316" y="9613"/>
                      <a:pt x="8233" y="9200"/>
                      <a:pt x="7407" y="8375"/>
                    </a:cubicBez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AFA3E623-AC1E-B48A-6074-3FA15ACDEA41}"/>
                  </a:ext>
                </a:extLst>
              </p:cNvPr>
              <p:cNvSpPr/>
              <p:nvPr/>
            </p:nvSpPr>
            <p:spPr>
              <a:xfrm>
                <a:off x="6457616" y="3085582"/>
                <a:ext cx="31020" cy="31678"/>
              </a:xfrm>
              <a:custGeom>
                <a:avLst/>
                <a:gdLst>
                  <a:gd name="csX0" fmla="*/ 4026 w 31020"/>
                  <a:gd name="csY0" fmla="*/ 27807 h 31678"/>
                  <a:gd name="csX1" fmla="*/ 0 w 31020"/>
                  <a:gd name="csY1" fmla="*/ 16930 h 31678"/>
                  <a:gd name="csX2" fmla="*/ 0 w 31020"/>
                  <a:gd name="csY2" fmla="*/ 14749 h 31678"/>
                  <a:gd name="csX3" fmla="*/ 4026 w 31020"/>
                  <a:gd name="csY3" fmla="*/ 3871 h 31678"/>
                  <a:gd name="csX4" fmla="*/ 15536 w 31020"/>
                  <a:gd name="csY4" fmla="*/ 0 h 31678"/>
                  <a:gd name="csX5" fmla="*/ 26994 w 31020"/>
                  <a:gd name="csY5" fmla="*/ 3871 h 31678"/>
                  <a:gd name="csX6" fmla="*/ 31020 w 31020"/>
                  <a:gd name="csY6" fmla="*/ 14749 h 31678"/>
                  <a:gd name="csX7" fmla="*/ 31020 w 31020"/>
                  <a:gd name="csY7" fmla="*/ 16930 h 31678"/>
                  <a:gd name="csX8" fmla="*/ 27033 w 31020"/>
                  <a:gd name="csY8" fmla="*/ 27872 h 31678"/>
                  <a:gd name="csX9" fmla="*/ 15549 w 31020"/>
                  <a:gd name="csY9" fmla="*/ 31678 h 31678"/>
                  <a:gd name="csX10" fmla="*/ 4039 w 31020"/>
                  <a:gd name="csY10" fmla="*/ 27807 h 31678"/>
                  <a:gd name="csX11" fmla="*/ 10065 w 31020"/>
                  <a:gd name="csY11" fmla="*/ 22555 h 31678"/>
                  <a:gd name="csX12" fmla="*/ 15536 w 31020"/>
                  <a:gd name="csY12" fmla="*/ 24491 h 31678"/>
                  <a:gd name="csX13" fmla="*/ 20943 w 31020"/>
                  <a:gd name="csY13" fmla="*/ 22555 h 31678"/>
                  <a:gd name="csX14" fmla="*/ 22788 w 31020"/>
                  <a:gd name="csY14" fmla="*/ 16994 h 31678"/>
                  <a:gd name="csX15" fmla="*/ 22788 w 31020"/>
                  <a:gd name="csY15" fmla="*/ 14697 h 31678"/>
                  <a:gd name="csX16" fmla="*/ 20943 w 31020"/>
                  <a:gd name="csY16" fmla="*/ 9110 h 31678"/>
                  <a:gd name="csX17" fmla="*/ 15536 w 31020"/>
                  <a:gd name="csY17" fmla="*/ 7149 h 31678"/>
                  <a:gd name="csX18" fmla="*/ 10065 w 31020"/>
                  <a:gd name="csY18" fmla="*/ 9110 h 31678"/>
                  <a:gd name="csX19" fmla="*/ 8220 w 31020"/>
                  <a:gd name="csY19" fmla="*/ 14697 h 31678"/>
                  <a:gd name="csX20" fmla="*/ 8220 w 31020"/>
                  <a:gd name="csY20" fmla="*/ 16994 h 31678"/>
                  <a:gd name="csX21" fmla="*/ 10065 w 31020"/>
                  <a:gd name="csY21" fmla="*/ 22555 h 316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31020" h="31678">
                    <a:moveTo>
                      <a:pt x="4026" y="27807"/>
                    </a:moveTo>
                    <a:cubicBezTo>
                      <a:pt x="1342" y="25227"/>
                      <a:pt x="0" y="21601"/>
                      <a:pt x="0" y="16930"/>
                    </a:cubicBezTo>
                    <a:lnTo>
                      <a:pt x="0" y="14749"/>
                    </a:lnTo>
                    <a:cubicBezTo>
                      <a:pt x="0" y="10078"/>
                      <a:pt x="1342" y="6452"/>
                      <a:pt x="4026" y="3871"/>
                    </a:cubicBezTo>
                    <a:cubicBezTo>
                      <a:pt x="6710" y="1290"/>
                      <a:pt x="10542" y="0"/>
                      <a:pt x="15536" y="0"/>
                    </a:cubicBezTo>
                    <a:cubicBezTo>
                      <a:pt x="20530" y="0"/>
                      <a:pt x="24310" y="1290"/>
                      <a:pt x="26994" y="3871"/>
                    </a:cubicBezTo>
                    <a:cubicBezTo>
                      <a:pt x="29678" y="6452"/>
                      <a:pt x="31020" y="10078"/>
                      <a:pt x="31020" y="14749"/>
                    </a:cubicBezTo>
                    <a:lnTo>
                      <a:pt x="31020" y="16930"/>
                    </a:lnTo>
                    <a:cubicBezTo>
                      <a:pt x="31020" y="21678"/>
                      <a:pt x="29691" y="25330"/>
                      <a:pt x="27033" y="27872"/>
                    </a:cubicBezTo>
                    <a:cubicBezTo>
                      <a:pt x="24375" y="30414"/>
                      <a:pt x="20543" y="31678"/>
                      <a:pt x="15549" y="31678"/>
                    </a:cubicBezTo>
                    <a:cubicBezTo>
                      <a:pt x="10555" y="31678"/>
                      <a:pt x="6710" y="30388"/>
                      <a:pt x="4039" y="27807"/>
                    </a:cubicBezTo>
                    <a:close/>
                    <a:moveTo>
                      <a:pt x="10065" y="22555"/>
                    </a:moveTo>
                    <a:cubicBezTo>
                      <a:pt x="11291" y="23846"/>
                      <a:pt x="13123" y="24491"/>
                      <a:pt x="15536" y="24491"/>
                    </a:cubicBezTo>
                    <a:cubicBezTo>
                      <a:pt x="17949" y="24491"/>
                      <a:pt x="19717" y="23846"/>
                      <a:pt x="20943" y="22555"/>
                    </a:cubicBezTo>
                    <a:cubicBezTo>
                      <a:pt x="22168" y="21265"/>
                      <a:pt x="22788" y="19407"/>
                      <a:pt x="22788" y="16994"/>
                    </a:cubicBezTo>
                    <a:lnTo>
                      <a:pt x="22788" y="14697"/>
                    </a:lnTo>
                    <a:cubicBezTo>
                      <a:pt x="22788" y="12284"/>
                      <a:pt x="22168" y="10413"/>
                      <a:pt x="20943" y="9110"/>
                    </a:cubicBezTo>
                    <a:cubicBezTo>
                      <a:pt x="19717" y="7807"/>
                      <a:pt x="17910" y="7149"/>
                      <a:pt x="15536" y="7149"/>
                    </a:cubicBezTo>
                    <a:cubicBezTo>
                      <a:pt x="13162" y="7149"/>
                      <a:pt x="11291" y="7807"/>
                      <a:pt x="10065" y="9110"/>
                    </a:cubicBezTo>
                    <a:cubicBezTo>
                      <a:pt x="8839" y="10426"/>
                      <a:pt x="8220" y="12284"/>
                      <a:pt x="8220" y="14697"/>
                    </a:cubicBezTo>
                    <a:lnTo>
                      <a:pt x="8220" y="16994"/>
                    </a:lnTo>
                    <a:cubicBezTo>
                      <a:pt x="8220" y="19407"/>
                      <a:pt x="8839" y="21265"/>
                      <a:pt x="10065" y="22555"/>
                    </a:cubicBez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08DD7343-092D-911C-B017-EB4E77FF1CC6}"/>
                  </a:ext>
                </a:extLst>
              </p:cNvPr>
              <p:cNvSpPr/>
              <p:nvPr/>
            </p:nvSpPr>
            <p:spPr>
              <a:xfrm>
                <a:off x="6495088" y="3072421"/>
                <a:ext cx="8219" cy="44117"/>
              </a:xfrm>
              <a:custGeom>
                <a:avLst/>
                <a:gdLst>
                  <a:gd name="csX0" fmla="*/ 0 w 8219"/>
                  <a:gd name="csY0" fmla="*/ 0 h 44117"/>
                  <a:gd name="csX1" fmla="*/ 8220 w 8219"/>
                  <a:gd name="csY1" fmla="*/ 0 h 44117"/>
                  <a:gd name="csX2" fmla="*/ 8220 w 8219"/>
                  <a:gd name="csY2" fmla="*/ 44117 h 44117"/>
                  <a:gd name="csX3" fmla="*/ 0 w 8219"/>
                  <a:gd name="csY3" fmla="*/ 44117 h 44117"/>
                  <a:gd name="csX4" fmla="*/ 0 w 8219"/>
                  <a:gd name="csY4" fmla="*/ 0 h 441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8219" h="44117">
                    <a:moveTo>
                      <a:pt x="0" y="0"/>
                    </a:moveTo>
                    <a:lnTo>
                      <a:pt x="8220" y="0"/>
                    </a:lnTo>
                    <a:lnTo>
                      <a:pt x="8220" y="44117"/>
                    </a:lnTo>
                    <a:lnTo>
                      <a:pt x="0" y="44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375628D8-5C96-9990-B79A-A6DD16C7BF64}"/>
                  </a:ext>
                </a:extLst>
              </p:cNvPr>
              <p:cNvSpPr/>
              <p:nvPr/>
            </p:nvSpPr>
            <p:spPr>
              <a:xfrm>
                <a:off x="6509773" y="3085582"/>
                <a:ext cx="31020" cy="31678"/>
              </a:xfrm>
              <a:custGeom>
                <a:avLst/>
                <a:gdLst>
                  <a:gd name="csX0" fmla="*/ 4026 w 31020"/>
                  <a:gd name="csY0" fmla="*/ 27807 h 31678"/>
                  <a:gd name="csX1" fmla="*/ 0 w 31020"/>
                  <a:gd name="csY1" fmla="*/ 16930 h 31678"/>
                  <a:gd name="csX2" fmla="*/ 0 w 31020"/>
                  <a:gd name="csY2" fmla="*/ 14749 h 31678"/>
                  <a:gd name="csX3" fmla="*/ 4026 w 31020"/>
                  <a:gd name="csY3" fmla="*/ 3871 h 31678"/>
                  <a:gd name="csX4" fmla="*/ 15536 w 31020"/>
                  <a:gd name="csY4" fmla="*/ 0 h 31678"/>
                  <a:gd name="csX5" fmla="*/ 26994 w 31020"/>
                  <a:gd name="csY5" fmla="*/ 3871 h 31678"/>
                  <a:gd name="csX6" fmla="*/ 31020 w 31020"/>
                  <a:gd name="csY6" fmla="*/ 14749 h 31678"/>
                  <a:gd name="csX7" fmla="*/ 31020 w 31020"/>
                  <a:gd name="csY7" fmla="*/ 16930 h 31678"/>
                  <a:gd name="csX8" fmla="*/ 27033 w 31020"/>
                  <a:gd name="csY8" fmla="*/ 27872 h 31678"/>
                  <a:gd name="csX9" fmla="*/ 15549 w 31020"/>
                  <a:gd name="csY9" fmla="*/ 31678 h 31678"/>
                  <a:gd name="csX10" fmla="*/ 4039 w 31020"/>
                  <a:gd name="csY10" fmla="*/ 27807 h 31678"/>
                  <a:gd name="csX11" fmla="*/ 10065 w 31020"/>
                  <a:gd name="csY11" fmla="*/ 22555 h 31678"/>
                  <a:gd name="csX12" fmla="*/ 15536 w 31020"/>
                  <a:gd name="csY12" fmla="*/ 24491 h 31678"/>
                  <a:gd name="csX13" fmla="*/ 20943 w 31020"/>
                  <a:gd name="csY13" fmla="*/ 22555 h 31678"/>
                  <a:gd name="csX14" fmla="*/ 22788 w 31020"/>
                  <a:gd name="csY14" fmla="*/ 16994 h 31678"/>
                  <a:gd name="csX15" fmla="*/ 22788 w 31020"/>
                  <a:gd name="csY15" fmla="*/ 14697 h 31678"/>
                  <a:gd name="csX16" fmla="*/ 20943 w 31020"/>
                  <a:gd name="csY16" fmla="*/ 9110 h 31678"/>
                  <a:gd name="csX17" fmla="*/ 15536 w 31020"/>
                  <a:gd name="csY17" fmla="*/ 7149 h 31678"/>
                  <a:gd name="csX18" fmla="*/ 10065 w 31020"/>
                  <a:gd name="csY18" fmla="*/ 9110 h 31678"/>
                  <a:gd name="csX19" fmla="*/ 8220 w 31020"/>
                  <a:gd name="csY19" fmla="*/ 14697 h 31678"/>
                  <a:gd name="csX20" fmla="*/ 8220 w 31020"/>
                  <a:gd name="csY20" fmla="*/ 16994 h 31678"/>
                  <a:gd name="csX21" fmla="*/ 10065 w 31020"/>
                  <a:gd name="csY21" fmla="*/ 22555 h 316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31020" h="31678">
                    <a:moveTo>
                      <a:pt x="4026" y="27807"/>
                    </a:moveTo>
                    <a:cubicBezTo>
                      <a:pt x="1342" y="25227"/>
                      <a:pt x="0" y="21601"/>
                      <a:pt x="0" y="16930"/>
                    </a:cubicBezTo>
                    <a:lnTo>
                      <a:pt x="0" y="14749"/>
                    </a:lnTo>
                    <a:cubicBezTo>
                      <a:pt x="0" y="10078"/>
                      <a:pt x="1342" y="6452"/>
                      <a:pt x="4026" y="3871"/>
                    </a:cubicBezTo>
                    <a:cubicBezTo>
                      <a:pt x="6710" y="1290"/>
                      <a:pt x="10542" y="0"/>
                      <a:pt x="15536" y="0"/>
                    </a:cubicBezTo>
                    <a:cubicBezTo>
                      <a:pt x="20530" y="0"/>
                      <a:pt x="24310" y="1290"/>
                      <a:pt x="26994" y="3871"/>
                    </a:cubicBezTo>
                    <a:cubicBezTo>
                      <a:pt x="29678" y="6452"/>
                      <a:pt x="31020" y="10078"/>
                      <a:pt x="31020" y="14749"/>
                    </a:cubicBezTo>
                    <a:lnTo>
                      <a:pt x="31020" y="16930"/>
                    </a:lnTo>
                    <a:cubicBezTo>
                      <a:pt x="31020" y="21678"/>
                      <a:pt x="29691" y="25330"/>
                      <a:pt x="27033" y="27872"/>
                    </a:cubicBezTo>
                    <a:cubicBezTo>
                      <a:pt x="24375" y="30414"/>
                      <a:pt x="20543" y="31678"/>
                      <a:pt x="15549" y="31678"/>
                    </a:cubicBezTo>
                    <a:cubicBezTo>
                      <a:pt x="10555" y="31678"/>
                      <a:pt x="6710" y="30388"/>
                      <a:pt x="4039" y="27807"/>
                    </a:cubicBezTo>
                    <a:close/>
                    <a:moveTo>
                      <a:pt x="10065" y="22555"/>
                    </a:moveTo>
                    <a:cubicBezTo>
                      <a:pt x="11291" y="23846"/>
                      <a:pt x="13123" y="24491"/>
                      <a:pt x="15536" y="24491"/>
                    </a:cubicBezTo>
                    <a:cubicBezTo>
                      <a:pt x="17949" y="24491"/>
                      <a:pt x="19717" y="23846"/>
                      <a:pt x="20943" y="22555"/>
                    </a:cubicBezTo>
                    <a:cubicBezTo>
                      <a:pt x="22168" y="21265"/>
                      <a:pt x="22788" y="19407"/>
                      <a:pt x="22788" y="16994"/>
                    </a:cubicBezTo>
                    <a:lnTo>
                      <a:pt x="22788" y="14697"/>
                    </a:lnTo>
                    <a:cubicBezTo>
                      <a:pt x="22788" y="12284"/>
                      <a:pt x="22168" y="10413"/>
                      <a:pt x="20943" y="9110"/>
                    </a:cubicBezTo>
                    <a:cubicBezTo>
                      <a:pt x="19717" y="7807"/>
                      <a:pt x="17910" y="7149"/>
                      <a:pt x="15536" y="7149"/>
                    </a:cubicBezTo>
                    <a:cubicBezTo>
                      <a:pt x="13162" y="7149"/>
                      <a:pt x="11291" y="7807"/>
                      <a:pt x="10065" y="9110"/>
                    </a:cubicBezTo>
                    <a:cubicBezTo>
                      <a:pt x="8839" y="10426"/>
                      <a:pt x="8220" y="12284"/>
                      <a:pt x="8220" y="14697"/>
                    </a:cubicBezTo>
                    <a:lnTo>
                      <a:pt x="8220" y="16994"/>
                    </a:lnTo>
                    <a:cubicBezTo>
                      <a:pt x="8220" y="19407"/>
                      <a:pt x="8839" y="21265"/>
                      <a:pt x="10065" y="22555"/>
                    </a:cubicBez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A3B7C7CF-7439-195A-A36B-71811228C7F7}"/>
                  </a:ext>
                </a:extLst>
              </p:cNvPr>
              <p:cNvSpPr/>
              <p:nvPr/>
            </p:nvSpPr>
            <p:spPr>
              <a:xfrm>
                <a:off x="6558587" y="3073505"/>
                <a:ext cx="31420" cy="43020"/>
              </a:xfrm>
              <a:custGeom>
                <a:avLst/>
                <a:gdLst>
                  <a:gd name="csX0" fmla="*/ 890 w 31420"/>
                  <a:gd name="csY0" fmla="*/ 30491 h 43020"/>
                  <a:gd name="csX1" fmla="*/ 4181 w 31420"/>
                  <a:gd name="csY1" fmla="*/ 25717 h 43020"/>
                  <a:gd name="csX2" fmla="*/ 11071 w 31420"/>
                  <a:gd name="csY2" fmla="*/ 21523 h 43020"/>
                  <a:gd name="csX3" fmla="*/ 15368 w 31420"/>
                  <a:gd name="csY3" fmla="*/ 19652 h 43020"/>
                  <a:gd name="csX4" fmla="*/ 21291 w 31420"/>
                  <a:gd name="csY4" fmla="*/ 16233 h 43020"/>
                  <a:gd name="csX5" fmla="*/ 22917 w 31420"/>
                  <a:gd name="csY5" fmla="*/ 12697 h 43020"/>
                  <a:gd name="csX6" fmla="*/ 21097 w 31420"/>
                  <a:gd name="csY6" fmla="*/ 8916 h 43020"/>
                  <a:gd name="csX7" fmla="*/ 16078 w 31420"/>
                  <a:gd name="csY7" fmla="*/ 7497 h 43020"/>
                  <a:gd name="csX8" fmla="*/ 10452 w 31420"/>
                  <a:gd name="csY8" fmla="*/ 9162 h 43020"/>
                  <a:gd name="csX9" fmla="*/ 8581 w 31420"/>
                  <a:gd name="csY9" fmla="*/ 13910 h 43020"/>
                  <a:gd name="csX10" fmla="*/ 426 w 31420"/>
                  <a:gd name="csY10" fmla="*/ 13910 h 43020"/>
                  <a:gd name="csX11" fmla="*/ 4478 w 31420"/>
                  <a:gd name="csY11" fmla="*/ 3600 h 43020"/>
                  <a:gd name="csX12" fmla="*/ 16142 w 31420"/>
                  <a:gd name="csY12" fmla="*/ 0 h 43020"/>
                  <a:gd name="csX13" fmla="*/ 27175 w 31420"/>
                  <a:gd name="csY13" fmla="*/ 3355 h 43020"/>
                  <a:gd name="csX14" fmla="*/ 31072 w 31420"/>
                  <a:gd name="csY14" fmla="*/ 12387 h 43020"/>
                  <a:gd name="csX15" fmla="*/ 30014 w 31420"/>
                  <a:gd name="csY15" fmla="*/ 17704 h 43020"/>
                  <a:gd name="csX16" fmla="*/ 26504 w 31420"/>
                  <a:gd name="csY16" fmla="*/ 21872 h 43020"/>
                  <a:gd name="csX17" fmla="*/ 19704 w 31420"/>
                  <a:gd name="csY17" fmla="*/ 25794 h 43020"/>
                  <a:gd name="csX18" fmla="*/ 15897 w 31420"/>
                  <a:gd name="csY18" fmla="*/ 27549 h 43020"/>
                  <a:gd name="csX19" fmla="*/ 11329 w 31420"/>
                  <a:gd name="csY19" fmla="*/ 30117 h 43020"/>
                  <a:gd name="csX20" fmla="*/ 9303 w 31420"/>
                  <a:gd name="csY20" fmla="*/ 32349 h 43020"/>
                  <a:gd name="csX21" fmla="*/ 8813 w 31420"/>
                  <a:gd name="csY21" fmla="*/ 34801 h 43020"/>
                  <a:gd name="csX22" fmla="*/ 8813 w 31420"/>
                  <a:gd name="csY22" fmla="*/ 35524 h 43020"/>
                  <a:gd name="csX23" fmla="*/ 31420 w 31420"/>
                  <a:gd name="csY23" fmla="*/ 35524 h 43020"/>
                  <a:gd name="csX24" fmla="*/ 31420 w 31420"/>
                  <a:gd name="csY24" fmla="*/ 43021 h 43020"/>
                  <a:gd name="csX25" fmla="*/ 0 w 31420"/>
                  <a:gd name="csY25" fmla="*/ 43021 h 43020"/>
                  <a:gd name="csX26" fmla="*/ 0 w 31420"/>
                  <a:gd name="csY26" fmla="*/ 36195 h 43020"/>
                  <a:gd name="csX27" fmla="*/ 877 w 31420"/>
                  <a:gd name="csY27" fmla="*/ 30478 h 430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31420" h="43020">
                    <a:moveTo>
                      <a:pt x="890" y="30491"/>
                    </a:moveTo>
                    <a:cubicBezTo>
                      <a:pt x="1471" y="28827"/>
                      <a:pt x="2568" y="27227"/>
                      <a:pt x="4181" y="25717"/>
                    </a:cubicBezTo>
                    <a:cubicBezTo>
                      <a:pt x="5794" y="24207"/>
                      <a:pt x="8091" y="22814"/>
                      <a:pt x="11071" y="21523"/>
                    </a:cubicBezTo>
                    <a:lnTo>
                      <a:pt x="15368" y="19652"/>
                    </a:lnTo>
                    <a:cubicBezTo>
                      <a:pt x="18233" y="18401"/>
                      <a:pt x="20207" y="17265"/>
                      <a:pt x="21291" y="16233"/>
                    </a:cubicBezTo>
                    <a:cubicBezTo>
                      <a:pt x="22375" y="15200"/>
                      <a:pt x="22917" y="14026"/>
                      <a:pt x="22917" y="12697"/>
                    </a:cubicBezTo>
                    <a:cubicBezTo>
                      <a:pt x="22917" y="11123"/>
                      <a:pt x="22310" y="9871"/>
                      <a:pt x="21097" y="8916"/>
                    </a:cubicBezTo>
                    <a:cubicBezTo>
                      <a:pt x="19884" y="7961"/>
                      <a:pt x="18220" y="7497"/>
                      <a:pt x="16078" y="7497"/>
                    </a:cubicBezTo>
                    <a:cubicBezTo>
                      <a:pt x="13575" y="7497"/>
                      <a:pt x="11704" y="8052"/>
                      <a:pt x="10452" y="9162"/>
                    </a:cubicBezTo>
                    <a:cubicBezTo>
                      <a:pt x="9200" y="10271"/>
                      <a:pt x="8581" y="11845"/>
                      <a:pt x="8581" y="13910"/>
                    </a:cubicBezTo>
                    <a:lnTo>
                      <a:pt x="426" y="13910"/>
                    </a:lnTo>
                    <a:cubicBezTo>
                      <a:pt x="426" y="9433"/>
                      <a:pt x="1781" y="6000"/>
                      <a:pt x="4478" y="3600"/>
                    </a:cubicBezTo>
                    <a:cubicBezTo>
                      <a:pt x="7174" y="1200"/>
                      <a:pt x="11058" y="0"/>
                      <a:pt x="16142" y="0"/>
                    </a:cubicBezTo>
                    <a:cubicBezTo>
                      <a:pt x="20891" y="0"/>
                      <a:pt x="24568" y="1123"/>
                      <a:pt x="27175" y="3355"/>
                    </a:cubicBezTo>
                    <a:cubicBezTo>
                      <a:pt x="29769" y="5587"/>
                      <a:pt x="31072" y="8607"/>
                      <a:pt x="31072" y="12387"/>
                    </a:cubicBezTo>
                    <a:cubicBezTo>
                      <a:pt x="31072" y="14439"/>
                      <a:pt x="30723" y="16220"/>
                      <a:pt x="30014" y="17704"/>
                    </a:cubicBezTo>
                    <a:cubicBezTo>
                      <a:pt x="29304" y="19201"/>
                      <a:pt x="28143" y="20581"/>
                      <a:pt x="26504" y="21872"/>
                    </a:cubicBezTo>
                    <a:cubicBezTo>
                      <a:pt x="24878" y="23162"/>
                      <a:pt x="22607" y="24465"/>
                      <a:pt x="19704" y="25794"/>
                    </a:cubicBezTo>
                    <a:lnTo>
                      <a:pt x="15897" y="27549"/>
                    </a:lnTo>
                    <a:cubicBezTo>
                      <a:pt x="13884" y="28478"/>
                      <a:pt x="12362" y="29330"/>
                      <a:pt x="11329" y="30117"/>
                    </a:cubicBezTo>
                    <a:cubicBezTo>
                      <a:pt x="10297" y="30904"/>
                      <a:pt x="9626" y="31652"/>
                      <a:pt x="9303" y="32349"/>
                    </a:cubicBezTo>
                    <a:cubicBezTo>
                      <a:pt x="8981" y="33059"/>
                      <a:pt x="8813" y="33872"/>
                      <a:pt x="8813" y="34801"/>
                    </a:cubicBezTo>
                    <a:lnTo>
                      <a:pt x="8813" y="35524"/>
                    </a:lnTo>
                    <a:lnTo>
                      <a:pt x="31420" y="35524"/>
                    </a:lnTo>
                    <a:lnTo>
                      <a:pt x="31420" y="43021"/>
                    </a:lnTo>
                    <a:lnTo>
                      <a:pt x="0" y="43021"/>
                    </a:lnTo>
                    <a:lnTo>
                      <a:pt x="0" y="36195"/>
                    </a:lnTo>
                    <a:cubicBezTo>
                      <a:pt x="0" y="34053"/>
                      <a:pt x="297" y="32156"/>
                      <a:pt x="877" y="30478"/>
                    </a:cubicBez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4559950E-2A5E-4DC3-7059-0E2D91316B96}"/>
                  </a:ext>
                </a:extLst>
              </p:cNvPr>
              <p:cNvSpPr/>
              <p:nvPr/>
            </p:nvSpPr>
            <p:spPr>
              <a:xfrm>
                <a:off x="6595478" y="3073530"/>
                <a:ext cx="35059" cy="43743"/>
              </a:xfrm>
              <a:custGeom>
                <a:avLst/>
                <a:gdLst>
                  <a:gd name="csX0" fmla="*/ 4439 w 35059"/>
                  <a:gd name="csY0" fmla="*/ 38724 h 43743"/>
                  <a:gd name="csX1" fmla="*/ 0 w 35059"/>
                  <a:gd name="csY1" fmla="*/ 24465 h 43743"/>
                  <a:gd name="csX2" fmla="*/ 0 w 35059"/>
                  <a:gd name="csY2" fmla="*/ 19213 h 43743"/>
                  <a:gd name="csX3" fmla="*/ 4503 w 35059"/>
                  <a:gd name="csY3" fmla="*/ 5071 h 43743"/>
                  <a:gd name="csX4" fmla="*/ 17588 w 35059"/>
                  <a:gd name="csY4" fmla="*/ 0 h 43743"/>
                  <a:gd name="csX5" fmla="*/ 30646 w 35059"/>
                  <a:gd name="csY5" fmla="*/ 5045 h 43743"/>
                  <a:gd name="csX6" fmla="*/ 35059 w 35059"/>
                  <a:gd name="csY6" fmla="*/ 19213 h 43743"/>
                  <a:gd name="csX7" fmla="*/ 35059 w 35059"/>
                  <a:gd name="csY7" fmla="*/ 24465 h 43743"/>
                  <a:gd name="csX8" fmla="*/ 30556 w 35059"/>
                  <a:gd name="csY8" fmla="*/ 38672 h 43743"/>
                  <a:gd name="csX9" fmla="*/ 17536 w 35059"/>
                  <a:gd name="csY9" fmla="*/ 43743 h 43743"/>
                  <a:gd name="csX10" fmla="*/ 4452 w 35059"/>
                  <a:gd name="csY10" fmla="*/ 38724 h 43743"/>
                  <a:gd name="csX11" fmla="*/ 17523 w 35059"/>
                  <a:gd name="csY11" fmla="*/ 36001 h 43743"/>
                  <a:gd name="csX12" fmla="*/ 26594 w 35059"/>
                  <a:gd name="csY12" fmla="*/ 24452 h 43743"/>
                  <a:gd name="csX13" fmla="*/ 26594 w 35059"/>
                  <a:gd name="csY13" fmla="*/ 19201 h 43743"/>
                  <a:gd name="csX14" fmla="*/ 17588 w 35059"/>
                  <a:gd name="csY14" fmla="*/ 7716 h 43743"/>
                  <a:gd name="csX15" fmla="*/ 8465 w 35059"/>
                  <a:gd name="csY15" fmla="*/ 19201 h 43743"/>
                  <a:gd name="csX16" fmla="*/ 8465 w 35059"/>
                  <a:gd name="csY16" fmla="*/ 24452 h 43743"/>
                  <a:gd name="csX17" fmla="*/ 17536 w 35059"/>
                  <a:gd name="csY17" fmla="*/ 36001 h 437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35059" h="43743">
                    <a:moveTo>
                      <a:pt x="4439" y="38724"/>
                    </a:moveTo>
                    <a:cubicBezTo>
                      <a:pt x="1484" y="35382"/>
                      <a:pt x="0" y="30620"/>
                      <a:pt x="0" y="24465"/>
                    </a:cubicBezTo>
                    <a:lnTo>
                      <a:pt x="0" y="19213"/>
                    </a:lnTo>
                    <a:cubicBezTo>
                      <a:pt x="0" y="13175"/>
                      <a:pt x="1497" y="8452"/>
                      <a:pt x="4503" y="5071"/>
                    </a:cubicBezTo>
                    <a:cubicBezTo>
                      <a:pt x="7510" y="1690"/>
                      <a:pt x="11871" y="0"/>
                      <a:pt x="17588" y="0"/>
                    </a:cubicBezTo>
                    <a:cubicBezTo>
                      <a:pt x="23304" y="0"/>
                      <a:pt x="27704" y="1678"/>
                      <a:pt x="30646" y="5045"/>
                    </a:cubicBezTo>
                    <a:cubicBezTo>
                      <a:pt x="33588" y="8413"/>
                      <a:pt x="35059" y="13136"/>
                      <a:pt x="35059" y="19213"/>
                    </a:cubicBezTo>
                    <a:lnTo>
                      <a:pt x="35059" y="24465"/>
                    </a:lnTo>
                    <a:cubicBezTo>
                      <a:pt x="35059" y="30543"/>
                      <a:pt x="33562" y="35278"/>
                      <a:pt x="30556" y="38672"/>
                    </a:cubicBezTo>
                    <a:cubicBezTo>
                      <a:pt x="27549" y="42053"/>
                      <a:pt x="23214" y="43743"/>
                      <a:pt x="17536" y="43743"/>
                    </a:cubicBezTo>
                    <a:cubicBezTo>
                      <a:pt x="11858" y="43743"/>
                      <a:pt x="7420" y="42066"/>
                      <a:pt x="4452" y="38724"/>
                    </a:cubicBezTo>
                    <a:close/>
                    <a:moveTo>
                      <a:pt x="17523" y="36001"/>
                    </a:moveTo>
                    <a:cubicBezTo>
                      <a:pt x="23562" y="36001"/>
                      <a:pt x="26594" y="32156"/>
                      <a:pt x="26594" y="24452"/>
                    </a:cubicBezTo>
                    <a:lnTo>
                      <a:pt x="26594" y="19201"/>
                    </a:lnTo>
                    <a:cubicBezTo>
                      <a:pt x="26594" y="11549"/>
                      <a:pt x="23588" y="7716"/>
                      <a:pt x="17588" y="7716"/>
                    </a:cubicBezTo>
                    <a:cubicBezTo>
                      <a:pt x="11587" y="7716"/>
                      <a:pt x="8465" y="11549"/>
                      <a:pt x="8465" y="19201"/>
                    </a:cubicBezTo>
                    <a:lnTo>
                      <a:pt x="8465" y="24452"/>
                    </a:lnTo>
                    <a:cubicBezTo>
                      <a:pt x="8465" y="32143"/>
                      <a:pt x="11484" y="36001"/>
                      <a:pt x="17536" y="36001"/>
                    </a:cubicBez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70CD4450-B9FE-59AD-0EB9-54F4093B98DE}"/>
                  </a:ext>
                </a:extLst>
              </p:cNvPr>
              <p:cNvSpPr/>
              <p:nvPr/>
            </p:nvSpPr>
            <p:spPr>
              <a:xfrm>
                <a:off x="6636435" y="3073505"/>
                <a:ext cx="31420" cy="43020"/>
              </a:xfrm>
              <a:custGeom>
                <a:avLst/>
                <a:gdLst>
                  <a:gd name="csX0" fmla="*/ 890 w 31420"/>
                  <a:gd name="csY0" fmla="*/ 30491 h 43020"/>
                  <a:gd name="csX1" fmla="*/ 4181 w 31420"/>
                  <a:gd name="csY1" fmla="*/ 25717 h 43020"/>
                  <a:gd name="csX2" fmla="*/ 11071 w 31420"/>
                  <a:gd name="csY2" fmla="*/ 21523 h 43020"/>
                  <a:gd name="csX3" fmla="*/ 15368 w 31420"/>
                  <a:gd name="csY3" fmla="*/ 19652 h 43020"/>
                  <a:gd name="csX4" fmla="*/ 21291 w 31420"/>
                  <a:gd name="csY4" fmla="*/ 16233 h 43020"/>
                  <a:gd name="csX5" fmla="*/ 22917 w 31420"/>
                  <a:gd name="csY5" fmla="*/ 12697 h 43020"/>
                  <a:gd name="csX6" fmla="*/ 21097 w 31420"/>
                  <a:gd name="csY6" fmla="*/ 8916 h 43020"/>
                  <a:gd name="csX7" fmla="*/ 16078 w 31420"/>
                  <a:gd name="csY7" fmla="*/ 7497 h 43020"/>
                  <a:gd name="csX8" fmla="*/ 10452 w 31420"/>
                  <a:gd name="csY8" fmla="*/ 9162 h 43020"/>
                  <a:gd name="csX9" fmla="*/ 8581 w 31420"/>
                  <a:gd name="csY9" fmla="*/ 13910 h 43020"/>
                  <a:gd name="csX10" fmla="*/ 426 w 31420"/>
                  <a:gd name="csY10" fmla="*/ 13910 h 43020"/>
                  <a:gd name="csX11" fmla="*/ 4478 w 31420"/>
                  <a:gd name="csY11" fmla="*/ 3600 h 43020"/>
                  <a:gd name="csX12" fmla="*/ 16142 w 31420"/>
                  <a:gd name="csY12" fmla="*/ 0 h 43020"/>
                  <a:gd name="csX13" fmla="*/ 27175 w 31420"/>
                  <a:gd name="csY13" fmla="*/ 3355 h 43020"/>
                  <a:gd name="csX14" fmla="*/ 31072 w 31420"/>
                  <a:gd name="csY14" fmla="*/ 12387 h 43020"/>
                  <a:gd name="csX15" fmla="*/ 30014 w 31420"/>
                  <a:gd name="csY15" fmla="*/ 17704 h 43020"/>
                  <a:gd name="csX16" fmla="*/ 26504 w 31420"/>
                  <a:gd name="csY16" fmla="*/ 21872 h 43020"/>
                  <a:gd name="csX17" fmla="*/ 19704 w 31420"/>
                  <a:gd name="csY17" fmla="*/ 25794 h 43020"/>
                  <a:gd name="csX18" fmla="*/ 15897 w 31420"/>
                  <a:gd name="csY18" fmla="*/ 27549 h 43020"/>
                  <a:gd name="csX19" fmla="*/ 11329 w 31420"/>
                  <a:gd name="csY19" fmla="*/ 30117 h 43020"/>
                  <a:gd name="csX20" fmla="*/ 9303 w 31420"/>
                  <a:gd name="csY20" fmla="*/ 32349 h 43020"/>
                  <a:gd name="csX21" fmla="*/ 8813 w 31420"/>
                  <a:gd name="csY21" fmla="*/ 34801 h 43020"/>
                  <a:gd name="csX22" fmla="*/ 8813 w 31420"/>
                  <a:gd name="csY22" fmla="*/ 35524 h 43020"/>
                  <a:gd name="csX23" fmla="*/ 31420 w 31420"/>
                  <a:gd name="csY23" fmla="*/ 35524 h 43020"/>
                  <a:gd name="csX24" fmla="*/ 31420 w 31420"/>
                  <a:gd name="csY24" fmla="*/ 43021 h 43020"/>
                  <a:gd name="csX25" fmla="*/ 0 w 31420"/>
                  <a:gd name="csY25" fmla="*/ 43021 h 43020"/>
                  <a:gd name="csX26" fmla="*/ 0 w 31420"/>
                  <a:gd name="csY26" fmla="*/ 36195 h 43020"/>
                  <a:gd name="csX27" fmla="*/ 877 w 31420"/>
                  <a:gd name="csY27" fmla="*/ 30478 h 430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31420" h="43020">
                    <a:moveTo>
                      <a:pt x="890" y="30491"/>
                    </a:moveTo>
                    <a:cubicBezTo>
                      <a:pt x="1471" y="28827"/>
                      <a:pt x="2568" y="27227"/>
                      <a:pt x="4181" y="25717"/>
                    </a:cubicBezTo>
                    <a:cubicBezTo>
                      <a:pt x="5794" y="24207"/>
                      <a:pt x="8091" y="22814"/>
                      <a:pt x="11071" y="21523"/>
                    </a:cubicBezTo>
                    <a:lnTo>
                      <a:pt x="15368" y="19652"/>
                    </a:lnTo>
                    <a:cubicBezTo>
                      <a:pt x="18233" y="18401"/>
                      <a:pt x="20207" y="17265"/>
                      <a:pt x="21291" y="16233"/>
                    </a:cubicBezTo>
                    <a:cubicBezTo>
                      <a:pt x="22375" y="15200"/>
                      <a:pt x="22917" y="14026"/>
                      <a:pt x="22917" y="12697"/>
                    </a:cubicBezTo>
                    <a:cubicBezTo>
                      <a:pt x="22917" y="11123"/>
                      <a:pt x="22310" y="9871"/>
                      <a:pt x="21097" y="8916"/>
                    </a:cubicBezTo>
                    <a:cubicBezTo>
                      <a:pt x="19884" y="7961"/>
                      <a:pt x="18220" y="7497"/>
                      <a:pt x="16078" y="7497"/>
                    </a:cubicBezTo>
                    <a:cubicBezTo>
                      <a:pt x="13575" y="7497"/>
                      <a:pt x="11703" y="8052"/>
                      <a:pt x="10452" y="9162"/>
                    </a:cubicBezTo>
                    <a:cubicBezTo>
                      <a:pt x="9200" y="10271"/>
                      <a:pt x="8581" y="11845"/>
                      <a:pt x="8581" y="13910"/>
                    </a:cubicBezTo>
                    <a:lnTo>
                      <a:pt x="426" y="13910"/>
                    </a:lnTo>
                    <a:cubicBezTo>
                      <a:pt x="426" y="9433"/>
                      <a:pt x="1781" y="6000"/>
                      <a:pt x="4478" y="3600"/>
                    </a:cubicBezTo>
                    <a:cubicBezTo>
                      <a:pt x="7174" y="1200"/>
                      <a:pt x="11058" y="0"/>
                      <a:pt x="16142" y="0"/>
                    </a:cubicBezTo>
                    <a:cubicBezTo>
                      <a:pt x="20891" y="0"/>
                      <a:pt x="24568" y="1123"/>
                      <a:pt x="27175" y="3355"/>
                    </a:cubicBezTo>
                    <a:cubicBezTo>
                      <a:pt x="29769" y="5587"/>
                      <a:pt x="31072" y="8607"/>
                      <a:pt x="31072" y="12387"/>
                    </a:cubicBezTo>
                    <a:cubicBezTo>
                      <a:pt x="31072" y="14439"/>
                      <a:pt x="30723" y="16220"/>
                      <a:pt x="30014" y="17704"/>
                    </a:cubicBezTo>
                    <a:cubicBezTo>
                      <a:pt x="29304" y="19201"/>
                      <a:pt x="28143" y="20581"/>
                      <a:pt x="26504" y="21872"/>
                    </a:cubicBezTo>
                    <a:cubicBezTo>
                      <a:pt x="24878" y="23162"/>
                      <a:pt x="22607" y="24465"/>
                      <a:pt x="19704" y="25794"/>
                    </a:cubicBezTo>
                    <a:lnTo>
                      <a:pt x="15897" y="27549"/>
                    </a:lnTo>
                    <a:cubicBezTo>
                      <a:pt x="13884" y="28478"/>
                      <a:pt x="12362" y="29330"/>
                      <a:pt x="11329" y="30117"/>
                    </a:cubicBezTo>
                    <a:cubicBezTo>
                      <a:pt x="10297" y="30904"/>
                      <a:pt x="9626" y="31652"/>
                      <a:pt x="9303" y="32349"/>
                    </a:cubicBezTo>
                    <a:cubicBezTo>
                      <a:pt x="8981" y="33059"/>
                      <a:pt x="8813" y="33872"/>
                      <a:pt x="8813" y="34801"/>
                    </a:cubicBezTo>
                    <a:lnTo>
                      <a:pt x="8813" y="35524"/>
                    </a:lnTo>
                    <a:lnTo>
                      <a:pt x="31420" y="35524"/>
                    </a:lnTo>
                    <a:lnTo>
                      <a:pt x="31420" y="43021"/>
                    </a:lnTo>
                    <a:lnTo>
                      <a:pt x="0" y="43021"/>
                    </a:lnTo>
                    <a:lnTo>
                      <a:pt x="0" y="36195"/>
                    </a:lnTo>
                    <a:cubicBezTo>
                      <a:pt x="0" y="34053"/>
                      <a:pt x="297" y="32156"/>
                      <a:pt x="877" y="30478"/>
                    </a:cubicBez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5FE97F33-10CD-FF8E-19D2-D9F15232D38C}"/>
                  </a:ext>
                </a:extLst>
              </p:cNvPr>
              <p:cNvSpPr/>
              <p:nvPr/>
            </p:nvSpPr>
            <p:spPr>
              <a:xfrm>
                <a:off x="6672410" y="3074227"/>
                <a:ext cx="35665" cy="42310"/>
              </a:xfrm>
              <a:custGeom>
                <a:avLst/>
                <a:gdLst>
                  <a:gd name="csX0" fmla="*/ 22297 w 35665"/>
                  <a:gd name="csY0" fmla="*/ 34633 h 42310"/>
                  <a:gd name="csX1" fmla="*/ 0 w 35665"/>
                  <a:gd name="csY1" fmla="*/ 34633 h 42310"/>
                  <a:gd name="csX2" fmla="*/ 0 w 35665"/>
                  <a:gd name="csY2" fmla="*/ 25085 h 42310"/>
                  <a:gd name="csX3" fmla="*/ 15962 w 35665"/>
                  <a:gd name="csY3" fmla="*/ 0 h 42310"/>
                  <a:gd name="csX4" fmla="*/ 30530 w 35665"/>
                  <a:gd name="csY4" fmla="*/ 0 h 42310"/>
                  <a:gd name="csX5" fmla="*/ 30530 w 35665"/>
                  <a:gd name="csY5" fmla="*/ 27381 h 42310"/>
                  <a:gd name="csX6" fmla="*/ 35666 w 35665"/>
                  <a:gd name="csY6" fmla="*/ 27381 h 42310"/>
                  <a:gd name="csX7" fmla="*/ 35666 w 35665"/>
                  <a:gd name="csY7" fmla="*/ 34633 h 42310"/>
                  <a:gd name="csX8" fmla="*/ 30530 w 35665"/>
                  <a:gd name="csY8" fmla="*/ 34633 h 42310"/>
                  <a:gd name="csX9" fmla="*/ 30530 w 35665"/>
                  <a:gd name="csY9" fmla="*/ 42311 h 42310"/>
                  <a:gd name="csX10" fmla="*/ 22310 w 35665"/>
                  <a:gd name="csY10" fmla="*/ 42311 h 42310"/>
                  <a:gd name="csX11" fmla="*/ 22310 w 35665"/>
                  <a:gd name="csY11" fmla="*/ 34633 h 42310"/>
                  <a:gd name="csX12" fmla="*/ 22297 w 35665"/>
                  <a:gd name="csY12" fmla="*/ 27381 h 42310"/>
                  <a:gd name="csX13" fmla="*/ 22297 w 35665"/>
                  <a:gd name="csY13" fmla="*/ 6103 h 42310"/>
                  <a:gd name="csX14" fmla="*/ 21085 w 35665"/>
                  <a:gd name="csY14" fmla="*/ 6103 h 42310"/>
                  <a:gd name="csX15" fmla="*/ 8336 w 35665"/>
                  <a:gd name="csY15" fmla="*/ 25807 h 42310"/>
                  <a:gd name="csX16" fmla="*/ 8336 w 35665"/>
                  <a:gd name="csY16" fmla="*/ 27381 h 42310"/>
                  <a:gd name="csX17" fmla="*/ 22297 w 35665"/>
                  <a:gd name="csY17" fmla="*/ 27381 h 423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35665" h="42310">
                    <a:moveTo>
                      <a:pt x="22297" y="34633"/>
                    </a:moveTo>
                    <a:lnTo>
                      <a:pt x="0" y="34633"/>
                    </a:lnTo>
                    <a:lnTo>
                      <a:pt x="0" y="25085"/>
                    </a:lnTo>
                    <a:lnTo>
                      <a:pt x="15962" y="0"/>
                    </a:lnTo>
                    <a:lnTo>
                      <a:pt x="30530" y="0"/>
                    </a:lnTo>
                    <a:lnTo>
                      <a:pt x="30530" y="27381"/>
                    </a:lnTo>
                    <a:lnTo>
                      <a:pt x="35666" y="27381"/>
                    </a:lnTo>
                    <a:lnTo>
                      <a:pt x="35666" y="34633"/>
                    </a:lnTo>
                    <a:lnTo>
                      <a:pt x="30530" y="34633"/>
                    </a:lnTo>
                    <a:lnTo>
                      <a:pt x="30530" y="42311"/>
                    </a:lnTo>
                    <a:lnTo>
                      <a:pt x="22310" y="42311"/>
                    </a:lnTo>
                    <a:lnTo>
                      <a:pt x="22310" y="34633"/>
                    </a:lnTo>
                    <a:close/>
                    <a:moveTo>
                      <a:pt x="22297" y="27381"/>
                    </a:moveTo>
                    <a:lnTo>
                      <a:pt x="22297" y="6103"/>
                    </a:lnTo>
                    <a:lnTo>
                      <a:pt x="21085" y="6103"/>
                    </a:lnTo>
                    <a:lnTo>
                      <a:pt x="8336" y="25807"/>
                    </a:lnTo>
                    <a:lnTo>
                      <a:pt x="8336" y="27381"/>
                    </a:lnTo>
                    <a:lnTo>
                      <a:pt x="22297" y="27381"/>
                    </a:lnTo>
                    <a:close/>
                  </a:path>
                </a:pathLst>
              </a:custGeom>
              <a:solidFill>
                <a:srgbClr val="E5BB83"/>
              </a:solidFill>
              <a:ln w="1289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473E5-4FD1-3AE8-7EAF-9C19F35CC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B8F9AC6B-D30D-AF2D-C094-8BC271872111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 cstate="screen">
            <a:grayscl/>
            <a:alphaModFix amt="42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2170" b="30334"/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9FBECFC-A96E-1AF7-61EC-01D2400236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8" y="3763766"/>
            <a:ext cx="6047676" cy="425770"/>
          </a:xfrm>
        </p:spPr>
        <p:txBody>
          <a:bodyPr/>
          <a:lstStyle/>
          <a:p>
            <a:r>
              <a:rPr lang="pt-BR" sz="3250">
                <a:solidFill>
                  <a:schemeClr val="bg2">
                    <a:lumMod val="90000"/>
                  </a:schemeClr>
                </a:solidFill>
              </a:rPr>
              <a:t>Comunicação</a:t>
            </a:r>
            <a:endParaRPr lang="pt-BR" sz="3250" b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6DACED3-4F04-3129-3493-A30D6ED4D4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7" y="5927209"/>
            <a:ext cx="11376025" cy="553998"/>
          </a:xfrm>
        </p:spPr>
        <p:txBody>
          <a:bodyPr anchor="b" anchorCtr="0"/>
          <a:lstStyle/>
          <a:p>
            <a:pPr algn="r"/>
            <a:r>
              <a:rPr lang="pt-BR" sz="1800" b="1"/>
              <a:t>TIVIO</a:t>
            </a:r>
            <a:br>
              <a:rPr lang="pt-BR" sz="1800"/>
            </a:br>
            <a:endParaRPr lang="pt-BR" sz="18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8C744B8-AC07-942A-B39A-9D7705797F48}"/>
              </a:ext>
            </a:extLst>
          </p:cNvPr>
          <p:cNvSpPr/>
          <p:nvPr/>
        </p:nvSpPr>
        <p:spPr>
          <a:xfrm flipV="1">
            <a:off x="-62630" y="5210522"/>
            <a:ext cx="12254630" cy="200722"/>
          </a:xfrm>
          <a:custGeom>
            <a:avLst/>
            <a:gdLst>
              <a:gd name="connsiteX0" fmla="*/ 0 w 12225403"/>
              <a:gd name="connsiteY0" fmla="*/ 0 h 0"/>
              <a:gd name="connsiteX1" fmla="*/ 12225403 w 1222540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225403">
                <a:moveTo>
                  <a:pt x="0" y="0"/>
                </a:moveTo>
                <a:lnTo>
                  <a:pt x="12225403" y="0"/>
                </a:lnTo>
              </a:path>
            </a:pathLst>
          </a:custGeom>
          <a:noFill/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F901187-9599-0B9E-B796-0317AB5FDBE1}"/>
              </a:ext>
            </a:extLst>
          </p:cNvPr>
          <p:cNvSpPr/>
          <p:nvPr/>
        </p:nvSpPr>
        <p:spPr>
          <a:xfrm>
            <a:off x="7240261" y="3261055"/>
            <a:ext cx="4988424" cy="3825292"/>
          </a:xfrm>
          <a:custGeom>
            <a:avLst/>
            <a:gdLst>
              <a:gd name="connsiteX0" fmla="*/ 0 w 5087815"/>
              <a:gd name="connsiteY0" fmla="*/ 3845169 h 3845169"/>
              <a:gd name="connsiteX1" fmla="*/ 5087815 w 5087815"/>
              <a:gd name="connsiteY1" fmla="*/ 0 h 3845169"/>
              <a:gd name="connsiteX0" fmla="*/ 0 w 5048059"/>
              <a:gd name="connsiteY0" fmla="*/ 3954500 h 3954500"/>
              <a:gd name="connsiteX1" fmla="*/ 5048059 w 5048059"/>
              <a:gd name="connsiteY1" fmla="*/ 0 h 3954500"/>
              <a:gd name="connsiteX0" fmla="*/ 0 w 5048059"/>
              <a:gd name="connsiteY0" fmla="*/ 3954500 h 3954500"/>
              <a:gd name="connsiteX1" fmla="*/ 5048059 w 5048059"/>
              <a:gd name="connsiteY1" fmla="*/ 0 h 3954500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25292 h 3825292"/>
              <a:gd name="connsiteX1" fmla="*/ 4988424 w 4988424"/>
              <a:gd name="connsiteY1" fmla="*/ 0 h 3825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988424" h="3825292">
                <a:moveTo>
                  <a:pt x="0" y="3825292"/>
                </a:moveTo>
                <a:cubicBezTo>
                  <a:pt x="1384087" y="1839675"/>
                  <a:pt x="2310976" y="251621"/>
                  <a:pt x="4988424" y="0"/>
                </a:cubicBezTo>
              </a:path>
            </a:pathLst>
          </a:custGeom>
          <a:noFill/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8EB8E1DE-5506-C574-5D67-CFF451890DB7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117" t="-23966" r="-8117" b="-23966"/>
          <a:stretch/>
        </p:blipFill>
        <p:spPr>
          <a:xfrm>
            <a:off x="10804034" y="366854"/>
            <a:ext cx="1029674" cy="445893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AA02435D-F082-90AF-D104-DC977F8DCD15}"/>
              </a:ext>
            </a:extLst>
          </p:cNvPr>
          <p:cNvGrpSpPr/>
          <p:nvPr/>
        </p:nvGrpSpPr>
        <p:grpSpPr>
          <a:xfrm>
            <a:off x="-1" y="5582293"/>
            <a:ext cx="6851651" cy="1255711"/>
            <a:chOff x="-1" y="5582293"/>
            <a:chExt cx="6851651" cy="1255711"/>
          </a:xfrm>
        </p:grpSpPr>
        <p:pic>
          <p:nvPicPr>
            <p:cNvPr id="3" name="Gráfico 2">
              <a:extLst>
                <a:ext uri="{FF2B5EF4-FFF2-40B4-BE49-F238E27FC236}">
                  <a16:creationId xmlns:a16="http://schemas.microsoft.com/office/drawing/2014/main" id="{3490A838-508D-3D7E-54A2-01A9EB6823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2997" b="27493"/>
            <a:stretch>
              <a:fillRect/>
            </a:stretch>
          </p:blipFill>
          <p:spPr>
            <a:xfrm>
              <a:off x="-1" y="5582293"/>
              <a:ext cx="6851651" cy="1255711"/>
            </a:xfrm>
            <a:prstGeom prst="rect">
              <a:avLst/>
            </a:prstGeom>
          </p:spPr>
        </p:pic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6836096E-3014-3C98-25C5-7075D531D59B}"/>
                </a:ext>
              </a:extLst>
            </p:cNvPr>
            <p:cNvGrpSpPr/>
            <p:nvPr/>
          </p:nvGrpSpPr>
          <p:grpSpPr>
            <a:xfrm>
              <a:off x="403749" y="5819392"/>
              <a:ext cx="2571824" cy="977626"/>
              <a:chOff x="8824651" y="5971576"/>
              <a:chExt cx="2571824" cy="977626"/>
            </a:xfrm>
          </p:grpSpPr>
          <p:pic>
            <p:nvPicPr>
              <p:cNvPr id="6" name="Picture 6" descr="A qr code with a white background&#10;&#10;AI-generated content may be incorrect.">
                <a:extLst>
                  <a:ext uri="{FF2B5EF4-FFF2-40B4-BE49-F238E27FC236}">
                    <a16:creationId xmlns:a16="http://schemas.microsoft.com/office/drawing/2014/main" id="{64595C02-0CD8-28F4-BBED-D6AAF7F71A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24651" y="5971576"/>
                <a:ext cx="726630" cy="726630"/>
              </a:xfrm>
              <a:prstGeom prst="roundRect">
                <a:avLst>
                  <a:gd name="adj" fmla="val 5206"/>
                </a:avLst>
              </a:prstGeom>
            </p:spPr>
          </p:pic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5B56EFCC-44F9-2069-B955-53E305AFE1A2}"/>
                  </a:ext>
                </a:extLst>
              </p:cNvPr>
              <p:cNvSpPr txBox="1"/>
              <p:nvPr/>
            </p:nvSpPr>
            <p:spPr>
              <a:xfrm>
                <a:off x="9637159" y="6029720"/>
                <a:ext cx="1759316" cy="919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560"/>
                  </a:lnSpc>
                </a:pPr>
                <a:r>
                  <a:rPr lang="pt-BR" sz="1600" kern="0">
                    <a:solidFill>
                      <a:schemeClr val="bg1"/>
                    </a:solidFill>
                    <a:latin typeface="Versos"/>
                    <a:sym typeface="Arial"/>
                  </a:rPr>
                  <a:t>Fique por dentro de tudo da Tivio Capital</a:t>
                </a:r>
              </a:p>
              <a:p>
                <a:pPr>
                  <a:lnSpc>
                    <a:spcPts val="1560"/>
                  </a:lnSpc>
                </a:pPr>
                <a:endParaRPr lang="pt-BR" sz="16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53565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049472-1977-B109-F2BD-6B2BFA0C4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Oval 108">
            <a:extLst>
              <a:ext uri="{FF2B5EF4-FFF2-40B4-BE49-F238E27FC236}">
                <a16:creationId xmlns:a16="http://schemas.microsoft.com/office/drawing/2014/main" id="{3556C293-9630-6FE2-7362-34675B38B139}"/>
              </a:ext>
            </a:extLst>
          </p:cNvPr>
          <p:cNvSpPr/>
          <p:nvPr/>
        </p:nvSpPr>
        <p:spPr>
          <a:xfrm>
            <a:off x="1917659" y="-213490"/>
            <a:ext cx="2041281" cy="2041281"/>
          </a:xfrm>
          <a:prstGeom prst="ellipse">
            <a:avLst/>
          </a:prstGeom>
          <a:ln>
            <a:noFill/>
          </a:ln>
          <a:effectLst>
            <a:glow>
              <a:schemeClr val="accent1">
                <a:alpha val="40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251E6CF-C5A1-09FA-1C94-6DC84C1D03B1}"/>
              </a:ext>
            </a:extLst>
          </p:cNvPr>
          <p:cNvSpPr/>
          <p:nvPr/>
        </p:nvSpPr>
        <p:spPr>
          <a:xfrm>
            <a:off x="-958642" y="3740096"/>
            <a:ext cx="2041281" cy="2041281"/>
          </a:xfrm>
          <a:prstGeom prst="ellipse">
            <a:avLst/>
          </a:prstGeom>
          <a:ln>
            <a:noFill/>
          </a:ln>
          <a:effectLst>
            <a:glow>
              <a:schemeClr val="accent1">
                <a:alpha val="40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8933FC5-B702-7393-9E26-9C9A6A3CB23E}"/>
              </a:ext>
            </a:extLst>
          </p:cNvPr>
          <p:cNvSpPr/>
          <p:nvPr/>
        </p:nvSpPr>
        <p:spPr>
          <a:xfrm>
            <a:off x="10587096" y="-264248"/>
            <a:ext cx="2041281" cy="2041281"/>
          </a:xfrm>
          <a:prstGeom prst="ellipse">
            <a:avLst/>
          </a:prstGeom>
          <a:ln>
            <a:noFill/>
          </a:ln>
          <a:effectLst>
            <a:glow>
              <a:schemeClr val="accent1">
                <a:alpha val="40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2D575173-7C1C-68AC-FF03-7A0FC484EE00}"/>
              </a:ext>
            </a:extLst>
          </p:cNvPr>
          <p:cNvSpPr/>
          <p:nvPr/>
        </p:nvSpPr>
        <p:spPr>
          <a:xfrm>
            <a:off x="144855" y="0"/>
            <a:ext cx="11902290" cy="559497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74F1A3-DBAB-BEFC-A0D2-6B699FC17B9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368300"/>
            <a:ext cx="6756400" cy="430213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pt-BR" sz="3000" b="1">
                <a:solidFill>
                  <a:schemeClr val="bg1"/>
                </a:solidFill>
              </a:rPr>
              <a:t>Comunicação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1A653D0-868F-5B0E-8F31-2DCCD187D7CA}"/>
              </a:ext>
            </a:extLst>
          </p:cNvPr>
          <p:cNvGrpSpPr/>
          <p:nvPr/>
        </p:nvGrpSpPr>
        <p:grpSpPr>
          <a:xfrm>
            <a:off x="2664585" y="6056300"/>
            <a:ext cx="1524017" cy="408496"/>
            <a:chOff x="2276951" y="5952516"/>
            <a:chExt cx="1524017" cy="408496"/>
          </a:xfrm>
        </p:grpSpPr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2A1B6B8D-42E7-75D4-2509-62412763D4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76951" y="5952516"/>
              <a:ext cx="366587" cy="366587"/>
            </a:xfrm>
            <a:prstGeom prst="rect">
              <a:avLst/>
            </a:prstGeom>
          </p:spPr>
        </p:pic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659A3B66-5BA5-9515-1BCC-4C3C11D8145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11080" y="5971124"/>
              <a:ext cx="389888" cy="389888"/>
            </a:xfrm>
            <a:prstGeom prst="rect">
              <a:avLst/>
            </a:prstGeom>
          </p:spPr>
        </p:pic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D82ACFAA-D509-3A65-6A0D-62303D1922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852151" y="5990911"/>
              <a:ext cx="350315" cy="350315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240E69C4-84E8-E3B3-0C92-FB8706C3D1A6}"/>
              </a:ext>
            </a:extLst>
          </p:cNvPr>
          <p:cNvSpPr txBox="1"/>
          <p:nvPr/>
        </p:nvSpPr>
        <p:spPr>
          <a:xfrm>
            <a:off x="5066428" y="6106660"/>
            <a:ext cx="1840845" cy="3077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www.tivio.com</a:t>
            </a:r>
          </a:p>
        </p:txBody>
      </p:sp>
      <p:pic>
        <p:nvPicPr>
          <p:cNvPr id="55" name="Picture 8">
            <a:extLst>
              <a:ext uri="{FF2B5EF4-FFF2-40B4-BE49-F238E27FC236}">
                <a16:creationId xmlns:a16="http://schemas.microsoft.com/office/drawing/2014/main" id="{CFB4A8DA-CA9A-25D1-CBE2-1FA943668683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8117" t="-23966" r="-8117" b="-23966"/>
          <a:stretch/>
        </p:blipFill>
        <p:spPr>
          <a:xfrm>
            <a:off x="257788" y="5929493"/>
            <a:ext cx="1528971" cy="662111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CB8B3DD-5838-29FC-8377-C9DA7A4E15EB}"/>
              </a:ext>
            </a:extLst>
          </p:cNvPr>
          <p:cNvCxnSpPr>
            <a:cxnSpLocks/>
          </p:cNvCxnSpPr>
          <p:nvPr/>
        </p:nvCxnSpPr>
        <p:spPr>
          <a:xfrm>
            <a:off x="4627515" y="5833826"/>
            <a:ext cx="0" cy="853445"/>
          </a:xfrm>
          <a:prstGeom prst="line">
            <a:avLst/>
          </a:prstGeom>
          <a:ln>
            <a:gradFill>
              <a:gsLst>
                <a:gs pos="50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50000"/>
                    <a:lumOff val="50000"/>
                    <a:alpha val="0"/>
                  </a:schemeClr>
                </a:gs>
                <a:gs pos="100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“Deixando esta área, em especial, para apontar destaques, retornos e resultados.”">
            <a:extLst>
              <a:ext uri="{FF2B5EF4-FFF2-40B4-BE49-F238E27FC236}">
                <a16:creationId xmlns:a16="http://schemas.microsoft.com/office/drawing/2014/main" id="{3ECA9F94-A0F1-7DAD-5F5A-D206E71F4406}"/>
              </a:ext>
            </a:extLst>
          </p:cNvPr>
          <p:cNvSpPr txBox="1"/>
          <p:nvPr/>
        </p:nvSpPr>
        <p:spPr>
          <a:xfrm>
            <a:off x="4323889" y="3517325"/>
            <a:ext cx="4003062" cy="1180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square" lIns="35718" tIns="35718" rIns="35718" bIns="35718">
            <a:spAutoFit/>
          </a:bodyPr>
          <a:lstStyle>
            <a:lvl1pPr algn="l" defTabSz="821530">
              <a:spcBef>
                <a:spcPts val="4900"/>
              </a:spcBef>
              <a:defRPr sz="4800">
                <a:solidFill>
                  <a:srgbClr val="FFFFFF"/>
                </a:solidFill>
                <a:latin typeface="Itau Display"/>
                <a:ea typeface="Itau Display"/>
                <a:cs typeface="Itau Display"/>
                <a:sym typeface="Itau Display"/>
              </a:defRPr>
            </a:lvl1pPr>
          </a:lstStyle>
          <a:p>
            <a:pPr marL="0" marR="0" lvl="0" indent="0" algn="l" defTabSz="410765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Tahoma" panose="020B0604030504040204" pitchFamily="34" charset="0"/>
                <a:cs typeface="Tahoma" panose="020B0604030504040204" pitchFamily="34" charset="0"/>
                <a:sym typeface="Itau Display"/>
              </a:rPr>
              <a:t>CARTA DO GESTOR / BLOG</a:t>
            </a:r>
            <a:b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Tahoma" panose="020B0604030504040204" pitchFamily="34" charset="0"/>
                <a:cs typeface="Tahoma" panose="020B0604030504040204" pitchFamily="34" charset="0"/>
                <a:sym typeface="Itau Display"/>
              </a:rPr>
            </a:b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Tahoma" panose="020B0604030504040204" pitchFamily="34" charset="0"/>
                <a:cs typeface="Tahoma" panose="020B0604030504040204" pitchFamily="34" charset="0"/>
                <a:sym typeface="Itau Display"/>
              </a:rPr>
              <a:t>Leia em nosso Blog </a:t>
            </a: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Tahoma" panose="020B0604030504040204" pitchFamily="34" charset="0"/>
                <a:cs typeface="Tahoma" panose="020B0604030504040204" pitchFamily="34" charset="0"/>
                <a:sym typeface="Itau Display"/>
              </a:rPr>
              <a:t>a</a:t>
            </a: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Tahoma" panose="020B0604030504040204" pitchFamily="34" charset="0"/>
                <a:cs typeface="Tahoma" panose="020B0604030504040204" pitchFamily="34" charset="0"/>
                <a:sym typeface="Itau Display"/>
              </a:rPr>
              <a:t> </a:t>
            </a: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Tahoma" panose="020B0604030504040204" pitchFamily="34" charset="0"/>
                <a:cs typeface="Tahoma" panose="020B0604030504040204" pitchFamily="34" charset="0"/>
                <a:sym typeface="Itau Display"/>
              </a:rPr>
              <a:t>Carta do Gestor </a:t>
            </a:r>
            <a:b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Tahoma" panose="020B0604030504040204" pitchFamily="34" charset="0"/>
                <a:cs typeface="Tahoma" panose="020B0604030504040204" pitchFamily="34" charset="0"/>
                <a:sym typeface="Itau Display"/>
              </a:rPr>
            </a:b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Tahoma" panose="020B0604030504040204" pitchFamily="34" charset="0"/>
                <a:cs typeface="Tahoma" panose="020B0604030504040204" pitchFamily="34" charset="0"/>
                <a:sym typeface="Itau Display"/>
              </a:rPr>
              <a:t>com análise e estudo sobre alguma tese </a:t>
            </a:r>
            <a:b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Tahoma" panose="020B0604030504040204" pitchFamily="34" charset="0"/>
                <a:cs typeface="Tahoma" panose="020B0604030504040204" pitchFamily="34" charset="0"/>
                <a:sym typeface="Itau Display"/>
              </a:rPr>
            </a:b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Tahoma" panose="020B0604030504040204" pitchFamily="34" charset="0"/>
                <a:cs typeface="Tahoma" panose="020B0604030504040204" pitchFamily="34" charset="0"/>
                <a:sym typeface="Itau Display"/>
              </a:rPr>
              <a:t>de investimento da Tivio Capital. </a:t>
            </a:r>
          </a:p>
          <a:p>
            <a:pPr marL="0" marR="0" lvl="0" indent="0" algn="l" defTabSz="410765" rtl="0" eaLnBrk="1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Tahoma" panose="020B0604030504040204" pitchFamily="34" charset="0"/>
                <a:cs typeface="Tahoma" panose="020B0604030504040204" pitchFamily="34" charset="0"/>
                <a:sym typeface="Itau Display"/>
              </a:rPr>
              <a:t>Disponível em vídeo também </a:t>
            </a:r>
            <a:b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Tahoma" panose="020B0604030504040204" pitchFamily="34" charset="0"/>
                <a:cs typeface="Tahoma" panose="020B0604030504040204" pitchFamily="34" charset="0"/>
                <a:sym typeface="Itau Display"/>
              </a:rPr>
            </a:b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Tahoma" panose="020B0604030504040204" pitchFamily="34" charset="0"/>
                <a:cs typeface="Tahoma" panose="020B0604030504040204" pitchFamily="34" charset="0"/>
                <a:sym typeface="Itau Display"/>
              </a:rPr>
              <a:t>em nosso canal do Youtube.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6C9C584-FDF3-82F1-2059-11876058A718}"/>
              </a:ext>
            </a:extLst>
          </p:cNvPr>
          <p:cNvCxnSpPr>
            <a:cxnSpLocks/>
          </p:cNvCxnSpPr>
          <p:nvPr/>
        </p:nvCxnSpPr>
        <p:spPr>
          <a:xfrm>
            <a:off x="4326631" y="3366458"/>
            <a:ext cx="352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Holder 4">
            <a:extLst>
              <a:ext uri="{FF2B5EF4-FFF2-40B4-BE49-F238E27FC236}">
                <a16:creationId xmlns:a16="http://schemas.microsoft.com/office/drawing/2014/main" id="{F54D866C-9F60-749C-D4E8-F19D0E9DB7DD}"/>
              </a:ext>
            </a:extLst>
          </p:cNvPr>
          <p:cNvSpPr txBox="1">
            <a:spLocks/>
          </p:cNvSpPr>
          <p:nvPr/>
        </p:nvSpPr>
        <p:spPr>
          <a:xfrm>
            <a:off x="7785098" y="5983549"/>
            <a:ext cx="3245632" cy="5539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lIns="576000" tIns="0" rIns="0" bIns="0" anchor="ctr" anchorCtr="0">
            <a:noAutofit/>
          </a:bodyPr>
          <a:lstStyle>
            <a:defPPr>
              <a:defRPr kern="0"/>
            </a:defPPr>
            <a:lvl1pPr>
              <a:defRPr sz="750" b="0" i="0">
                <a:solidFill>
                  <a:srgbClr val="4C5D63"/>
                </a:solidFill>
                <a:latin typeface="Versos"/>
                <a:cs typeface="Versos"/>
              </a:defRPr>
            </a:lvl1pPr>
          </a:lstStyle>
          <a:p>
            <a:pPr marL="0" marR="508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ersos"/>
                <a:ea typeface="+mn-ea"/>
                <a:sym typeface="Arial"/>
              </a:rPr>
              <a:t>Acesse as nossas redes e fique </a:t>
            </a:r>
            <a:b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ersos"/>
                <a:ea typeface="+mn-ea"/>
                <a:sym typeface="Arial"/>
              </a:rPr>
            </a:b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Versos"/>
                <a:ea typeface="+mn-ea"/>
                <a:sym typeface="Arial"/>
              </a:rPr>
              <a:t>por dentro de tudo da Tivio Capital</a:t>
            </a:r>
          </a:p>
        </p:txBody>
      </p:sp>
      <p:sp>
        <p:nvSpPr>
          <p:cNvPr id="83" name="Rectangle: Diagonal Corners Rounded 82">
            <a:extLst>
              <a:ext uri="{FF2B5EF4-FFF2-40B4-BE49-F238E27FC236}">
                <a16:creationId xmlns:a16="http://schemas.microsoft.com/office/drawing/2014/main" id="{6271449F-726B-07D4-1FD8-7776E33FD1BC}"/>
              </a:ext>
            </a:extLst>
          </p:cNvPr>
          <p:cNvSpPr/>
          <p:nvPr/>
        </p:nvSpPr>
        <p:spPr>
          <a:xfrm flipH="1">
            <a:off x="7870359" y="6063249"/>
            <a:ext cx="413207" cy="413206"/>
          </a:xfrm>
          <a:prstGeom prst="round2DiagRect">
            <a:avLst/>
          </a:prstGeom>
          <a:solidFill>
            <a:schemeClr val="tx1">
              <a:lumMod val="50000"/>
              <a:lumOff val="50000"/>
            </a:schemeClr>
          </a:solidFill>
          <a:ln w="2868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12AC4F2D-31DE-50D8-DDD2-D4BE8AB22FCC}"/>
              </a:ext>
            </a:extLst>
          </p:cNvPr>
          <p:cNvCxnSpPr>
            <a:cxnSpLocks/>
          </p:cNvCxnSpPr>
          <p:nvPr/>
        </p:nvCxnSpPr>
        <p:spPr>
          <a:xfrm>
            <a:off x="7346186" y="5833826"/>
            <a:ext cx="0" cy="853445"/>
          </a:xfrm>
          <a:prstGeom prst="line">
            <a:avLst/>
          </a:prstGeom>
          <a:ln>
            <a:gradFill>
              <a:gsLst>
                <a:gs pos="0">
                  <a:schemeClr val="tx1">
                    <a:lumMod val="50000"/>
                    <a:lumOff val="50000"/>
                    <a:alpha val="0"/>
                  </a:schemeClr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6CC18D59-16F2-52CA-3552-C3A07E056311}"/>
              </a:ext>
            </a:extLst>
          </p:cNvPr>
          <p:cNvCxnSpPr>
            <a:cxnSpLocks/>
          </p:cNvCxnSpPr>
          <p:nvPr/>
        </p:nvCxnSpPr>
        <p:spPr>
          <a:xfrm>
            <a:off x="2225672" y="5833826"/>
            <a:ext cx="0" cy="853445"/>
          </a:xfrm>
          <a:prstGeom prst="line">
            <a:avLst/>
          </a:prstGeom>
          <a:ln>
            <a:gradFill>
              <a:gsLst>
                <a:gs pos="0">
                  <a:schemeClr val="tx1">
                    <a:lumMod val="50000"/>
                    <a:lumOff val="50000"/>
                    <a:alpha val="0"/>
                  </a:schemeClr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65EB7B60-5FA2-0069-1BAF-39C87594B0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1410" y="5844491"/>
            <a:ext cx="832113" cy="832113"/>
          </a:xfrm>
          <a:prstGeom prst="roundRect">
            <a:avLst>
              <a:gd name="adj" fmla="val 5206"/>
            </a:avLst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A8CAD71-4A55-BAB0-2241-C198763149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42639" y="6135529"/>
            <a:ext cx="268646" cy="268646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E372F05-D54E-97F7-B33D-6095F26B7913}"/>
              </a:ext>
            </a:extLst>
          </p:cNvPr>
          <p:cNvGrpSpPr/>
          <p:nvPr/>
        </p:nvGrpSpPr>
        <p:grpSpPr>
          <a:xfrm>
            <a:off x="8336790" y="3532823"/>
            <a:ext cx="3419735" cy="1758273"/>
            <a:chOff x="4448378" y="3178826"/>
            <a:chExt cx="3419735" cy="1758273"/>
          </a:xfrm>
        </p:grpSpPr>
        <p:sp>
          <p:nvSpPr>
            <p:cNvPr id="28" name="“Deixando esta área, em especial, para apontar destaques, retornos e resultados.”">
              <a:extLst>
                <a:ext uri="{FF2B5EF4-FFF2-40B4-BE49-F238E27FC236}">
                  <a16:creationId xmlns:a16="http://schemas.microsoft.com/office/drawing/2014/main" id="{7C3679C6-AA28-F37B-BF32-8157A568DD07}"/>
                </a:ext>
              </a:extLst>
            </p:cNvPr>
            <p:cNvSpPr txBox="1"/>
            <p:nvPr/>
          </p:nvSpPr>
          <p:spPr>
            <a:xfrm>
              <a:off x="4448378" y="3178826"/>
              <a:ext cx="3357656" cy="76463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8" tIns="35718" rIns="35718" bIns="35718">
              <a:spAutoFit/>
            </a:bodyPr>
            <a:lstStyle>
              <a:lvl1pPr algn="l" defTabSz="821530">
                <a:spcBef>
                  <a:spcPts val="4900"/>
                </a:spcBef>
                <a:defRPr sz="4800">
                  <a:solidFill>
                    <a:srgbClr val="FFFFFF"/>
                  </a:solidFill>
                  <a:latin typeface="Itau Display"/>
                  <a:ea typeface="Itau Display"/>
                  <a:cs typeface="Itau Display"/>
                  <a:sym typeface="Itau Display"/>
                </a:defRPr>
              </a:lvl1pPr>
            </a:lstStyle>
            <a:p>
              <a:pPr marL="0" marR="0" lvl="0" indent="0" algn="l" defTabSz="410765" rtl="0" eaLnBrk="1" fontAlgn="auto" latinLnBrk="0" hangingPunc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  <a:t>CONTEÚDOS EM VÍDEO</a:t>
              </a:r>
              <a:b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</a:br>
              <a:r>
                <a: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  <a:t>Veja em nosso canal do Youtube aos </a:t>
              </a:r>
              <a:br>
                <a: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</a:br>
              <a:r>
                <a: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  <a:t>resumos mensais dos fundos, visitas à ativos imobiliários entre outros conteúdos.</a:t>
              </a:r>
            </a:p>
          </p:txBody>
        </p:sp>
        <p:sp>
          <p:nvSpPr>
            <p:cNvPr id="29" name="“Deixando esta área, em especial, para apontar destaques, retornos e resultados.”">
              <a:extLst>
                <a:ext uri="{FF2B5EF4-FFF2-40B4-BE49-F238E27FC236}">
                  <a16:creationId xmlns:a16="http://schemas.microsoft.com/office/drawing/2014/main" id="{13ACDBD9-1A5A-5843-6F89-D437F6042389}"/>
                </a:ext>
              </a:extLst>
            </p:cNvPr>
            <p:cNvSpPr txBox="1"/>
            <p:nvPr/>
          </p:nvSpPr>
          <p:spPr>
            <a:xfrm>
              <a:off x="4448378" y="4172468"/>
              <a:ext cx="3419735" cy="76463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8" tIns="35718" rIns="35718" bIns="35718">
              <a:spAutoFit/>
            </a:bodyPr>
            <a:lstStyle>
              <a:lvl1pPr algn="l" defTabSz="821530">
                <a:spcBef>
                  <a:spcPts val="4900"/>
                </a:spcBef>
                <a:defRPr sz="4800">
                  <a:solidFill>
                    <a:srgbClr val="FFFFFF"/>
                  </a:solidFill>
                  <a:latin typeface="Itau Display"/>
                  <a:ea typeface="Itau Display"/>
                  <a:cs typeface="Itau Display"/>
                  <a:sym typeface="Itau Display"/>
                </a:defRPr>
              </a:lvl1pPr>
            </a:lstStyle>
            <a:p>
              <a:pPr marL="0" marR="0" lvl="0" indent="0" algn="l" defTabSz="41076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  <a:t>TIVIO EXPLICA</a:t>
              </a:r>
              <a:b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</a:br>
              <a:r>
                <a: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  <a:t>Vídeos rápidos onde deciframos os termos </a:t>
              </a:r>
              <a:br>
                <a: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</a:br>
              <a:r>
                <a: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  <a:t>e conceitos técnicos do mercado em uma </a:t>
              </a:r>
              <a:br>
                <a: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</a:br>
              <a:r>
                <a: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  <a:t>linguagem mais acessível e clara.</a:t>
              </a:r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A822AB5-96A1-3282-EC5C-C86B7926489F}"/>
              </a:ext>
            </a:extLst>
          </p:cNvPr>
          <p:cNvSpPr/>
          <p:nvPr/>
        </p:nvSpPr>
        <p:spPr>
          <a:xfrm>
            <a:off x="8346224" y="1178766"/>
            <a:ext cx="3528000" cy="2001294"/>
          </a:xfrm>
          <a:prstGeom prst="roundRect">
            <a:avLst>
              <a:gd name="adj" fmla="val 8264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7D897A6-AEBE-574C-FF1E-2ADB8D8A243B}"/>
              </a:ext>
            </a:extLst>
          </p:cNvPr>
          <p:cNvCxnSpPr>
            <a:cxnSpLocks/>
          </p:cNvCxnSpPr>
          <p:nvPr/>
        </p:nvCxnSpPr>
        <p:spPr>
          <a:xfrm>
            <a:off x="8346224" y="3366458"/>
            <a:ext cx="352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8B43A25-BABC-7A43-F298-3E6FE1C54D2E}"/>
              </a:ext>
            </a:extLst>
          </p:cNvPr>
          <p:cNvGrpSpPr/>
          <p:nvPr/>
        </p:nvGrpSpPr>
        <p:grpSpPr>
          <a:xfrm>
            <a:off x="327370" y="1178766"/>
            <a:ext cx="3529645" cy="2936318"/>
            <a:chOff x="327370" y="1178766"/>
            <a:chExt cx="3529645" cy="2936318"/>
          </a:xfrm>
        </p:grpSpPr>
        <p:sp>
          <p:nvSpPr>
            <p:cNvPr id="11" name="“Deixando esta área, em especial, para apontar destaques, retornos e resultados.”">
              <a:extLst>
                <a:ext uri="{FF2B5EF4-FFF2-40B4-BE49-F238E27FC236}">
                  <a16:creationId xmlns:a16="http://schemas.microsoft.com/office/drawing/2014/main" id="{1F479773-BEA9-D2C4-B094-762AA5893E94}"/>
                </a:ext>
              </a:extLst>
            </p:cNvPr>
            <p:cNvSpPr txBox="1"/>
            <p:nvPr/>
          </p:nvSpPr>
          <p:spPr>
            <a:xfrm>
              <a:off x="331661" y="3519730"/>
              <a:ext cx="3358800" cy="59535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35718" tIns="35718" rIns="35718" bIns="35718">
              <a:spAutoFit/>
            </a:bodyPr>
            <a:lstStyle>
              <a:lvl1pPr algn="l" defTabSz="821530">
                <a:spcBef>
                  <a:spcPts val="4900"/>
                </a:spcBef>
                <a:defRPr sz="4800">
                  <a:solidFill>
                    <a:srgbClr val="FFFFFF"/>
                  </a:solidFill>
                  <a:latin typeface="Itau Display"/>
                  <a:ea typeface="Itau Display"/>
                  <a:cs typeface="Itau Display"/>
                  <a:sym typeface="Itau Display"/>
                </a:defRPr>
              </a:lvl1pPr>
            </a:lstStyle>
            <a:p>
              <a:pPr marL="0" marR="0" lvl="0" indent="0" algn="l" defTabSz="410765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  <a:t>TIVIO NEWS</a:t>
              </a:r>
              <a:br>
                <a:rPr kumimoji="0" lang="pt-BR" sz="12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</a:br>
              <a:r>
                <a: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  <a:t>Inscreva-se na newsletter da Tivio Capital </a:t>
              </a:r>
              <a:br>
                <a: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</a:br>
              <a:r>
                <a:rPr kumimoji="0" lang="pt-BR" sz="1100" b="0" i="0" u="none" strike="noStrike" kern="0" cap="none" spc="0" normalizeH="0" baseline="0" noProof="0">
                  <a:ln>
                    <a:noFill/>
                  </a:ln>
                  <a:solidFill>
                    <a:srgbClr val="FFFFFF">
                      <a:lumMod val="65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ea typeface="Tahoma" panose="020B0604030504040204" pitchFamily="34" charset="0"/>
                  <a:cs typeface="Tahoma" panose="020B0604030504040204" pitchFamily="34" charset="0"/>
                  <a:sym typeface="Itau Display"/>
                </a:rPr>
                <a:t>com as principais novidades e conteúdos.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50D0C44-65C1-8A69-402C-6243647D857F}"/>
                </a:ext>
              </a:extLst>
            </p:cNvPr>
            <p:cNvSpPr/>
            <p:nvPr/>
          </p:nvSpPr>
          <p:spPr>
            <a:xfrm>
              <a:off x="327370" y="1178766"/>
              <a:ext cx="3528000" cy="2001294"/>
            </a:xfrm>
            <a:prstGeom prst="roundRect">
              <a:avLst>
                <a:gd name="adj" fmla="val 8264"/>
              </a:avLst>
            </a:prstGeom>
            <a:gradFill flip="none" rotWithShape="1">
              <a:gsLst>
                <a:gs pos="0">
                  <a:schemeClr val="accent2">
                    <a:lumMod val="10000"/>
                  </a:schemeClr>
                </a:gs>
                <a:gs pos="38000">
                  <a:schemeClr val="tx1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171A76F-201C-C808-AAD9-8BA962A8A513}"/>
                </a:ext>
              </a:extLst>
            </p:cNvPr>
            <p:cNvCxnSpPr>
              <a:cxnSpLocks/>
            </p:cNvCxnSpPr>
            <p:nvPr/>
          </p:nvCxnSpPr>
          <p:spPr>
            <a:xfrm>
              <a:off x="329015" y="3366458"/>
              <a:ext cx="3528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Picture 13" descr="A close up of a news&#10;&#10;AI-generated content may be incorrect.">
              <a:extLst>
                <a:ext uri="{FF2B5EF4-FFF2-40B4-BE49-F238E27FC236}">
                  <a16:creationId xmlns:a16="http://schemas.microsoft.com/office/drawing/2014/main" id="{E5CA49B7-500F-FFA3-243E-3C0B6408D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17427" r="32493"/>
            <a:stretch>
              <a:fillRect/>
            </a:stretch>
          </p:blipFill>
          <p:spPr>
            <a:xfrm>
              <a:off x="327371" y="1712890"/>
              <a:ext cx="3527998" cy="1182639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2E1DCB9-6CCC-3211-6AB3-4598858B803B}"/>
              </a:ext>
            </a:extLst>
          </p:cNvPr>
          <p:cNvGrpSpPr/>
          <p:nvPr/>
        </p:nvGrpSpPr>
        <p:grpSpPr>
          <a:xfrm>
            <a:off x="8372290" y="1245102"/>
            <a:ext cx="3477032" cy="1987526"/>
            <a:chOff x="8405743" y="1245102"/>
            <a:chExt cx="3477032" cy="1987526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3BE91ED-CFBB-BA61-BAB3-B8604736C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76889" y="1245102"/>
              <a:ext cx="2080149" cy="1170084"/>
            </a:xfrm>
            <a:prstGeom prst="roundRect">
              <a:avLst>
                <a:gd name="adj" fmla="val 8377"/>
              </a:avLst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4470EF6C-F117-E24A-13B1-42D0AB3EF5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-13562" r="13562"/>
            <a:stretch>
              <a:fillRect/>
            </a:stretch>
          </p:blipFill>
          <p:spPr>
            <a:xfrm>
              <a:off x="9802626" y="2062544"/>
              <a:ext cx="2080149" cy="1170084"/>
            </a:xfrm>
            <a:prstGeom prst="roundRect">
              <a:avLst>
                <a:gd name="adj" fmla="val 4232"/>
              </a:avLst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7C61F44-5859-D977-8380-A02E63A2EEAE}"/>
                </a:ext>
              </a:extLst>
            </p:cNvPr>
            <p:cNvGrpSpPr/>
            <p:nvPr/>
          </p:nvGrpSpPr>
          <p:grpSpPr>
            <a:xfrm>
              <a:off x="8405743" y="1256887"/>
              <a:ext cx="2080150" cy="1970513"/>
              <a:chOff x="8405743" y="1256887"/>
              <a:chExt cx="2080150" cy="1970513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269A24EC-0E50-EAF0-C969-87B55FF19D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05744" y="1256887"/>
                <a:ext cx="2080149" cy="1170084"/>
              </a:xfrm>
              <a:prstGeom prst="roundRect">
                <a:avLst>
                  <a:gd name="adj" fmla="val 8377"/>
                </a:avLst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1DBCC1C4-FB6C-B377-4CE8-03DDDD8054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/>
              <a:stretch/>
            </p:blipFill>
            <p:spPr>
              <a:xfrm>
                <a:off x="8405743" y="2057316"/>
                <a:ext cx="2080149" cy="1170084"/>
              </a:xfrm>
              <a:prstGeom prst="roundRect">
                <a:avLst>
                  <a:gd name="adj" fmla="val 8377"/>
                </a:avLst>
              </a:prstGeom>
            </p:spPr>
          </p:pic>
        </p:grpSp>
      </p:grpSp>
      <p:sp>
        <p:nvSpPr>
          <p:cNvPr id="16" name="Rectangle: Rounded Corners 15">
            <a:hlinkClick r:id="rId14"/>
            <a:extLst>
              <a:ext uri="{FF2B5EF4-FFF2-40B4-BE49-F238E27FC236}">
                <a16:creationId xmlns:a16="http://schemas.microsoft.com/office/drawing/2014/main" id="{6E0E1889-3DE3-E828-E377-F57B297EB3DB}"/>
              </a:ext>
            </a:extLst>
          </p:cNvPr>
          <p:cNvSpPr/>
          <p:nvPr/>
        </p:nvSpPr>
        <p:spPr>
          <a:xfrm flipH="1">
            <a:off x="4326631" y="1178766"/>
            <a:ext cx="3528000" cy="2001294"/>
          </a:xfrm>
          <a:prstGeom prst="roundRect">
            <a:avLst>
              <a:gd name="adj" fmla="val 8264"/>
            </a:avLst>
          </a:prstGeom>
          <a:blipFill dpi="0"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59083" b="-10534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070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94336D-5873-950A-1115-0F616793B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33CE5AD-A042-ADDE-0F31-C632340B85D2}"/>
              </a:ext>
            </a:extLst>
          </p:cNvPr>
          <p:cNvSpPr/>
          <p:nvPr/>
        </p:nvSpPr>
        <p:spPr>
          <a:xfrm>
            <a:off x="1443790" y="1026695"/>
            <a:ext cx="9304420" cy="4680323"/>
          </a:xfrm>
          <a:prstGeom prst="roundRect">
            <a:avLst>
              <a:gd name="adj" fmla="val 295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31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3600000" scaled="0"/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4" name="Projeto de Vídeo 2">
            <a:hlinkClick r:id="" action="ppaction://media"/>
            <a:extLst>
              <a:ext uri="{FF2B5EF4-FFF2-40B4-BE49-F238E27FC236}">
                <a16:creationId xmlns:a16="http://schemas.microsoft.com/office/drawing/2014/main" id="{FA0634DF-037F-3787-644F-085BF859401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12370" b="2887"/>
          <a:stretch>
            <a:fillRect/>
          </a:stretch>
        </p:blipFill>
        <p:spPr>
          <a:xfrm>
            <a:off x="1765768" y="1302738"/>
            <a:ext cx="8660465" cy="4128237"/>
          </a:xfrm>
          <a:prstGeom prst="roundRect">
            <a:avLst>
              <a:gd name="adj" fmla="val 3604"/>
            </a:avLst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A07E6-6E6C-624C-DC41-504C1D2B61F1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368300"/>
            <a:ext cx="6756400" cy="430213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pt-BR" sz="3000" b="1">
                <a:solidFill>
                  <a:schemeClr val="bg1"/>
                </a:solidFill>
              </a:rPr>
              <a:t>Acesse nosso novo site!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A9D65B-83D4-6747-8B44-3F5EBB3B9D37}"/>
              </a:ext>
            </a:extLst>
          </p:cNvPr>
          <p:cNvSpPr txBox="1"/>
          <p:nvPr/>
        </p:nvSpPr>
        <p:spPr>
          <a:xfrm>
            <a:off x="5175578" y="6106660"/>
            <a:ext cx="1840845" cy="3077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www.tivio.com</a:t>
            </a:r>
          </a:p>
        </p:txBody>
      </p:sp>
      <p:pic>
        <p:nvPicPr>
          <p:cNvPr id="55" name="Picture 8">
            <a:extLst>
              <a:ext uri="{FF2B5EF4-FFF2-40B4-BE49-F238E27FC236}">
                <a16:creationId xmlns:a16="http://schemas.microsoft.com/office/drawing/2014/main" id="{52412E29-422F-F4A4-C60C-A1B2679E3E8D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8117" t="-23966" r="-8117" b="-23966"/>
          <a:stretch/>
        </p:blipFill>
        <p:spPr>
          <a:xfrm>
            <a:off x="1352155" y="5929493"/>
            <a:ext cx="1528971" cy="662111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D6600AD-FB0C-0D57-0F34-00CDD743F5AD}"/>
              </a:ext>
            </a:extLst>
          </p:cNvPr>
          <p:cNvCxnSpPr>
            <a:cxnSpLocks/>
          </p:cNvCxnSpPr>
          <p:nvPr/>
        </p:nvCxnSpPr>
        <p:spPr>
          <a:xfrm>
            <a:off x="8353197" y="5833826"/>
            <a:ext cx="0" cy="853445"/>
          </a:xfrm>
          <a:prstGeom prst="line">
            <a:avLst/>
          </a:prstGeom>
          <a:ln>
            <a:gradFill>
              <a:gsLst>
                <a:gs pos="50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50000"/>
                    <a:lumOff val="50000"/>
                    <a:alpha val="0"/>
                  </a:schemeClr>
                </a:gs>
                <a:gs pos="100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8FB64261-ED03-FE1B-ABAD-9098A6FB643F}"/>
              </a:ext>
            </a:extLst>
          </p:cNvPr>
          <p:cNvCxnSpPr>
            <a:cxnSpLocks/>
          </p:cNvCxnSpPr>
          <p:nvPr/>
        </p:nvCxnSpPr>
        <p:spPr>
          <a:xfrm>
            <a:off x="3467566" y="5833826"/>
            <a:ext cx="0" cy="853445"/>
          </a:xfrm>
          <a:prstGeom prst="line">
            <a:avLst/>
          </a:prstGeom>
          <a:ln>
            <a:gradFill>
              <a:gsLst>
                <a:gs pos="0">
                  <a:schemeClr val="tx1">
                    <a:lumMod val="50000"/>
                    <a:lumOff val="50000"/>
                    <a:alpha val="0"/>
                  </a:schemeClr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523BD1F6-D338-7632-E030-D47530B58AD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130" r="4130"/>
          <a:stretch/>
        </p:blipFill>
        <p:spPr>
          <a:xfrm>
            <a:off x="2116641" y="798513"/>
            <a:ext cx="8187715" cy="5949949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3F3E5C3E-1DD9-22C0-A283-EEAD209EA99E}"/>
              </a:ext>
            </a:extLst>
          </p:cNvPr>
          <p:cNvGrpSpPr/>
          <p:nvPr/>
        </p:nvGrpSpPr>
        <p:grpSpPr>
          <a:xfrm>
            <a:off x="9224193" y="6056300"/>
            <a:ext cx="1524017" cy="408496"/>
            <a:chOff x="2276951" y="5952516"/>
            <a:chExt cx="1524017" cy="408496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C6C6BD4F-2B2C-6F96-EBA2-B382970AD97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276951" y="5952516"/>
              <a:ext cx="366587" cy="366587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44A99487-F55A-92B8-4AF7-85110764D4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411080" y="5971124"/>
              <a:ext cx="389888" cy="389888"/>
            </a:xfrm>
            <a:prstGeom prst="rect">
              <a:avLst/>
            </a:prstGeom>
          </p:spPr>
        </p:pic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AAC1EBB3-7173-FF2A-E8A1-9CE937985B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852151" y="5990911"/>
              <a:ext cx="350315" cy="3503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4155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57482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20000" mute="1">
                <p:cTn id="15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333A83-59EA-6BD5-492F-AFBCDB377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C610C-6C19-756C-EF2C-441B19986FB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368300"/>
            <a:ext cx="11522075" cy="430213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pt-BR" sz="3000">
                <a:solidFill>
                  <a:schemeClr val="bg1"/>
                </a:solidFill>
              </a:rPr>
              <a:t>Ouça o resumo de IA da </a:t>
            </a:r>
            <a:r>
              <a:rPr lang="pt-BR" sz="3000" b="1">
                <a:solidFill>
                  <a:schemeClr val="bg2">
                    <a:lumMod val="90000"/>
                  </a:schemeClr>
                </a:solidFill>
              </a:rPr>
              <a:t>Carta do Gestor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8A8825B-51CC-B727-D16A-E0142619A31D}"/>
              </a:ext>
            </a:extLst>
          </p:cNvPr>
          <p:cNvSpPr txBox="1"/>
          <p:nvPr/>
        </p:nvSpPr>
        <p:spPr>
          <a:xfrm>
            <a:off x="5175578" y="6106660"/>
            <a:ext cx="1840845" cy="3077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www.tivio.com</a:t>
            </a:r>
          </a:p>
        </p:txBody>
      </p:sp>
      <p:pic>
        <p:nvPicPr>
          <p:cNvPr id="55" name="Picture 8">
            <a:extLst>
              <a:ext uri="{FF2B5EF4-FFF2-40B4-BE49-F238E27FC236}">
                <a16:creationId xmlns:a16="http://schemas.microsoft.com/office/drawing/2014/main" id="{73128F19-7D14-2170-F5C2-283E255CA869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117" t="-23966" r="-8117" b="-23966"/>
          <a:stretch/>
        </p:blipFill>
        <p:spPr>
          <a:xfrm>
            <a:off x="1352155" y="5929493"/>
            <a:ext cx="1528971" cy="662111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DF50F7EB-3AA7-7F98-41A4-87DF51DDA2E8}"/>
              </a:ext>
            </a:extLst>
          </p:cNvPr>
          <p:cNvCxnSpPr>
            <a:cxnSpLocks/>
          </p:cNvCxnSpPr>
          <p:nvPr/>
        </p:nvCxnSpPr>
        <p:spPr>
          <a:xfrm>
            <a:off x="8353197" y="5833826"/>
            <a:ext cx="0" cy="853445"/>
          </a:xfrm>
          <a:prstGeom prst="line">
            <a:avLst/>
          </a:prstGeom>
          <a:ln>
            <a:gradFill>
              <a:gsLst>
                <a:gs pos="50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50000"/>
                    <a:lumOff val="50000"/>
                    <a:alpha val="0"/>
                  </a:schemeClr>
                </a:gs>
                <a:gs pos="100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66984C7-38A5-0EAA-4CB8-981733BCE8C3}"/>
              </a:ext>
            </a:extLst>
          </p:cNvPr>
          <p:cNvCxnSpPr>
            <a:cxnSpLocks/>
          </p:cNvCxnSpPr>
          <p:nvPr/>
        </p:nvCxnSpPr>
        <p:spPr>
          <a:xfrm>
            <a:off x="3467566" y="5833826"/>
            <a:ext cx="0" cy="853445"/>
          </a:xfrm>
          <a:prstGeom prst="line">
            <a:avLst/>
          </a:prstGeom>
          <a:ln>
            <a:gradFill>
              <a:gsLst>
                <a:gs pos="0">
                  <a:schemeClr val="tx1">
                    <a:lumMod val="50000"/>
                    <a:lumOff val="50000"/>
                    <a:alpha val="0"/>
                  </a:schemeClr>
                </a:gs>
                <a:gs pos="50000">
                  <a:schemeClr val="tx1">
                    <a:lumMod val="50000"/>
                    <a:lumOff val="50000"/>
                  </a:schemeClr>
                </a:gs>
                <a:gs pos="100000">
                  <a:schemeClr val="tx1">
                    <a:lumMod val="50000"/>
                    <a:lumOff val="50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EE42B0A-2F24-B9C4-2075-519AF5CC816F}"/>
              </a:ext>
            </a:extLst>
          </p:cNvPr>
          <p:cNvGrpSpPr/>
          <p:nvPr/>
        </p:nvGrpSpPr>
        <p:grpSpPr>
          <a:xfrm>
            <a:off x="9224193" y="6056300"/>
            <a:ext cx="1524017" cy="408496"/>
            <a:chOff x="2276951" y="5952516"/>
            <a:chExt cx="1524017" cy="408496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06E20CFB-C431-2593-4D54-60F9CB5E24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76951" y="5952516"/>
              <a:ext cx="366587" cy="366587"/>
            </a:xfrm>
            <a:prstGeom prst="rect">
              <a:avLst/>
            </a:prstGeom>
          </p:spPr>
        </p:pic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4260675E-711E-08BA-C809-6A31767388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11080" y="5971124"/>
              <a:ext cx="389888" cy="389888"/>
            </a:xfrm>
            <a:prstGeom prst="rect">
              <a:avLst/>
            </a:prstGeom>
          </p:spPr>
        </p:pic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4956F683-CC56-1069-99BC-C8FFAE91F9F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52151" y="5990911"/>
              <a:ext cx="350315" cy="350315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4F6C3A-1973-0AC4-5B66-66E154E09390}"/>
              </a:ext>
            </a:extLst>
          </p:cNvPr>
          <p:cNvSpPr/>
          <p:nvPr/>
        </p:nvSpPr>
        <p:spPr>
          <a:xfrm flipH="1">
            <a:off x="2729167" y="1178766"/>
            <a:ext cx="6733661" cy="3819738"/>
          </a:xfrm>
          <a:prstGeom prst="roundRect">
            <a:avLst>
              <a:gd name="adj" fmla="val 8264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60271" b="-10415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36350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CD0E8-B558-68CF-A476-B2054C2A6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757AFCC5-E804-DD30-2F62-2647C92EDB7C}"/>
              </a:ext>
            </a:extLst>
          </p:cNvPr>
          <p:cNvSpPr/>
          <p:nvPr/>
        </p:nvSpPr>
        <p:spPr>
          <a:xfrm rot="10800000">
            <a:off x="5975552" y="0"/>
            <a:ext cx="3147605" cy="685800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7000">
                <a:schemeClr val="tx1">
                  <a:lumMod val="95000"/>
                  <a:lumOff val="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8" name="Retângulo: Cantos Superiores Arredondados 17">
            <a:extLst>
              <a:ext uri="{FF2B5EF4-FFF2-40B4-BE49-F238E27FC236}">
                <a16:creationId xmlns:a16="http://schemas.microsoft.com/office/drawing/2014/main" id="{EB1E3471-95EE-7459-3E4A-11702EEAB3BE}"/>
              </a:ext>
            </a:extLst>
          </p:cNvPr>
          <p:cNvSpPr/>
          <p:nvPr/>
        </p:nvSpPr>
        <p:spPr>
          <a:xfrm rot="16200000">
            <a:off x="9577984" y="3816982"/>
            <a:ext cx="2009103" cy="2074346"/>
          </a:xfrm>
          <a:prstGeom prst="round2SameRect">
            <a:avLst>
              <a:gd name="adj1" fmla="val 9481"/>
              <a:gd name="adj2" fmla="val 1453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48959-036D-4747-FBEB-C95A53CEDC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4470" y="508256"/>
            <a:ext cx="10183813" cy="430887"/>
          </a:xfrm>
        </p:spPr>
        <p:txBody>
          <a:bodyPr/>
          <a:lstStyle/>
          <a:p>
            <a:r>
              <a:rPr lang="pt-BR">
                <a:solidFill>
                  <a:schemeClr val="bg1"/>
                </a:solidFill>
              </a:rPr>
              <a:t>REDES </a:t>
            </a:r>
            <a:r>
              <a:rPr lang="pt-BR" b="1">
                <a:solidFill>
                  <a:schemeClr val="bg1"/>
                </a:solidFill>
              </a:rPr>
              <a:t>TIVIO CAPITAL</a:t>
            </a:r>
          </a:p>
        </p:txBody>
      </p:sp>
      <p:pic>
        <p:nvPicPr>
          <p:cNvPr id="26" name="Graphic 25">
            <a:hlinkClick r:id="rId2"/>
            <a:extLst>
              <a:ext uri="{FF2B5EF4-FFF2-40B4-BE49-F238E27FC236}">
                <a16:creationId xmlns:a16="http://schemas.microsoft.com/office/drawing/2014/main" id="{090F48E4-8813-83D0-8D1D-9575D56679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9640" y="3617010"/>
            <a:ext cx="366587" cy="366587"/>
          </a:xfrm>
          <a:prstGeom prst="rect">
            <a:avLst/>
          </a:prstGeom>
        </p:spPr>
      </p:pic>
      <p:pic>
        <p:nvPicPr>
          <p:cNvPr id="29" name="Graphic 28">
            <a:hlinkClick r:id="rId4"/>
            <a:extLst>
              <a:ext uri="{FF2B5EF4-FFF2-40B4-BE49-F238E27FC236}">
                <a16:creationId xmlns:a16="http://schemas.microsoft.com/office/drawing/2014/main" id="{38C9626C-6850-61FA-AE4A-51D628A275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3769" y="3635618"/>
            <a:ext cx="389888" cy="389888"/>
          </a:xfrm>
          <a:prstGeom prst="rect">
            <a:avLst/>
          </a:prstGeom>
        </p:spPr>
      </p:pic>
      <p:pic>
        <p:nvPicPr>
          <p:cNvPr id="33" name="Graphic 32">
            <a:hlinkClick r:id="rId6"/>
            <a:extLst>
              <a:ext uri="{FF2B5EF4-FFF2-40B4-BE49-F238E27FC236}">
                <a16:creationId xmlns:a16="http://schemas.microsoft.com/office/drawing/2014/main" id="{051CF667-9D6A-029E-7AD8-51CE8FC68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95244" y="3655405"/>
            <a:ext cx="350315" cy="350315"/>
          </a:xfrm>
          <a:prstGeom prst="rect">
            <a:avLst/>
          </a:prstGeom>
        </p:spPr>
      </p:pic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C1FF8AB0-F08F-8A1B-440D-AE262E60B71A}"/>
              </a:ext>
            </a:extLst>
          </p:cNvPr>
          <p:cNvSpPr/>
          <p:nvPr/>
        </p:nvSpPr>
        <p:spPr>
          <a:xfrm>
            <a:off x="20206262" y="5939644"/>
            <a:ext cx="1105662" cy="797805"/>
          </a:xfrm>
          <a:custGeom>
            <a:avLst/>
            <a:gdLst>
              <a:gd name="connsiteX0" fmla="*/ 429198 w 858395"/>
              <a:gd name="connsiteY0" fmla="*/ 0 h 619386"/>
              <a:gd name="connsiteX1" fmla="*/ 546122 w 858395"/>
              <a:gd name="connsiteY1" fmla="*/ 151558 h 619386"/>
              <a:gd name="connsiteX2" fmla="*/ 758542 w 858395"/>
              <a:gd name="connsiteY2" fmla="*/ 451008 h 619386"/>
              <a:gd name="connsiteX3" fmla="*/ 858395 w 858395"/>
              <a:gd name="connsiteY3" fmla="*/ 619386 h 619386"/>
              <a:gd name="connsiteX4" fmla="*/ 0 w 858395"/>
              <a:gd name="connsiteY4" fmla="*/ 619386 h 619386"/>
              <a:gd name="connsiteX5" fmla="*/ 99852 w 858395"/>
              <a:gd name="connsiteY5" fmla="*/ 451008 h 619386"/>
              <a:gd name="connsiteX6" fmla="*/ 312271 w 858395"/>
              <a:gd name="connsiteY6" fmla="*/ 151558 h 619386"/>
              <a:gd name="connsiteX7" fmla="*/ 429198 w 858395"/>
              <a:gd name="connsiteY7" fmla="*/ 0 h 619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8395" h="619386">
                <a:moveTo>
                  <a:pt x="429198" y="0"/>
                </a:moveTo>
                <a:lnTo>
                  <a:pt x="546122" y="151558"/>
                </a:lnTo>
                <a:cubicBezTo>
                  <a:pt x="621386" y="249044"/>
                  <a:pt x="692215" y="348926"/>
                  <a:pt x="758542" y="451008"/>
                </a:cubicBezTo>
                <a:lnTo>
                  <a:pt x="858395" y="619386"/>
                </a:lnTo>
                <a:lnTo>
                  <a:pt x="0" y="619386"/>
                </a:lnTo>
                <a:lnTo>
                  <a:pt x="99852" y="451008"/>
                </a:lnTo>
                <a:cubicBezTo>
                  <a:pt x="166179" y="348926"/>
                  <a:pt x="237008" y="249044"/>
                  <a:pt x="312271" y="151558"/>
                </a:cubicBezTo>
                <a:lnTo>
                  <a:pt x="429198" y="0"/>
                </a:lnTo>
                <a:close/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024" name="TextBox 1023">
            <a:hlinkClick r:id="rId8"/>
            <a:extLst>
              <a:ext uri="{FF2B5EF4-FFF2-40B4-BE49-F238E27FC236}">
                <a16:creationId xmlns:a16="http://schemas.microsoft.com/office/drawing/2014/main" id="{FAF3CB18-4E5C-DC1A-35CA-E2C0358B36FF}"/>
              </a:ext>
            </a:extLst>
          </p:cNvPr>
          <p:cNvSpPr txBox="1"/>
          <p:nvPr/>
        </p:nvSpPr>
        <p:spPr>
          <a:xfrm>
            <a:off x="6484081" y="4564025"/>
            <a:ext cx="2237192" cy="369332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www.tivio.com</a:t>
            </a:r>
          </a:p>
        </p:txBody>
      </p:sp>
      <p:sp>
        <p:nvSpPr>
          <p:cNvPr id="1054" name="Holder 4">
            <a:extLst>
              <a:ext uri="{FF2B5EF4-FFF2-40B4-BE49-F238E27FC236}">
                <a16:creationId xmlns:a16="http://schemas.microsoft.com/office/drawing/2014/main" id="{86855592-4EB2-0231-2CC0-615B07487222}"/>
              </a:ext>
            </a:extLst>
          </p:cNvPr>
          <p:cNvSpPr txBox="1">
            <a:spLocks/>
          </p:cNvSpPr>
          <p:nvPr/>
        </p:nvSpPr>
        <p:spPr>
          <a:xfrm>
            <a:off x="9545362" y="3063012"/>
            <a:ext cx="2074347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0"/>
            </a:defPPr>
            <a:lvl1pPr>
              <a:defRPr sz="750" b="0" i="0">
                <a:solidFill>
                  <a:srgbClr val="4C5D63"/>
                </a:solidFill>
                <a:latin typeface="Versos"/>
                <a:cs typeface="Versos"/>
              </a:defRPr>
            </a:lvl1pPr>
          </a:lstStyle>
          <a:p>
            <a:pPr marL="0" marR="508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sym typeface="Arial"/>
              </a:rPr>
              <a:t>Acesse as </a:t>
            </a:r>
            <a:br>
              <a: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sym typeface="Arial"/>
              </a:rPr>
            </a:br>
            <a:r>
              <a: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sym typeface="Arial"/>
              </a:rPr>
              <a:t>nossas redes</a:t>
            </a:r>
          </a:p>
        </p:txBody>
      </p:sp>
      <p:sp>
        <p:nvSpPr>
          <p:cNvPr id="5" name="Elipse 1">
            <a:extLst>
              <a:ext uri="{FF2B5EF4-FFF2-40B4-BE49-F238E27FC236}">
                <a16:creationId xmlns:a16="http://schemas.microsoft.com/office/drawing/2014/main" id="{DB874782-4DCA-A2F3-2553-5F3BD0B503F4}"/>
              </a:ext>
            </a:extLst>
          </p:cNvPr>
          <p:cNvSpPr/>
          <p:nvPr/>
        </p:nvSpPr>
        <p:spPr>
          <a:xfrm>
            <a:off x="18471262" y="1455507"/>
            <a:ext cx="2206141" cy="21352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Ajustar cores layout para início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rPr>
              <a:t>Adicionar Site do fundo</a:t>
            </a:r>
          </a:p>
        </p:txBody>
      </p: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29DA0050-A155-EC50-AE20-36D21999020A}"/>
              </a:ext>
            </a:extLst>
          </p:cNvPr>
          <p:cNvCxnSpPr/>
          <p:nvPr/>
        </p:nvCxnSpPr>
        <p:spPr>
          <a:xfrm>
            <a:off x="6491386" y="4307762"/>
            <a:ext cx="2229887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8">
            <a:extLst>
              <a:ext uri="{FF2B5EF4-FFF2-40B4-BE49-F238E27FC236}">
                <a16:creationId xmlns:a16="http://schemas.microsoft.com/office/drawing/2014/main" id="{474B62F8-1C01-BC2E-A442-CA42372D2A0C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8117" t="-23966" r="-8117" b="-23966"/>
          <a:stretch/>
        </p:blipFill>
        <p:spPr>
          <a:xfrm>
            <a:off x="6442580" y="2021662"/>
            <a:ext cx="2180253" cy="944144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BEA8B8AB-9EED-BCFB-12EC-6D0FB6D52955}"/>
              </a:ext>
            </a:extLst>
          </p:cNvPr>
          <p:cNvGrpSpPr/>
          <p:nvPr/>
        </p:nvGrpSpPr>
        <p:grpSpPr>
          <a:xfrm>
            <a:off x="584198" y="1694177"/>
            <a:ext cx="5036956" cy="1063290"/>
            <a:chOff x="584200" y="1690484"/>
            <a:chExt cx="6041381" cy="1275322"/>
          </a:xfrm>
        </p:grpSpPr>
        <p:sp>
          <p:nvSpPr>
            <p:cNvPr id="24" name="Retângulo: Cantos Arredondados 14">
              <a:hlinkClick r:id="rId10"/>
              <a:extLst>
                <a:ext uri="{FF2B5EF4-FFF2-40B4-BE49-F238E27FC236}">
                  <a16:creationId xmlns:a16="http://schemas.microsoft.com/office/drawing/2014/main" id="{5FE3A831-E6F3-A523-D887-ADB0924385C9}"/>
                </a:ext>
              </a:extLst>
            </p:cNvPr>
            <p:cNvSpPr/>
            <p:nvPr/>
          </p:nvSpPr>
          <p:spPr>
            <a:xfrm>
              <a:off x="584200" y="1690484"/>
              <a:ext cx="6041381" cy="1275322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8365623-3EFF-CEF4-4341-58EF78902239}"/>
                </a:ext>
              </a:extLst>
            </p:cNvPr>
            <p:cNvSpPr txBox="1"/>
            <p:nvPr/>
          </p:nvSpPr>
          <p:spPr>
            <a:xfrm>
              <a:off x="1988495" y="2187375"/>
              <a:ext cx="3599992" cy="276999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ri@tivio.com</a:t>
              </a: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endParaRPr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EFB14AAC-CB84-7D99-FC6B-0FB3126AF5D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52438" y="2097824"/>
              <a:ext cx="519618" cy="519618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1ED2792-FDAD-EAA0-CE8A-9CBFD248128A}"/>
              </a:ext>
            </a:extLst>
          </p:cNvPr>
          <p:cNvGrpSpPr/>
          <p:nvPr/>
        </p:nvGrpSpPr>
        <p:grpSpPr>
          <a:xfrm>
            <a:off x="584192" y="2883650"/>
            <a:ext cx="5036962" cy="1063290"/>
            <a:chOff x="584192" y="2855919"/>
            <a:chExt cx="5036962" cy="1063290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4D9D7F6E-1993-B7F5-CE94-83CCE50883FA}"/>
                </a:ext>
              </a:extLst>
            </p:cNvPr>
            <p:cNvSpPr/>
            <p:nvPr/>
          </p:nvSpPr>
          <p:spPr>
            <a:xfrm>
              <a:off x="584198" y="2855919"/>
              <a:ext cx="5036956" cy="106329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ED85FB3-10F6-735A-E2A9-9FE3C7D2D1EF}"/>
                </a:ext>
              </a:extLst>
            </p:cNvPr>
            <p:cNvSpPr txBox="1"/>
            <p:nvPr/>
          </p:nvSpPr>
          <p:spPr>
            <a:xfrm>
              <a:off x="1755018" y="3039652"/>
              <a:ext cx="3652696" cy="697627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Enrico Trotta</a:t>
              </a:r>
              <a:br>
                <a:rPr kumimoji="0" lang="pt-BR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HEAD DE DISTRIBUIÇÃO, RI &amp; RESEARCH</a:t>
              </a:r>
              <a:endParaRPr lang="pt-BR" sz="1200" b="1" kern="0">
                <a:solidFill>
                  <a:srgbClr val="FFFFFF"/>
                </a:solidFill>
                <a:latin typeface="Versos" panose="020B0503020204030204" pitchFamily="34" charset="0"/>
                <a:cs typeface="Arial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  <a:hlinkClick r:id="rId1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enrico.trotta@tivio.com</a:t>
              </a:r>
              <a:endPara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endParaRPr>
            </a:p>
          </p:txBody>
        </p:sp>
        <p:pic>
          <p:nvPicPr>
            <p:cNvPr id="2" name="enrico-trotta-foto">
              <a:extLst>
                <a:ext uri="{FF2B5EF4-FFF2-40B4-BE49-F238E27FC236}">
                  <a16:creationId xmlns:a16="http://schemas.microsoft.com/office/drawing/2014/main" id="{5EA8A97A-0515-5C7A-81D1-2613CC0D10A1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1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5366" t="5864" r="31514" b="58491"/>
            <a:stretch>
              <a:fillRect/>
            </a:stretch>
          </p:blipFill>
          <p:spPr>
            <a:xfrm>
              <a:off x="584192" y="2855919"/>
              <a:ext cx="1056409" cy="1063290"/>
            </a:xfrm>
            <a:prstGeom prst="roundRect">
              <a:avLst>
                <a:gd name="adj" fmla="val 13421"/>
              </a:avLst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</p:pic>
      </p:grpSp>
      <p:pic>
        <p:nvPicPr>
          <p:cNvPr id="6" name="Picture 5" descr="A qr code with a white background&#10;&#10;AI-generated content may be incorrect.">
            <a:extLst>
              <a:ext uri="{FF2B5EF4-FFF2-40B4-BE49-F238E27FC236}">
                <a16:creationId xmlns:a16="http://schemas.microsoft.com/office/drawing/2014/main" id="{B43AC1FC-AFDD-5523-B77B-AAB092688FA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17648" y="3995723"/>
            <a:ext cx="1729202" cy="1729202"/>
          </a:xfrm>
          <a:prstGeom prst="roundRect">
            <a:avLst>
              <a:gd name="adj" fmla="val 5206"/>
            </a:avLst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7F61AE4-779C-0B1D-A8E9-D5760504192C}"/>
              </a:ext>
            </a:extLst>
          </p:cNvPr>
          <p:cNvGrpSpPr/>
          <p:nvPr/>
        </p:nvGrpSpPr>
        <p:grpSpPr>
          <a:xfrm>
            <a:off x="584192" y="4073123"/>
            <a:ext cx="5036960" cy="1063883"/>
            <a:chOff x="584192" y="4017068"/>
            <a:chExt cx="5036960" cy="1063883"/>
          </a:xfrm>
        </p:grpSpPr>
        <p:sp>
          <p:nvSpPr>
            <p:cNvPr id="11" name="Retângulo: Cantos Arredondados 16">
              <a:extLst>
                <a:ext uri="{FF2B5EF4-FFF2-40B4-BE49-F238E27FC236}">
                  <a16:creationId xmlns:a16="http://schemas.microsoft.com/office/drawing/2014/main" id="{EDBF4D7C-65C6-D91B-B4B6-743764E88C45}"/>
                </a:ext>
              </a:extLst>
            </p:cNvPr>
            <p:cNvSpPr/>
            <p:nvPr/>
          </p:nvSpPr>
          <p:spPr>
            <a:xfrm>
              <a:off x="584197" y="4017661"/>
              <a:ext cx="5036955" cy="1063290"/>
            </a:xfrm>
            <a:prstGeom prst="round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Arial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4C70C1C-3D12-BE99-079B-3278C5783F86}"/>
                </a:ext>
              </a:extLst>
            </p:cNvPr>
            <p:cNvSpPr txBox="1"/>
            <p:nvPr/>
          </p:nvSpPr>
          <p:spPr>
            <a:xfrm>
              <a:off x="1779834" y="4200493"/>
              <a:ext cx="3627879" cy="697627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Vivian Oka</a:t>
              </a:r>
              <a:br>
                <a:rPr kumimoji="0" lang="pt-BR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RELAÇÃO COM INVESTIDOR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  <a:hlinkClick r:id="rId1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vivian.oka@tivio.com</a:t>
              </a:r>
              <a:endPara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endParaRPr>
            </a:p>
          </p:txBody>
        </p:sp>
        <p:pic>
          <p:nvPicPr>
            <p:cNvPr id="14" name="enrico-trotta-foto">
              <a:extLst>
                <a:ext uri="{FF2B5EF4-FFF2-40B4-BE49-F238E27FC236}">
                  <a16:creationId xmlns:a16="http://schemas.microsoft.com/office/drawing/2014/main" id="{EC0DA091-7E3A-BCD5-21DC-9D0652AAE600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16"/>
            <a:srcRect l="35287" t="6066" r="38713" b="54678"/>
            <a:stretch>
              <a:fillRect/>
            </a:stretch>
          </p:blipFill>
          <p:spPr>
            <a:xfrm>
              <a:off x="584192" y="4017068"/>
              <a:ext cx="1056409" cy="1063290"/>
            </a:xfrm>
            <a:prstGeom prst="roundRect">
              <a:avLst>
                <a:gd name="adj" fmla="val 13421"/>
              </a:avLst>
            </a:prstGeom>
            <a:ln w="12700">
              <a:solidFill>
                <a:schemeClr val="tx1">
                  <a:lumMod val="75000"/>
                  <a:lumOff val="2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896348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852B0-EE03-985F-EA29-9AF3E45F9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leticia-albuquerque-foto">
            <a:extLst>
              <a:ext uri="{FF2B5EF4-FFF2-40B4-BE49-F238E27FC236}">
                <a16:creationId xmlns:a16="http://schemas.microsoft.com/office/drawing/2014/main" id="{612C20D6-2F40-85A5-F121-3611DE0AEE07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rcRect l="15144" r="15144"/>
          <a:stretch/>
        </p:blipFill>
        <p:spPr>
          <a:xfrm>
            <a:off x="4242648" y="2970510"/>
            <a:ext cx="775553" cy="77555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94002D9-02DB-1521-B2EE-7F011A1954CE}"/>
              </a:ext>
            </a:extLst>
          </p:cNvPr>
          <p:cNvGrpSpPr/>
          <p:nvPr/>
        </p:nvGrpSpPr>
        <p:grpSpPr>
          <a:xfrm>
            <a:off x="308942" y="1150503"/>
            <a:ext cx="3701568" cy="1667086"/>
            <a:chOff x="4230449" y="1150503"/>
            <a:chExt cx="3701568" cy="1667086"/>
          </a:xfrm>
        </p:grpSpPr>
        <p:pic>
          <p:nvPicPr>
            <p:cNvPr id="118" name="rodrigo-freire-foto">
              <a:extLst>
                <a:ext uri="{FF2B5EF4-FFF2-40B4-BE49-F238E27FC236}">
                  <a16:creationId xmlns:a16="http://schemas.microsoft.com/office/drawing/2014/main" id="{5976B27E-DC61-9990-1BB9-D2C6A85B1113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4"/>
            <a:srcRect l="25331" r="25154" b="25717"/>
            <a:stretch>
              <a:fillRect/>
            </a:stretch>
          </p:blipFill>
          <p:spPr>
            <a:xfrm>
              <a:off x="4233593" y="1150503"/>
              <a:ext cx="775554" cy="775554"/>
            </a:xfrm>
            <a:prstGeom prst="rect">
              <a:avLst/>
            </a:prstGeom>
          </p:spPr>
        </p:pic>
        <p:sp>
          <p:nvSpPr>
            <p:cNvPr id="121" name="chris-egan-bio">
              <a:extLst>
                <a:ext uri="{FF2B5EF4-FFF2-40B4-BE49-F238E27FC236}">
                  <a16:creationId xmlns:a16="http://schemas.microsoft.com/office/drawing/2014/main" id="{A1DD51A3-C95D-4C58-6BCC-68C4D6C06688}"/>
                </a:ext>
              </a:extLst>
            </p:cNvPr>
            <p:cNvSpPr txBox="1"/>
            <p:nvPr/>
          </p:nvSpPr>
          <p:spPr>
            <a:xfrm>
              <a:off x="6099783" y="1364593"/>
              <a:ext cx="1699231" cy="1405513"/>
            </a:xfrm>
            <a:prstGeom prst="rect">
              <a:avLst/>
            </a:prstGeom>
          </p:spPr>
          <p:txBody>
            <a:bodyPr vert="horz" wrap="square" lIns="0" tIns="0" rIns="0" bIns="0" rtlCol="0" anchor="t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 mais de 20 anos de experiência em M&amp;A e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private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equity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, originou, executou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 administrou bilhões em investimentos privados.</a:t>
              </a:r>
            </a:p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Anteriormente, foi General Manager na Uber e CEO na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Holu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Energia, além de ter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integrado o Private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Equity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da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BRZ Investimentos e sido membro do conselho em diversas empresas.</a:t>
              </a:r>
            </a:p>
          </p:txBody>
        </p:sp>
        <p:sp>
          <p:nvSpPr>
            <p:cNvPr id="158" name="object 17">
              <a:extLst>
                <a:ext uri="{FF2B5EF4-FFF2-40B4-BE49-F238E27FC236}">
                  <a16:creationId xmlns:a16="http://schemas.microsoft.com/office/drawing/2014/main" id="{D8A14C6A-8E3F-E988-6538-BD5CCCA9BD94}"/>
                </a:ext>
              </a:extLst>
            </p:cNvPr>
            <p:cNvSpPr txBox="1"/>
            <p:nvPr/>
          </p:nvSpPr>
          <p:spPr>
            <a:xfrm>
              <a:off x="4230449" y="1150504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82404" rIns="0" bIns="0" rtlCol="0">
              <a:noAutofit/>
            </a:bodyPr>
            <a:lstStyle/>
            <a:p>
              <a:pPr marL="102042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649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FA44209F-21CA-2E8F-AD82-24106815AFAF}"/>
                </a:ext>
              </a:extLst>
            </p:cNvPr>
            <p:cNvGrpSpPr/>
            <p:nvPr/>
          </p:nvGrpSpPr>
          <p:grpSpPr>
            <a:xfrm>
              <a:off x="5078677" y="1365165"/>
              <a:ext cx="1107252" cy="718368"/>
              <a:chOff x="1166158" y="1365165"/>
              <a:chExt cx="1107252" cy="718368"/>
            </a:xfrm>
          </p:grpSpPr>
          <p:sp>
            <p:nvSpPr>
              <p:cNvPr id="119" name="object 13">
                <a:extLst>
                  <a:ext uri="{FF2B5EF4-FFF2-40B4-BE49-F238E27FC236}">
                    <a16:creationId xmlns:a16="http://schemas.microsoft.com/office/drawing/2014/main" id="{176C4704-457F-B21F-8181-322B75BDD402}"/>
                  </a:ext>
                </a:extLst>
              </p:cNvPr>
              <p:cNvSpPr txBox="1"/>
              <p:nvPr/>
            </p:nvSpPr>
            <p:spPr>
              <a:xfrm>
                <a:off x="1166158" y="1365165"/>
                <a:ext cx="1107252" cy="353943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Rodrigo </a:t>
                </a:r>
                <a:b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</a:br>
                <a: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Freire</a:t>
                </a:r>
              </a:p>
            </p:txBody>
          </p:sp>
          <p:sp>
            <p:nvSpPr>
              <p:cNvPr id="27" name="object 31">
                <a:extLst>
                  <a:ext uri="{FF2B5EF4-FFF2-40B4-BE49-F238E27FC236}">
                    <a16:creationId xmlns:a16="http://schemas.microsoft.com/office/drawing/2014/main" id="{E5EC0D25-BEEA-7CB4-315D-22122D39AF47}"/>
                  </a:ext>
                </a:extLst>
              </p:cNvPr>
              <p:cNvSpPr/>
              <p:nvPr/>
            </p:nvSpPr>
            <p:spPr>
              <a:xfrm flipV="1">
                <a:off x="1166158" y="1705652"/>
                <a:ext cx="909759" cy="215789"/>
              </a:xfrm>
              <a:custGeom>
                <a:avLst/>
                <a:gdLst/>
                <a:ahLst/>
                <a:cxnLst/>
                <a:rect l="l" t="t" r="r" b="b"/>
                <a:pathLst>
                  <a:path w="3848735">
                    <a:moveTo>
                      <a:pt x="0" y="0"/>
                    </a:moveTo>
                    <a:lnTo>
                      <a:pt x="3848699" y="0"/>
                    </a:lnTo>
                  </a:path>
                </a:pathLst>
              </a:custGeom>
              <a:ln w="10470">
                <a:solidFill>
                  <a:schemeClr val="bg1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8" name="chris-egan-titulo">
                <a:extLst>
                  <a:ext uri="{FF2B5EF4-FFF2-40B4-BE49-F238E27FC236}">
                    <a16:creationId xmlns:a16="http://schemas.microsoft.com/office/drawing/2014/main" id="{BFBA0B1A-F1ED-03EA-B1E4-7588E9DD3635}"/>
                  </a:ext>
                </a:extLst>
              </p:cNvPr>
              <p:cNvSpPr txBox="1"/>
              <p:nvPr/>
            </p:nvSpPr>
            <p:spPr>
              <a:xfrm>
                <a:off x="1166158" y="1976260"/>
                <a:ext cx="909759" cy="1072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697" b="0" i="0" u="none" strike="noStrike" kern="0" cap="none" spc="33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CEO</a:t>
                </a:r>
              </a:p>
            </p:txBody>
          </p:sp>
        </p:grpSp>
        <p:sp>
          <p:nvSpPr>
            <p:cNvPr id="4" name="rodrigo-freire-experiencia">
              <a:extLst>
                <a:ext uri="{FF2B5EF4-FFF2-40B4-BE49-F238E27FC236}">
                  <a16:creationId xmlns:a16="http://schemas.microsoft.com/office/drawing/2014/main" id="{01BF0E3B-DE08-12D6-7D61-F7B8CFB2C484}"/>
                </a:ext>
              </a:extLst>
            </p:cNvPr>
            <p:cNvSpPr txBox="1"/>
            <p:nvPr/>
          </p:nvSpPr>
          <p:spPr>
            <a:xfrm>
              <a:off x="4230449" y="2303405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44000" tIns="0" rIns="72000" bIns="0" rtlCol="0" anchor="ctr" anchorCtr="0">
              <a:noAutofit/>
            </a:bodyPr>
            <a:lstStyle/>
            <a:p>
              <a:pPr marL="0" marR="254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4AF4820C-74BA-43AF-2CD8-F7FA53096331}"/>
                </a:ext>
              </a:extLst>
            </p:cNvPr>
            <p:cNvGrpSpPr/>
            <p:nvPr/>
          </p:nvGrpSpPr>
          <p:grpSpPr>
            <a:xfrm>
              <a:off x="4379594" y="2482194"/>
              <a:ext cx="1459697" cy="156607"/>
              <a:chOff x="429087" y="2458416"/>
              <a:chExt cx="1459697" cy="156607"/>
            </a:xfrm>
          </p:grpSpPr>
          <p:pic>
            <p:nvPicPr>
              <p:cNvPr id="111" name="logo-imd">
                <a:extLst>
                  <a:ext uri="{FF2B5EF4-FFF2-40B4-BE49-F238E27FC236}">
                    <a16:creationId xmlns:a16="http://schemas.microsoft.com/office/drawing/2014/main" id="{5AE733C2-9508-77D3-8BCA-2C84EA378B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-7892" b="-7892"/>
              <a:stretch/>
            </p:blipFill>
            <p:spPr bwMode="auto">
              <a:xfrm>
                <a:off x="1607621" y="2473548"/>
                <a:ext cx="281163" cy="11936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2" name="logo-brz" descr="BRZ Investimentos - Crunchbase Company Profile &amp; Funding">
                <a:extLst>
                  <a:ext uri="{FF2B5EF4-FFF2-40B4-BE49-F238E27FC236}">
                    <a16:creationId xmlns:a16="http://schemas.microsoft.com/office/drawing/2014/main" id="{810A2B87-5DAB-A39F-4A74-6DF1D3848B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3721" t="30781" r="13721" b="30781"/>
              <a:stretch/>
            </p:blipFill>
            <p:spPr bwMode="auto">
              <a:xfrm>
                <a:off x="1222757" y="2458416"/>
                <a:ext cx="297149" cy="156607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3" name="logo-holu">
                <a:extLst>
                  <a:ext uri="{FF2B5EF4-FFF2-40B4-BE49-F238E27FC236}">
                    <a16:creationId xmlns:a16="http://schemas.microsoft.com/office/drawing/2014/main" id="{3526F9EA-254A-6C4D-4E7E-92CADBEF3B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rightnessContrast bright="100000"/>
                        </a14:imgEffect>
                      </a14:imgLayer>
                    </a14:imgProps>
                  </a:ext>
                </a:extLst>
              </a:blip>
              <a:srcRect t="16140" b="16140"/>
              <a:stretch/>
            </p:blipFill>
            <p:spPr bwMode="auto">
              <a:xfrm>
                <a:off x="793693" y="2481419"/>
                <a:ext cx="341348" cy="1155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4" name="logo-uber" descr="Tudo sobre a Uber - A Uber é um aplicativo de transporte - 55content">
                <a:extLst>
                  <a:ext uri="{FF2B5EF4-FFF2-40B4-BE49-F238E27FC236}">
                    <a16:creationId xmlns:a16="http://schemas.microsoft.com/office/drawing/2014/main" id="{26761D98-87DF-58CE-533B-68ABC918D43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576" t="31219" r="19025" b="29431"/>
              <a:stretch/>
            </p:blipFill>
            <p:spPr bwMode="auto">
              <a:xfrm>
                <a:off x="429087" y="2484492"/>
                <a:ext cx="276891" cy="1080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B33AA13-31C5-F4C2-666F-BAC3899CE712}"/>
              </a:ext>
            </a:extLst>
          </p:cNvPr>
          <p:cNvGrpSpPr/>
          <p:nvPr/>
        </p:nvGrpSpPr>
        <p:grpSpPr>
          <a:xfrm>
            <a:off x="4230335" y="1147567"/>
            <a:ext cx="3701568" cy="1667129"/>
            <a:chOff x="8152830" y="1147567"/>
            <a:chExt cx="3701568" cy="1667129"/>
          </a:xfrm>
        </p:grpSpPr>
        <p:pic>
          <p:nvPicPr>
            <p:cNvPr id="245" name="sami-karlik-foto">
              <a:extLst>
                <a:ext uri="{FF2B5EF4-FFF2-40B4-BE49-F238E27FC236}">
                  <a16:creationId xmlns:a16="http://schemas.microsoft.com/office/drawing/2014/main" id="{34938072-F1B9-8EB0-A72D-AD3CC44383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3"/>
            <a:srcRect l="15144" r="15144"/>
            <a:stretch/>
          </p:blipFill>
          <p:spPr>
            <a:xfrm>
              <a:off x="8152830" y="1147567"/>
              <a:ext cx="775554" cy="775555"/>
            </a:xfrm>
            <a:prstGeom prst="rect">
              <a:avLst/>
            </a:prstGeom>
          </p:spPr>
        </p:pic>
        <p:sp>
          <p:nvSpPr>
            <p:cNvPr id="161" name="chris-egan-bio">
              <a:extLst>
                <a:ext uri="{FF2B5EF4-FFF2-40B4-BE49-F238E27FC236}">
                  <a16:creationId xmlns:a16="http://schemas.microsoft.com/office/drawing/2014/main" id="{711921A8-8565-067C-A754-EC2518F6C684}"/>
                </a:ext>
              </a:extLst>
            </p:cNvPr>
            <p:cNvSpPr txBox="1"/>
            <p:nvPr/>
          </p:nvSpPr>
          <p:spPr>
            <a:xfrm>
              <a:off x="10022164" y="1361700"/>
              <a:ext cx="1701871" cy="738664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 mais de 20 anos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de experiência no mercado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financeiro, com passagem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pela AIG, Unibanco, Banco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Fator e Banco Votorantim,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como Head de Large Corporate.</a:t>
              </a:r>
            </a:p>
          </p:txBody>
        </p:sp>
        <p:sp>
          <p:nvSpPr>
            <p:cNvPr id="163" name="object 17">
              <a:extLst>
                <a:ext uri="{FF2B5EF4-FFF2-40B4-BE49-F238E27FC236}">
                  <a16:creationId xmlns:a16="http://schemas.microsoft.com/office/drawing/2014/main" id="{EDDF6919-DBE4-15F4-7C35-8C13C65FFEA5}"/>
                </a:ext>
              </a:extLst>
            </p:cNvPr>
            <p:cNvSpPr txBox="1"/>
            <p:nvPr/>
          </p:nvSpPr>
          <p:spPr>
            <a:xfrm>
              <a:off x="8152830" y="1147611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82404" rIns="0" bIns="0" rtlCol="0">
              <a:noAutofit/>
            </a:bodyPr>
            <a:lstStyle/>
            <a:p>
              <a:pPr marL="102042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649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07" name="object 13">
              <a:extLst>
                <a:ext uri="{FF2B5EF4-FFF2-40B4-BE49-F238E27FC236}">
                  <a16:creationId xmlns:a16="http://schemas.microsoft.com/office/drawing/2014/main" id="{F1D3B1F7-617D-3B97-D4CF-CE88EB4C0B6D}"/>
                </a:ext>
              </a:extLst>
            </p:cNvPr>
            <p:cNvSpPr txBox="1"/>
            <p:nvPr/>
          </p:nvSpPr>
          <p:spPr>
            <a:xfrm>
              <a:off x="9001058" y="1362272"/>
              <a:ext cx="909759" cy="35394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Sami </a:t>
              </a:r>
              <a:b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</a:b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Karlik</a:t>
              </a:r>
            </a:p>
          </p:txBody>
        </p:sp>
        <p:sp>
          <p:nvSpPr>
            <p:cNvPr id="208" name="object 31">
              <a:extLst>
                <a:ext uri="{FF2B5EF4-FFF2-40B4-BE49-F238E27FC236}">
                  <a16:creationId xmlns:a16="http://schemas.microsoft.com/office/drawing/2014/main" id="{E598EBE3-532E-8A88-DF00-F7BF8DE25664}"/>
                </a:ext>
              </a:extLst>
            </p:cNvPr>
            <p:cNvSpPr/>
            <p:nvPr/>
          </p:nvSpPr>
          <p:spPr>
            <a:xfrm flipV="1">
              <a:off x="9001058" y="1702759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09" name="chris-egan-titulo">
              <a:extLst>
                <a:ext uri="{FF2B5EF4-FFF2-40B4-BE49-F238E27FC236}">
                  <a16:creationId xmlns:a16="http://schemas.microsoft.com/office/drawing/2014/main" id="{9FDAA81E-D7C4-62B0-CDE8-B16AEF0CAB29}"/>
                </a:ext>
              </a:extLst>
            </p:cNvPr>
            <p:cNvSpPr txBox="1"/>
            <p:nvPr/>
          </p:nvSpPr>
          <p:spPr>
            <a:xfrm>
              <a:off x="9001058" y="1973368"/>
              <a:ext cx="909759" cy="10727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697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CRÉDITO</a:t>
              </a:r>
            </a:p>
          </p:txBody>
        </p:sp>
        <p:sp>
          <p:nvSpPr>
            <p:cNvPr id="198" name="rodrigo-freire-experiencia">
              <a:extLst>
                <a:ext uri="{FF2B5EF4-FFF2-40B4-BE49-F238E27FC236}">
                  <a16:creationId xmlns:a16="http://schemas.microsoft.com/office/drawing/2014/main" id="{6833A8F8-C01B-2134-4BC0-42B9A43C7D7A}"/>
                </a:ext>
              </a:extLst>
            </p:cNvPr>
            <p:cNvSpPr txBox="1"/>
            <p:nvPr/>
          </p:nvSpPr>
          <p:spPr>
            <a:xfrm>
              <a:off x="8152830" y="2300512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44000" tIns="0" rIns="72000" bIns="0" rtlCol="0" anchor="ctr" anchorCtr="0">
              <a:noAutofit/>
            </a:bodyPr>
            <a:lstStyle/>
            <a:p>
              <a:pPr marL="0" marR="254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243" name="Group 242">
              <a:extLst>
                <a:ext uri="{FF2B5EF4-FFF2-40B4-BE49-F238E27FC236}">
                  <a16:creationId xmlns:a16="http://schemas.microsoft.com/office/drawing/2014/main" id="{54F2C9F4-29D0-BE10-A04C-2CC0B0984702}"/>
                </a:ext>
              </a:extLst>
            </p:cNvPr>
            <p:cNvGrpSpPr/>
            <p:nvPr/>
          </p:nvGrpSpPr>
          <p:grpSpPr>
            <a:xfrm>
              <a:off x="8326717" y="2473817"/>
              <a:ext cx="1483845" cy="171299"/>
              <a:chOff x="4406976" y="2476710"/>
              <a:chExt cx="1483845" cy="171299"/>
            </a:xfrm>
          </p:grpSpPr>
          <p:pic>
            <p:nvPicPr>
              <p:cNvPr id="240" name="logo-unibanco">
                <a:extLst>
                  <a:ext uri="{FF2B5EF4-FFF2-40B4-BE49-F238E27FC236}">
                    <a16:creationId xmlns:a16="http://schemas.microsoft.com/office/drawing/2014/main" id="{B601A3A5-6BCA-30C7-89E6-21AC30F9D9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 cstate="hqprint"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t="13484" b="13484"/>
              <a:stretch/>
            </p:blipFill>
            <p:spPr bwMode="auto">
              <a:xfrm>
                <a:off x="5144648" y="2480054"/>
                <a:ext cx="746173" cy="1482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1" name="logo-aig">
                <a:extLst>
                  <a:ext uri="{FF2B5EF4-FFF2-40B4-BE49-F238E27FC236}">
                    <a16:creationId xmlns:a16="http://schemas.microsoft.com/office/drawing/2014/main" id="{19BB254F-1187-2B8B-E476-81A1A38E27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 cstate="hqprint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/>
            </p:blipFill>
            <p:spPr bwMode="auto">
              <a:xfrm>
                <a:off x="4745152" y="2476710"/>
                <a:ext cx="345262" cy="171299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2" name="logo-bv">
                <a:extLst>
                  <a:ext uri="{FF2B5EF4-FFF2-40B4-BE49-F238E27FC236}">
                    <a16:creationId xmlns:a16="http://schemas.microsoft.com/office/drawing/2014/main" id="{0DBCC5BD-6CDE-8E96-7049-20D75ED641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4406976" y="2480844"/>
                <a:ext cx="210024" cy="16303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246" name="adriano-mantesso-foto">
            <a:extLst>
              <a:ext uri="{FF2B5EF4-FFF2-40B4-BE49-F238E27FC236}">
                <a16:creationId xmlns:a16="http://schemas.microsoft.com/office/drawing/2014/main" id="{B7326618-40E4-9C1E-2EB2-EB2AEF61ED47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19"/>
          <a:srcRect l="15471" r="15471"/>
          <a:stretch>
            <a:fillRect/>
          </a:stretch>
        </p:blipFill>
        <p:spPr>
          <a:xfrm>
            <a:off x="8159674" y="1154423"/>
            <a:ext cx="775554" cy="782903"/>
          </a:xfrm>
          <a:prstGeom prst="rect">
            <a:avLst/>
          </a:prstGeom>
        </p:spPr>
      </p:pic>
      <p:sp>
        <p:nvSpPr>
          <p:cNvPr id="212" name="chris-egan-bio">
            <a:extLst>
              <a:ext uri="{FF2B5EF4-FFF2-40B4-BE49-F238E27FC236}">
                <a16:creationId xmlns:a16="http://schemas.microsoft.com/office/drawing/2014/main" id="{B565D5C7-A185-3877-B3B1-F7F14EB44761}"/>
              </a:ext>
            </a:extLst>
          </p:cNvPr>
          <p:cNvSpPr txBox="1"/>
          <p:nvPr/>
        </p:nvSpPr>
        <p:spPr>
          <a:xfrm>
            <a:off x="10024804" y="1361700"/>
            <a:ext cx="1699231" cy="1159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Head de alguns dos maiores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FIIs do Brasil, executou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e gerenciou bilhões em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transações imobiliárias.</a:t>
            </a:r>
          </a:p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Experiências anteriores 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como Head Latam na Ivanhoé Cambridge,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Partner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 do BTG e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Diretor Executivo da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Brazilian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"/>
                <a:sym typeface="Arial"/>
              </a:rPr>
              <a:t> Capital</a:t>
            </a:r>
          </a:p>
        </p:txBody>
      </p:sp>
      <p:sp>
        <p:nvSpPr>
          <p:cNvPr id="213" name="object 17">
            <a:extLst>
              <a:ext uri="{FF2B5EF4-FFF2-40B4-BE49-F238E27FC236}">
                <a16:creationId xmlns:a16="http://schemas.microsoft.com/office/drawing/2014/main" id="{952A5D5C-9BB2-D3BB-5B0B-5B30890F5900}"/>
              </a:ext>
            </a:extLst>
          </p:cNvPr>
          <p:cNvSpPr txBox="1"/>
          <p:nvPr/>
        </p:nvSpPr>
        <p:spPr>
          <a:xfrm>
            <a:off x="8155470" y="1147611"/>
            <a:ext cx="3701568" cy="1667085"/>
          </a:xfrm>
          <a:prstGeom prst="rect">
            <a:avLst/>
          </a:prstGeom>
          <a:ln w="10470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0" tIns="82404" rIns="0" bIns="0" rtlCol="0">
            <a:noAutofit/>
          </a:bodyPr>
          <a:lstStyle/>
          <a:p>
            <a:pPr marL="102042" marR="0" lvl="0" indent="0" algn="l" defTabSz="554492" rtl="0" eaLnBrk="1" fontAlgn="auto" latinLnBrk="0" hangingPunct="1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33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n-ea"/>
              <a:cs typeface="Versos Light"/>
              <a:sym typeface="Arial"/>
            </a:endParaRPr>
          </a:p>
        </p:txBody>
      </p:sp>
      <p:sp>
        <p:nvSpPr>
          <p:cNvPr id="221" name="object 13">
            <a:extLst>
              <a:ext uri="{FF2B5EF4-FFF2-40B4-BE49-F238E27FC236}">
                <a16:creationId xmlns:a16="http://schemas.microsoft.com/office/drawing/2014/main" id="{2C744284-22A1-E75B-01F0-67482DEC8E05}"/>
              </a:ext>
            </a:extLst>
          </p:cNvPr>
          <p:cNvSpPr txBox="1"/>
          <p:nvPr/>
        </p:nvSpPr>
        <p:spPr>
          <a:xfrm>
            <a:off x="9001058" y="1362272"/>
            <a:ext cx="1107252" cy="353943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/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1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"/>
                <a:sym typeface="Arial"/>
              </a:rPr>
              <a:t>Adriano </a:t>
            </a:r>
            <a:r>
              <a:rPr kumimoji="0" lang="en-US" sz="1150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"/>
                <a:sym typeface="Arial"/>
              </a:rPr>
              <a:t>Mantesso</a:t>
            </a:r>
            <a:endParaRPr kumimoji="0" lang="en-US" sz="115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Versos"/>
              <a:sym typeface="Arial"/>
            </a:endParaRPr>
          </a:p>
        </p:txBody>
      </p:sp>
      <p:sp>
        <p:nvSpPr>
          <p:cNvPr id="222" name="object 31">
            <a:extLst>
              <a:ext uri="{FF2B5EF4-FFF2-40B4-BE49-F238E27FC236}">
                <a16:creationId xmlns:a16="http://schemas.microsoft.com/office/drawing/2014/main" id="{46DF6C28-8139-1AF5-E1C1-980F43C0E810}"/>
              </a:ext>
            </a:extLst>
          </p:cNvPr>
          <p:cNvSpPr/>
          <p:nvPr/>
        </p:nvSpPr>
        <p:spPr>
          <a:xfrm flipV="1">
            <a:off x="9001058" y="1702759"/>
            <a:ext cx="909759" cy="215789"/>
          </a:xfrm>
          <a:custGeom>
            <a:avLst/>
            <a:gdLst/>
            <a:ahLst/>
            <a:cxnLst/>
            <a:rect l="l" t="t" r="r" b="b"/>
            <a:pathLst>
              <a:path w="3848735">
                <a:moveTo>
                  <a:pt x="0" y="0"/>
                </a:moveTo>
                <a:lnTo>
                  <a:pt x="3848699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223" name="chris-egan-titulo">
            <a:extLst>
              <a:ext uri="{FF2B5EF4-FFF2-40B4-BE49-F238E27FC236}">
                <a16:creationId xmlns:a16="http://schemas.microsoft.com/office/drawing/2014/main" id="{7A5EF3A2-96FC-67A1-20C4-A66F527A00C2}"/>
              </a:ext>
            </a:extLst>
          </p:cNvPr>
          <p:cNvSpPr txBox="1"/>
          <p:nvPr/>
        </p:nvSpPr>
        <p:spPr>
          <a:xfrm>
            <a:off x="9001058" y="1981845"/>
            <a:ext cx="1014090" cy="1072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697" b="0" i="0" u="none" strike="noStrike" kern="0" cap="none" spc="3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IMOBILIÁRIO</a:t>
            </a:r>
          </a:p>
        </p:txBody>
      </p:sp>
      <p:sp>
        <p:nvSpPr>
          <p:cNvPr id="215" name="rodrigo-freire-experiencia">
            <a:extLst>
              <a:ext uri="{FF2B5EF4-FFF2-40B4-BE49-F238E27FC236}">
                <a16:creationId xmlns:a16="http://schemas.microsoft.com/office/drawing/2014/main" id="{AE079B11-05A2-07F4-B3B8-95B15F8C732E}"/>
              </a:ext>
            </a:extLst>
          </p:cNvPr>
          <p:cNvSpPr txBox="1"/>
          <p:nvPr/>
        </p:nvSpPr>
        <p:spPr>
          <a:xfrm>
            <a:off x="8155470" y="2300512"/>
            <a:ext cx="1757987" cy="514184"/>
          </a:xfrm>
          <a:prstGeom prst="round1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wrap="square" lIns="144000" tIns="0" rIns="72000" bIns="0" rtlCol="0" anchor="ctr" anchorCtr="0">
            <a:noAutofit/>
          </a:bodyPr>
          <a:lstStyle/>
          <a:p>
            <a:pPr marL="0" marR="2540" lvl="0" indent="0" algn="l" defTabSz="55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n-ea"/>
              <a:cs typeface="Arial"/>
              <a:sym typeface="Arial"/>
            </a:endParaRPr>
          </a:p>
        </p:txBody>
      </p: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3083E467-CB14-7349-5B29-8490B5C0FDCB}"/>
              </a:ext>
            </a:extLst>
          </p:cNvPr>
          <p:cNvGrpSpPr/>
          <p:nvPr/>
        </p:nvGrpSpPr>
        <p:grpSpPr>
          <a:xfrm>
            <a:off x="8266695" y="2471302"/>
            <a:ext cx="1523516" cy="171827"/>
            <a:chOff x="7655855" y="3764910"/>
            <a:chExt cx="1822784" cy="205580"/>
          </a:xfrm>
        </p:grpSpPr>
        <p:pic>
          <p:nvPicPr>
            <p:cNvPr id="252" name="logo-pitsburgh">
              <a:extLst>
                <a:ext uri="{FF2B5EF4-FFF2-40B4-BE49-F238E27FC236}">
                  <a16:creationId xmlns:a16="http://schemas.microsoft.com/office/drawing/2014/main" id="{F61B0D6E-8971-47E2-6C9C-F94F4D697B09}"/>
                </a:ext>
              </a:extLst>
            </p:cNvPr>
            <p:cNvPicPr/>
            <p:nvPr/>
          </p:nvPicPr>
          <p:blipFill>
            <a:blip r:embed="rId20">
              <a:extLst>
                <a:ext uri="{BEBA8EAE-BF5A-486C-A8C5-ECC9F3942E4B}">
                  <a14:imgProps xmlns:a14="http://schemas.microsoft.com/office/drawing/2010/main">
                    <a14:imgLayer r:embed="rId2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388" b="20388"/>
            <a:stretch/>
          </p:blipFill>
          <p:spPr>
            <a:xfrm>
              <a:off x="8961456" y="3781632"/>
              <a:ext cx="517183" cy="172136"/>
            </a:xfrm>
            <a:prstGeom prst="rect">
              <a:avLst/>
            </a:prstGeom>
          </p:spPr>
        </p:pic>
        <p:pic>
          <p:nvPicPr>
            <p:cNvPr id="253" name="logo-btg-pactual">
              <a:extLst>
                <a:ext uri="{FF2B5EF4-FFF2-40B4-BE49-F238E27FC236}">
                  <a16:creationId xmlns:a16="http://schemas.microsoft.com/office/drawing/2014/main" id="{A2BF133E-D39B-47EE-3BC1-BDF5F4593D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BEBA8EAE-BF5A-486C-A8C5-ECC9F3942E4B}">
                  <a14:imgProps xmlns:a14="http://schemas.microsoft.com/office/drawing/2010/main">
                    <a14:imgLayer r:embed="rId23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/>
          </p:blipFill>
          <p:spPr bwMode="auto">
            <a:xfrm>
              <a:off x="8341514" y="3764910"/>
              <a:ext cx="517182" cy="205580"/>
            </a:xfrm>
            <a:prstGeom prst="rect">
              <a:avLst/>
            </a:prstGeom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4" name="logo-cdpq">
              <a:extLst>
                <a:ext uri="{FF2B5EF4-FFF2-40B4-BE49-F238E27FC236}">
                  <a16:creationId xmlns:a16="http://schemas.microsoft.com/office/drawing/2014/main" id="{D85776F6-4B0F-1DDA-7FF6-8AC5324E81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568" b="18568"/>
            <a:stretch/>
          </p:blipFill>
          <p:spPr bwMode="auto">
            <a:xfrm>
              <a:off x="7655855" y="3782198"/>
              <a:ext cx="582899" cy="1710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7" name="chris-egan-bio">
            <a:extLst>
              <a:ext uri="{FF2B5EF4-FFF2-40B4-BE49-F238E27FC236}">
                <a16:creationId xmlns:a16="http://schemas.microsoft.com/office/drawing/2014/main" id="{3373331B-270C-A6DA-6A85-AEF0077858EF}"/>
              </a:ext>
            </a:extLst>
          </p:cNvPr>
          <p:cNvSpPr txBox="1"/>
          <p:nvPr/>
        </p:nvSpPr>
        <p:spPr>
          <a:xfrm>
            <a:off x="6102423" y="3180150"/>
            <a:ext cx="1699231" cy="1159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Com mais de 23 anos de experiência em investimentos, atuou como sócia e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diretora de investimentos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no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family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 office Focus Invest.</a:t>
            </a:r>
          </a:p>
          <a:p>
            <a:pPr marL="0" marR="0" lvl="0" indent="0" algn="l" defTabSz="55444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Experiências anteriores incluem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o segmento </a:t>
            </a:r>
            <a:r>
              <a:rPr kumimoji="0" lang="pt-BR" sz="8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private</a:t>
            </a: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 do Unibanco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e gestão de fundos de ações </a:t>
            </a:r>
            <a:b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</a:br>
            <a:r>
              <a:rPr kumimoji="0" lang="pt-BR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na antiga BV Asset.</a:t>
            </a:r>
          </a:p>
        </p:txBody>
      </p:sp>
      <p:sp>
        <p:nvSpPr>
          <p:cNvPr id="278" name="object 17">
            <a:extLst>
              <a:ext uri="{FF2B5EF4-FFF2-40B4-BE49-F238E27FC236}">
                <a16:creationId xmlns:a16="http://schemas.microsoft.com/office/drawing/2014/main" id="{DE862069-5D12-2915-1167-A0FC0F0B37C9}"/>
              </a:ext>
            </a:extLst>
          </p:cNvPr>
          <p:cNvSpPr txBox="1"/>
          <p:nvPr/>
        </p:nvSpPr>
        <p:spPr>
          <a:xfrm>
            <a:off x="4233089" y="2966061"/>
            <a:ext cx="3701568" cy="1667085"/>
          </a:xfrm>
          <a:prstGeom prst="rect">
            <a:avLst/>
          </a:prstGeom>
          <a:ln w="10470">
            <a:solidFill>
              <a:schemeClr val="tx1">
                <a:lumMod val="85000"/>
                <a:lumOff val="15000"/>
              </a:schemeClr>
            </a:solidFill>
          </a:ln>
        </p:spPr>
        <p:txBody>
          <a:bodyPr vert="horz" wrap="square" lIns="0" tIns="82404" rIns="0" bIns="0" rtlCol="0">
            <a:noAutofit/>
          </a:bodyPr>
          <a:lstStyle/>
          <a:p>
            <a:pPr marL="102042" marR="0" lvl="0" indent="0" algn="l" defTabSz="554492" rtl="0" eaLnBrk="1" fontAlgn="auto" latinLnBrk="0" hangingPunct="1">
              <a:lnSpc>
                <a:spcPct val="100000"/>
              </a:lnSpc>
              <a:spcBef>
                <a:spcPts val="649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334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n-ea"/>
              <a:cs typeface="Versos Light"/>
              <a:sym typeface="Arial"/>
            </a:endParaRPr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1090BA05-7560-9083-BA90-6D0764D79A13}"/>
              </a:ext>
            </a:extLst>
          </p:cNvPr>
          <p:cNvGrpSpPr/>
          <p:nvPr/>
        </p:nvGrpSpPr>
        <p:grpSpPr>
          <a:xfrm>
            <a:off x="5081317" y="3180722"/>
            <a:ext cx="1008261" cy="824198"/>
            <a:chOff x="1166158" y="1365165"/>
            <a:chExt cx="1008261" cy="824198"/>
          </a:xfrm>
        </p:grpSpPr>
        <p:sp>
          <p:nvSpPr>
            <p:cNvPr id="281" name="object 13">
              <a:extLst>
                <a:ext uri="{FF2B5EF4-FFF2-40B4-BE49-F238E27FC236}">
                  <a16:creationId xmlns:a16="http://schemas.microsoft.com/office/drawing/2014/main" id="{4E6B1E5F-0BE8-96C3-F0F5-526778323F45}"/>
                </a:ext>
              </a:extLst>
            </p:cNvPr>
            <p:cNvSpPr txBox="1"/>
            <p:nvPr/>
          </p:nvSpPr>
          <p:spPr>
            <a:xfrm>
              <a:off x="1166158" y="1365165"/>
              <a:ext cx="1008261" cy="35394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Letícia Albuquerque</a:t>
              </a:r>
            </a:p>
          </p:txBody>
        </p:sp>
        <p:sp>
          <p:nvSpPr>
            <p:cNvPr id="282" name="object 31">
              <a:extLst>
                <a:ext uri="{FF2B5EF4-FFF2-40B4-BE49-F238E27FC236}">
                  <a16:creationId xmlns:a16="http://schemas.microsoft.com/office/drawing/2014/main" id="{1A08F453-8F9C-172E-3718-60C2FA223D2C}"/>
                </a:ext>
              </a:extLst>
            </p:cNvPr>
            <p:cNvSpPr/>
            <p:nvPr/>
          </p:nvSpPr>
          <p:spPr>
            <a:xfrm flipV="1">
              <a:off x="1166158" y="1705652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chris-egan-titulo">
              <a:extLst>
                <a:ext uri="{FF2B5EF4-FFF2-40B4-BE49-F238E27FC236}">
                  <a16:creationId xmlns:a16="http://schemas.microsoft.com/office/drawing/2014/main" id="{6A2E6226-C9C0-CA03-DF10-E6219857DE63}"/>
                </a:ext>
              </a:extLst>
            </p:cNvPr>
            <p:cNvSpPr txBox="1"/>
            <p:nvPr/>
          </p:nvSpPr>
          <p:spPr>
            <a:xfrm>
              <a:off x="1166158" y="1974817"/>
              <a:ext cx="921293" cy="214546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697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INVESTMENT SOLUTIONS</a:t>
              </a:r>
            </a:p>
          </p:txBody>
        </p:sp>
      </p:grpSp>
      <p:sp>
        <p:nvSpPr>
          <p:cNvPr id="280" name="rodrigo-freire-experiencia">
            <a:extLst>
              <a:ext uri="{FF2B5EF4-FFF2-40B4-BE49-F238E27FC236}">
                <a16:creationId xmlns:a16="http://schemas.microsoft.com/office/drawing/2014/main" id="{B52F903B-6132-8D56-82A6-3E9CB59E4912}"/>
              </a:ext>
            </a:extLst>
          </p:cNvPr>
          <p:cNvSpPr txBox="1"/>
          <p:nvPr/>
        </p:nvSpPr>
        <p:spPr>
          <a:xfrm>
            <a:off x="4233089" y="4118962"/>
            <a:ext cx="1757987" cy="514184"/>
          </a:xfrm>
          <a:prstGeom prst="round1Rect">
            <a:avLst>
              <a:gd name="adj" fmla="val 0"/>
            </a:avLst>
          </a:prstGeom>
          <a:solidFill>
            <a:schemeClr val="tx1">
              <a:lumMod val="85000"/>
              <a:lumOff val="15000"/>
            </a:schemeClr>
          </a:solidFill>
        </p:spPr>
        <p:txBody>
          <a:bodyPr vert="horz" wrap="square" lIns="144000" tIns="0" rIns="72000" bIns="0" rtlCol="0" anchor="ctr" anchorCtr="0">
            <a:noAutofit/>
          </a:bodyPr>
          <a:lstStyle/>
          <a:p>
            <a:pPr marL="0" marR="2540" lvl="0" indent="0" algn="l" defTabSz="5544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n-ea"/>
              <a:cs typeface="Arial"/>
              <a:sym typeface="Arial"/>
            </a:endParaRPr>
          </a:p>
        </p:txBody>
      </p: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9849E8DC-2895-75CF-B4C7-17FDBEBCE239}"/>
              </a:ext>
            </a:extLst>
          </p:cNvPr>
          <p:cNvGrpSpPr/>
          <p:nvPr/>
        </p:nvGrpSpPr>
        <p:grpSpPr>
          <a:xfrm>
            <a:off x="4563580" y="4263883"/>
            <a:ext cx="1170240" cy="221280"/>
            <a:chOff x="4406976" y="4263883"/>
            <a:chExt cx="1170240" cy="221280"/>
          </a:xfrm>
        </p:grpSpPr>
        <p:pic>
          <p:nvPicPr>
            <p:cNvPr id="384" name="logo-bv">
              <a:extLst>
                <a:ext uri="{FF2B5EF4-FFF2-40B4-BE49-F238E27FC236}">
                  <a16:creationId xmlns:a16="http://schemas.microsoft.com/office/drawing/2014/main" id="{E8860544-D7BE-A8DE-93D6-F87FE63904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4406976" y="4263883"/>
              <a:ext cx="285061" cy="2212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5" name="logo-unibanco">
              <a:extLst>
                <a:ext uri="{FF2B5EF4-FFF2-40B4-BE49-F238E27FC236}">
                  <a16:creationId xmlns:a16="http://schemas.microsoft.com/office/drawing/2014/main" id="{DB64EDD5-6625-720B-6D31-64CECEFF19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hqprint"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t="13484" b="13484"/>
            <a:stretch/>
          </p:blipFill>
          <p:spPr bwMode="auto">
            <a:xfrm>
              <a:off x="4826473" y="4288146"/>
              <a:ext cx="750743" cy="1491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F39EE54C-B019-265B-E8E2-0E3E5EDC26AE}"/>
              </a:ext>
            </a:extLst>
          </p:cNvPr>
          <p:cNvGrpSpPr/>
          <p:nvPr/>
        </p:nvGrpSpPr>
        <p:grpSpPr>
          <a:xfrm>
            <a:off x="322242" y="4781618"/>
            <a:ext cx="3701568" cy="1667085"/>
            <a:chOff x="2284026" y="4781618"/>
            <a:chExt cx="3701568" cy="1667085"/>
          </a:xfrm>
        </p:grpSpPr>
        <p:pic>
          <p:nvPicPr>
            <p:cNvPr id="445" name="paola-moussatche-foto">
              <a:extLst>
                <a:ext uri="{FF2B5EF4-FFF2-40B4-BE49-F238E27FC236}">
                  <a16:creationId xmlns:a16="http://schemas.microsoft.com/office/drawing/2014/main" id="{160C00D6-5087-6CC6-FEE7-C0ACFCCE1D39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26"/>
            <a:srcRect l="15144" r="15144"/>
            <a:stretch/>
          </p:blipFill>
          <p:spPr>
            <a:xfrm>
              <a:off x="2288689" y="4781618"/>
              <a:ext cx="770891" cy="770891"/>
            </a:xfrm>
            <a:prstGeom prst="rect">
              <a:avLst/>
            </a:prstGeom>
          </p:spPr>
        </p:pic>
        <p:sp>
          <p:nvSpPr>
            <p:cNvPr id="367" name="chris-egan-bio">
              <a:extLst>
                <a:ext uri="{FF2B5EF4-FFF2-40B4-BE49-F238E27FC236}">
                  <a16:creationId xmlns:a16="http://schemas.microsoft.com/office/drawing/2014/main" id="{714A014F-2022-9C79-CD4F-F5F775CFDB6A}"/>
                </a:ext>
              </a:extLst>
            </p:cNvPr>
            <p:cNvSpPr txBox="1"/>
            <p:nvPr/>
          </p:nvSpPr>
          <p:spPr>
            <a:xfrm>
              <a:off x="4153360" y="4995707"/>
              <a:ext cx="1757987" cy="984885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 experiência prévia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em escritórios de advocacia,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nas áreas de M&amp;A, mercado de capitais e tributária, passou a atuar diretamente no mercado financeiro em 2013, com passagens pela Squadra Investimentos,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MAF e VELT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Partners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.</a:t>
              </a:r>
            </a:p>
          </p:txBody>
        </p:sp>
        <p:sp>
          <p:nvSpPr>
            <p:cNvPr id="368" name="object 17">
              <a:extLst>
                <a:ext uri="{FF2B5EF4-FFF2-40B4-BE49-F238E27FC236}">
                  <a16:creationId xmlns:a16="http://schemas.microsoft.com/office/drawing/2014/main" id="{D6BCE49A-1D9E-F185-12C3-AAFE7678878B}"/>
                </a:ext>
              </a:extLst>
            </p:cNvPr>
            <p:cNvSpPr txBox="1"/>
            <p:nvPr/>
          </p:nvSpPr>
          <p:spPr>
            <a:xfrm>
              <a:off x="2284026" y="4781618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82404" rIns="0" bIns="0" rtlCol="0">
              <a:noAutofit/>
            </a:bodyPr>
            <a:lstStyle/>
            <a:p>
              <a:pPr marL="102042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649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grpSp>
          <p:nvGrpSpPr>
            <p:cNvPr id="369" name="Group 368">
              <a:extLst>
                <a:ext uri="{FF2B5EF4-FFF2-40B4-BE49-F238E27FC236}">
                  <a16:creationId xmlns:a16="http://schemas.microsoft.com/office/drawing/2014/main" id="{811F4656-349C-3B9C-4948-DCC89E62E782}"/>
                </a:ext>
              </a:extLst>
            </p:cNvPr>
            <p:cNvGrpSpPr/>
            <p:nvPr/>
          </p:nvGrpSpPr>
          <p:grpSpPr>
            <a:xfrm>
              <a:off x="3132254" y="4996279"/>
              <a:ext cx="1107252" cy="726153"/>
              <a:chOff x="1166158" y="1365165"/>
              <a:chExt cx="1107252" cy="726153"/>
            </a:xfrm>
          </p:grpSpPr>
          <p:sp>
            <p:nvSpPr>
              <p:cNvPr id="376" name="object 13">
                <a:extLst>
                  <a:ext uri="{FF2B5EF4-FFF2-40B4-BE49-F238E27FC236}">
                    <a16:creationId xmlns:a16="http://schemas.microsoft.com/office/drawing/2014/main" id="{D9074F08-F193-590E-8A62-CC62C833CE0A}"/>
                  </a:ext>
                </a:extLst>
              </p:cNvPr>
              <p:cNvSpPr txBox="1"/>
              <p:nvPr/>
            </p:nvSpPr>
            <p:spPr>
              <a:xfrm>
                <a:off x="1166158" y="1365165"/>
                <a:ext cx="1107252" cy="353943"/>
              </a:xfrm>
              <a:prstGeom prst="rect">
                <a:avLst/>
              </a:prstGeom>
            </p:spPr>
            <p:txBody>
              <a:bodyPr vert="horz" wrap="square" lIns="0" tIns="0" rIns="0" bIns="0" rtlCol="0" anchor="ctr" anchorCtr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Paola </a:t>
                </a:r>
                <a:b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</a:br>
                <a:r>
                  <a:rPr kumimoji="0" lang="en-US" sz="115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Versos"/>
                    <a:sym typeface="Arial"/>
                  </a:rPr>
                  <a:t>Moussatche</a:t>
                </a:r>
              </a:p>
            </p:txBody>
          </p:sp>
          <p:sp>
            <p:nvSpPr>
              <p:cNvPr id="377" name="object 31">
                <a:extLst>
                  <a:ext uri="{FF2B5EF4-FFF2-40B4-BE49-F238E27FC236}">
                    <a16:creationId xmlns:a16="http://schemas.microsoft.com/office/drawing/2014/main" id="{44C7EF44-10FF-DA7E-62D4-05FF642915D7}"/>
                  </a:ext>
                </a:extLst>
              </p:cNvPr>
              <p:cNvSpPr/>
              <p:nvPr/>
            </p:nvSpPr>
            <p:spPr>
              <a:xfrm flipV="1">
                <a:off x="1166158" y="1705652"/>
                <a:ext cx="909759" cy="215789"/>
              </a:xfrm>
              <a:custGeom>
                <a:avLst/>
                <a:gdLst/>
                <a:ahLst/>
                <a:cxnLst/>
                <a:rect l="l" t="t" r="r" b="b"/>
                <a:pathLst>
                  <a:path w="3848735">
                    <a:moveTo>
                      <a:pt x="0" y="0"/>
                    </a:moveTo>
                    <a:lnTo>
                      <a:pt x="3848699" y="0"/>
                    </a:lnTo>
                  </a:path>
                </a:pathLst>
              </a:custGeom>
              <a:ln w="10470">
                <a:solidFill>
                  <a:schemeClr val="bg1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78" name="chris-egan-titulo">
                <a:extLst>
                  <a:ext uri="{FF2B5EF4-FFF2-40B4-BE49-F238E27FC236}">
                    <a16:creationId xmlns:a16="http://schemas.microsoft.com/office/drawing/2014/main" id="{CA7A9955-505E-11A6-17E3-3ED6463E2BAE}"/>
                  </a:ext>
                </a:extLst>
              </p:cNvPr>
              <p:cNvSpPr txBox="1"/>
              <p:nvPr/>
            </p:nvSpPr>
            <p:spPr>
              <a:xfrm>
                <a:off x="1166158" y="1984045"/>
                <a:ext cx="1014090" cy="107273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en-US" sz="697" b="0" i="0" u="none" strike="noStrike" kern="0" cap="none" spc="33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LEGAL</a:t>
                </a:r>
              </a:p>
            </p:txBody>
          </p:sp>
        </p:grpSp>
        <p:sp>
          <p:nvSpPr>
            <p:cNvPr id="370" name="rodrigo-freire-experiencia">
              <a:extLst>
                <a:ext uri="{FF2B5EF4-FFF2-40B4-BE49-F238E27FC236}">
                  <a16:creationId xmlns:a16="http://schemas.microsoft.com/office/drawing/2014/main" id="{9E5E3F8D-B3D8-E866-AB04-621367F1A742}"/>
                </a:ext>
              </a:extLst>
            </p:cNvPr>
            <p:cNvSpPr txBox="1"/>
            <p:nvPr/>
          </p:nvSpPr>
          <p:spPr>
            <a:xfrm>
              <a:off x="2284026" y="5934519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44000" tIns="0" rIns="72000" bIns="0" rtlCol="0" anchor="ctr" anchorCtr="0">
              <a:noAutofit/>
            </a:bodyPr>
            <a:lstStyle/>
            <a:p>
              <a:pPr marL="0" marR="254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33D9855-0CAC-9538-0608-4F11E48AA73F}"/>
                </a:ext>
              </a:extLst>
            </p:cNvPr>
            <p:cNvGrpSpPr/>
            <p:nvPr/>
          </p:nvGrpSpPr>
          <p:grpSpPr>
            <a:xfrm>
              <a:off x="2353661" y="6129574"/>
              <a:ext cx="1591850" cy="160146"/>
              <a:chOff x="2446348" y="6034292"/>
              <a:chExt cx="1499157" cy="150820"/>
            </a:xfrm>
          </p:grpSpPr>
          <p:pic>
            <p:nvPicPr>
              <p:cNvPr id="447" name="logos-velt" descr="A black and white text&#10;&#10;AI-generated content may be incorrect.">
                <a:extLst>
                  <a:ext uri="{FF2B5EF4-FFF2-40B4-BE49-F238E27FC236}">
                    <a16:creationId xmlns:a16="http://schemas.microsoft.com/office/drawing/2014/main" id="{2D01F484-734D-1C54-A38C-F157A02907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 cstate="hqprint">
                <a:extLst>
                  <a:ext uri="{BEBA8EAE-BF5A-486C-A8C5-ECC9F3942E4B}">
                    <a14:imgProps xmlns:a14="http://schemas.microsoft.com/office/drawing/2010/main">
                      <a14:imgLayer r:embed="rId28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3531676" y="6079864"/>
                <a:ext cx="413829" cy="101613"/>
              </a:xfrm>
              <a:prstGeom prst="rect">
                <a:avLst/>
              </a:prstGeom>
            </p:spPr>
          </p:pic>
          <p:pic>
            <p:nvPicPr>
              <p:cNvPr id="448" name="logos-modal">
                <a:extLst>
                  <a:ext uri="{FF2B5EF4-FFF2-40B4-BE49-F238E27FC236}">
                    <a16:creationId xmlns:a16="http://schemas.microsoft.com/office/drawing/2014/main" id="{BB6678C4-6657-5EF4-89D6-100C9E9DC4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>
                <a:extLst>
                  <a:ext uri="{BEBA8EAE-BF5A-486C-A8C5-ECC9F3942E4B}">
                    <a14:imgProps xmlns:a14="http://schemas.microsoft.com/office/drawing/2010/main">
                      <a14:imgLayer r:embed="rId30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3046816" y="6034292"/>
                <a:ext cx="413304" cy="127220"/>
              </a:xfrm>
              <a:prstGeom prst="rect">
                <a:avLst/>
              </a:prstGeom>
            </p:spPr>
          </p:pic>
          <p:pic>
            <p:nvPicPr>
              <p:cNvPr id="449" name="logos-squadra" descr="A black background with text&#10;&#10;AI-generated content may be incorrect.">
                <a:extLst>
                  <a:ext uri="{FF2B5EF4-FFF2-40B4-BE49-F238E27FC236}">
                    <a16:creationId xmlns:a16="http://schemas.microsoft.com/office/drawing/2014/main" id="{E08D0892-31F8-71DE-7612-78301C5009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 cstate="hqprint">
                <a:extLst>
                  <a:ext uri="{BEBA8EAE-BF5A-486C-A8C5-ECC9F3942E4B}">
                    <a14:imgProps xmlns:a14="http://schemas.microsoft.com/office/drawing/2010/main">
                      <a14:imgLayer r:embed="rId32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2446348" y="6077678"/>
                <a:ext cx="528911" cy="107434"/>
              </a:xfrm>
              <a:prstGeom prst="rect">
                <a:avLst/>
              </a:prstGeom>
            </p:spPr>
          </p:pic>
        </p:grpSp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3498125C-2E86-5CBD-302B-6BAE0D907992}"/>
              </a:ext>
            </a:extLst>
          </p:cNvPr>
          <p:cNvGrpSpPr/>
          <p:nvPr/>
        </p:nvGrpSpPr>
        <p:grpSpPr>
          <a:xfrm>
            <a:off x="8149203" y="4781618"/>
            <a:ext cx="3707050" cy="1667085"/>
            <a:chOff x="8149203" y="4781618"/>
            <a:chExt cx="3707050" cy="1667085"/>
          </a:xfrm>
        </p:grpSpPr>
        <p:pic>
          <p:nvPicPr>
            <p:cNvPr id="446" name="marilia-romero-foto">
              <a:extLst>
                <a:ext uri="{FF2B5EF4-FFF2-40B4-BE49-F238E27FC236}">
                  <a16:creationId xmlns:a16="http://schemas.microsoft.com/office/drawing/2014/main" id="{635CC60D-35F8-B50A-BE6C-427728A6E293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33"/>
            <a:srcRect l="15144" r="15144"/>
            <a:stretch/>
          </p:blipFill>
          <p:spPr>
            <a:xfrm>
              <a:off x="8149203" y="4781618"/>
              <a:ext cx="770891" cy="770891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</p:spPr>
        </p:pic>
        <p:grpSp>
          <p:nvGrpSpPr>
            <p:cNvPr id="342" name="Group 341">
              <a:extLst>
                <a:ext uri="{FF2B5EF4-FFF2-40B4-BE49-F238E27FC236}">
                  <a16:creationId xmlns:a16="http://schemas.microsoft.com/office/drawing/2014/main" id="{2650D8ED-C108-8D72-3F23-4D55E918F235}"/>
                </a:ext>
              </a:extLst>
            </p:cNvPr>
            <p:cNvGrpSpPr/>
            <p:nvPr/>
          </p:nvGrpSpPr>
          <p:grpSpPr>
            <a:xfrm>
              <a:off x="8149203" y="4781618"/>
              <a:ext cx="3707050" cy="1667085"/>
              <a:chOff x="310708" y="1150504"/>
              <a:chExt cx="3707050" cy="1667085"/>
            </a:xfrm>
          </p:grpSpPr>
          <p:sp>
            <p:nvSpPr>
              <p:cNvPr id="359" name="chris-egan-bio">
                <a:extLst>
                  <a:ext uri="{FF2B5EF4-FFF2-40B4-BE49-F238E27FC236}">
                    <a16:creationId xmlns:a16="http://schemas.microsoft.com/office/drawing/2014/main" id="{722FAE95-F849-6B99-5328-1DE06704B593}"/>
                  </a:ext>
                </a:extLst>
              </p:cNvPr>
              <p:cNvSpPr txBox="1"/>
              <p:nvPr/>
            </p:nvSpPr>
            <p:spPr>
              <a:xfrm>
                <a:off x="2180042" y="1364593"/>
                <a:ext cx="1837716" cy="984885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2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Atuou em gestão de pessoas,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Business </a:t>
                </a:r>
                <a:r>
                  <a:rPr kumimoji="0" lang="pt-B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Partner</a:t>
                </a: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 e remuneração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no setor financeiro, com atuação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em transformação cultural no Banco BV e Crefisa, e passagens pela Amil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e Volkswagen do Brasil, focado em estratégias de remuneração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de curto e longo prazo.</a:t>
                </a:r>
              </a:p>
            </p:txBody>
          </p:sp>
          <p:sp>
            <p:nvSpPr>
              <p:cNvPr id="360" name="object 17">
                <a:extLst>
                  <a:ext uri="{FF2B5EF4-FFF2-40B4-BE49-F238E27FC236}">
                    <a16:creationId xmlns:a16="http://schemas.microsoft.com/office/drawing/2014/main" id="{6DECD09D-7211-8641-D412-FA2B6CABCCAA}"/>
                  </a:ext>
                </a:extLst>
              </p:cNvPr>
              <p:cNvSpPr txBox="1"/>
              <p:nvPr/>
            </p:nvSpPr>
            <p:spPr>
              <a:xfrm>
                <a:off x="310708" y="1150504"/>
                <a:ext cx="3701568" cy="1667085"/>
              </a:xfrm>
              <a:prstGeom prst="rect">
                <a:avLst/>
              </a:prstGeom>
              <a:ln w="1047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txBody>
              <a:bodyPr vert="horz" wrap="square" lIns="0" tIns="82404" rIns="0" bIns="0" rtlCol="0">
                <a:noAutofit/>
              </a:bodyPr>
              <a:lstStyle/>
              <a:p>
                <a:pPr marL="102042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649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endParaRPr>
              </a:p>
            </p:txBody>
          </p:sp>
          <p:grpSp>
            <p:nvGrpSpPr>
              <p:cNvPr id="361" name="Group 360">
                <a:extLst>
                  <a:ext uri="{FF2B5EF4-FFF2-40B4-BE49-F238E27FC236}">
                    <a16:creationId xmlns:a16="http://schemas.microsoft.com/office/drawing/2014/main" id="{344F0E96-8041-9CD8-1433-9C82E3DF442E}"/>
                  </a:ext>
                </a:extLst>
              </p:cNvPr>
              <p:cNvGrpSpPr/>
              <p:nvPr/>
            </p:nvGrpSpPr>
            <p:grpSpPr>
              <a:xfrm>
                <a:off x="1158936" y="1365165"/>
                <a:ext cx="909759" cy="833426"/>
                <a:chOff x="1166158" y="1365165"/>
                <a:chExt cx="909759" cy="833426"/>
              </a:xfrm>
            </p:grpSpPr>
            <p:sp>
              <p:nvSpPr>
                <p:cNvPr id="363" name="object 13">
                  <a:extLst>
                    <a:ext uri="{FF2B5EF4-FFF2-40B4-BE49-F238E27FC236}">
                      <a16:creationId xmlns:a16="http://schemas.microsoft.com/office/drawing/2014/main" id="{E1BB871F-E159-BEC3-3F33-166AAFA127F2}"/>
                    </a:ext>
                  </a:extLst>
                </p:cNvPr>
                <p:cNvSpPr txBox="1"/>
                <p:nvPr/>
              </p:nvSpPr>
              <p:spPr>
                <a:xfrm>
                  <a:off x="1166158" y="1365165"/>
                  <a:ext cx="909759" cy="353943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/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15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Marília</a:t>
                  </a:r>
                </a:p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15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Romero</a:t>
                  </a:r>
                </a:p>
              </p:txBody>
            </p:sp>
            <p:sp>
              <p:nvSpPr>
                <p:cNvPr id="364" name="object 31">
                  <a:extLst>
                    <a:ext uri="{FF2B5EF4-FFF2-40B4-BE49-F238E27FC236}">
                      <a16:creationId xmlns:a16="http://schemas.microsoft.com/office/drawing/2014/main" id="{7451F718-41F6-D378-F4BD-714D000F0761}"/>
                    </a:ext>
                  </a:extLst>
                </p:cNvPr>
                <p:cNvSpPr/>
                <p:nvPr/>
              </p:nvSpPr>
              <p:spPr>
                <a:xfrm flipV="1">
                  <a:off x="1166158" y="1705654"/>
                  <a:ext cx="909759" cy="2157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735">
                      <a:moveTo>
                        <a:pt x="0" y="0"/>
                      </a:moveTo>
                      <a:lnTo>
                        <a:pt x="3848699" y="0"/>
                      </a:lnTo>
                    </a:path>
                  </a:pathLst>
                </a:custGeom>
                <a:ln w="10470">
                  <a:solidFill>
                    <a:schemeClr val="bg1"/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65" name="chris-egan-titulo">
                  <a:extLst>
                    <a:ext uri="{FF2B5EF4-FFF2-40B4-BE49-F238E27FC236}">
                      <a16:creationId xmlns:a16="http://schemas.microsoft.com/office/drawing/2014/main" id="{23687EF9-E402-027E-1542-168EC2741EF6}"/>
                    </a:ext>
                  </a:extLst>
                </p:cNvPr>
                <p:cNvSpPr txBox="1"/>
                <p:nvPr/>
              </p:nvSpPr>
              <p:spPr>
                <a:xfrm>
                  <a:off x="1166158" y="1984045"/>
                  <a:ext cx="909759" cy="214546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  <a:t>PESSOAS </a:t>
                  </a:r>
                  <a:b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</a:br>
                  <a: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  <a:t>&amp; CULTURA</a:t>
                  </a:r>
                </a:p>
              </p:txBody>
            </p:sp>
          </p:grpSp>
          <p:sp>
            <p:nvSpPr>
              <p:cNvPr id="362" name="rodrigo-freire-experiencia">
                <a:extLst>
                  <a:ext uri="{FF2B5EF4-FFF2-40B4-BE49-F238E27FC236}">
                    <a16:creationId xmlns:a16="http://schemas.microsoft.com/office/drawing/2014/main" id="{55BAA4EF-739D-74E8-1A3D-EB9B7440BE89}"/>
                  </a:ext>
                </a:extLst>
              </p:cNvPr>
              <p:cNvSpPr txBox="1"/>
              <p:nvPr/>
            </p:nvSpPr>
            <p:spPr>
              <a:xfrm>
                <a:off x="310708" y="2303405"/>
                <a:ext cx="1757987" cy="514184"/>
              </a:xfrm>
              <a:prstGeom prst="round1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 vert="horz" wrap="square" lIns="144000" tIns="0" rIns="72000" bIns="0" rtlCol="0" anchor="ctr" anchorCtr="0">
                <a:noAutofit/>
              </a:bodyPr>
              <a:lstStyle/>
              <a:p>
                <a:pPr marL="0" marR="254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</p:grpSp>
        <p:pic>
          <p:nvPicPr>
            <p:cNvPr id="451" name="logo-volkswagen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BBB725B5-742F-6E6B-0E14-75FE02E37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BEBA8EAE-BF5A-486C-A8C5-ECC9F3942E4B}">
                  <a14:imgProps xmlns:a14="http://schemas.microsoft.com/office/drawing/2010/main">
                    <a14:imgLayer r:embed="rId35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479457" y="6037806"/>
              <a:ext cx="284067" cy="284067"/>
            </a:xfrm>
            <a:prstGeom prst="rect">
              <a:avLst/>
            </a:prstGeom>
          </p:spPr>
        </p:pic>
        <p:pic>
          <p:nvPicPr>
            <p:cNvPr id="452" name="logo-crefisa" descr="A blue text on a black background&#10;&#10;AI-generated content may be incorrect.">
              <a:extLst>
                <a:ext uri="{FF2B5EF4-FFF2-40B4-BE49-F238E27FC236}">
                  <a16:creationId xmlns:a16="http://schemas.microsoft.com/office/drawing/2014/main" id="{D97CA482-5982-46B2-AA27-A0D604640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BEBA8EAE-BF5A-486C-A8C5-ECC9F3942E4B}">
                  <a14:imgProps xmlns:a14="http://schemas.microsoft.com/office/drawing/2010/main">
                    <a14:imgLayer r:embed="rId37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802843" y="6073278"/>
              <a:ext cx="543315" cy="204648"/>
            </a:xfrm>
            <a:prstGeom prst="rect">
              <a:avLst/>
            </a:prstGeom>
          </p:spPr>
        </p:pic>
        <p:pic>
          <p:nvPicPr>
            <p:cNvPr id="453" name="logo-bv">
              <a:extLst>
                <a:ext uri="{FF2B5EF4-FFF2-40B4-BE49-F238E27FC236}">
                  <a16:creationId xmlns:a16="http://schemas.microsoft.com/office/drawing/2014/main" id="{BD5D4C3B-3586-76FE-FF43-DD70C72125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8402791" y="6091482"/>
              <a:ext cx="264428" cy="2052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59" name="Picture 8">
            <a:extLst>
              <a:ext uri="{FF2B5EF4-FFF2-40B4-BE49-F238E27FC236}">
                <a16:creationId xmlns:a16="http://schemas.microsoft.com/office/drawing/2014/main" id="{8A4EA67A-F74C-2EC3-1C36-D25BE90DDED7}"/>
              </a:ext>
            </a:extLst>
          </p:cNvPr>
          <p:cNvSpPr/>
          <p:nvPr/>
        </p:nvSpPr>
        <p:spPr>
          <a:xfrm>
            <a:off x="289753" y="372740"/>
            <a:ext cx="1395827" cy="474028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849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cxnSp>
        <p:nvCxnSpPr>
          <p:cNvPr id="461" name="Straight Connector 460">
            <a:extLst>
              <a:ext uri="{FF2B5EF4-FFF2-40B4-BE49-F238E27FC236}">
                <a16:creationId xmlns:a16="http://schemas.microsoft.com/office/drawing/2014/main" id="{32ABBC33-E213-2D46-8BEE-E2308EDBB0F1}"/>
              </a:ext>
            </a:extLst>
          </p:cNvPr>
          <p:cNvCxnSpPr>
            <a:cxnSpLocks/>
          </p:cNvCxnSpPr>
          <p:nvPr/>
        </p:nvCxnSpPr>
        <p:spPr>
          <a:xfrm>
            <a:off x="1913148" y="609754"/>
            <a:ext cx="325677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4963299D-336D-B75C-C33B-556D23326DA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41578" y="394311"/>
            <a:ext cx="6396549" cy="430887"/>
          </a:xfrm>
        </p:spPr>
        <p:txBody>
          <a:bodyPr/>
          <a:lstStyle/>
          <a:p>
            <a:r>
              <a:rPr lang="pt-BR" sz="1400"/>
              <a:t>Nossa liderança combina mais +200 anos de experiência em investimentos </a:t>
            </a:r>
            <a:br>
              <a:rPr lang="pt-BR" sz="1400"/>
            </a:br>
            <a:r>
              <a:rPr lang="pt-BR" sz="1400"/>
              <a:t>com um sólido histórico de atuação em verticais de investimento.</a:t>
            </a:r>
          </a:p>
          <a:p>
            <a:endParaRPr lang="pt-BR" sz="140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C6C994E-07DC-9E36-D7E8-8E9C05A65DE3}"/>
              </a:ext>
            </a:extLst>
          </p:cNvPr>
          <p:cNvGrpSpPr/>
          <p:nvPr/>
        </p:nvGrpSpPr>
        <p:grpSpPr>
          <a:xfrm>
            <a:off x="326068" y="2966039"/>
            <a:ext cx="3701568" cy="1667129"/>
            <a:chOff x="4230886" y="1137756"/>
            <a:chExt cx="3701568" cy="1667129"/>
          </a:xfrm>
        </p:grpSpPr>
        <p:pic>
          <p:nvPicPr>
            <p:cNvPr id="7" name="Picture 32">
              <a:extLst>
                <a:ext uri="{FF2B5EF4-FFF2-40B4-BE49-F238E27FC236}">
                  <a16:creationId xmlns:a16="http://schemas.microsoft.com/office/drawing/2014/main" id="{4DE616DA-F65D-D310-BFA8-2FD95C669FE2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38"/>
            <a:srcRect l="15143" r="15143"/>
            <a:stretch>
              <a:fillRect/>
            </a:stretch>
          </p:blipFill>
          <p:spPr>
            <a:xfrm>
              <a:off x="4230886" y="1137756"/>
              <a:ext cx="770935" cy="770935"/>
            </a:xfrm>
            <a:prstGeom prst="rect">
              <a:avLst/>
            </a:prstGeom>
            <a:ln>
              <a:noFill/>
            </a:ln>
            <a:effectLst/>
          </p:spPr>
        </p:pic>
        <p:sp>
          <p:nvSpPr>
            <p:cNvPr id="8" name="chris-egan-bio">
              <a:extLst>
                <a:ext uri="{FF2B5EF4-FFF2-40B4-BE49-F238E27FC236}">
                  <a16:creationId xmlns:a16="http://schemas.microsoft.com/office/drawing/2014/main" id="{3C3BB19D-5C1D-0065-C19C-9B78851C0212}"/>
                </a:ext>
              </a:extLst>
            </p:cNvPr>
            <p:cNvSpPr txBox="1"/>
            <p:nvPr/>
          </p:nvSpPr>
          <p:spPr>
            <a:xfrm>
              <a:off x="6100220" y="1351889"/>
              <a:ext cx="1701871" cy="61555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 mais de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20 anos de experiência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em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private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equity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e energia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com passagem por BTG Pactual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e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Latin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</a:t>
              </a: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America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 Power.</a:t>
              </a:r>
            </a:p>
          </p:txBody>
        </p:sp>
        <p:sp>
          <p:nvSpPr>
            <p:cNvPr id="10" name="object 17">
              <a:extLst>
                <a:ext uri="{FF2B5EF4-FFF2-40B4-BE49-F238E27FC236}">
                  <a16:creationId xmlns:a16="http://schemas.microsoft.com/office/drawing/2014/main" id="{60ACCCCA-680B-3411-0EFF-5EBAC3099231}"/>
                </a:ext>
              </a:extLst>
            </p:cNvPr>
            <p:cNvSpPr txBox="1"/>
            <p:nvPr/>
          </p:nvSpPr>
          <p:spPr>
            <a:xfrm>
              <a:off x="4230886" y="1137800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82404" rIns="0" bIns="0" rtlCol="0">
              <a:noAutofit/>
            </a:bodyPr>
            <a:lstStyle/>
            <a:p>
              <a:pPr marL="102042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649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11" name="object 13">
              <a:extLst>
                <a:ext uri="{FF2B5EF4-FFF2-40B4-BE49-F238E27FC236}">
                  <a16:creationId xmlns:a16="http://schemas.microsoft.com/office/drawing/2014/main" id="{590934A3-BA83-0813-8F25-6FD5E7ADD07B}"/>
                </a:ext>
              </a:extLst>
            </p:cNvPr>
            <p:cNvSpPr txBox="1"/>
            <p:nvPr/>
          </p:nvSpPr>
          <p:spPr>
            <a:xfrm>
              <a:off x="5079114" y="1352461"/>
              <a:ext cx="909759" cy="35394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Bruno </a:t>
              </a:r>
              <a:b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</a:b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Franco</a:t>
              </a:r>
            </a:p>
          </p:txBody>
        </p:sp>
        <p:sp>
          <p:nvSpPr>
            <p:cNvPr id="12" name="object 31">
              <a:extLst>
                <a:ext uri="{FF2B5EF4-FFF2-40B4-BE49-F238E27FC236}">
                  <a16:creationId xmlns:a16="http://schemas.microsoft.com/office/drawing/2014/main" id="{628539E8-275B-3353-C037-9174C2512303}"/>
                </a:ext>
              </a:extLst>
            </p:cNvPr>
            <p:cNvSpPr/>
            <p:nvPr/>
          </p:nvSpPr>
          <p:spPr>
            <a:xfrm flipV="1">
              <a:off x="5079114" y="1692948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19" name="chris-egan-titulo">
              <a:extLst>
                <a:ext uri="{FF2B5EF4-FFF2-40B4-BE49-F238E27FC236}">
                  <a16:creationId xmlns:a16="http://schemas.microsoft.com/office/drawing/2014/main" id="{EED83993-3DA9-FD92-A240-6D1B406B3CA7}"/>
                </a:ext>
              </a:extLst>
            </p:cNvPr>
            <p:cNvSpPr txBox="1"/>
            <p:nvPr/>
          </p:nvSpPr>
          <p:spPr>
            <a:xfrm>
              <a:off x="5079114" y="1963557"/>
              <a:ext cx="909759" cy="107273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697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ENERGIA &amp; INFRA</a:t>
              </a:r>
            </a:p>
          </p:txBody>
        </p:sp>
        <p:sp>
          <p:nvSpPr>
            <p:cNvPr id="20" name="rodrigo-freire-experiencia">
              <a:extLst>
                <a:ext uri="{FF2B5EF4-FFF2-40B4-BE49-F238E27FC236}">
                  <a16:creationId xmlns:a16="http://schemas.microsoft.com/office/drawing/2014/main" id="{2FE5238F-355E-999F-6067-2112EBF0EB12}"/>
                </a:ext>
              </a:extLst>
            </p:cNvPr>
            <p:cNvSpPr txBox="1"/>
            <p:nvPr/>
          </p:nvSpPr>
          <p:spPr>
            <a:xfrm>
              <a:off x="4230886" y="2290701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44000" tIns="0" rIns="72000" bIns="0" rtlCol="0" anchor="ctr" anchorCtr="0">
              <a:noAutofit/>
            </a:bodyPr>
            <a:lstStyle/>
            <a:p>
              <a:pPr marL="0" marR="254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pic>
          <p:nvPicPr>
            <p:cNvPr id="21" name="Picture 4" descr="LAP Latin America Power - Wikipedia, la enciclopedia libre">
              <a:extLst>
                <a:ext uri="{FF2B5EF4-FFF2-40B4-BE49-F238E27FC236}">
                  <a16:creationId xmlns:a16="http://schemas.microsoft.com/office/drawing/2014/main" id="{AAD262F8-B2C2-CC6E-CF4A-D50050EAC4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9">
              <a:clrChange>
                <a:clrFrom>
                  <a:srgbClr val="FEFFFD"/>
                </a:clrFrom>
                <a:clrTo>
                  <a:srgbClr val="FEFFFD">
                    <a:alpha val="0"/>
                  </a:srgbClr>
                </a:clrTo>
              </a:clrChange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5449" y="2521014"/>
              <a:ext cx="326852" cy="1396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1059" descr="A blue and black logo&#10;&#10;Description automatically generated">
              <a:extLst>
                <a:ext uri="{FF2B5EF4-FFF2-40B4-BE49-F238E27FC236}">
                  <a16:creationId xmlns:a16="http://schemas.microsoft.com/office/drawing/2014/main" id="{AF252FBE-4EE5-CF9E-74E2-52D225D92A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BEBA8EAE-BF5A-486C-A8C5-ECC9F3942E4B}">
                  <a14:imgProps xmlns:a14="http://schemas.microsoft.com/office/drawing/2010/main">
                    <a14:imgLayer r:embed="rId4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35204" y="2468697"/>
              <a:ext cx="508827" cy="200650"/>
            </a:xfrm>
            <a:prstGeom prst="rect">
              <a:avLst/>
            </a:prstGeom>
          </p:spPr>
        </p:pic>
        <p:pic>
          <p:nvPicPr>
            <p:cNvPr id="23" name="Picture 4" descr="Identidade visual – Universidade Federal do Rio de Janeiro">
              <a:extLst>
                <a:ext uri="{FF2B5EF4-FFF2-40B4-BE49-F238E27FC236}">
                  <a16:creationId xmlns:a16="http://schemas.microsoft.com/office/drawing/2014/main" id="{C62D34E8-B820-2741-9EDE-4C3F678D75B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2">
              <a:extLst>
                <a:ext uri="{BEBA8EAE-BF5A-486C-A8C5-ECC9F3942E4B}">
                  <a14:imgProps xmlns:a14="http://schemas.microsoft.com/office/drawing/2010/main">
                    <a14:imgLayer r:embed="rId4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580" b="11580"/>
            <a:stretch/>
          </p:blipFill>
          <p:spPr bwMode="auto">
            <a:xfrm>
              <a:off x="5312050" y="2464131"/>
              <a:ext cx="562393" cy="2097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BDF14C9-70E3-E32D-D8B4-55A42B796300}"/>
              </a:ext>
            </a:extLst>
          </p:cNvPr>
          <p:cNvGrpSpPr/>
          <p:nvPr/>
        </p:nvGrpSpPr>
        <p:grpSpPr>
          <a:xfrm>
            <a:off x="8160433" y="2963746"/>
            <a:ext cx="3701568" cy="1668820"/>
            <a:chOff x="310708" y="2964326"/>
            <a:chExt cx="3701568" cy="1668820"/>
          </a:xfrm>
        </p:grpSpPr>
        <p:pic>
          <p:nvPicPr>
            <p:cNvPr id="13" name="enrico-trotta-foto">
              <a:extLst>
                <a:ext uri="{FF2B5EF4-FFF2-40B4-BE49-F238E27FC236}">
                  <a16:creationId xmlns:a16="http://schemas.microsoft.com/office/drawing/2014/main" id="{59F3F738-F604-F4D1-1F14-159B4408853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44"/>
            <a:srcRect l="15144" r="15144"/>
            <a:stretch/>
          </p:blipFill>
          <p:spPr>
            <a:xfrm>
              <a:off x="310708" y="2964326"/>
              <a:ext cx="775554" cy="775554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BBC2246-D793-CBE2-26A9-DB4AF5258E4C}"/>
                </a:ext>
              </a:extLst>
            </p:cNvPr>
            <p:cNvGrpSpPr/>
            <p:nvPr/>
          </p:nvGrpSpPr>
          <p:grpSpPr>
            <a:xfrm>
              <a:off x="310708" y="2966061"/>
              <a:ext cx="3701568" cy="1667085"/>
              <a:chOff x="310708" y="1150504"/>
              <a:chExt cx="3701568" cy="1667085"/>
            </a:xfrm>
          </p:grpSpPr>
          <p:sp>
            <p:nvSpPr>
              <p:cNvPr id="61" name="chris-egan-bio">
                <a:extLst>
                  <a:ext uri="{FF2B5EF4-FFF2-40B4-BE49-F238E27FC236}">
                    <a16:creationId xmlns:a16="http://schemas.microsoft.com/office/drawing/2014/main" id="{6BEA6DB3-8378-8A35-C3D1-4CA35B60C968}"/>
                  </a:ext>
                </a:extLst>
              </p:cNvPr>
              <p:cNvSpPr txBox="1"/>
              <p:nvPr/>
            </p:nvSpPr>
            <p:spPr>
              <a:xfrm>
                <a:off x="2180042" y="1364593"/>
                <a:ext cx="1699231" cy="1036181"/>
              </a:xfrm>
              <a:prstGeom prst="rect">
                <a:avLst/>
              </a:prstGeom>
            </p:spPr>
            <p:txBody>
              <a:bodyPr vert="horz" wrap="square" lIns="0" tIns="0" rIns="0" bIns="0" rtlCol="0">
                <a:spAutoFit/>
              </a:bodyPr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2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+ de 15 anos em Mercado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de Capitais, participando em </a:t>
                </a:r>
                <a:b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</a:b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mais de 50 </a:t>
                </a:r>
                <a:r>
                  <a:rPr kumimoji="0" lang="pt-B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IPOs</a:t>
                </a: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 e follow-ons durante os 12 anos de </a:t>
                </a:r>
                <a:r>
                  <a:rPr kumimoji="0" lang="pt-B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Equity</a:t>
                </a: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 </a:t>
                </a:r>
                <a:r>
                  <a:rPr kumimoji="0" lang="pt-B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Research</a:t>
                </a: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 no Itaú BBA, onde cobriu os setores Imobiliário e Tecnologia.  </a:t>
                </a:r>
              </a:p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20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rPr>
                  <a:t>Anteriormente, trabalhou com venture capital e consultoria.</a:t>
                </a:r>
              </a:p>
            </p:txBody>
          </p:sp>
          <p:sp>
            <p:nvSpPr>
              <p:cNvPr id="62" name="object 17">
                <a:extLst>
                  <a:ext uri="{FF2B5EF4-FFF2-40B4-BE49-F238E27FC236}">
                    <a16:creationId xmlns:a16="http://schemas.microsoft.com/office/drawing/2014/main" id="{51F193BA-5DA8-432E-1E22-B7127A146894}"/>
                  </a:ext>
                </a:extLst>
              </p:cNvPr>
              <p:cNvSpPr txBox="1"/>
              <p:nvPr/>
            </p:nvSpPr>
            <p:spPr>
              <a:xfrm>
                <a:off x="310708" y="1150504"/>
                <a:ext cx="3701568" cy="1667085"/>
              </a:xfrm>
              <a:prstGeom prst="rect">
                <a:avLst/>
              </a:prstGeom>
              <a:ln w="1047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txBody>
              <a:bodyPr vert="horz" wrap="square" lIns="0" tIns="82404" rIns="0" bIns="0" rtlCol="0">
                <a:noAutofit/>
              </a:bodyPr>
              <a:lstStyle/>
              <a:p>
                <a:pPr marL="102042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649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endParaRPr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55869811-BFAB-33EF-E68D-48F8CB6BF7CA}"/>
                  </a:ext>
                </a:extLst>
              </p:cNvPr>
              <p:cNvGrpSpPr/>
              <p:nvPr/>
            </p:nvGrpSpPr>
            <p:grpSpPr>
              <a:xfrm>
                <a:off x="1158936" y="1365165"/>
                <a:ext cx="1107252" cy="817890"/>
                <a:chOff x="1166158" y="1365165"/>
                <a:chExt cx="1107252" cy="817890"/>
              </a:xfrm>
            </p:grpSpPr>
            <p:sp>
              <p:nvSpPr>
                <p:cNvPr id="456" name="object 13">
                  <a:extLst>
                    <a:ext uri="{FF2B5EF4-FFF2-40B4-BE49-F238E27FC236}">
                      <a16:creationId xmlns:a16="http://schemas.microsoft.com/office/drawing/2014/main" id="{2488E4D4-E0DC-E11C-9C0C-D7E10CA16517}"/>
                    </a:ext>
                  </a:extLst>
                </p:cNvPr>
                <p:cNvSpPr txBox="1"/>
                <p:nvPr/>
              </p:nvSpPr>
              <p:spPr>
                <a:xfrm>
                  <a:off x="1166158" y="1365165"/>
                  <a:ext cx="1107252" cy="353943"/>
                </a:xfrm>
                <a:prstGeom prst="rect">
                  <a:avLst/>
                </a:prstGeom>
              </p:spPr>
              <p:txBody>
                <a:bodyPr vert="horz" wrap="square" lIns="0" tIns="0" rIns="0" bIns="0" rtlCol="0" anchor="ctr" anchorCtr="0">
                  <a:spAutoFit/>
                </a:bodyPr>
                <a:lstStyle/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115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Enrico </a:t>
                  </a:r>
                  <a:br>
                    <a:rPr kumimoji="0" lang="en-US" sz="115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</a:br>
                  <a:r>
                    <a:rPr kumimoji="0" lang="en-US" sz="115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ea typeface="+mn-ea"/>
                      <a:cs typeface="Versos"/>
                      <a:sym typeface="Arial"/>
                    </a:rPr>
                    <a:t>Trotta</a:t>
                  </a:r>
                </a:p>
              </p:txBody>
            </p:sp>
            <p:sp>
              <p:nvSpPr>
                <p:cNvPr id="457" name="object 31">
                  <a:extLst>
                    <a:ext uri="{FF2B5EF4-FFF2-40B4-BE49-F238E27FC236}">
                      <a16:creationId xmlns:a16="http://schemas.microsoft.com/office/drawing/2014/main" id="{47DD10A4-9CD4-2078-BAF6-0FAC0E810C5A}"/>
                    </a:ext>
                  </a:extLst>
                </p:cNvPr>
                <p:cNvSpPr/>
                <p:nvPr/>
              </p:nvSpPr>
              <p:spPr>
                <a:xfrm flipV="1">
                  <a:off x="1166158" y="1705652"/>
                  <a:ext cx="909759" cy="2157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48735">
                      <a:moveTo>
                        <a:pt x="0" y="0"/>
                      </a:moveTo>
                      <a:lnTo>
                        <a:pt x="3848699" y="0"/>
                      </a:lnTo>
                    </a:path>
                  </a:pathLst>
                </a:custGeom>
                <a:ln w="10470">
                  <a:solidFill>
                    <a:schemeClr val="bg1"/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458" name="chris-egan-titulo">
                  <a:extLst>
                    <a:ext uri="{FF2B5EF4-FFF2-40B4-BE49-F238E27FC236}">
                      <a16:creationId xmlns:a16="http://schemas.microsoft.com/office/drawing/2014/main" id="{49EB294E-F54F-A288-5D3C-E8911294CD4A}"/>
                    </a:ext>
                  </a:extLst>
                </p:cNvPr>
                <p:cNvSpPr txBox="1"/>
                <p:nvPr/>
              </p:nvSpPr>
              <p:spPr>
                <a:xfrm>
                  <a:off x="1166158" y="1968509"/>
                  <a:ext cx="921293" cy="214546"/>
                </a:xfrm>
                <a:prstGeom prst="rect">
                  <a:avLst/>
                </a:prstGeom>
              </p:spPr>
              <p:txBody>
                <a:bodyPr vert="horz" wrap="square" lIns="0" tIns="0" rIns="0" bIns="0" rtlCol="0">
                  <a:spAutoFit/>
                </a:bodyPr>
                <a:lstStyle/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  <a:t>DISTRIBUIÇÃO, </a:t>
                  </a:r>
                  <a:b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</a:br>
                  <a:r>
                    <a:rPr kumimoji="0" lang="en-US" sz="697" b="0" i="0" u="none" strike="noStrike" kern="0" cap="none" spc="33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"/>
                      <a:ea typeface="+mn-ea"/>
                      <a:cs typeface="Arial"/>
                      <a:sym typeface="Arial"/>
                    </a:rPr>
                    <a:t>RI &amp; RESEARCH</a:t>
                  </a:r>
                </a:p>
              </p:txBody>
            </p:sp>
          </p:grpSp>
          <p:sp>
            <p:nvSpPr>
              <p:cNvPr id="454" name="rodrigo-freire-experiencia">
                <a:extLst>
                  <a:ext uri="{FF2B5EF4-FFF2-40B4-BE49-F238E27FC236}">
                    <a16:creationId xmlns:a16="http://schemas.microsoft.com/office/drawing/2014/main" id="{6B6268B4-2BE0-74B4-F32B-3097EB67F581}"/>
                  </a:ext>
                </a:extLst>
              </p:cNvPr>
              <p:cNvSpPr txBox="1"/>
              <p:nvPr/>
            </p:nvSpPr>
            <p:spPr>
              <a:xfrm>
                <a:off x="310708" y="2303405"/>
                <a:ext cx="1757987" cy="514184"/>
              </a:xfrm>
              <a:prstGeom prst="round1Rect">
                <a:avLst>
                  <a:gd name="adj" fmla="val 0"/>
                </a:avLst>
              </a:prstGeom>
              <a:solidFill>
                <a:schemeClr val="tx1">
                  <a:lumMod val="85000"/>
                  <a:lumOff val="15000"/>
                </a:schemeClr>
              </a:solidFill>
            </p:spPr>
            <p:txBody>
              <a:bodyPr vert="horz" wrap="square" lIns="144000" tIns="0" rIns="72000" bIns="0" rtlCol="0" anchor="ctr" anchorCtr="0">
                <a:noAutofit/>
              </a:bodyPr>
              <a:lstStyle/>
              <a:p>
                <a:pPr marL="0" marR="254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1E5968B-06CD-6F62-9497-BC2F9C2CFF3C}"/>
                </a:ext>
              </a:extLst>
            </p:cNvPr>
            <p:cNvGrpSpPr/>
            <p:nvPr/>
          </p:nvGrpSpPr>
          <p:grpSpPr>
            <a:xfrm>
              <a:off x="408341" y="4263883"/>
              <a:ext cx="1550871" cy="205727"/>
              <a:chOff x="470410" y="4263883"/>
              <a:chExt cx="1550871" cy="20572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3E204204-73E8-B471-C193-B200D85AE372}"/>
                  </a:ext>
                </a:extLst>
              </p:cNvPr>
              <p:cNvGrpSpPr/>
              <p:nvPr/>
            </p:nvGrpSpPr>
            <p:grpSpPr>
              <a:xfrm>
                <a:off x="1290232" y="4327728"/>
                <a:ext cx="731049" cy="121844"/>
                <a:chOff x="456030" y="4672370"/>
                <a:chExt cx="851372" cy="141899"/>
              </a:xfrm>
            </p:grpSpPr>
            <p:grpSp>
              <p:nvGrpSpPr>
                <p:cNvPr id="26" name="Graphic 19">
                  <a:extLst>
                    <a:ext uri="{FF2B5EF4-FFF2-40B4-BE49-F238E27FC236}">
                      <a16:creationId xmlns:a16="http://schemas.microsoft.com/office/drawing/2014/main" id="{CBBB64BA-AB13-7483-ABEA-B201A67A01F9}"/>
                    </a:ext>
                  </a:extLst>
                </p:cNvPr>
                <p:cNvGrpSpPr/>
                <p:nvPr/>
              </p:nvGrpSpPr>
              <p:grpSpPr>
                <a:xfrm>
                  <a:off x="654677" y="4694334"/>
                  <a:ext cx="652725" cy="119185"/>
                  <a:chOff x="4883848" y="3158204"/>
                  <a:chExt cx="3517010" cy="642175"/>
                </a:xfrm>
                <a:solidFill>
                  <a:sysClr val="window" lastClr="FFFFFF"/>
                </a:solidFill>
              </p:grpSpPr>
              <p:sp>
                <p:nvSpPr>
                  <p:cNvPr id="49" name="Freeform: Shape 44">
                    <a:extLst>
                      <a:ext uri="{FF2B5EF4-FFF2-40B4-BE49-F238E27FC236}">
                        <a16:creationId xmlns:a16="http://schemas.microsoft.com/office/drawing/2014/main" id="{F800CD2A-0DE1-230D-42E6-2002B6BB47F3}"/>
                      </a:ext>
                    </a:extLst>
                  </p:cNvPr>
                  <p:cNvSpPr/>
                  <p:nvPr/>
                </p:nvSpPr>
                <p:spPr>
                  <a:xfrm>
                    <a:off x="4883848" y="3158204"/>
                    <a:ext cx="178403" cy="531971"/>
                  </a:xfrm>
                  <a:custGeom>
                    <a:avLst/>
                    <a:gdLst>
                      <a:gd name="connsiteX0" fmla="*/ 0 w 178403"/>
                      <a:gd name="connsiteY0" fmla="*/ 484918 h 531971"/>
                      <a:gd name="connsiteX1" fmla="*/ 47815 w 178403"/>
                      <a:gd name="connsiteY1" fmla="*/ 484918 h 531971"/>
                      <a:gd name="connsiteX2" fmla="*/ 47815 w 178403"/>
                      <a:gd name="connsiteY2" fmla="*/ 48578 h 531971"/>
                      <a:gd name="connsiteX3" fmla="*/ 0 w 178403"/>
                      <a:gd name="connsiteY3" fmla="*/ 48578 h 531971"/>
                      <a:gd name="connsiteX4" fmla="*/ 0 w 178403"/>
                      <a:gd name="connsiteY4" fmla="*/ 0 h 531971"/>
                      <a:gd name="connsiteX5" fmla="*/ 178403 w 178403"/>
                      <a:gd name="connsiteY5" fmla="*/ 0 h 531971"/>
                      <a:gd name="connsiteX6" fmla="*/ 178403 w 178403"/>
                      <a:gd name="connsiteY6" fmla="*/ 48578 h 531971"/>
                      <a:gd name="connsiteX7" fmla="*/ 128206 w 178403"/>
                      <a:gd name="connsiteY7" fmla="*/ 48578 h 531971"/>
                      <a:gd name="connsiteX8" fmla="*/ 128206 w 178403"/>
                      <a:gd name="connsiteY8" fmla="*/ 484918 h 531971"/>
                      <a:gd name="connsiteX9" fmla="*/ 178403 w 178403"/>
                      <a:gd name="connsiteY9" fmla="*/ 484918 h 531971"/>
                      <a:gd name="connsiteX10" fmla="*/ 178403 w 178403"/>
                      <a:gd name="connsiteY10" fmla="*/ 531971 h 531971"/>
                      <a:gd name="connsiteX11" fmla="*/ 0 w 178403"/>
                      <a:gd name="connsiteY11" fmla="*/ 531971 h 531971"/>
                      <a:gd name="connsiteX12" fmla="*/ 0 w 178403"/>
                      <a:gd name="connsiteY12" fmla="*/ 484918 h 531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78403" h="531971">
                        <a:moveTo>
                          <a:pt x="0" y="484918"/>
                        </a:moveTo>
                        <a:lnTo>
                          <a:pt x="47815" y="484918"/>
                        </a:lnTo>
                        <a:lnTo>
                          <a:pt x="47815" y="48578"/>
                        </a:lnTo>
                        <a:lnTo>
                          <a:pt x="0" y="48578"/>
                        </a:lnTo>
                        <a:lnTo>
                          <a:pt x="0" y="0"/>
                        </a:lnTo>
                        <a:lnTo>
                          <a:pt x="178403" y="0"/>
                        </a:lnTo>
                        <a:lnTo>
                          <a:pt x="178403" y="48578"/>
                        </a:lnTo>
                        <a:lnTo>
                          <a:pt x="128206" y="48578"/>
                        </a:lnTo>
                        <a:lnTo>
                          <a:pt x="128206" y="484918"/>
                        </a:lnTo>
                        <a:lnTo>
                          <a:pt x="178403" y="484918"/>
                        </a:lnTo>
                        <a:lnTo>
                          <a:pt x="178403" y="531971"/>
                        </a:lnTo>
                        <a:lnTo>
                          <a:pt x="0" y="531971"/>
                        </a:lnTo>
                        <a:lnTo>
                          <a:pt x="0" y="48491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1" name="Freeform: Shape 45">
                    <a:extLst>
                      <a:ext uri="{FF2B5EF4-FFF2-40B4-BE49-F238E27FC236}">
                        <a16:creationId xmlns:a16="http://schemas.microsoft.com/office/drawing/2014/main" id="{931EFF18-0D89-B327-C717-4F1848A387F2}"/>
                      </a:ext>
                    </a:extLst>
                  </p:cNvPr>
                  <p:cNvSpPr/>
                  <p:nvPr/>
                </p:nvSpPr>
                <p:spPr>
                  <a:xfrm>
                    <a:off x="5178075" y="3301650"/>
                    <a:ext cx="277558" cy="388715"/>
                  </a:xfrm>
                  <a:custGeom>
                    <a:avLst/>
                    <a:gdLst>
                      <a:gd name="connsiteX0" fmla="*/ 0 w 277558"/>
                      <a:gd name="connsiteY0" fmla="*/ 24098 h 388715"/>
                      <a:gd name="connsiteX1" fmla="*/ 63341 w 277558"/>
                      <a:gd name="connsiteY1" fmla="*/ 0 h 388715"/>
                      <a:gd name="connsiteX2" fmla="*/ 63341 w 277558"/>
                      <a:gd name="connsiteY2" fmla="*/ 74009 h 388715"/>
                      <a:gd name="connsiteX3" fmla="*/ 69723 w 277558"/>
                      <a:gd name="connsiteY3" fmla="*/ 81343 h 388715"/>
                      <a:gd name="connsiteX4" fmla="*/ 82772 w 277558"/>
                      <a:gd name="connsiteY4" fmla="*/ 71056 h 388715"/>
                      <a:gd name="connsiteX5" fmla="*/ 98298 w 277558"/>
                      <a:gd name="connsiteY5" fmla="*/ 51625 h 388715"/>
                      <a:gd name="connsiteX6" fmla="*/ 195453 w 277558"/>
                      <a:gd name="connsiteY6" fmla="*/ 2953 h 388715"/>
                      <a:gd name="connsiteX7" fmla="*/ 248126 w 277558"/>
                      <a:gd name="connsiteY7" fmla="*/ 17526 h 388715"/>
                      <a:gd name="connsiteX8" fmla="*/ 277559 w 277558"/>
                      <a:gd name="connsiteY8" fmla="*/ 99441 h 388715"/>
                      <a:gd name="connsiteX9" fmla="*/ 277559 w 277558"/>
                      <a:gd name="connsiteY9" fmla="*/ 388620 h 388715"/>
                      <a:gd name="connsiteX10" fmla="*/ 209550 w 277558"/>
                      <a:gd name="connsiteY10" fmla="*/ 388620 h 388715"/>
                      <a:gd name="connsiteX11" fmla="*/ 209550 w 277558"/>
                      <a:gd name="connsiteY11" fmla="*/ 100965 h 388715"/>
                      <a:gd name="connsiteX12" fmla="*/ 169354 w 277558"/>
                      <a:gd name="connsiteY12" fmla="*/ 50959 h 388715"/>
                      <a:gd name="connsiteX13" fmla="*/ 99917 w 277558"/>
                      <a:gd name="connsiteY13" fmla="*/ 91535 h 388715"/>
                      <a:gd name="connsiteX14" fmla="*/ 69913 w 277558"/>
                      <a:gd name="connsiteY14" fmla="*/ 132207 h 388715"/>
                      <a:gd name="connsiteX15" fmla="*/ 69913 w 277558"/>
                      <a:gd name="connsiteY15" fmla="*/ 388715 h 388715"/>
                      <a:gd name="connsiteX16" fmla="*/ 286 w 277558"/>
                      <a:gd name="connsiteY16" fmla="*/ 388715 h 388715"/>
                      <a:gd name="connsiteX17" fmla="*/ 286 w 277558"/>
                      <a:gd name="connsiteY17" fmla="*/ 24098 h 3887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77558" h="388715">
                        <a:moveTo>
                          <a:pt x="0" y="24098"/>
                        </a:moveTo>
                        <a:lnTo>
                          <a:pt x="63341" y="0"/>
                        </a:lnTo>
                        <a:lnTo>
                          <a:pt x="63341" y="74009"/>
                        </a:lnTo>
                        <a:cubicBezTo>
                          <a:pt x="63341" y="76867"/>
                          <a:pt x="65722" y="81343"/>
                          <a:pt x="69723" y="81343"/>
                        </a:cubicBezTo>
                        <a:cubicBezTo>
                          <a:pt x="73438" y="81343"/>
                          <a:pt x="78772" y="75438"/>
                          <a:pt x="82772" y="71056"/>
                        </a:cubicBezTo>
                        <a:lnTo>
                          <a:pt x="98298" y="51625"/>
                        </a:lnTo>
                        <a:cubicBezTo>
                          <a:pt x="122110" y="21050"/>
                          <a:pt x="154686" y="2953"/>
                          <a:pt x="195453" y="2953"/>
                        </a:cubicBezTo>
                        <a:cubicBezTo>
                          <a:pt x="214122" y="2953"/>
                          <a:pt x="232696" y="7334"/>
                          <a:pt x="248126" y="17526"/>
                        </a:cubicBezTo>
                        <a:cubicBezTo>
                          <a:pt x="264223" y="27622"/>
                          <a:pt x="277559" y="44482"/>
                          <a:pt x="277559" y="99441"/>
                        </a:cubicBezTo>
                        <a:lnTo>
                          <a:pt x="277559" y="388620"/>
                        </a:lnTo>
                        <a:lnTo>
                          <a:pt x="209550" y="388620"/>
                        </a:lnTo>
                        <a:lnTo>
                          <a:pt x="209550" y="100965"/>
                        </a:lnTo>
                        <a:cubicBezTo>
                          <a:pt x="209550" y="90773"/>
                          <a:pt x="209550" y="50959"/>
                          <a:pt x="169354" y="50959"/>
                        </a:cubicBezTo>
                        <a:cubicBezTo>
                          <a:pt x="132969" y="50959"/>
                          <a:pt x="103727" y="87249"/>
                          <a:pt x="99917" y="91535"/>
                        </a:cubicBezTo>
                        <a:cubicBezTo>
                          <a:pt x="75914" y="121253"/>
                          <a:pt x="69913" y="131445"/>
                          <a:pt x="69913" y="132207"/>
                        </a:cubicBezTo>
                        <a:lnTo>
                          <a:pt x="69913" y="388715"/>
                        </a:lnTo>
                        <a:lnTo>
                          <a:pt x="286" y="388715"/>
                        </a:lnTo>
                        <a:lnTo>
                          <a:pt x="286" y="2409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2" name="Freeform: Shape 46">
                    <a:extLst>
                      <a:ext uri="{FF2B5EF4-FFF2-40B4-BE49-F238E27FC236}">
                        <a16:creationId xmlns:a16="http://schemas.microsoft.com/office/drawing/2014/main" id="{2E90C2A0-B62D-8DD6-2DAB-DEA3C997DDA1}"/>
                      </a:ext>
                    </a:extLst>
                  </p:cNvPr>
                  <p:cNvSpPr/>
                  <p:nvPr/>
                </p:nvSpPr>
                <p:spPr>
                  <a:xfrm>
                    <a:off x="5518689" y="3196685"/>
                    <a:ext cx="228600" cy="500919"/>
                  </a:xfrm>
                  <a:custGeom>
                    <a:avLst/>
                    <a:gdLst>
                      <a:gd name="connsiteX0" fmla="*/ 95 w 228600"/>
                      <a:gd name="connsiteY0" fmla="*/ 144875 h 500919"/>
                      <a:gd name="connsiteX1" fmla="*/ 58103 w 228600"/>
                      <a:gd name="connsiteY1" fmla="*/ 144875 h 500919"/>
                      <a:gd name="connsiteX2" fmla="*/ 58103 w 228600"/>
                      <a:gd name="connsiteY2" fmla="*/ 58579 h 500919"/>
                      <a:gd name="connsiteX3" fmla="*/ 122872 w 228600"/>
                      <a:gd name="connsiteY3" fmla="*/ 0 h 500919"/>
                      <a:gd name="connsiteX4" fmla="*/ 130588 w 228600"/>
                      <a:gd name="connsiteY4" fmla="*/ 0 h 500919"/>
                      <a:gd name="connsiteX5" fmla="*/ 130588 w 228600"/>
                      <a:gd name="connsiteY5" fmla="*/ 144875 h 500919"/>
                      <a:gd name="connsiteX6" fmla="*/ 194691 w 228600"/>
                      <a:gd name="connsiteY6" fmla="*/ 144875 h 500919"/>
                      <a:gd name="connsiteX7" fmla="*/ 194691 w 228600"/>
                      <a:gd name="connsiteY7" fmla="*/ 186309 h 500919"/>
                      <a:gd name="connsiteX8" fmla="*/ 126778 w 228600"/>
                      <a:gd name="connsiteY8" fmla="*/ 186309 h 500919"/>
                      <a:gd name="connsiteX9" fmla="*/ 126778 w 228600"/>
                      <a:gd name="connsiteY9" fmla="*/ 411671 h 500919"/>
                      <a:gd name="connsiteX10" fmla="*/ 160687 w 228600"/>
                      <a:gd name="connsiteY10" fmla="*/ 445865 h 500919"/>
                      <a:gd name="connsiteX11" fmla="*/ 228600 w 228600"/>
                      <a:gd name="connsiteY11" fmla="*/ 424720 h 500919"/>
                      <a:gd name="connsiteX12" fmla="*/ 228600 w 228600"/>
                      <a:gd name="connsiteY12" fmla="*/ 481965 h 500919"/>
                      <a:gd name="connsiteX13" fmla="*/ 149828 w 228600"/>
                      <a:gd name="connsiteY13" fmla="*/ 500920 h 500919"/>
                      <a:gd name="connsiteX14" fmla="*/ 57055 w 228600"/>
                      <a:gd name="connsiteY14" fmla="*/ 419767 h 500919"/>
                      <a:gd name="connsiteX15" fmla="*/ 57055 w 228600"/>
                      <a:gd name="connsiteY15" fmla="*/ 186309 h 500919"/>
                      <a:gd name="connsiteX16" fmla="*/ 0 w 228600"/>
                      <a:gd name="connsiteY16" fmla="*/ 186309 h 500919"/>
                      <a:gd name="connsiteX17" fmla="*/ 0 w 228600"/>
                      <a:gd name="connsiteY17" fmla="*/ 144875 h 5009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28600" h="500919">
                        <a:moveTo>
                          <a:pt x="95" y="144875"/>
                        </a:moveTo>
                        <a:lnTo>
                          <a:pt x="58103" y="144875"/>
                        </a:lnTo>
                        <a:lnTo>
                          <a:pt x="58103" y="58579"/>
                        </a:lnTo>
                        <a:lnTo>
                          <a:pt x="122872" y="0"/>
                        </a:lnTo>
                        <a:lnTo>
                          <a:pt x="130588" y="0"/>
                        </a:lnTo>
                        <a:lnTo>
                          <a:pt x="130588" y="144875"/>
                        </a:lnTo>
                        <a:lnTo>
                          <a:pt x="194691" y="144875"/>
                        </a:lnTo>
                        <a:lnTo>
                          <a:pt x="194691" y="186309"/>
                        </a:lnTo>
                        <a:lnTo>
                          <a:pt x="126778" y="186309"/>
                        </a:lnTo>
                        <a:lnTo>
                          <a:pt x="126778" y="411671"/>
                        </a:lnTo>
                        <a:cubicBezTo>
                          <a:pt x="126778" y="418909"/>
                          <a:pt x="126778" y="445865"/>
                          <a:pt x="160687" y="445865"/>
                        </a:cubicBezTo>
                        <a:cubicBezTo>
                          <a:pt x="183737" y="445865"/>
                          <a:pt x="209264" y="434150"/>
                          <a:pt x="228600" y="424720"/>
                        </a:cubicBezTo>
                        <a:lnTo>
                          <a:pt x="228600" y="481965"/>
                        </a:lnTo>
                        <a:cubicBezTo>
                          <a:pt x="207740" y="492823"/>
                          <a:pt x="172974" y="500920"/>
                          <a:pt x="149828" y="500920"/>
                        </a:cubicBezTo>
                        <a:cubicBezTo>
                          <a:pt x="131254" y="500920"/>
                          <a:pt x="57055" y="495014"/>
                          <a:pt x="57055" y="419767"/>
                        </a:cubicBezTo>
                        <a:lnTo>
                          <a:pt x="57055" y="186309"/>
                        </a:lnTo>
                        <a:lnTo>
                          <a:pt x="0" y="186309"/>
                        </a:lnTo>
                        <a:lnTo>
                          <a:pt x="0" y="14487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3" name="Freeform: Shape 47">
                    <a:extLst>
                      <a:ext uri="{FF2B5EF4-FFF2-40B4-BE49-F238E27FC236}">
                        <a16:creationId xmlns:a16="http://schemas.microsoft.com/office/drawing/2014/main" id="{5BFB07F0-5AF9-CA47-3C85-D35E5F442B0B}"/>
                      </a:ext>
                    </a:extLst>
                  </p:cNvPr>
                  <p:cNvSpPr/>
                  <p:nvPr/>
                </p:nvSpPr>
                <p:spPr>
                  <a:xfrm>
                    <a:off x="5799200" y="3302412"/>
                    <a:ext cx="310419" cy="397287"/>
                  </a:xfrm>
                  <a:custGeom>
                    <a:avLst/>
                    <a:gdLst>
                      <a:gd name="connsiteX0" fmla="*/ 310420 w 310419"/>
                      <a:gd name="connsiteY0" fmla="*/ 205073 h 397287"/>
                      <a:gd name="connsiteX1" fmla="*/ 71057 w 310419"/>
                      <a:gd name="connsiteY1" fmla="*/ 205073 h 397287"/>
                      <a:gd name="connsiteX2" fmla="*/ 168307 w 310419"/>
                      <a:gd name="connsiteY2" fmla="*/ 346519 h 397287"/>
                      <a:gd name="connsiteX3" fmla="*/ 250222 w 310419"/>
                      <a:gd name="connsiteY3" fmla="*/ 314516 h 397287"/>
                      <a:gd name="connsiteX4" fmla="*/ 290417 w 310419"/>
                      <a:gd name="connsiteY4" fmla="*/ 349377 h 397287"/>
                      <a:gd name="connsiteX5" fmla="*/ 158972 w 310419"/>
                      <a:gd name="connsiteY5" fmla="*/ 397288 h 397287"/>
                      <a:gd name="connsiteX6" fmla="*/ 0 w 310419"/>
                      <a:gd name="connsiteY6" fmla="*/ 208788 h 397287"/>
                      <a:gd name="connsiteX7" fmla="*/ 158401 w 310419"/>
                      <a:gd name="connsiteY7" fmla="*/ 0 h 397287"/>
                      <a:gd name="connsiteX8" fmla="*/ 309753 w 310419"/>
                      <a:gd name="connsiteY8" fmla="*/ 170402 h 397287"/>
                      <a:gd name="connsiteX9" fmla="*/ 310420 w 310419"/>
                      <a:gd name="connsiteY9" fmla="*/ 205073 h 397287"/>
                      <a:gd name="connsiteX10" fmla="*/ 240887 w 310419"/>
                      <a:gd name="connsiteY10" fmla="*/ 160973 h 397287"/>
                      <a:gd name="connsiteX11" fmla="*/ 159925 w 310419"/>
                      <a:gd name="connsiteY11" fmla="*/ 47054 h 397287"/>
                      <a:gd name="connsiteX12" fmla="*/ 87154 w 310419"/>
                      <a:gd name="connsiteY12" fmla="*/ 94869 h 397287"/>
                      <a:gd name="connsiteX13" fmla="*/ 73152 w 310419"/>
                      <a:gd name="connsiteY13" fmla="*/ 160877 h 397287"/>
                      <a:gd name="connsiteX14" fmla="*/ 240887 w 310419"/>
                      <a:gd name="connsiteY14" fmla="*/ 160877 h 3972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</a:cxnLst>
                    <a:rect l="l" t="t" r="r" b="b"/>
                    <a:pathLst>
                      <a:path w="310419" h="397287">
                        <a:moveTo>
                          <a:pt x="310420" y="205073"/>
                        </a:moveTo>
                        <a:lnTo>
                          <a:pt x="71057" y="205073"/>
                        </a:lnTo>
                        <a:cubicBezTo>
                          <a:pt x="70295" y="289846"/>
                          <a:pt x="96583" y="346519"/>
                          <a:pt x="168307" y="346519"/>
                        </a:cubicBezTo>
                        <a:cubicBezTo>
                          <a:pt x="215456" y="346519"/>
                          <a:pt x="237744" y="325469"/>
                          <a:pt x="250222" y="314516"/>
                        </a:cubicBezTo>
                        <a:lnTo>
                          <a:pt x="290417" y="349377"/>
                        </a:lnTo>
                        <a:cubicBezTo>
                          <a:pt x="264223" y="371189"/>
                          <a:pt x="232505" y="397288"/>
                          <a:pt x="158972" y="397288"/>
                        </a:cubicBezTo>
                        <a:cubicBezTo>
                          <a:pt x="65627" y="397288"/>
                          <a:pt x="0" y="327660"/>
                          <a:pt x="0" y="208788"/>
                        </a:cubicBezTo>
                        <a:cubicBezTo>
                          <a:pt x="0" y="16097"/>
                          <a:pt x="122111" y="0"/>
                          <a:pt x="158401" y="0"/>
                        </a:cubicBezTo>
                        <a:cubicBezTo>
                          <a:pt x="255651" y="0"/>
                          <a:pt x="307372" y="77533"/>
                          <a:pt x="309753" y="170402"/>
                        </a:cubicBezTo>
                        <a:lnTo>
                          <a:pt x="310420" y="205073"/>
                        </a:lnTo>
                        <a:close/>
                        <a:moveTo>
                          <a:pt x="240887" y="160973"/>
                        </a:moveTo>
                        <a:cubicBezTo>
                          <a:pt x="240887" y="95726"/>
                          <a:pt x="214694" y="47054"/>
                          <a:pt x="159925" y="47054"/>
                        </a:cubicBezTo>
                        <a:cubicBezTo>
                          <a:pt x="126587" y="47054"/>
                          <a:pt x="100394" y="65913"/>
                          <a:pt x="87154" y="94869"/>
                        </a:cubicBezTo>
                        <a:cubicBezTo>
                          <a:pt x="74771" y="122396"/>
                          <a:pt x="73914" y="147733"/>
                          <a:pt x="73152" y="160877"/>
                        </a:cubicBezTo>
                        <a:lnTo>
                          <a:pt x="240887" y="160877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4" name="Freeform: Shape 48">
                    <a:extLst>
                      <a:ext uri="{FF2B5EF4-FFF2-40B4-BE49-F238E27FC236}">
                        <a16:creationId xmlns:a16="http://schemas.microsoft.com/office/drawing/2014/main" id="{4973FC47-8C1B-0D67-8A4C-042A5B687AE5}"/>
                      </a:ext>
                    </a:extLst>
                  </p:cNvPr>
                  <p:cNvSpPr/>
                  <p:nvPr/>
                </p:nvSpPr>
                <p:spPr>
                  <a:xfrm>
                    <a:off x="6179914" y="3302508"/>
                    <a:ext cx="305942" cy="497871"/>
                  </a:xfrm>
                  <a:custGeom>
                    <a:avLst/>
                    <a:gdLst>
                      <a:gd name="connsiteX0" fmla="*/ 250317 w 305942"/>
                      <a:gd name="connsiteY0" fmla="*/ 7239 h 497871"/>
                      <a:gd name="connsiteX1" fmla="*/ 305943 w 305942"/>
                      <a:gd name="connsiteY1" fmla="*/ 7239 h 497871"/>
                      <a:gd name="connsiteX2" fmla="*/ 305943 w 305942"/>
                      <a:gd name="connsiteY2" fmla="*/ 348615 h 497871"/>
                      <a:gd name="connsiteX3" fmla="*/ 296704 w 305942"/>
                      <a:gd name="connsiteY3" fmla="*/ 412432 h 497871"/>
                      <a:gd name="connsiteX4" fmla="*/ 229457 w 305942"/>
                      <a:gd name="connsiteY4" fmla="*/ 481298 h 497871"/>
                      <a:gd name="connsiteX5" fmla="*/ 139922 w 305942"/>
                      <a:gd name="connsiteY5" fmla="*/ 497872 h 497871"/>
                      <a:gd name="connsiteX6" fmla="*/ 44958 w 305942"/>
                      <a:gd name="connsiteY6" fmla="*/ 486346 h 497871"/>
                      <a:gd name="connsiteX7" fmla="*/ 44958 w 305942"/>
                      <a:gd name="connsiteY7" fmla="*/ 420338 h 497871"/>
                      <a:gd name="connsiteX8" fmla="*/ 73533 w 305942"/>
                      <a:gd name="connsiteY8" fmla="*/ 420338 h 497871"/>
                      <a:gd name="connsiteX9" fmla="*/ 140684 w 305942"/>
                      <a:gd name="connsiteY9" fmla="*/ 447104 h 497871"/>
                      <a:gd name="connsiteX10" fmla="*/ 204692 w 305942"/>
                      <a:gd name="connsiteY10" fmla="*/ 429863 h 497871"/>
                      <a:gd name="connsiteX11" fmla="*/ 237935 w 305942"/>
                      <a:gd name="connsiteY11" fmla="*/ 348615 h 497871"/>
                      <a:gd name="connsiteX12" fmla="*/ 237935 w 305942"/>
                      <a:gd name="connsiteY12" fmla="*/ 293561 h 497871"/>
                      <a:gd name="connsiteX13" fmla="*/ 234887 w 305942"/>
                      <a:gd name="connsiteY13" fmla="*/ 289846 h 497871"/>
                      <a:gd name="connsiteX14" fmla="*/ 221742 w 305942"/>
                      <a:gd name="connsiteY14" fmla="*/ 302895 h 497871"/>
                      <a:gd name="connsiteX15" fmla="*/ 129826 w 305942"/>
                      <a:gd name="connsiteY15" fmla="*/ 349377 h 497871"/>
                      <a:gd name="connsiteX16" fmla="*/ 23146 w 305942"/>
                      <a:gd name="connsiteY16" fmla="*/ 281273 h 497871"/>
                      <a:gd name="connsiteX17" fmla="*/ 0 w 305942"/>
                      <a:gd name="connsiteY17" fmla="*/ 158782 h 497871"/>
                      <a:gd name="connsiteX18" fmla="*/ 128302 w 305942"/>
                      <a:gd name="connsiteY18" fmla="*/ 0 h 497871"/>
                      <a:gd name="connsiteX19" fmla="*/ 232505 w 305942"/>
                      <a:gd name="connsiteY19" fmla="*/ 59436 h 497871"/>
                      <a:gd name="connsiteX20" fmla="*/ 243269 w 305942"/>
                      <a:gd name="connsiteY20" fmla="*/ 73247 h 497871"/>
                      <a:gd name="connsiteX21" fmla="*/ 250222 w 305942"/>
                      <a:gd name="connsiteY21" fmla="*/ 63817 h 497871"/>
                      <a:gd name="connsiteX22" fmla="*/ 250222 w 305942"/>
                      <a:gd name="connsiteY22" fmla="*/ 7239 h 497871"/>
                      <a:gd name="connsiteX23" fmla="*/ 240982 w 305942"/>
                      <a:gd name="connsiteY23" fmla="*/ 174593 h 497871"/>
                      <a:gd name="connsiteX24" fmla="*/ 149162 w 305942"/>
                      <a:gd name="connsiteY24" fmla="*/ 48482 h 497871"/>
                      <a:gd name="connsiteX25" fmla="*/ 68771 w 305942"/>
                      <a:gd name="connsiteY25" fmla="*/ 184690 h 497871"/>
                      <a:gd name="connsiteX26" fmla="*/ 148495 w 305942"/>
                      <a:gd name="connsiteY26" fmla="*/ 296418 h 497871"/>
                      <a:gd name="connsiteX27" fmla="*/ 240982 w 305942"/>
                      <a:gd name="connsiteY27" fmla="*/ 174593 h 4978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305942" h="497871">
                        <a:moveTo>
                          <a:pt x="250317" y="7239"/>
                        </a:moveTo>
                        <a:lnTo>
                          <a:pt x="305943" y="7239"/>
                        </a:lnTo>
                        <a:lnTo>
                          <a:pt x="305943" y="348615"/>
                        </a:lnTo>
                        <a:cubicBezTo>
                          <a:pt x="305943" y="369665"/>
                          <a:pt x="298990" y="405194"/>
                          <a:pt x="296704" y="412432"/>
                        </a:cubicBezTo>
                        <a:cubicBezTo>
                          <a:pt x="295942" y="416052"/>
                          <a:pt x="281178" y="460915"/>
                          <a:pt x="229457" y="481298"/>
                        </a:cubicBezTo>
                        <a:cubicBezTo>
                          <a:pt x="218599" y="485680"/>
                          <a:pt x="187738" y="497872"/>
                          <a:pt x="139922" y="497872"/>
                        </a:cubicBezTo>
                        <a:cubicBezTo>
                          <a:pt x="126682" y="497872"/>
                          <a:pt x="85058" y="496348"/>
                          <a:pt x="44958" y="486346"/>
                        </a:cubicBezTo>
                        <a:lnTo>
                          <a:pt x="44958" y="420338"/>
                        </a:lnTo>
                        <a:lnTo>
                          <a:pt x="73533" y="420338"/>
                        </a:lnTo>
                        <a:cubicBezTo>
                          <a:pt x="84296" y="433388"/>
                          <a:pt x="96774" y="447104"/>
                          <a:pt x="140684" y="447104"/>
                        </a:cubicBezTo>
                        <a:cubicBezTo>
                          <a:pt x="178594" y="447104"/>
                          <a:pt x="202406" y="431197"/>
                          <a:pt x="204692" y="429863"/>
                        </a:cubicBezTo>
                        <a:cubicBezTo>
                          <a:pt x="237935" y="408051"/>
                          <a:pt x="237935" y="366141"/>
                          <a:pt x="237935" y="348615"/>
                        </a:cubicBezTo>
                        <a:lnTo>
                          <a:pt x="237935" y="293561"/>
                        </a:lnTo>
                        <a:lnTo>
                          <a:pt x="234887" y="289846"/>
                        </a:lnTo>
                        <a:cubicBezTo>
                          <a:pt x="229457" y="289846"/>
                          <a:pt x="228790" y="291370"/>
                          <a:pt x="221742" y="302895"/>
                        </a:cubicBezTo>
                        <a:cubicBezTo>
                          <a:pt x="214789" y="314515"/>
                          <a:pt x="186119" y="349377"/>
                          <a:pt x="129826" y="349377"/>
                        </a:cubicBezTo>
                        <a:cubicBezTo>
                          <a:pt x="77343" y="349377"/>
                          <a:pt x="42386" y="317468"/>
                          <a:pt x="23146" y="281273"/>
                        </a:cubicBezTo>
                        <a:cubicBezTo>
                          <a:pt x="1714" y="240602"/>
                          <a:pt x="0" y="197929"/>
                          <a:pt x="0" y="158782"/>
                        </a:cubicBezTo>
                        <a:cubicBezTo>
                          <a:pt x="0" y="68104"/>
                          <a:pt x="58007" y="0"/>
                          <a:pt x="128302" y="0"/>
                        </a:cubicBezTo>
                        <a:cubicBezTo>
                          <a:pt x="190119" y="0"/>
                          <a:pt x="216313" y="30385"/>
                          <a:pt x="232505" y="59436"/>
                        </a:cubicBezTo>
                        <a:cubicBezTo>
                          <a:pt x="238792" y="69628"/>
                          <a:pt x="238792" y="71056"/>
                          <a:pt x="243269" y="73247"/>
                        </a:cubicBezTo>
                        <a:cubicBezTo>
                          <a:pt x="246317" y="71818"/>
                          <a:pt x="250222" y="70294"/>
                          <a:pt x="250222" y="63817"/>
                        </a:cubicBezTo>
                        <a:lnTo>
                          <a:pt x="250222" y="7239"/>
                        </a:lnTo>
                        <a:close/>
                        <a:moveTo>
                          <a:pt x="240982" y="174593"/>
                        </a:moveTo>
                        <a:cubicBezTo>
                          <a:pt x="240982" y="86201"/>
                          <a:pt x="198596" y="48482"/>
                          <a:pt x="149162" y="48482"/>
                        </a:cubicBezTo>
                        <a:cubicBezTo>
                          <a:pt x="68771" y="48482"/>
                          <a:pt x="68771" y="151352"/>
                          <a:pt x="68771" y="184690"/>
                        </a:cubicBezTo>
                        <a:cubicBezTo>
                          <a:pt x="68771" y="208693"/>
                          <a:pt x="74867" y="296418"/>
                          <a:pt x="148495" y="296418"/>
                        </a:cubicBezTo>
                        <a:cubicBezTo>
                          <a:pt x="174593" y="296418"/>
                          <a:pt x="240982" y="279082"/>
                          <a:pt x="240982" y="174593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5" name="Freeform: Shape 49">
                    <a:extLst>
                      <a:ext uri="{FF2B5EF4-FFF2-40B4-BE49-F238E27FC236}">
                        <a16:creationId xmlns:a16="http://schemas.microsoft.com/office/drawing/2014/main" id="{68C54064-A3A9-0CEC-4D76-A9FE4DA8149F}"/>
                      </a:ext>
                    </a:extLst>
                  </p:cNvPr>
                  <p:cNvSpPr/>
                  <p:nvPr/>
                </p:nvSpPr>
                <p:spPr>
                  <a:xfrm>
                    <a:off x="6592442" y="3301079"/>
                    <a:ext cx="213169" cy="389096"/>
                  </a:xfrm>
                  <a:custGeom>
                    <a:avLst/>
                    <a:gdLst>
                      <a:gd name="connsiteX0" fmla="*/ 0 w 213169"/>
                      <a:gd name="connsiteY0" fmla="*/ 24670 h 389096"/>
                      <a:gd name="connsiteX1" fmla="*/ 64961 w 213169"/>
                      <a:gd name="connsiteY1" fmla="*/ 0 h 389096"/>
                      <a:gd name="connsiteX2" fmla="*/ 64961 w 213169"/>
                      <a:gd name="connsiteY2" fmla="*/ 89345 h 389096"/>
                      <a:gd name="connsiteX3" fmla="*/ 213170 w 213169"/>
                      <a:gd name="connsiteY3" fmla="*/ 0 h 389096"/>
                      <a:gd name="connsiteX4" fmla="*/ 213170 w 213169"/>
                      <a:gd name="connsiteY4" fmla="*/ 76295 h 389096"/>
                      <a:gd name="connsiteX5" fmla="*/ 187643 w 213169"/>
                      <a:gd name="connsiteY5" fmla="*/ 74104 h 389096"/>
                      <a:gd name="connsiteX6" fmla="*/ 71819 w 213169"/>
                      <a:gd name="connsiteY6" fmla="*/ 141542 h 389096"/>
                      <a:gd name="connsiteX7" fmla="*/ 71819 w 213169"/>
                      <a:gd name="connsiteY7" fmla="*/ 389096 h 389096"/>
                      <a:gd name="connsiteX8" fmla="*/ 95 w 213169"/>
                      <a:gd name="connsiteY8" fmla="*/ 389096 h 389096"/>
                      <a:gd name="connsiteX9" fmla="*/ 95 w 213169"/>
                      <a:gd name="connsiteY9" fmla="*/ 24670 h 3890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213169" h="389096">
                        <a:moveTo>
                          <a:pt x="0" y="24670"/>
                        </a:moveTo>
                        <a:lnTo>
                          <a:pt x="64961" y="0"/>
                        </a:lnTo>
                        <a:lnTo>
                          <a:pt x="64961" y="89345"/>
                        </a:lnTo>
                        <a:cubicBezTo>
                          <a:pt x="64961" y="93726"/>
                          <a:pt x="118872" y="2381"/>
                          <a:pt x="213170" y="0"/>
                        </a:cubicBezTo>
                        <a:lnTo>
                          <a:pt x="213170" y="76295"/>
                        </a:lnTo>
                        <a:cubicBezTo>
                          <a:pt x="204692" y="74771"/>
                          <a:pt x="196215" y="74104"/>
                          <a:pt x="187643" y="74104"/>
                        </a:cubicBezTo>
                        <a:cubicBezTo>
                          <a:pt x="139922" y="74104"/>
                          <a:pt x="100489" y="104584"/>
                          <a:pt x="71819" y="141542"/>
                        </a:cubicBezTo>
                        <a:lnTo>
                          <a:pt x="71819" y="389096"/>
                        </a:lnTo>
                        <a:lnTo>
                          <a:pt x="95" y="389096"/>
                        </a:lnTo>
                        <a:lnTo>
                          <a:pt x="95" y="2467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6" name="Freeform: Shape 50">
                    <a:extLst>
                      <a:ext uri="{FF2B5EF4-FFF2-40B4-BE49-F238E27FC236}">
                        <a16:creationId xmlns:a16="http://schemas.microsoft.com/office/drawing/2014/main" id="{F77BA3C4-B14E-62E0-34EA-962B63A5D849}"/>
                      </a:ext>
                    </a:extLst>
                  </p:cNvPr>
                  <p:cNvSpPr/>
                  <p:nvPr/>
                </p:nvSpPr>
                <p:spPr>
                  <a:xfrm>
                    <a:off x="6842759" y="3301841"/>
                    <a:ext cx="337661" cy="396430"/>
                  </a:xfrm>
                  <a:custGeom>
                    <a:avLst/>
                    <a:gdLst>
                      <a:gd name="connsiteX0" fmla="*/ 302895 w 337661"/>
                      <a:gd name="connsiteY0" fmla="*/ 303562 h 396430"/>
                      <a:gd name="connsiteX1" fmla="*/ 337661 w 337661"/>
                      <a:gd name="connsiteY1" fmla="*/ 344900 h 396430"/>
                      <a:gd name="connsiteX2" fmla="*/ 337661 w 337661"/>
                      <a:gd name="connsiteY2" fmla="*/ 396430 h 396430"/>
                      <a:gd name="connsiteX3" fmla="*/ 258794 w 337661"/>
                      <a:gd name="connsiteY3" fmla="*/ 371094 h 396430"/>
                      <a:gd name="connsiteX4" fmla="*/ 238601 w 337661"/>
                      <a:gd name="connsiteY4" fmla="*/ 333280 h 396430"/>
                      <a:gd name="connsiteX5" fmla="*/ 236315 w 337661"/>
                      <a:gd name="connsiteY5" fmla="*/ 331946 h 396430"/>
                      <a:gd name="connsiteX6" fmla="*/ 210788 w 337661"/>
                      <a:gd name="connsiteY6" fmla="*/ 354425 h 396430"/>
                      <a:gd name="connsiteX7" fmla="*/ 98012 w 337661"/>
                      <a:gd name="connsiteY7" fmla="*/ 395764 h 396430"/>
                      <a:gd name="connsiteX8" fmla="*/ 0 w 337661"/>
                      <a:gd name="connsiteY8" fmla="*/ 302895 h 396430"/>
                      <a:gd name="connsiteX9" fmla="*/ 59436 w 337661"/>
                      <a:gd name="connsiteY9" fmla="*/ 195739 h 396430"/>
                      <a:gd name="connsiteX10" fmla="*/ 231743 w 337661"/>
                      <a:gd name="connsiteY10" fmla="*/ 153638 h 396430"/>
                      <a:gd name="connsiteX11" fmla="*/ 231743 w 337661"/>
                      <a:gd name="connsiteY11" fmla="*/ 104394 h 396430"/>
                      <a:gd name="connsiteX12" fmla="*/ 168402 w 337661"/>
                      <a:gd name="connsiteY12" fmla="*/ 52197 h 396430"/>
                      <a:gd name="connsiteX13" fmla="*/ 51816 w 337661"/>
                      <a:gd name="connsiteY13" fmla="*/ 92012 h 396430"/>
                      <a:gd name="connsiteX14" fmla="*/ 21622 w 337661"/>
                      <a:gd name="connsiteY14" fmla="*/ 43529 h 396430"/>
                      <a:gd name="connsiteX15" fmla="*/ 172974 w 337661"/>
                      <a:gd name="connsiteY15" fmla="*/ 0 h 396430"/>
                      <a:gd name="connsiteX16" fmla="*/ 265557 w 337661"/>
                      <a:gd name="connsiteY16" fmla="*/ 25432 h 396430"/>
                      <a:gd name="connsiteX17" fmla="*/ 302800 w 337661"/>
                      <a:gd name="connsiteY17" fmla="*/ 112395 h 396430"/>
                      <a:gd name="connsiteX18" fmla="*/ 302800 w 337661"/>
                      <a:gd name="connsiteY18" fmla="*/ 303562 h 396430"/>
                      <a:gd name="connsiteX19" fmla="*/ 231743 w 337661"/>
                      <a:gd name="connsiteY19" fmla="*/ 192024 h 396430"/>
                      <a:gd name="connsiteX20" fmla="*/ 70295 w 337661"/>
                      <a:gd name="connsiteY20" fmla="*/ 289846 h 396430"/>
                      <a:gd name="connsiteX21" fmla="*/ 130493 w 337661"/>
                      <a:gd name="connsiteY21" fmla="*/ 349282 h 396430"/>
                      <a:gd name="connsiteX22" fmla="*/ 231743 w 337661"/>
                      <a:gd name="connsiteY22" fmla="*/ 295656 h 396430"/>
                      <a:gd name="connsiteX23" fmla="*/ 231743 w 337661"/>
                      <a:gd name="connsiteY23" fmla="*/ 192024 h 3964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337661" h="396430">
                        <a:moveTo>
                          <a:pt x="302895" y="303562"/>
                        </a:moveTo>
                        <a:cubicBezTo>
                          <a:pt x="302895" y="323278"/>
                          <a:pt x="302895" y="346424"/>
                          <a:pt x="337661" y="344900"/>
                        </a:cubicBezTo>
                        <a:lnTo>
                          <a:pt x="337661" y="396430"/>
                        </a:lnTo>
                        <a:cubicBezTo>
                          <a:pt x="303657" y="394907"/>
                          <a:pt x="279654" y="392716"/>
                          <a:pt x="258794" y="371094"/>
                        </a:cubicBezTo>
                        <a:cubicBezTo>
                          <a:pt x="252603" y="365284"/>
                          <a:pt x="240983" y="350711"/>
                          <a:pt x="238601" y="333280"/>
                        </a:cubicBezTo>
                        <a:lnTo>
                          <a:pt x="236315" y="331946"/>
                        </a:lnTo>
                        <a:cubicBezTo>
                          <a:pt x="231743" y="334804"/>
                          <a:pt x="214694" y="351377"/>
                          <a:pt x="210788" y="354425"/>
                        </a:cubicBezTo>
                        <a:cubicBezTo>
                          <a:pt x="164497" y="392144"/>
                          <a:pt x="134398" y="395764"/>
                          <a:pt x="98012" y="395764"/>
                        </a:cubicBezTo>
                        <a:cubicBezTo>
                          <a:pt x="40767" y="395764"/>
                          <a:pt x="0" y="351473"/>
                          <a:pt x="0" y="302895"/>
                        </a:cubicBezTo>
                        <a:cubicBezTo>
                          <a:pt x="0" y="255937"/>
                          <a:pt x="23813" y="220313"/>
                          <a:pt x="59436" y="195739"/>
                        </a:cubicBezTo>
                        <a:cubicBezTo>
                          <a:pt x="103537" y="165259"/>
                          <a:pt x="165259" y="154305"/>
                          <a:pt x="231743" y="153638"/>
                        </a:cubicBezTo>
                        <a:lnTo>
                          <a:pt x="231743" y="104394"/>
                        </a:lnTo>
                        <a:cubicBezTo>
                          <a:pt x="231743" y="89154"/>
                          <a:pt x="231743" y="52197"/>
                          <a:pt x="168402" y="52197"/>
                        </a:cubicBezTo>
                        <a:cubicBezTo>
                          <a:pt x="128206" y="52197"/>
                          <a:pt x="86487" y="71818"/>
                          <a:pt x="51816" y="92012"/>
                        </a:cubicBezTo>
                        <a:lnTo>
                          <a:pt x="21622" y="43529"/>
                        </a:lnTo>
                        <a:cubicBezTo>
                          <a:pt x="71819" y="18097"/>
                          <a:pt x="108013" y="0"/>
                          <a:pt x="172974" y="0"/>
                        </a:cubicBezTo>
                        <a:cubicBezTo>
                          <a:pt x="201644" y="0"/>
                          <a:pt x="240887" y="7239"/>
                          <a:pt x="265557" y="25432"/>
                        </a:cubicBezTo>
                        <a:cubicBezTo>
                          <a:pt x="294227" y="46482"/>
                          <a:pt x="302800" y="74771"/>
                          <a:pt x="302800" y="112395"/>
                        </a:cubicBezTo>
                        <a:lnTo>
                          <a:pt x="302800" y="303562"/>
                        </a:lnTo>
                        <a:close/>
                        <a:moveTo>
                          <a:pt x="231743" y="192024"/>
                        </a:moveTo>
                        <a:cubicBezTo>
                          <a:pt x="146685" y="192691"/>
                          <a:pt x="70295" y="223171"/>
                          <a:pt x="70295" y="289846"/>
                        </a:cubicBezTo>
                        <a:cubicBezTo>
                          <a:pt x="70295" y="321564"/>
                          <a:pt x="93440" y="349282"/>
                          <a:pt x="130493" y="349282"/>
                        </a:cubicBezTo>
                        <a:cubicBezTo>
                          <a:pt x="175260" y="349282"/>
                          <a:pt x="210788" y="315182"/>
                          <a:pt x="231743" y="295656"/>
                        </a:cubicBezTo>
                        <a:lnTo>
                          <a:pt x="231743" y="192024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7" name="Freeform: Shape 51">
                    <a:extLst>
                      <a:ext uri="{FF2B5EF4-FFF2-40B4-BE49-F238E27FC236}">
                        <a16:creationId xmlns:a16="http://schemas.microsoft.com/office/drawing/2014/main" id="{2518C706-BC80-7038-5A04-51B395A13DB3}"/>
                      </a:ext>
                    </a:extLst>
                  </p:cNvPr>
                  <p:cNvSpPr/>
                  <p:nvPr/>
                </p:nvSpPr>
                <p:spPr>
                  <a:xfrm>
                    <a:off x="7219759" y="3196685"/>
                    <a:ext cx="228600" cy="500919"/>
                  </a:xfrm>
                  <a:custGeom>
                    <a:avLst/>
                    <a:gdLst>
                      <a:gd name="connsiteX0" fmla="*/ 0 w 228600"/>
                      <a:gd name="connsiteY0" fmla="*/ 144875 h 500919"/>
                      <a:gd name="connsiteX1" fmla="*/ 57817 w 228600"/>
                      <a:gd name="connsiteY1" fmla="*/ 144875 h 500919"/>
                      <a:gd name="connsiteX2" fmla="*/ 57817 w 228600"/>
                      <a:gd name="connsiteY2" fmla="*/ 58579 h 500919"/>
                      <a:gd name="connsiteX3" fmla="*/ 122872 w 228600"/>
                      <a:gd name="connsiteY3" fmla="*/ 0 h 500919"/>
                      <a:gd name="connsiteX4" fmla="*/ 130492 w 228600"/>
                      <a:gd name="connsiteY4" fmla="*/ 0 h 500919"/>
                      <a:gd name="connsiteX5" fmla="*/ 130492 w 228600"/>
                      <a:gd name="connsiteY5" fmla="*/ 144875 h 500919"/>
                      <a:gd name="connsiteX6" fmla="*/ 194596 w 228600"/>
                      <a:gd name="connsiteY6" fmla="*/ 144875 h 500919"/>
                      <a:gd name="connsiteX7" fmla="*/ 194596 w 228600"/>
                      <a:gd name="connsiteY7" fmla="*/ 186309 h 500919"/>
                      <a:gd name="connsiteX8" fmla="*/ 126587 w 228600"/>
                      <a:gd name="connsiteY8" fmla="*/ 186309 h 500919"/>
                      <a:gd name="connsiteX9" fmla="*/ 126587 w 228600"/>
                      <a:gd name="connsiteY9" fmla="*/ 411671 h 500919"/>
                      <a:gd name="connsiteX10" fmla="*/ 160687 w 228600"/>
                      <a:gd name="connsiteY10" fmla="*/ 445865 h 500919"/>
                      <a:gd name="connsiteX11" fmla="*/ 228600 w 228600"/>
                      <a:gd name="connsiteY11" fmla="*/ 424720 h 500919"/>
                      <a:gd name="connsiteX12" fmla="*/ 228600 w 228600"/>
                      <a:gd name="connsiteY12" fmla="*/ 481965 h 500919"/>
                      <a:gd name="connsiteX13" fmla="*/ 149828 w 228600"/>
                      <a:gd name="connsiteY13" fmla="*/ 500920 h 500919"/>
                      <a:gd name="connsiteX14" fmla="*/ 57245 w 228600"/>
                      <a:gd name="connsiteY14" fmla="*/ 419767 h 500919"/>
                      <a:gd name="connsiteX15" fmla="*/ 57245 w 228600"/>
                      <a:gd name="connsiteY15" fmla="*/ 186309 h 500919"/>
                      <a:gd name="connsiteX16" fmla="*/ 0 w 228600"/>
                      <a:gd name="connsiteY16" fmla="*/ 186309 h 500919"/>
                      <a:gd name="connsiteX17" fmla="*/ 0 w 228600"/>
                      <a:gd name="connsiteY17" fmla="*/ 144875 h 50091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28600" h="500919">
                        <a:moveTo>
                          <a:pt x="0" y="144875"/>
                        </a:moveTo>
                        <a:lnTo>
                          <a:pt x="57817" y="144875"/>
                        </a:lnTo>
                        <a:lnTo>
                          <a:pt x="57817" y="58579"/>
                        </a:lnTo>
                        <a:lnTo>
                          <a:pt x="122872" y="0"/>
                        </a:lnTo>
                        <a:lnTo>
                          <a:pt x="130492" y="0"/>
                        </a:lnTo>
                        <a:lnTo>
                          <a:pt x="130492" y="144875"/>
                        </a:lnTo>
                        <a:lnTo>
                          <a:pt x="194596" y="144875"/>
                        </a:lnTo>
                        <a:lnTo>
                          <a:pt x="194596" y="186309"/>
                        </a:lnTo>
                        <a:lnTo>
                          <a:pt x="126587" y="186309"/>
                        </a:lnTo>
                        <a:lnTo>
                          <a:pt x="126587" y="411671"/>
                        </a:lnTo>
                        <a:cubicBezTo>
                          <a:pt x="126587" y="418909"/>
                          <a:pt x="126587" y="445865"/>
                          <a:pt x="160687" y="445865"/>
                        </a:cubicBezTo>
                        <a:cubicBezTo>
                          <a:pt x="183642" y="445865"/>
                          <a:pt x="209169" y="434150"/>
                          <a:pt x="228600" y="424720"/>
                        </a:cubicBezTo>
                        <a:lnTo>
                          <a:pt x="228600" y="481965"/>
                        </a:lnTo>
                        <a:cubicBezTo>
                          <a:pt x="207740" y="492823"/>
                          <a:pt x="172974" y="500920"/>
                          <a:pt x="149828" y="500920"/>
                        </a:cubicBezTo>
                        <a:cubicBezTo>
                          <a:pt x="131254" y="500920"/>
                          <a:pt x="57245" y="495014"/>
                          <a:pt x="57245" y="419767"/>
                        </a:cubicBezTo>
                        <a:lnTo>
                          <a:pt x="57245" y="186309"/>
                        </a:lnTo>
                        <a:lnTo>
                          <a:pt x="0" y="186309"/>
                        </a:lnTo>
                        <a:lnTo>
                          <a:pt x="0" y="144875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8" name="Freeform: Shape 52">
                    <a:extLst>
                      <a:ext uri="{FF2B5EF4-FFF2-40B4-BE49-F238E27FC236}">
                        <a16:creationId xmlns:a16="http://schemas.microsoft.com/office/drawing/2014/main" id="{430DDCFE-8EC8-1A3F-93FE-39861C8DC13A}"/>
                      </a:ext>
                    </a:extLst>
                  </p:cNvPr>
                  <p:cNvSpPr/>
                  <p:nvPr/>
                </p:nvSpPr>
                <p:spPr>
                  <a:xfrm>
                    <a:off x="7541037" y="3171920"/>
                    <a:ext cx="69532" cy="518255"/>
                  </a:xfrm>
                  <a:custGeom>
                    <a:avLst/>
                    <a:gdLst>
                      <a:gd name="connsiteX0" fmla="*/ 95 w 69532"/>
                      <a:gd name="connsiteY0" fmla="*/ 0 h 518255"/>
                      <a:gd name="connsiteX1" fmla="*/ 69437 w 69532"/>
                      <a:gd name="connsiteY1" fmla="*/ 0 h 518255"/>
                      <a:gd name="connsiteX2" fmla="*/ 69437 w 69532"/>
                      <a:gd name="connsiteY2" fmla="*/ 68866 h 518255"/>
                      <a:gd name="connsiteX3" fmla="*/ 95 w 69532"/>
                      <a:gd name="connsiteY3" fmla="*/ 68866 h 518255"/>
                      <a:gd name="connsiteX4" fmla="*/ 95 w 69532"/>
                      <a:gd name="connsiteY4" fmla="*/ 0 h 518255"/>
                      <a:gd name="connsiteX5" fmla="*/ 0 w 69532"/>
                      <a:gd name="connsiteY5" fmla="*/ 139160 h 518255"/>
                      <a:gd name="connsiteX6" fmla="*/ 69533 w 69532"/>
                      <a:gd name="connsiteY6" fmla="*/ 139160 h 518255"/>
                      <a:gd name="connsiteX7" fmla="*/ 69533 w 69532"/>
                      <a:gd name="connsiteY7" fmla="*/ 518255 h 518255"/>
                      <a:gd name="connsiteX8" fmla="*/ 0 w 69532"/>
                      <a:gd name="connsiteY8" fmla="*/ 518255 h 518255"/>
                      <a:gd name="connsiteX9" fmla="*/ 0 w 69532"/>
                      <a:gd name="connsiteY9" fmla="*/ 139160 h 51825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69532" h="518255">
                        <a:moveTo>
                          <a:pt x="95" y="0"/>
                        </a:moveTo>
                        <a:lnTo>
                          <a:pt x="69437" y="0"/>
                        </a:lnTo>
                        <a:lnTo>
                          <a:pt x="69437" y="68866"/>
                        </a:lnTo>
                        <a:lnTo>
                          <a:pt x="95" y="68866"/>
                        </a:lnTo>
                        <a:lnTo>
                          <a:pt x="95" y="0"/>
                        </a:lnTo>
                        <a:close/>
                        <a:moveTo>
                          <a:pt x="0" y="139160"/>
                        </a:moveTo>
                        <a:lnTo>
                          <a:pt x="69533" y="139160"/>
                        </a:lnTo>
                        <a:lnTo>
                          <a:pt x="69533" y="518255"/>
                        </a:lnTo>
                        <a:lnTo>
                          <a:pt x="0" y="518255"/>
                        </a:lnTo>
                        <a:lnTo>
                          <a:pt x="0" y="139160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59" name="Freeform: Shape 53">
                    <a:extLst>
                      <a:ext uri="{FF2B5EF4-FFF2-40B4-BE49-F238E27FC236}">
                        <a16:creationId xmlns:a16="http://schemas.microsoft.com/office/drawing/2014/main" id="{2CD6A41F-6F43-0B21-49E1-D7B5D3E4154F}"/>
                      </a:ext>
                    </a:extLst>
                  </p:cNvPr>
                  <p:cNvSpPr/>
                  <p:nvPr/>
                </p:nvSpPr>
                <p:spPr>
                  <a:xfrm>
                    <a:off x="7715630" y="3301650"/>
                    <a:ext cx="319849" cy="396620"/>
                  </a:xfrm>
                  <a:custGeom>
                    <a:avLst/>
                    <a:gdLst>
                      <a:gd name="connsiteX0" fmla="*/ 155257 w 319849"/>
                      <a:gd name="connsiteY0" fmla="*/ 0 h 396620"/>
                      <a:gd name="connsiteX1" fmla="*/ 289750 w 319849"/>
                      <a:gd name="connsiteY1" fmla="*/ 74676 h 396620"/>
                      <a:gd name="connsiteX2" fmla="*/ 319849 w 319849"/>
                      <a:gd name="connsiteY2" fmla="*/ 200787 h 396620"/>
                      <a:gd name="connsiteX3" fmla="*/ 158496 w 319849"/>
                      <a:gd name="connsiteY3" fmla="*/ 396621 h 396620"/>
                      <a:gd name="connsiteX4" fmla="*/ 43243 w 319849"/>
                      <a:gd name="connsiteY4" fmla="*/ 344233 h 396620"/>
                      <a:gd name="connsiteX5" fmla="*/ 0 w 319849"/>
                      <a:gd name="connsiteY5" fmla="*/ 192215 h 396620"/>
                      <a:gd name="connsiteX6" fmla="*/ 155257 w 319849"/>
                      <a:gd name="connsiteY6" fmla="*/ 0 h 396620"/>
                      <a:gd name="connsiteX7" fmla="*/ 68008 w 319849"/>
                      <a:gd name="connsiteY7" fmla="*/ 203740 h 396620"/>
                      <a:gd name="connsiteX8" fmla="*/ 159163 w 319849"/>
                      <a:gd name="connsiteY8" fmla="*/ 339947 h 396620"/>
                      <a:gd name="connsiteX9" fmla="*/ 246412 w 319849"/>
                      <a:gd name="connsiteY9" fmla="*/ 197358 h 396620"/>
                      <a:gd name="connsiteX10" fmla="*/ 232505 w 319849"/>
                      <a:gd name="connsiteY10" fmla="*/ 107442 h 396620"/>
                      <a:gd name="connsiteX11" fmla="*/ 187642 w 319849"/>
                      <a:gd name="connsiteY11" fmla="*/ 59626 h 396620"/>
                      <a:gd name="connsiteX12" fmla="*/ 158496 w 319849"/>
                      <a:gd name="connsiteY12" fmla="*/ 54483 h 396620"/>
                      <a:gd name="connsiteX13" fmla="*/ 68008 w 319849"/>
                      <a:gd name="connsiteY13" fmla="*/ 203740 h 3966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319849" h="396620">
                        <a:moveTo>
                          <a:pt x="155257" y="0"/>
                        </a:moveTo>
                        <a:cubicBezTo>
                          <a:pt x="231743" y="0"/>
                          <a:pt x="268796" y="37814"/>
                          <a:pt x="289750" y="74676"/>
                        </a:cubicBezTo>
                        <a:cubicBezTo>
                          <a:pt x="308324" y="107918"/>
                          <a:pt x="319849" y="163735"/>
                          <a:pt x="319849" y="200787"/>
                        </a:cubicBezTo>
                        <a:cubicBezTo>
                          <a:pt x="319849" y="314706"/>
                          <a:pt x="257937" y="396621"/>
                          <a:pt x="158496" y="396621"/>
                        </a:cubicBezTo>
                        <a:cubicBezTo>
                          <a:pt x="88106" y="396621"/>
                          <a:pt x="58769" y="362426"/>
                          <a:pt x="43243" y="344233"/>
                        </a:cubicBezTo>
                        <a:cubicBezTo>
                          <a:pt x="13240" y="308801"/>
                          <a:pt x="0" y="257270"/>
                          <a:pt x="0" y="192215"/>
                        </a:cubicBezTo>
                        <a:cubicBezTo>
                          <a:pt x="-95" y="60198"/>
                          <a:pt x="71723" y="0"/>
                          <a:pt x="155257" y="0"/>
                        </a:cubicBezTo>
                        <a:close/>
                        <a:moveTo>
                          <a:pt x="68008" y="203740"/>
                        </a:moveTo>
                        <a:cubicBezTo>
                          <a:pt x="68008" y="232696"/>
                          <a:pt x="78867" y="339947"/>
                          <a:pt x="159163" y="339947"/>
                        </a:cubicBezTo>
                        <a:cubicBezTo>
                          <a:pt x="233267" y="339947"/>
                          <a:pt x="246412" y="251555"/>
                          <a:pt x="246412" y="197358"/>
                        </a:cubicBezTo>
                        <a:cubicBezTo>
                          <a:pt x="246412" y="172021"/>
                          <a:pt x="241935" y="132112"/>
                          <a:pt x="232505" y="107442"/>
                        </a:cubicBezTo>
                        <a:cubicBezTo>
                          <a:pt x="223171" y="82868"/>
                          <a:pt x="206312" y="66866"/>
                          <a:pt x="187642" y="59626"/>
                        </a:cubicBezTo>
                        <a:cubicBezTo>
                          <a:pt x="178403" y="56007"/>
                          <a:pt x="168307" y="54483"/>
                          <a:pt x="158496" y="54483"/>
                        </a:cubicBezTo>
                        <a:cubicBezTo>
                          <a:pt x="81915" y="54388"/>
                          <a:pt x="68008" y="144970"/>
                          <a:pt x="68008" y="203740"/>
                        </a:cubicBez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" name="Freeform: Shape 54">
                    <a:extLst>
                      <a:ext uri="{FF2B5EF4-FFF2-40B4-BE49-F238E27FC236}">
                        <a16:creationId xmlns:a16="http://schemas.microsoft.com/office/drawing/2014/main" id="{08F18B6E-2624-A019-6B99-B19C886ABE10}"/>
                      </a:ext>
                    </a:extLst>
                  </p:cNvPr>
                  <p:cNvSpPr/>
                  <p:nvPr/>
                </p:nvSpPr>
                <p:spPr>
                  <a:xfrm>
                    <a:off x="8123586" y="3301650"/>
                    <a:ext cx="277272" cy="388715"/>
                  </a:xfrm>
                  <a:custGeom>
                    <a:avLst/>
                    <a:gdLst>
                      <a:gd name="connsiteX0" fmla="*/ 0 w 277272"/>
                      <a:gd name="connsiteY0" fmla="*/ 24098 h 388715"/>
                      <a:gd name="connsiteX1" fmla="*/ 63246 w 277272"/>
                      <a:gd name="connsiteY1" fmla="*/ 0 h 388715"/>
                      <a:gd name="connsiteX2" fmla="*/ 63246 w 277272"/>
                      <a:gd name="connsiteY2" fmla="*/ 74009 h 388715"/>
                      <a:gd name="connsiteX3" fmla="*/ 69437 w 277272"/>
                      <a:gd name="connsiteY3" fmla="*/ 81343 h 388715"/>
                      <a:gd name="connsiteX4" fmla="*/ 82582 w 277272"/>
                      <a:gd name="connsiteY4" fmla="*/ 71056 h 388715"/>
                      <a:gd name="connsiteX5" fmla="*/ 98108 w 277272"/>
                      <a:gd name="connsiteY5" fmla="*/ 51625 h 388715"/>
                      <a:gd name="connsiteX6" fmla="*/ 195358 w 277272"/>
                      <a:gd name="connsiteY6" fmla="*/ 2953 h 388715"/>
                      <a:gd name="connsiteX7" fmla="*/ 247936 w 277272"/>
                      <a:gd name="connsiteY7" fmla="*/ 17526 h 388715"/>
                      <a:gd name="connsiteX8" fmla="*/ 277273 w 277272"/>
                      <a:gd name="connsiteY8" fmla="*/ 99441 h 388715"/>
                      <a:gd name="connsiteX9" fmla="*/ 277273 w 277272"/>
                      <a:gd name="connsiteY9" fmla="*/ 388620 h 388715"/>
                      <a:gd name="connsiteX10" fmla="*/ 209264 w 277272"/>
                      <a:gd name="connsiteY10" fmla="*/ 388620 h 388715"/>
                      <a:gd name="connsiteX11" fmla="*/ 209264 w 277272"/>
                      <a:gd name="connsiteY11" fmla="*/ 100965 h 388715"/>
                      <a:gd name="connsiteX12" fmla="*/ 169164 w 277272"/>
                      <a:gd name="connsiteY12" fmla="*/ 50959 h 388715"/>
                      <a:gd name="connsiteX13" fmla="*/ 99727 w 277272"/>
                      <a:gd name="connsiteY13" fmla="*/ 91535 h 388715"/>
                      <a:gd name="connsiteX14" fmla="*/ 69533 w 277272"/>
                      <a:gd name="connsiteY14" fmla="*/ 132207 h 388715"/>
                      <a:gd name="connsiteX15" fmla="*/ 69533 w 277272"/>
                      <a:gd name="connsiteY15" fmla="*/ 388715 h 388715"/>
                      <a:gd name="connsiteX16" fmla="*/ 95 w 277272"/>
                      <a:gd name="connsiteY16" fmla="*/ 388715 h 388715"/>
                      <a:gd name="connsiteX17" fmla="*/ 95 w 277272"/>
                      <a:gd name="connsiteY17" fmla="*/ 24098 h 38871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</a:cxnLst>
                    <a:rect l="l" t="t" r="r" b="b"/>
                    <a:pathLst>
                      <a:path w="277272" h="388715">
                        <a:moveTo>
                          <a:pt x="0" y="24098"/>
                        </a:moveTo>
                        <a:lnTo>
                          <a:pt x="63246" y="0"/>
                        </a:lnTo>
                        <a:lnTo>
                          <a:pt x="63246" y="74009"/>
                        </a:lnTo>
                        <a:cubicBezTo>
                          <a:pt x="63246" y="76867"/>
                          <a:pt x="65532" y="81343"/>
                          <a:pt x="69437" y="81343"/>
                        </a:cubicBezTo>
                        <a:cubicBezTo>
                          <a:pt x="73247" y="81343"/>
                          <a:pt x="78677" y="75438"/>
                          <a:pt x="82582" y="71056"/>
                        </a:cubicBezTo>
                        <a:lnTo>
                          <a:pt x="98108" y="51625"/>
                        </a:lnTo>
                        <a:cubicBezTo>
                          <a:pt x="122015" y="21050"/>
                          <a:pt x="154400" y="2953"/>
                          <a:pt x="195358" y="2953"/>
                        </a:cubicBezTo>
                        <a:cubicBezTo>
                          <a:pt x="213931" y="2953"/>
                          <a:pt x="232505" y="7334"/>
                          <a:pt x="247936" y="17526"/>
                        </a:cubicBezTo>
                        <a:cubicBezTo>
                          <a:pt x="264223" y="27622"/>
                          <a:pt x="277273" y="44482"/>
                          <a:pt x="277273" y="99441"/>
                        </a:cubicBezTo>
                        <a:lnTo>
                          <a:pt x="277273" y="388620"/>
                        </a:lnTo>
                        <a:lnTo>
                          <a:pt x="209264" y="388620"/>
                        </a:lnTo>
                        <a:lnTo>
                          <a:pt x="209264" y="100965"/>
                        </a:lnTo>
                        <a:cubicBezTo>
                          <a:pt x="209264" y="90773"/>
                          <a:pt x="209264" y="50959"/>
                          <a:pt x="169164" y="50959"/>
                        </a:cubicBezTo>
                        <a:cubicBezTo>
                          <a:pt x="132779" y="50959"/>
                          <a:pt x="103442" y="87249"/>
                          <a:pt x="99727" y="91535"/>
                        </a:cubicBezTo>
                        <a:cubicBezTo>
                          <a:pt x="75724" y="121253"/>
                          <a:pt x="69533" y="131445"/>
                          <a:pt x="69533" y="132207"/>
                        </a:cubicBezTo>
                        <a:lnTo>
                          <a:pt x="69533" y="388715"/>
                        </a:lnTo>
                        <a:lnTo>
                          <a:pt x="95" y="388715"/>
                        </a:lnTo>
                        <a:lnTo>
                          <a:pt x="95" y="24098"/>
                        </a:lnTo>
                        <a:close/>
                      </a:path>
                    </a:pathLst>
                  </a:custGeom>
                  <a:grpFill/>
                  <a:ln w="9525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pPr marL="0" marR="0" lvl="0" indent="0" algn="l" defTabSz="554467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 typeface="Arial"/>
                      <a:buNone/>
                      <a:tabLst/>
                      <a:defRPr/>
                    </a:pPr>
                    <a:endParaRPr kumimoji="0" lang="pt-BR" sz="1092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Versos Light"/>
                      <a:ea typeface="+mn-ea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9" name="Graphic 19">
                  <a:extLst>
                    <a:ext uri="{FF2B5EF4-FFF2-40B4-BE49-F238E27FC236}">
                      <a16:creationId xmlns:a16="http://schemas.microsoft.com/office/drawing/2014/main" id="{AB2E143C-FE34-8CC4-E498-892D4880DC9D}"/>
                    </a:ext>
                  </a:extLst>
                </p:cNvPr>
                <p:cNvGrpSpPr/>
                <p:nvPr/>
              </p:nvGrpSpPr>
              <p:grpSpPr>
                <a:xfrm>
                  <a:off x="456030" y="4672370"/>
                  <a:ext cx="141900" cy="141899"/>
                  <a:chOff x="3813428" y="3039903"/>
                  <a:chExt cx="764571" cy="764571"/>
                </a:xfrm>
                <a:solidFill>
                  <a:sysClr val="window" lastClr="FFFFFF"/>
                </a:solidFill>
              </p:grpSpPr>
              <p:grpSp>
                <p:nvGrpSpPr>
                  <p:cNvPr id="30" name="Graphic 19">
                    <a:extLst>
                      <a:ext uri="{FF2B5EF4-FFF2-40B4-BE49-F238E27FC236}">
                        <a16:creationId xmlns:a16="http://schemas.microsoft.com/office/drawing/2014/main" id="{1BC973EB-52B0-2F3C-6287-1B8044E09681}"/>
                      </a:ext>
                    </a:extLst>
                  </p:cNvPr>
                  <p:cNvGrpSpPr/>
                  <p:nvPr/>
                </p:nvGrpSpPr>
                <p:grpSpPr>
                  <a:xfrm>
                    <a:off x="3813428" y="3043904"/>
                    <a:ext cx="764571" cy="756475"/>
                    <a:chOff x="3813428" y="3043904"/>
                    <a:chExt cx="764571" cy="756475"/>
                  </a:xfrm>
                  <a:grpFill/>
                </p:grpSpPr>
                <p:sp>
                  <p:nvSpPr>
                    <p:cNvPr id="41" name="Freeform: Shape 36">
                      <a:extLst>
                        <a:ext uri="{FF2B5EF4-FFF2-40B4-BE49-F238E27FC236}">
                          <a16:creationId xmlns:a16="http://schemas.microsoft.com/office/drawing/2014/main" id="{1733E668-8766-6BC2-5CB6-3A689E5739A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6429" y="3043904"/>
                      <a:ext cx="237744" cy="237743"/>
                    </a:xfrm>
                    <a:custGeom>
                      <a:avLst/>
                      <a:gdLst>
                        <a:gd name="connsiteX0" fmla="*/ 108204 w 237744"/>
                        <a:gd name="connsiteY0" fmla="*/ 237744 h 237743"/>
                        <a:gd name="connsiteX1" fmla="*/ 237744 w 237744"/>
                        <a:gd name="connsiteY1" fmla="*/ 108204 h 237743"/>
                        <a:gd name="connsiteX2" fmla="*/ 129635 w 237744"/>
                        <a:gd name="connsiteY2" fmla="*/ 0 h 237743"/>
                        <a:gd name="connsiteX3" fmla="*/ 0 w 237744"/>
                        <a:gd name="connsiteY3" fmla="*/ 129635 h 237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744" h="237743">
                          <a:moveTo>
                            <a:pt x="108204" y="237744"/>
                          </a:moveTo>
                          <a:lnTo>
                            <a:pt x="237744" y="108204"/>
                          </a:lnTo>
                          <a:lnTo>
                            <a:pt x="129635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2" name="Freeform: Shape 37">
                      <a:extLst>
                        <a:ext uri="{FF2B5EF4-FFF2-40B4-BE49-F238E27FC236}">
                          <a16:creationId xmlns:a16="http://schemas.microsoft.com/office/drawing/2014/main" id="{282BAFDF-A367-F1A0-3569-81A1832928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6873" y="3562540"/>
                      <a:ext cx="238029" cy="237839"/>
                    </a:xfrm>
                    <a:custGeom>
                      <a:avLst/>
                      <a:gdLst>
                        <a:gd name="connsiteX0" fmla="*/ 108204 w 238029"/>
                        <a:gd name="connsiteY0" fmla="*/ 237839 h 237839"/>
                        <a:gd name="connsiteX1" fmla="*/ 238030 w 238029"/>
                        <a:gd name="connsiteY1" fmla="*/ 108204 h 237839"/>
                        <a:gd name="connsiteX2" fmla="*/ 129731 w 238029"/>
                        <a:gd name="connsiteY2" fmla="*/ 0 h 237839"/>
                        <a:gd name="connsiteX3" fmla="*/ 0 w 238029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839">
                          <a:moveTo>
                            <a:pt x="108204" y="237839"/>
                          </a:moveTo>
                          <a:lnTo>
                            <a:pt x="238030" y="108204"/>
                          </a:lnTo>
                          <a:lnTo>
                            <a:pt x="129731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3" name="Freeform: Shape 38">
                      <a:extLst>
                        <a:ext uri="{FF2B5EF4-FFF2-40B4-BE49-F238E27FC236}">
                          <a16:creationId xmlns:a16="http://schemas.microsoft.com/office/drawing/2014/main" id="{B67343F9-A638-8151-3C1B-786FDEC225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6429" y="3303269"/>
                      <a:ext cx="237744" cy="237839"/>
                    </a:xfrm>
                    <a:custGeom>
                      <a:avLst/>
                      <a:gdLst>
                        <a:gd name="connsiteX0" fmla="*/ 108204 w 237744"/>
                        <a:gd name="connsiteY0" fmla="*/ 237839 h 237839"/>
                        <a:gd name="connsiteX1" fmla="*/ 237744 w 237744"/>
                        <a:gd name="connsiteY1" fmla="*/ 108109 h 237839"/>
                        <a:gd name="connsiteX2" fmla="*/ 129635 w 237744"/>
                        <a:gd name="connsiteY2" fmla="*/ 0 h 237839"/>
                        <a:gd name="connsiteX3" fmla="*/ 0 w 237744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744" h="237839">
                          <a:moveTo>
                            <a:pt x="108204" y="237839"/>
                          </a:moveTo>
                          <a:lnTo>
                            <a:pt x="237744" y="108109"/>
                          </a:lnTo>
                          <a:lnTo>
                            <a:pt x="129635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4" name="Freeform: Shape 39">
                      <a:extLst>
                        <a:ext uri="{FF2B5EF4-FFF2-40B4-BE49-F238E27FC236}">
                          <a16:creationId xmlns:a16="http://schemas.microsoft.com/office/drawing/2014/main" id="{B7480528-3D97-6089-56CC-B860F600A5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6873" y="3303269"/>
                      <a:ext cx="238029" cy="237839"/>
                    </a:xfrm>
                    <a:custGeom>
                      <a:avLst/>
                      <a:gdLst>
                        <a:gd name="connsiteX0" fmla="*/ 108204 w 238029"/>
                        <a:gd name="connsiteY0" fmla="*/ 237839 h 237839"/>
                        <a:gd name="connsiteX1" fmla="*/ 238030 w 238029"/>
                        <a:gd name="connsiteY1" fmla="*/ 108109 h 237839"/>
                        <a:gd name="connsiteX2" fmla="*/ 129731 w 238029"/>
                        <a:gd name="connsiteY2" fmla="*/ 0 h 237839"/>
                        <a:gd name="connsiteX3" fmla="*/ 0 w 238029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839">
                          <a:moveTo>
                            <a:pt x="108204" y="237839"/>
                          </a:moveTo>
                          <a:lnTo>
                            <a:pt x="238030" y="108109"/>
                          </a:lnTo>
                          <a:lnTo>
                            <a:pt x="129731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5" name="Freeform: Shape 40">
                      <a:extLst>
                        <a:ext uri="{FF2B5EF4-FFF2-40B4-BE49-F238E27FC236}">
                          <a16:creationId xmlns:a16="http://schemas.microsoft.com/office/drawing/2014/main" id="{691EC19B-0999-7B46-6292-C1080619F1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946873" y="3043904"/>
                      <a:ext cx="238029" cy="237743"/>
                    </a:xfrm>
                    <a:custGeom>
                      <a:avLst/>
                      <a:gdLst>
                        <a:gd name="connsiteX0" fmla="*/ 108204 w 238029"/>
                        <a:gd name="connsiteY0" fmla="*/ 237744 h 237743"/>
                        <a:gd name="connsiteX1" fmla="*/ 238030 w 238029"/>
                        <a:gd name="connsiteY1" fmla="*/ 108204 h 237743"/>
                        <a:gd name="connsiteX2" fmla="*/ 129731 w 238029"/>
                        <a:gd name="connsiteY2" fmla="*/ 0 h 237743"/>
                        <a:gd name="connsiteX3" fmla="*/ 0 w 238029"/>
                        <a:gd name="connsiteY3" fmla="*/ 129635 h 23774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743">
                          <a:moveTo>
                            <a:pt x="108204" y="237744"/>
                          </a:moveTo>
                          <a:lnTo>
                            <a:pt x="238030" y="108204"/>
                          </a:lnTo>
                          <a:lnTo>
                            <a:pt x="129731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6" name="Freeform: Shape 41">
                      <a:extLst>
                        <a:ext uri="{FF2B5EF4-FFF2-40B4-BE49-F238E27FC236}">
                          <a16:creationId xmlns:a16="http://schemas.microsoft.com/office/drawing/2014/main" id="{949F3951-CE9F-992A-CBEE-A1075FFBE4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206429" y="3562540"/>
                      <a:ext cx="237744" cy="237839"/>
                    </a:xfrm>
                    <a:custGeom>
                      <a:avLst/>
                      <a:gdLst>
                        <a:gd name="connsiteX0" fmla="*/ 108204 w 237744"/>
                        <a:gd name="connsiteY0" fmla="*/ 237839 h 237839"/>
                        <a:gd name="connsiteX1" fmla="*/ 237744 w 237744"/>
                        <a:gd name="connsiteY1" fmla="*/ 108204 h 237839"/>
                        <a:gd name="connsiteX2" fmla="*/ 129635 w 237744"/>
                        <a:gd name="connsiteY2" fmla="*/ 0 h 237839"/>
                        <a:gd name="connsiteX3" fmla="*/ 0 w 237744"/>
                        <a:gd name="connsiteY3" fmla="*/ 129635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744" h="237839">
                          <a:moveTo>
                            <a:pt x="108204" y="237839"/>
                          </a:moveTo>
                          <a:lnTo>
                            <a:pt x="237744" y="108204"/>
                          </a:lnTo>
                          <a:lnTo>
                            <a:pt x="129635" y="0"/>
                          </a:lnTo>
                          <a:lnTo>
                            <a:pt x="0" y="129635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7" name="Freeform: Shape 42">
                      <a:extLst>
                        <a:ext uri="{FF2B5EF4-FFF2-40B4-BE49-F238E27FC236}">
                          <a16:creationId xmlns:a16="http://schemas.microsoft.com/office/drawing/2014/main" id="{2AF16EFC-650B-5968-07CC-192C0132CE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3428" y="3303269"/>
                      <a:ext cx="112013" cy="220122"/>
                    </a:xfrm>
                    <a:custGeom>
                      <a:avLst/>
                      <a:gdLst>
                        <a:gd name="connsiteX0" fmla="*/ 112014 w 112013"/>
                        <a:gd name="connsiteY0" fmla="*/ 108109 h 220122"/>
                        <a:gd name="connsiteX1" fmla="*/ 3810 w 112013"/>
                        <a:gd name="connsiteY1" fmla="*/ 0 h 220122"/>
                        <a:gd name="connsiteX2" fmla="*/ 0 w 112013"/>
                        <a:gd name="connsiteY2" fmla="*/ 3905 h 220122"/>
                        <a:gd name="connsiteX3" fmla="*/ 0 w 112013"/>
                        <a:gd name="connsiteY3" fmla="*/ 220123 h 22012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2013" h="220122">
                          <a:moveTo>
                            <a:pt x="112014" y="108109"/>
                          </a:moveTo>
                          <a:lnTo>
                            <a:pt x="3810" y="0"/>
                          </a:lnTo>
                          <a:lnTo>
                            <a:pt x="0" y="3905"/>
                          </a:lnTo>
                          <a:lnTo>
                            <a:pt x="0" y="220123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8" name="Freeform: Shape 43">
                      <a:extLst>
                        <a:ext uri="{FF2B5EF4-FFF2-40B4-BE49-F238E27FC236}">
                          <a16:creationId xmlns:a16="http://schemas.microsoft.com/office/drawing/2014/main" id="{E36213EE-0753-EC07-4B3A-9C2E5765ED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66081" y="3321081"/>
                      <a:ext cx="111918" cy="220218"/>
                    </a:xfrm>
                    <a:custGeom>
                      <a:avLst/>
                      <a:gdLst>
                        <a:gd name="connsiteX0" fmla="*/ 0 w 111918"/>
                        <a:gd name="connsiteY0" fmla="*/ 112014 h 220218"/>
                        <a:gd name="connsiteX1" fmla="*/ 108109 w 111918"/>
                        <a:gd name="connsiteY1" fmla="*/ 220218 h 220218"/>
                        <a:gd name="connsiteX2" fmla="*/ 111919 w 111918"/>
                        <a:gd name="connsiteY2" fmla="*/ 216408 h 220218"/>
                        <a:gd name="connsiteX3" fmla="*/ 111919 w 111918"/>
                        <a:gd name="connsiteY3" fmla="*/ 0 h 2202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111918" h="220218">
                          <a:moveTo>
                            <a:pt x="0" y="112014"/>
                          </a:moveTo>
                          <a:lnTo>
                            <a:pt x="108109" y="220218"/>
                          </a:lnTo>
                          <a:lnTo>
                            <a:pt x="111919" y="216408"/>
                          </a:lnTo>
                          <a:lnTo>
                            <a:pt x="111919" y="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  <p:grpSp>
                <p:nvGrpSpPr>
                  <p:cNvPr id="31" name="Graphic 19">
                    <a:extLst>
                      <a:ext uri="{FF2B5EF4-FFF2-40B4-BE49-F238E27FC236}">
                        <a16:creationId xmlns:a16="http://schemas.microsoft.com/office/drawing/2014/main" id="{2CE213A6-BF7F-E0A9-6354-7C9580316784}"/>
                      </a:ext>
                    </a:extLst>
                  </p:cNvPr>
                  <p:cNvGrpSpPr/>
                  <p:nvPr/>
                </p:nvGrpSpPr>
                <p:grpSpPr>
                  <a:xfrm>
                    <a:off x="3816952" y="3039903"/>
                    <a:ext cx="757333" cy="764571"/>
                    <a:chOff x="3816952" y="3039903"/>
                    <a:chExt cx="757333" cy="764571"/>
                  </a:xfrm>
                  <a:grpFill/>
                </p:grpSpPr>
                <p:sp>
                  <p:nvSpPr>
                    <p:cNvPr id="32" name="Freeform: Shape 28">
                      <a:extLst>
                        <a:ext uri="{FF2B5EF4-FFF2-40B4-BE49-F238E27FC236}">
                          <a16:creationId xmlns:a16="http://schemas.microsoft.com/office/drawing/2014/main" id="{6942A176-B2FD-3F5A-604D-B9F3B0D7D1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7333" y="3432714"/>
                      <a:ext cx="237839" cy="238029"/>
                    </a:xfrm>
                    <a:custGeom>
                      <a:avLst/>
                      <a:gdLst>
                        <a:gd name="connsiteX0" fmla="*/ 237839 w 237839"/>
                        <a:gd name="connsiteY0" fmla="*/ 129826 h 238029"/>
                        <a:gd name="connsiteX1" fmla="*/ 108204 w 237839"/>
                        <a:gd name="connsiteY1" fmla="*/ 0 h 238029"/>
                        <a:gd name="connsiteX2" fmla="*/ 0 w 237839"/>
                        <a:gd name="connsiteY2" fmla="*/ 108299 h 238029"/>
                        <a:gd name="connsiteX3" fmla="*/ 129635 w 237839"/>
                        <a:gd name="connsiteY3" fmla="*/ 238030 h 2380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839" h="238029">
                          <a:moveTo>
                            <a:pt x="237839" y="129826"/>
                          </a:moveTo>
                          <a:lnTo>
                            <a:pt x="108204" y="0"/>
                          </a:lnTo>
                          <a:lnTo>
                            <a:pt x="0" y="108299"/>
                          </a:lnTo>
                          <a:lnTo>
                            <a:pt x="129635" y="23803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" name="Freeform: Shape 29">
                      <a:extLst>
                        <a:ext uri="{FF2B5EF4-FFF2-40B4-BE49-F238E27FC236}">
                          <a16:creationId xmlns:a16="http://schemas.microsoft.com/office/drawing/2014/main" id="{C89DD1E8-1EB6-2873-CA9E-DC4B5C6FB7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6699" y="3432714"/>
                      <a:ext cx="238029" cy="238029"/>
                    </a:xfrm>
                    <a:custGeom>
                      <a:avLst/>
                      <a:gdLst>
                        <a:gd name="connsiteX0" fmla="*/ 238030 w 238029"/>
                        <a:gd name="connsiteY0" fmla="*/ 129826 h 238029"/>
                        <a:gd name="connsiteX1" fmla="*/ 108299 w 238029"/>
                        <a:gd name="connsiteY1" fmla="*/ 0 h 238029"/>
                        <a:gd name="connsiteX2" fmla="*/ 0 w 238029"/>
                        <a:gd name="connsiteY2" fmla="*/ 108299 h 238029"/>
                        <a:gd name="connsiteX3" fmla="*/ 129826 w 238029"/>
                        <a:gd name="connsiteY3" fmla="*/ 238030 h 2380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8029">
                          <a:moveTo>
                            <a:pt x="238030" y="129826"/>
                          </a:moveTo>
                          <a:lnTo>
                            <a:pt x="108299" y="0"/>
                          </a:lnTo>
                          <a:lnTo>
                            <a:pt x="0" y="108299"/>
                          </a:lnTo>
                          <a:lnTo>
                            <a:pt x="129826" y="23803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5" name="Freeform: Shape 30">
                      <a:extLst>
                        <a:ext uri="{FF2B5EF4-FFF2-40B4-BE49-F238E27FC236}">
                          <a16:creationId xmlns:a16="http://schemas.microsoft.com/office/drawing/2014/main" id="{4371BCFF-6737-4BC3-9BB0-A27CA12C1F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16952" y="3173158"/>
                      <a:ext cx="238029" cy="237839"/>
                    </a:xfrm>
                    <a:custGeom>
                      <a:avLst/>
                      <a:gdLst>
                        <a:gd name="connsiteX0" fmla="*/ 238030 w 238029"/>
                        <a:gd name="connsiteY0" fmla="*/ 129730 h 237839"/>
                        <a:gd name="connsiteX1" fmla="*/ 108299 w 238029"/>
                        <a:gd name="connsiteY1" fmla="*/ 0 h 237839"/>
                        <a:gd name="connsiteX2" fmla="*/ 0 w 238029"/>
                        <a:gd name="connsiteY2" fmla="*/ 108204 h 237839"/>
                        <a:gd name="connsiteX3" fmla="*/ 129826 w 238029"/>
                        <a:gd name="connsiteY3" fmla="*/ 237839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839">
                          <a:moveTo>
                            <a:pt x="238030" y="129730"/>
                          </a:moveTo>
                          <a:lnTo>
                            <a:pt x="108299" y="0"/>
                          </a:lnTo>
                          <a:lnTo>
                            <a:pt x="0" y="108204"/>
                          </a:lnTo>
                          <a:lnTo>
                            <a:pt x="129826" y="237839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6" name="Freeform: Shape 31">
                      <a:extLst>
                        <a:ext uri="{FF2B5EF4-FFF2-40B4-BE49-F238E27FC236}">
                          <a16:creationId xmlns:a16="http://schemas.microsoft.com/office/drawing/2014/main" id="{056C2FD3-441A-7001-D003-3EAC307C0B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36446" y="3432524"/>
                      <a:ext cx="237839" cy="238029"/>
                    </a:xfrm>
                    <a:custGeom>
                      <a:avLst/>
                      <a:gdLst>
                        <a:gd name="connsiteX0" fmla="*/ 237839 w 237839"/>
                        <a:gd name="connsiteY0" fmla="*/ 129730 h 238029"/>
                        <a:gd name="connsiteX1" fmla="*/ 108204 w 237839"/>
                        <a:gd name="connsiteY1" fmla="*/ 0 h 238029"/>
                        <a:gd name="connsiteX2" fmla="*/ 0 w 237839"/>
                        <a:gd name="connsiteY2" fmla="*/ 108204 h 238029"/>
                        <a:gd name="connsiteX3" fmla="*/ 129731 w 237839"/>
                        <a:gd name="connsiteY3" fmla="*/ 238030 h 2380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839" h="238029">
                          <a:moveTo>
                            <a:pt x="237839" y="129730"/>
                          </a:moveTo>
                          <a:lnTo>
                            <a:pt x="108204" y="0"/>
                          </a:lnTo>
                          <a:lnTo>
                            <a:pt x="0" y="108204"/>
                          </a:lnTo>
                          <a:lnTo>
                            <a:pt x="129731" y="23803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7" name="Freeform: Shape 32">
                      <a:extLst>
                        <a:ext uri="{FF2B5EF4-FFF2-40B4-BE49-F238E27FC236}">
                          <a16:creationId xmlns:a16="http://schemas.microsoft.com/office/drawing/2014/main" id="{D4A444E5-B1B4-0427-F7FB-CF19774C3F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6985" y="3173158"/>
                      <a:ext cx="237934" cy="237839"/>
                    </a:xfrm>
                    <a:custGeom>
                      <a:avLst/>
                      <a:gdLst>
                        <a:gd name="connsiteX0" fmla="*/ 237935 w 237934"/>
                        <a:gd name="connsiteY0" fmla="*/ 129730 h 237839"/>
                        <a:gd name="connsiteX1" fmla="*/ 108299 w 237934"/>
                        <a:gd name="connsiteY1" fmla="*/ 0 h 237839"/>
                        <a:gd name="connsiteX2" fmla="*/ 0 w 237934"/>
                        <a:gd name="connsiteY2" fmla="*/ 108204 h 237839"/>
                        <a:gd name="connsiteX3" fmla="*/ 129731 w 237934"/>
                        <a:gd name="connsiteY3" fmla="*/ 237839 h 2378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7934" h="237839">
                          <a:moveTo>
                            <a:pt x="237935" y="129730"/>
                          </a:moveTo>
                          <a:lnTo>
                            <a:pt x="108299" y="0"/>
                          </a:lnTo>
                          <a:lnTo>
                            <a:pt x="0" y="108204"/>
                          </a:lnTo>
                          <a:lnTo>
                            <a:pt x="129731" y="237839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8" name="Freeform: Shape 33">
                      <a:extLst>
                        <a:ext uri="{FF2B5EF4-FFF2-40B4-BE49-F238E27FC236}">
                          <a16:creationId xmlns:a16="http://schemas.microsoft.com/office/drawing/2014/main" id="{0C85C35F-FA86-729B-CAA7-43F1393B71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336160" y="3173444"/>
                      <a:ext cx="238029" cy="237744"/>
                    </a:xfrm>
                    <a:custGeom>
                      <a:avLst/>
                      <a:gdLst>
                        <a:gd name="connsiteX0" fmla="*/ 238030 w 238029"/>
                        <a:gd name="connsiteY0" fmla="*/ 129731 h 237744"/>
                        <a:gd name="connsiteX1" fmla="*/ 108299 w 238029"/>
                        <a:gd name="connsiteY1" fmla="*/ 0 h 237744"/>
                        <a:gd name="connsiteX2" fmla="*/ 0 w 238029"/>
                        <a:gd name="connsiteY2" fmla="*/ 108109 h 237744"/>
                        <a:gd name="connsiteX3" fmla="*/ 129826 w 238029"/>
                        <a:gd name="connsiteY3" fmla="*/ 237744 h 23774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38029" h="237744">
                          <a:moveTo>
                            <a:pt x="238030" y="129731"/>
                          </a:moveTo>
                          <a:lnTo>
                            <a:pt x="108299" y="0"/>
                          </a:lnTo>
                          <a:lnTo>
                            <a:pt x="0" y="108109"/>
                          </a:lnTo>
                          <a:lnTo>
                            <a:pt x="129826" y="237744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9" name="Freeform: Shape 34">
                      <a:extLst>
                        <a:ext uri="{FF2B5EF4-FFF2-40B4-BE49-F238E27FC236}">
                          <a16:creationId xmlns:a16="http://schemas.microsoft.com/office/drawing/2014/main" id="{60F9F395-BF13-3864-CF78-4DB445EC66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4511" y="3039903"/>
                      <a:ext cx="220122" cy="112014"/>
                    </a:xfrm>
                    <a:custGeom>
                      <a:avLst/>
                      <a:gdLst>
                        <a:gd name="connsiteX0" fmla="*/ 111919 w 220122"/>
                        <a:gd name="connsiteY0" fmla="*/ 112014 h 112014"/>
                        <a:gd name="connsiteX1" fmla="*/ 220123 w 220122"/>
                        <a:gd name="connsiteY1" fmla="*/ 3715 h 112014"/>
                        <a:gd name="connsiteX2" fmla="*/ 216313 w 220122"/>
                        <a:gd name="connsiteY2" fmla="*/ 0 h 112014"/>
                        <a:gd name="connsiteX3" fmla="*/ 0 w 220122"/>
                        <a:gd name="connsiteY3" fmla="*/ 0 h 11201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20122" h="112014">
                          <a:moveTo>
                            <a:pt x="111919" y="112014"/>
                          </a:moveTo>
                          <a:lnTo>
                            <a:pt x="220123" y="3715"/>
                          </a:lnTo>
                          <a:lnTo>
                            <a:pt x="216313" y="0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40" name="Freeform: Shape 35">
                      <a:extLst>
                        <a:ext uri="{FF2B5EF4-FFF2-40B4-BE49-F238E27FC236}">
                          <a16:creationId xmlns:a16="http://schemas.microsoft.com/office/drawing/2014/main" id="{B22E940B-9E69-38B4-7ADA-A70A0BF4AC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76604" y="3692556"/>
                      <a:ext cx="220122" cy="111918"/>
                    </a:xfrm>
                    <a:custGeom>
                      <a:avLst/>
                      <a:gdLst>
                        <a:gd name="connsiteX0" fmla="*/ 108204 w 220122"/>
                        <a:gd name="connsiteY0" fmla="*/ 0 h 111918"/>
                        <a:gd name="connsiteX1" fmla="*/ 0 w 220122"/>
                        <a:gd name="connsiteY1" fmla="*/ 108109 h 111918"/>
                        <a:gd name="connsiteX2" fmla="*/ 3810 w 220122"/>
                        <a:gd name="connsiteY2" fmla="*/ 111919 h 111918"/>
                        <a:gd name="connsiteX3" fmla="*/ 220123 w 220122"/>
                        <a:gd name="connsiteY3" fmla="*/ 111919 h 1119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20122" h="111918">
                          <a:moveTo>
                            <a:pt x="108204" y="0"/>
                          </a:moveTo>
                          <a:lnTo>
                            <a:pt x="0" y="108109"/>
                          </a:lnTo>
                          <a:lnTo>
                            <a:pt x="3810" y="111919"/>
                          </a:lnTo>
                          <a:lnTo>
                            <a:pt x="220123" y="111919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/>
                    <a:p>
                      <a:pPr marL="0" marR="0" lvl="0" indent="0" algn="l" defTabSz="55446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pt-BR" sz="1092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Versos Light"/>
                        <a:ea typeface="+mn-ea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4B420357-F1F6-E288-5644-B85687365873}"/>
                  </a:ext>
                </a:extLst>
              </p:cNvPr>
              <p:cNvGrpSpPr/>
              <p:nvPr/>
            </p:nvGrpSpPr>
            <p:grpSpPr>
              <a:xfrm>
                <a:off x="751861" y="4313143"/>
                <a:ext cx="462643" cy="121129"/>
                <a:chOff x="916860" y="4313143"/>
                <a:chExt cx="538791" cy="141066"/>
              </a:xfrm>
            </p:grpSpPr>
            <p:sp>
              <p:nvSpPr>
                <p:cNvPr id="24" name="Freeform: Shape 22">
                  <a:extLst>
                    <a:ext uri="{FF2B5EF4-FFF2-40B4-BE49-F238E27FC236}">
                      <a16:creationId xmlns:a16="http://schemas.microsoft.com/office/drawing/2014/main" id="{365BAA36-0FCA-0A64-8952-5BE9C8F70294}"/>
                    </a:ext>
                  </a:extLst>
                </p:cNvPr>
                <p:cNvSpPr/>
                <p:nvPr/>
              </p:nvSpPr>
              <p:spPr>
                <a:xfrm>
                  <a:off x="916860" y="4327727"/>
                  <a:ext cx="538791" cy="126482"/>
                </a:xfrm>
                <a:custGeom>
                  <a:avLst/>
                  <a:gdLst>
                    <a:gd name="connsiteX0" fmla="*/ 1402185 w 3302819"/>
                    <a:gd name="connsiteY0" fmla="*/ 284740 h 775354"/>
                    <a:gd name="connsiteX1" fmla="*/ 1250213 w 3302819"/>
                    <a:gd name="connsiteY1" fmla="*/ 771239 h 775354"/>
                    <a:gd name="connsiteX2" fmla="*/ 1094661 w 3302819"/>
                    <a:gd name="connsiteY2" fmla="*/ 771239 h 775354"/>
                    <a:gd name="connsiteX3" fmla="*/ 942689 w 3302819"/>
                    <a:gd name="connsiteY3" fmla="*/ 284740 h 775354"/>
                    <a:gd name="connsiteX4" fmla="*/ 1071734 w 3302819"/>
                    <a:gd name="connsiteY4" fmla="*/ 284740 h 775354"/>
                    <a:gd name="connsiteX5" fmla="*/ 1129160 w 3302819"/>
                    <a:gd name="connsiteY5" fmla="*/ 481146 h 775354"/>
                    <a:gd name="connsiteX6" fmla="*/ 1172461 w 3302819"/>
                    <a:gd name="connsiteY6" fmla="*/ 657225 h 775354"/>
                    <a:gd name="connsiteX7" fmla="*/ 1179519 w 3302819"/>
                    <a:gd name="connsiteY7" fmla="*/ 657225 h 775354"/>
                    <a:gd name="connsiteX8" fmla="*/ 1222820 w 3302819"/>
                    <a:gd name="connsiteY8" fmla="*/ 481194 h 775354"/>
                    <a:gd name="connsiteX9" fmla="*/ 1278503 w 3302819"/>
                    <a:gd name="connsiteY9" fmla="*/ 284740 h 775354"/>
                    <a:gd name="connsiteX10" fmla="*/ 1638710 w 3302819"/>
                    <a:gd name="connsiteY10" fmla="*/ 771192 h 775354"/>
                    <a:gd name="connsiteX11" fmla="*/ 1752248 w 3302819"/>
                    <a:gd name="connsiteY11" fmla="*/ 750818 h 775354"/>
                    <a:gd name="connsiteX12" fmla="*/ 1833124 w 3302819"/>
                    <a:gd name="connsiteY12" fmla="*/ 694106 h 775354"/>
                    <a:gd name="connsiteX13" fmla="*/ 1767745 w 3302819"/>
                    <a:gd name="connsiteY13" fmla="*/ 612581 h 775354"/>
                    <a:gd name="connsiteX14" fmla="*/ 1720015 w 3302819"/>
                    <a:gd name="connsiteY14" fmla="*/ 651634 h 775354"/>
                    <a:gd name="connsiteX15" fmla="*/ 1653750 w 3302819"/>
                    <a:gd name="connsiteY15" fmla="*/ 667826 h 775354"/>
                    <a:gd name="connsiteX16" fmla="*/ 1575968 w 3302819"/>
                    <a:gd name="connsiteY16" fmla="*/ 641109 h 775354"/>
                    <a:gd name="connsiteX17" fmla="*/ 1551203 w 3302819"/>
                    <a:gd name="connsiteY17" fmla="*/ 568814 h 775354"/>
                    <a:gd name="connsiteX18" fmla="*/ 1551203 w 3302819"/>
                    <a:gd name="connsiteY18" fmla="*/ 561727 h 775354"/>
                    <a:gd name="connsiteX19" fmla="*/ 1849088 w 3302819"/>
                    <a:gd name="connsiteY19" fmla="*/ 561727 h 775354"/>
                    <a:gd name="connsiteX20" fmla="*/ 1849088 w 3302819"/>
                    <a:gd name="connsiteY20" fmla="*/ 522846 h 775354"/>
                    <a:gd name="connsiteX21" fmla="*/ 1837163 w 3302819"/>
                    <a:gd name="connsiteY21" fmla="*/ 433140 h 775354"/>
                    <a:gd name="connsiteX22" fmla="*/ 1799168 w 3302819"/>
                    <a:gd name="connsiteY22" fmla="*/ 357588 h 775354"/>
                    <a:gd name="connsiteX23" fmla="*/ 1732007 w 3302819"/>
                    <a:gd name="connsiteY23" fmla="*/ 305438 h 775354"/>
                    <a:gd name="connsiteX24" fmla="*/ 1633452 w 3302819"/>
                    <a:gd name="connsiteY24" fmla="*/ 286036 h 775354"/>
                    <a:gd name="connsiteX25" fmla="*/ 1540669 w 3302819"/>
                    <a:gd name="connsiteY25" fmla="*/ 303286 h 775354"/>
                    <a:gd name="connsiteX26" fmla="*/ 1472175 w 3302819"/>
                    <a:gd name="connsiteY26" fmla="*/ 352320 h 775354"/>
                    <a:gd name="connsiteX27" fmla="*/ 1430141 w 3302819"/>
                    <a:gd name="connsiteY27" fmla="*/ 428768 h 775354"/>
                    <a:gd name="connsiteX28" fmla="*/ 1416006 w 3302819"/>
                    <a:gd name="connsiteY28" fmla="*/ 528161 h 775354"/>
                    <a:gd name="connsiteX29" fmla="*/ 1430579 w 3302819"/>
                    <a:gd name="connsiteY29" fmla="*/ 628869 h 775354"/>
                    <a:gd name="connsiteX30" fmla="*/ 1473899 w 3302819"/>
                    <a:gd name="connsiteY30" fmla="*/ 705317 h 775354"/>
                    <a:gd name="connsiteX31" fmla="*/ 1544136 w 3302819"/>
                    <a:gd name="connsiteY31" fmla="*/ 753951 h 775354"/>
                    <a:gd name="connsiteX32" fmla="*/ 1638700 w 3302819"/>
                    <a:gd name="connsiteY32" fmla="*/ 771192 h 775354"/>
                    <a:gd name="connsiteX33" fmla="*/ 1636062 w 3302819"/>
                    <a:gd name="connsiteY33" fmla="*/ 382353 h 775354"/>
                    <a:gd name="connsiteX34" fmla="*/ 1694831 w 3302819"/>
                    <a:gd name="connsiteY34" fmla="*/ 408422 h 775354"/>
                    <a:gd name="connsiteX35" fmla="*/ 1713881 w 3302819"/>
                    <a:gd name="connsiteY35" fmla="*/ 476917 h 775354"/>
                    <a:gd name="connsiteX36" fmla="*/ 1713881 w 3302819"/>
                    <a:gd name="connsiteY36" fmla="*/ 484870 h 775354"/>
                    <a:gd name="connsiteX37" fmla="*/ 1551213 w 3302819"/>
                    <a:gd name="connsiteY37" fmla="*/ 484870 h 775354"/>
                    <a:gd name="connsiteX38" fmla="*/ 1551213 w 3302819"/>
                    <a:gd name="connsiteY38" fmla="*/ 477812 h 775354"/>
                    <a:gd name="connsiteX39" fmla="*/ 1573749 w 3302819"/>
                    <a:gd name="connsiteY39" fmla="*/ 408432 h 775354"/>
                    <a:gd name="connsiteX40" fmla="*/ 1636042 w 3302819"/>
                    <a:gd name="connsiteY40" fmla="*/ 382362 h 775354"/>
                    <a:gd name="connsiteX41" fmla="*/ 2115655 w 3302819"/>
                    <a:gd name="connsiteY41" fmla="*/ 771173 h 775354"/>
                    <a:gd name="connsiteX42" fmla="*/ 2232755 w 3302819"/>
                    <a:gd name="connsiteY42" fmla="*/ 740235 h 775354"/>
                    <a:gd name="connsiteX43" fmla="*/ 2303888 w 3302819"/>
                    <a:gd name="connsiteY43" fmla="*/ 643080 h 775354"/>
                    <a:gd name="connsiteX44" fmla="*/ 2202266 w 3302819"/>
                    <a:gd name="connsiteY44" fmla="*/ 598894 h 775354"/>
                    <a:gd name="connsiteX45" fmla="*/ 2171786 w 3302819"/>
                    <a:gd name="connsiteY45" fmla="*/ 648824 h 775354"/>
                    <a:gd name="connsiteX46" fmla="*/ 2115655 w 3302819"/>
                    <a:gd name="connsiteY46" fmla="*/ 667817 h 775354"/>
                    <a:gd name="connsiteX47" fmla="*/ 2055562 w 3302819"/>
                    <a:gd name="connsiteY47" fmla="*/ 642185 h 775354"/>
                    <a:gd name="connsiteX48" fmla="*/ 2035254 w 3302819"/>
                    <a:gd name="connsiteY48" fmla="*/ 572386 h 775354"/>
                    <a:gd name="connsiteX49" fmla="*/ 2035254 w 3302819"/>
                    <a:gd name="connsiteY49" fmla="*/ 485737 h 775354"/>
                    <a:gd name="connsiteX50" fmla="*/ 2055562 w 3302819"/>
                    <a:gd name="connsiteY50" fmla="*/ 415481 h 775354"/>
                    <a:gd name="connsiteX51" fmla="*/ 2115655 w 3302819"/>
                    <a:gd name="connsiteY51" fmla="*/ 389411 h 775354"/>
                    <a:gd name="connsiteX52" fmla="*/ 2169538 w 3302819"/>
                    <a:gd name="connsiteY52" fmla="*/ 407975 h 775354"/>
                    <a:gd name="connsiteX53" fmla="*/ 2195170 w 3302819"/>
                    <a:gd name="connsiteY53" fmla="*/ 453038 h 775354"/>
                    <a:gd name="connsiteX54" fmla="*/ 2301240 w 3302819"/>
                    <a:gd name="connsiteY54" fmla="*/ 407079 h 775354"/>
                    <a:gd name="connsiteX55" fmla="*/ 2233613 w 3302819"/>
                    <a:gd name="connsiteY55" fmla="*/ 317840 h 775354"/>
                    <a:gd name="connsiteX56" fmla="*/ 2115636 w 3302819"/>
                    <a:gd name="connsiteY56" fmla="*/ 286026 h 775354"/>
                    <a:gd name="connsiteX57" fmla="*/ 2022843 w 3302819"/>
                    <a:gd name="connsiteY57" fmla="*/ 302809 h 775354"/>
                    <a:gd name="connsiteX58" fmla="*/ 1954816 w 3302819"/>
                    <a:gd name="connsiteY58" fmla="*/ 351387 h 775354"/>
                    <a:gd name="connsiteX59" fmla="*/ 1913277 w 3302819"/>
                    <a:gd name="connsiteY59" fmla="*/ 427834 h 775354"/>
                    <a:gd name="connsiteX60" fmla="*/ 1899123 w 3302819"/>
                    <a:gd name="connsiteY60" fmla="*/ 528133 h 775354"/>
                    <a:gd name="connsiteX61" fmla="*/ 1913277 w 3302819"/>
                    <a:gd name="connsiteY61" fmla="*/ 628879 h 775354"/>
                    <a:gd name="connsiteX62" fmla="*/ 1954816 w 3302819"/>
                    <a:gd name="connsiteY62" fmla="*/ 705326 h 775354"/>
                    <a:gd name="connsiteX63" fmla="*/ 2022843 w 3302819"/>
                    <a:gd name="connsiteY63" fmla="*/ 753904 h 775354"/>
                    <a:gd name="connsiteX64" fmla="*/ 2115636 w 3302819"/>
                    <a:gd name="connsiteY64" fmla="*/ 771144 h 775354"/>
                    <a:gd name="connsiteX65" fmla="*/ 2621842 w 3302819"/>
                    <a:gd name="connsiteY65" fmla="*/ 771258 h 775354"/>
                    <a:gd name="connsiteX66" fmla="*/ 2621842 w 3302819"/>
                    <a:gd name="connsiteY66" fmla="*/ 667836 h 775354"/>
                    <a:gd name="connsiteX67" fmla="*/ 2529954 w 3302819"/>
                    <a:gd name="connsiteY67" fmla="*/ 667836 h 775354"/>
                    <a:gd name="connsiteX68" fmla="*/ 2529954 w 3302819"/>
                    <a:gd name="connsiteY68" fmla="*/ 391611 h 775354"/>
                    <a:gd name="connsiteX69" fmla="*/ 2621842 w 3302819"/>
                    <a:gd name="connsiteY69" fmla="*/ 391611 h 775354"/>
                    <a:gd name="connsiteX70" fmla="*/ 2621842 w 3302819"/>
                    <a:gd name="connsiteY70" fmla="*/ 288141 h 775354"/>
                    <a:gd name="connsiteX71" fmla="*/ 2529954 w 3302819"/>
                    <a:gd name="connsiteY71" fmla="*/ 288141 h 775354"/>
                    <a:gd name="connsiteX72" fmla="*/ 2529954 w 3302819"/>
                    <a:gd name="connsiteY72" fmla="*/ 171145 h 775354"/>
                    <a:gd name="connsiteX73" fmla="*/ 2412416 w 3302819"/>
                    <a:gd name="connsiteY73" fmla="*/ 171145 h 775354"/>
                    <a:gd name="connsiteX74" fmla="*/ 2412416 w 3302819"/>
                    <a:gd name="connsiteY74" fmla="*/ 237820 h 775354"/>
                    <a:gd name="connsiteX75" fmla="*/ 2402719 w 3302819"/>
                    <a:gd name="connsiteY75" fmla="*/ 275139 h 775354"/>
                    <a:gd name="connsiteX76" fmla="*/ 2366524 w 3302819"/>
                    <a:gd name="connsiteY76" fmla="*/ 288188 h 775354"/>
                    <a:gd name="connsiteX77" fmla="*/ 2333720 w 3302819"/>
                    <a:gd name="connsiteY77" fmla="*/ 288188 h 775354"/>
                    <a:gd name="connsiteX78" fmla="*/ 2333720 w 3302819"/>
                    <a:gd name="connsiteY78" fmla="*/ 391611 h 775354"/>
                    <a:gd name="connsiteX79" fmla="*/ 2399119 w 3302819"/>
                    <a:gd name="connsiteY79" fmla="*/ 391611 h 775354"/>
                    <a:gd name="connsiteX80" fmla="*/ 2399119 w 3302819"/>
                    <a:gd name="connsiteY80" fmla="*/ 633613 h 775354"/>
                    <a:gd name="connsiteX81" fmla="*/ 2434028 w 3302819"/>
                    <a:gd name="connsiteY81" fmla="*/ 736206 h 775354"/>
                    <a:gd name="connsiteX82" fmla="*/ 2536984 w 3302819"/>
                    <a:gd name="connsiteY82" fmla="*/ 771315 h 775354"/>
                    <a:gd name="connsiteX83" fmla="*/ 2775490 w 3302819"/>
                    <a:gd name="connsiteY83" fmla="*/ 249469 h 775354"/>
                    <a:gd name="connsiteX84" fmla="*/ 2833383 w 3302819"/>
                    <a:gd name="connsiteY84" fmla="*/ 231057 h 775354"/>
                    <a:gd name="connsiteX85" fmla="*/ 2851480 w 3302819"/>
                    <a:gd name="connsiteY85" fmla="*/ 183975 h 775354"/>
                    <a:gd name="connsiteX86" fmla="*/ 2851480 w 3302819"/>
                    <a:gd name="connsiteY86" fmla="*/ 164259 h 775354"/>
                    <a:gd name="connsiteX87" fmla="*/ 2833383 w 3302819"/>
                    <a:gd name="connsiteY87" fmla="*/ 117177 h 775354"/>
                    <a:gd name="connsiteX88" fmla="*/ 2775490 w 3302819"/>
                    <a:gd name="connsiteY88" fmla="*/ 98765 h 775354"/>
                    <a:gd name="connsiteX89" fmla="*/ 2717606 w 3302819"/>
                    <a:gd name="connsiteY89" fmla="*/ 117177 h 775354"/>
                    <a:gd name="connsiteX90" fmla="*/ 2699509 w 3302819"/>
                    <a:gd name="connsiteY90" fmla="*/ 164259 h 775354"/>
                    <a:gd name="connsiteX91" fmla="*/ 2699509 w 3302819"/>
                    <a:gd name="connsiteY91" fmla="*/ 183975 h 775354"/>
                    <a:gd name="connsiteX92" fmla="*/ 2717606 w 3302819"/>
                    <a:gd name="connsiteY92" fmla="*/ 231057 h 775354"/>
                    <a:gd name="connsiteX93" fmla="*/ 2775490 w 3302819"/>
                    <a:gd name="connsiteY93" fmla="*/ 249469 h 775354"/>
                    <a:gd name="connsiteX94" fmla="*/ 2710129 w 3302819"/>
                    <a:gd name="connsiteY94" fmla="*/ 771192 h 775354"/>
                    <a:gd name="connsiteX95" fmla="*/ 2840898 w 3302819"/>
                    <a:gd name="connsiteY95" fmla="*/ 771192 h 775354"/>
                    <a:gd name="connsiteX96" fmla="*/ 2840898 w 3302819"/>
                    <a:gd name="connsiteY96" fmla="*/ 285998 h 775354"/>
                    <a:gd name="connsiteX97" fmla="*/ 2710101 w 3302819"/>
                    <a:gd name="connsiteY97" fmla="*/ 285998 h 775354"/>
                    <a:gd name="connsiteX98" fmla="*/ 3103969 w 3302819"/>
                    <a:gd name="connsiteY98" fmla="*/ 771135 h 775354"/>
                    <a:gd name="connsiteX99" fmla="*/ 3185713 w 3302819"/>
                    <a:gd name="connsiteY99" fmla="*/ 759647 h 775354"/>
                    <a:gd name="connsiteX100" fmla="*/ 3248444 w 3302819"/>
                    <a:gd name="connsiteY100" fmla="*/ 727386 h 775354"/>
                    <a:gd name="connsiteX101" fmla="*/ 3288659 w 3302819"/>
                    <a:gd name="connsiteY101" fmla="*/ 678351 h 775354"/>
                    <a:gd name="connsiteX102" fmla="*/ 3302813 w 3302819"/>
                    <a:gd name="connsiteY102" fmla="*/ 616496 h 775354"/>
                    <a:gd name="connsiteX103" fmla="*/ 3149927 w 3302819"/>
                    <a:gd name="connsiteY103" fmla="*/ 476869 h 775354"/>
                    <a:gd name="connsiteX104" fmla="*/ 3097768 w 3302819"/>
                    <a:gd name="connsiteY104" fmla="*/ 469802 h 775354"/>
                    <a:gd name="connsiteX105" fmla="*/ 3059325 w 3302819"/>
                    <a:gd name="connsiteY105" fmla="*/ 455228 h 775354"/>
                    <a:gd name="connsiteX106" fmla="*/ 3049172 w 3302819"/>
                    <a:gd name="connsiteY106" fmla="*/ 426501 h 775354"/>
                    <a:gd name="connsiteX107" fmla="*/ 3063307 w 3302819"/>
                    <a:gd name="connsiteY107" fmla="*/ 398221 h 775354"/>
                    <a:gd name="connsiteX108" fmla="*/ 3111036 w 3302819"/>
                    <a:gd name="connsiteY108" fmla="*/ 387601 h 775354"/>
                    <a:gd name="connsiteX109" fmla="*/ 3168015 w 3302819"/>
                    <a:gd name="connsiteY109" fmla="*/ 400469 h 775354"/>
                    <a:gd name="connsiteX110" fmla="*/ 3217935 w 3302819"/>
                    <a:gd name="connsiteY110" fmla="*/ 435388 h 775354"/>
                    <a:gd name="connsiteX111" fmla="*/ 3293059 w 3302819"/>
                    <a:gd name="connsiteY111" fmla="*/ 358492 h 775354"/>
                    <a:gd name="connsiteX112" fmla="*/ 3257274 w 3302819"/>
                    <a:gd name="connsiteY112" fmla="*/ 328012 h 775354"/>
                    <a:gd name="connsiteX113" fmla="*/ 3217498 w 3302819"/>
                    <a:gd name="connsiteY113" fmla="*/ 305048 h 775354"/>
                    <a:gd name="connsiteX114" fmla="*/ 3167920 w 3302819"/>
                    <a:gd name="connsiteY114" fmla="*/ 290884 h 775354"/>
                    <a:gd name="connsiteX115" fmla="*/ 3103846 w 3302819"/>
                    <a:gd name="connsiteY115" fmla="*/ 286036 h 775354"/>
                    <a:gd name="connsiteX116" fmla="*/ 3029170 w 3302819"/>
                    <a:gd name="connsiteY116" fmla="*/ 297085 h 775354"/>
                    <a:gd name="connsiteX117" fmla="*/ 2972610 w 3302819"/>
                    <a:gd name="connsiteY117" fmla="*/ 328003 h 775354"/>
                    <a:gd name="connsiteX118" fmla="*/ 2936415 w 3302819"/>
                    <a:gd name="connsiteY118" fmla="*/ 375733 h 775354"/>
                    <a:gd name="connsiteX119" fmla="*/ 2923595 w 3302819"/>
                    <a:gd name="connsiteY119" fmla="*/ 437159 h 775354"/>
                    <a:gd name="connsiteX120" fmla="*/ 3080014 w 3302819"/>
                    <a:gd name="connsiteY120" fmla="*/ 580320 h 775354"/>
                    <a:gd name="connsiteX121" fmla="*/ 3130382 w 3302819"/>
                    <a:gd name="connsiteY121" fmla="*/ 586511 h 775354"/>
                    <a:gd name="connsiteX122" fmla="*/ 3177226 w 3302819"/>
                    <a:gd name="connsiteY122" fmla="*/ 625392 h 775354"/>
                    <a:gd name="connsiteX123" fmla="*/ 3162195 w 3302819"/>
                    <a:gd name="connsiteY123" fmla="*/ 657644 h 775354"/>
                    <a:gd name="connsiteX124" fmla="*/ 3108312 w 3302819"/>
                    <a:gd name="connsiteY124" fmla="*/ 669569 h 775354"/>
                    <a:gd name="connsiteX125" fmla="*/ 3040266 w 3302819"/>
                    <a:gd name="connsiteY125" fmla="*/ 653663 h 775354"/>
                    <a:gd name="connsiteX126" fmla="*/ 2985478 w 3302819"/>
                    <a:gd name="connsiteY126" fmla="*/ 610362 h 775354"/>
                    <a:gd name="connsiteX127" fmla="*/ 2908583 w 3302819"/>
                    <a:gd name="connsiteY127" fmla="*/ 688124 h 775354"/>
                    <a:gd name="connsiteX128" fmla="*/ 2990774 w 3302819"/>
                    <a:gd name="connsiteY128" fmla="*/ 749560 h 775354"/>
                    <a:gd name="connsiteX129" fmla="*/ 3103941 w 3302819"/>
                    <a:gd name="connsiteY129" fmla="*/ 771201 h 775354"/>
                    <a:gd name="connsiteX130" fmla="*/ 854593 w 3302819"/>
                    <a:gd name="connsiteY130" fmla="*/ 284407 h 775354"/>
                    <a:gd name="connsiteX131" fmla="*/ 452371 w 3302819"/>
                    <a:gd name="connsiteY131" fmla="*/ 284407 h 775354"/>
                    <a:gd name="connsiteX132" fmla="*/ 452371 w 3302819"/>
                    <a:gd name="connsiteY132" fmla="*/ 284407 h 775354"/>
                    <a:gd name="connsiteX133" fmla="*/ 360931 w 3302819"/>
                    <a:gd name="connsiteY133" fmla="*/ 284407 h 775354"/>
                    <a:gd name="connsiteX134" fmla="*/ 360931 w 3302819"/>
                    <a:gd name="connsiteY134" fmla="*/ 192967 h 775354"/>
                    <a:gd name="connsiteX135" fmla="*/ 167964 w 3302819"/>
                    <a:gd name="connsiteY135" fmla="*/ 0 h 775354"/>
                    <a:gd name="connsiteX136" fmla="*/ 79229 w 3302819"/>
                    <a:gd name="connsiteY136" fmla="*/ 88725 h 775354"/>
                    <a:gd name="connsiteX137" fmla="*/ 274920 w 3302819"/>
                    <a:gd name="connsiteY137" fmla="*/ 284407 h 775354"/>
                    <a:gd name="connsiteX138" fmla="*/ 0 w 3302819"/>
                    <a:gd name="connsiteY138" fmla="*/ 284407 h 775354"/>
                    <a:gd name="connsiteX139" fmla="*/ 0 w 3302819"/>
                    <a:gd name="connsiteY139" fmla="*/ 409899 h 775354"/>
                    <a:gd name="connsiteX140" fmla="*/ 274920 w 3302819"/>
                    <a:gd name="connsiteY140" fmla="*/ 409899 h 775354"/>
                    <a:gd name="connsiteX141" fmla="*/ 79229 w 3302819"/>
                    <a:gd name="connsiteY141" fmla="*/ 605571 h 775354"/>
                    <a:gd name="connsiteX142" fmla="*/ 167964 w 3302819"/>
                    <a:gd name="connsiteY142" fmla="*/ 694287 h 775354"/>
                    <a:gd name="connsiteX143" fmla="*/ 363636 w 3302819"/>
                    <a:gd name="connsiteY143" fmla="*/ 498615 h 775354"/>
                    <a:gd name="connsiteX144" fmla="*/ 363636 w 3302819"/>
                    <a:gd name="connsiteY144" fmla="*/ 775354 h 775354"/>
                    <a:gd name="connsiteX145" fmla="*/ 489128 w 3302819"/>
                    <a:gd name="connsiteY145" fmla="*/ 775354 h 775354"/>
                    <a:gd name="connsiteX146" fmla="*/ 489128 w 3302819"/>
                    <a:gd name="connsiteY146" fmla="*/ 498615 h 775354"/>
                    <a:gd name="connsiteX147" fmla="*/ 684848 w 3302819"/>
                    <a:gd name="connsiteY147" fmla="*/ 694287 h 775354"/>
                    <a:gd name="connsiteX148" fmla="*/ 773573 w 3302819"/>
                    <a:gd name="connsiteY148" fmla="*/ 605571 h 775354"/>
                    <a:gd name="connsiteX149" fmla="*/ 577863 w 3302819"/>
                    <a:gd name="connsiteY149" fmla="*/ 409899 h 775354"/>
                    <a:gd name="connsiteX150" fmla="*/ 854593 w 3302819"/>
                    <a:gd name="connsiteY150" fmla="*/ 409899 h 7753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</a:cxnLst>
                  <a:rect l="l" t="t" r="r" b="b"/>
                  <a:pathLst>
                    <a:path w="3302819" h="775354">
                      <a:moveTo>
                        <a:pt x="1402185" y="284740"/>
                      </a:moveTo>
                      <a:lnTo>
                        <a:pt x="1250213" y="771239"/>
                      </a:lnTo>
                      <a:lnTo>
                        <a:pt x="1094661" y="771239"/>
                      </a:lnTo>
                      <a:lnTo>
                        <a:pt x="942689" y="284740"/>
                      </a:lnTo>
                      <a:lnTo>
                        <a:pt x="1071734" y="284740"/>
                      </a:lnTo>
                      <a:lnTo>
                        <a:pt x="1129160" y="481146"/>
                      </a:lnTo>
                      <a:lnTo>
                        <a:pt x="1172461" y="657225"/>
                      </a:lnTo>
                      <a:lnTo>
                        <a:pt x="1179519" y="657225"/>
                      </a:lnTo>
                      <a:lnTo>
                        <a:pt x="1222820" y="481194"/>
                      </a:lnTo>
                      <a:lnTo>
                        <a:pt x="1278503" y="284740"/>
                      </a:lnTo>
                      <a:close/>
                      <a:moveTo>
                        <a:pt x="1638710" y="771192"/>
                      </a:moveTo>
                      <a:cubicBezTo>
                        <a:pt x="1677521" y="771852"/>
                        <a:pt x="1716088" y="764932"/>
                        <a:pt x="1752248" y="750818"/>
                      </a:cubicBezTo>
                      <a:cubicBezTo>
                        <a:pt x="1783402" y="738743"/>
                        <a:pt x="1811157" y="719281"/>
                        <a:pt x="1833124" y="694106"/>
                      </a:cubicBezTo>
                      <a:lnTo>
                        <a:pt x="1767745" y="612581"/>
                      </a:lnTo>
                      <a:cubicBezTo>
                        <a:pt x="1753435" y="627440"/>
                        <a:pt x="1737413" y="640549"/>
                        <a:pt x="1720015" y="651634"/>
                      </a:cubicBezTo>
                      <a:cubicBezTo>
                        <a:pt x="1699912" y="663214"/>
                        <a:pt x="1676928" y="668830"/>
                        <a:pt x="1653750" y="667826"/>
                      </a:cubicBezTo>
                      <a:cubicBezTo>
                        <a:pt x="1618386" y="667826"/>
                        <a:pt x="1592459" y="658920"/>
                        <a:pt x="1575968" y="641109"/>
                      </a:cubicBezTo>
                      <a:cubicBezTo>
                        <a:pt x="1558678" y="621118"/>
                        <a:pt x="1549803" y="595208"/>
                        <a:pt x="1551203" y="568814"/>
                      </a:cubicBezTo>
                      <a:lnTo>
                        <a:pt x="1551203" y="561727"/>
                      </a:lnTo>
                      <a:lnTo>
                        <a:pt x="1849088" y="561727"/>
                      </a:lnTo>
                      <a:lnTo>
                        <a:pt x="1849088" y="522846"/>
                      </a:lnTo>
                      <a:cubicBezTo>
                        <a:pt x="1849203" y="492541"/>
                        <a:pt x="1845191" y="462362"/>
                        <a:pt x="1837163" y="433140"/>
                      </a:cubicBezTo>
                      <a:cubicBezTo>
                        <a:pt x="1829747" y="405642"/>
                        <a:pt x="1816821" y="379938"/>
                        <a:pt x="1799168" y="357588"/>
                      </a:cubicBezTo>
                      <a:cubicBezTo>
                        <a:pt x="1781100" y="335260"/>
                        <a:pt x="1758114" y="317412"/>
                        <a:pt x="1732007" y="305438"/>
                      </a:cubicBezTo>
                      <a:cubicBezTo>
                        <a:pt x="1700994" y="291764"/>
                        <a:pt x="1667334" y="285137"/>
                        <a:pt x="1633452" y="286036"/>
                      </a:cubicBezTo>
                      <a:cubicBezTo>
                        <a:pt x="1601677" y="285469"/>
                        <a:pt x="1570117" y="291337"/>
                        <a:pt x="1540669" y="303286"/>
                      </a:cubicBezTo>
                      <a:cubicBezTo>
                        <a:pt x="1514382" y="314166"/>
                        <a:pt x="1490947" y="330943"/>
                        <a:pt x="1472175" y="352320"/>
                      </a:cubicBezTo>
                      <a:cubicBezTo>
                        <a:pt x="1452993" y="374598"/>
                        <a:pt x="1438676" y="400637"/>
                        <a:pt x="1430141" y="428768"/>
                      </a:cubicBezTo>
                      <a:cubicBezTo>
                        <a:pt x="1420351" y="460976"/>
                        <a:pt x="1415584" y="494501"/>
                        <a:pt x="1416006" y="528161"/>
                      </a:cubicBezTo>
                      <a:cubicBezTo>
                        <a:pt x="1415576" y="562286"/>
                        <a:pt x="1420493" y="596267"/>
                        <a:pt x="1430579" y="628869"/>
                      </a:cubicBezTo>
                      <a:cubicBezTo>
                        <a:pt x="1439314" y="657188"/>
                        <a:pt x="1454094" y="683271"/>
                        <a:pt x="1473899" y="705317"/>
                      </a:cubicBezTo>
                      <a:cubicBezTo>
                        <a:pt x="1493426" y="726524"/>
                        <a:pt x="1517415" y="743134"/>
                        <a:pt x="1544136" y="753951"/>
                      </a:cubicBezTo>
                      <a:cubicBezTo>
                        <a:pt x="1574210" y="765885"/>
                        <a:pt x="1606350" y="771745"/>
                        <a:pt x="1638700" y="771192"/>
                      </a:cubicBezTo>
                      <a:moveTo>
                        <a:pt x="1636062" y="382353"/>
                      </a:moveTo>
                      <a:cubicBezTo>
                        <a:pt x="1658785" y="380629"/>
                        <a:pt x="1680858" y="390420"/>
                        <a:pt x="1694831" y="408422"/>
                      </a:cubicBezTo>
                      <a:cubicBezTo>
                        <a:pt x="1708353" y="428624"/>
                        <a:pt x="1715031" y="452634"/>
                        <a:pt x="1713881" y="476917"/>
                      </a:cubicBezTo>
                      <a:lnTo>
                        <a:pt x="1713881" y="484870"/>
                      </a:lnTo>
                      <a:lnTo>
                        <a:pt x="1551213" y="484870"/>
                      </a:lnTo>
                      <a:lnTo>
                        <a:pt x="1551213" y="477812"/>
                      </a:lnTo>
                      <a:cubicBezTo>
                        <a:pt x="1549950" y="452703"/>
                        <a:pt x="1557972" y="428007"/>
                        <a:pt x="1573749" y="408432"/>
                      </a:cubicBezTo>
                      <a:cubicBezTo>
                        <a:pt x="1589479" y="390736"/>
                        <a:pt x="1612397" y="381145"/>
                        <a:pt x="1636042" y="382362"/>
                      </a:cubicBezTo>
                      <a:moveTo>
                        <a:pt x="2115655" y="771173"/>
                      </a:moveTo>
                      <a:cubicBezTo>
                        <a:pt x="2156865" y="772451"/>
                        <a:pt x="2197555" y="761701"/>
                        <a:pt x="2232755" y="740235"/>
                      </a:cubicBezTo>
                      <a:cubicBezTo>
                        <a:pt x="2266879" y="716937"/>
                        <a:pt x="2291985" y="682647"/>
                        <a:pt x="2303888" y="643080"/>
                      </a:cubicBezTo>
                      <a:lnTo>
                        <a:pt x="2202266" y="598894"/>
                      </a:lnTo>
                      <a:cubicBezTo>
                        <a:pt x="2196733" y="617954"/>
                        <a:pt x="2186211" y="635192"/>
                        <a:pt x="2171786" y="648824"/>
                      </a:cubicBezTo>
                      <a:cubicBezTo>
                        <a:pt x="2156196" y="662106"/>
                        <a:pt x="2136107" y="668903"/>
                        <a:pt x="2115655" y="667817"/>
                      </a:cubicBezTo>
                      <a:cubicBezTo>
                        <a:pt x="2092678" y="669369"/>
                        <a:pt x="2070344" y="659843"/>
                        <a:pt x="2055562" y="642185"/>
                      </a:cubicBezTo>
                      <a:cubicBezTo>
                        <a:pt x="2041036" y="621913"/>
                        <a:pt x="2033871" y="597287"/>
                        <a:pt x="2035254" y="572386"/>
                      </a:cubicBezTo>
                      <a:lnTo>
                        <a:pt x="2035254" y="485737"/>
                      </a:lnTo>
                      <a:cubicBezTo>
                        <a:pt x="2033928" y="460701"/>
                        <a:pt x="2041082" y="435948"/>
                        <a:pt x="2055562" y="415481"/>
                      </a:cubicBezTo>
                      <a:cubicBezTo>
                        <a:pt x="2070206" y="397595"/>
                        <a:pt x="2092589" y="387885"/>
                        <a:pt x="2115655" y="389411"/>
                      </a:cubicBezTo>
                      <a:cubicBezTo>
                        <a:pt x="2135360" y="388260"/>
                        <a:pt x="2154723" y="394931"/>
                        <a:pt x="2169538" y="407975"/>
                      </a:cubicBezTo>
                      <a:cubicBezTo>
                        <a:pt x="2182354" y="420127"/>
                        <a:pt x="2191275" y="435811"/>
                        <a:pt x="2195170" y="453038"/>
                      </a:cubicBezTo>
                      <a:lnTo>
                        <a:pt x="2301240" y="407079"/>
                      </a:lnTo>
                      <a:cubicBezTo>
                        <a:pt x="2289134" y="370700"/>
                        <a:pt x="2265363" y="339332"/>
                        <a:pt x="2233613" y="317840"/>
                      </a:cubicBezTo>
                      <a:cubicBezTo>
                        <a:pt x="2198392" y="295588"/>
                        <a:pt x="2157269" y="284499"/>
                        <a:pt x="2115636" y="286026"/>
                      </a:cubicBezTo>
                      <a:cubicBezTo>
                        <a:pt x="2083902" y="285461"/>
                        <a:pt x="2052369" y="291165"/>
                        <a:pt x="2022843" y="302809"/>
                      </a:cubicBezTo>
                      <a:cubicBezTo>
                        <a:pt x="1996630" y="313367"/>
                        <a:pt x="1973310" y="330019"/>
                        <a:pt x="1954816" y="351387"/>
                      </a:cubicBezTo>
                      <a:cubicBezTo>
                        <a:pt x="1935900" y="373769"/>
                        <a:pt x="1921764" y="399785"/>
                        <a:pt x="1913277" y="427834"/>
                      </a:cubicBezTo>
                      <a:cubicBezTo>
                        <a:pt x="1903439" y="460343"/>
                        <a:pt x="1898665" y="494172"/>
                        <a:pt x="1899123" y="528133"/>
                      </a:cubicBezTo>
                      <a:cubicBezTo>
                        <a:pt x="1898685" y="562239"/>
                        <a:pt x="1903458" y="596213"/>
                        <a:pt x="1913277" y="628879"/>
                      </a:cubicBezTo>
                      <a:cubicBezTo>
                        <a:pt x="1921625" y="656986"/>
                        <a:pt x="1935776" y="683029"/>
                        <a:pt x="1954816" y="705326"/>
                      </a:cubicBezTo>
                      <a:cubicBezTo>
                        <a:pt x="1973468" y="726520"/>
                        <a:pt x="1996743" y="743141"/>
                        <a:pt x="2022843" y="753904"/>
                      </a:cubicBezTo>
                      <a:cubicBezTo>
                        <a:pt x="2052298" y="765841"/>
                        <a:pt x="2083860" y="771705"/>
                        <a:pt x="2115636" y="771144"/>
                      </a:cubicBezTo>
                      <a:moveTo>
                        <a:pt x="2621842" y="771258"/>
                      </a:moveTo>
                      <a:lnTo>
                        <a:pt x="2621842" y="667836"/>
                      </a:lnTo>
                      <a:lnTo>
                        <a:pt x="2529954" y="667836"/>
                      </a:lnTo>
                      <a:lnTo>
                        <a:pt x="2529954" y="391611"/>
                      </a:lnTo>
                      <a:lnTo>
                        <a:pt x="2621842" y="391611"/>
                      </a:lnTo>
                      <a:lnTo>
                        <a:pt x="2621842" y="288141"/>
                      </a:lnTo>
                      <a:lnTo>
                        <a:pt x="2529954" y="288141"/>
                      </a:lnTo>
                      <a:lnTo>
                        <a:pt x="2529954" y="171145"/>
                      </a:lnTo>
                      <a:lnTo>
                        <a:pt x="2412416" y="171145"/>
                      </a:lnTo>
                      <a:lnTo>
                        <a:pt x="2412416" y="237820"/>
                      </a:lnTo>
                      <a:cubicBezTo>
                        <a:pt x="2413253" y="250976"/>
                        <a:pt x="2409855" y="264054"/>
                        <a:pt x="2402719" y="275139"/>
                      </a:cubicBezTo>
                      <a:cubicBezTo>
                        <a:pt x="2396223" y="283832"/>
                        <a:pt x="2384158" y="288182"/>
                        <a:pt x="2366524" y="288188"/>
                      </a:cubicBezTo>
                      <a:lnTo>
                        <a:pt x="2333720" y="288188"/>
                      </a:lnTo>
                      <a:lnTo>
                        <a:pt x="2333720" y="391611"/>
                      </a:lnTo>
                      <a:lnTo>
                        <a:pt x="2399119" y="391611"/>
                      </a:lnTo>
                      <a:lnTo>
                        <a:pt x="2399119" y="633613"/>
                      </a:lnTo>
                      <a:cubicBezTo>
                        <a:pt x="2399119" y="678602"/>
                        <a:pt x="2410755" y="712800"/>
                        <a:pt x="2434028" y="736206"/>
                      </a:cubicBezTo>
                      <a:cubicBezTo>
                        <a:pt x="2457301" y="759612"/>
                        <a:pt x="2491620" y="771315"/>
                        <a:pt x="2536984" y="771315"/>
                      </a:cubicBezTo>
                      <a:close/>
                      <a:moveTo>
                        <a:pt x="2775490" y="249469"/>
                      </a:moveTo>
                      <a:cubicBezTo>
                        <a:pt x="2801995" y="249469"/>
                        <a:pt x="2821292" y="243332"/>
                        <a:pt x="2833383" y="231057"/>
                      </a:cubicBezTo>
                      <a:cubicBezTo>
                        <a:pt x="2845576" y="218483"/>
                        <a:pt x="2852112" y="201479"/>
                        <a:pt x="2851480" y="183975"/>
                      </a:cubicBezTo>
                      <a:lnTo>
                        <a:pt x="2851480" y="164259"/>
                      </a:lnTo>
                      <a:cubicBezTo>
                        <a:pt x="2852096" y="146757"/>
                        <a:pt x="2845562" y="129759"/>
                        <a:pt x="2833383" y="117177"/>
                      </a:cubicBezTo>
                      <a:cubicBezTo>
                        <a:pt x="2821318" y="104889"/>
                        <a:pt x="2802020" y="98752"/>
                        <a:pt x="2775490" y="98765"/>
                      </a:cubicBezTo>
                      <a:cubicBezTo>
                        <a:pt x="2748960" y="98777"/>
                        <a:pt x="2729665" y="104915"/>
                        <a:pt x="2717606" y="117177"/>
                      </a:cubicBezTo>
                      <a:cubicBezTo>
                        <a:pt x="2705422" y="129756"/>
                        <a:pt x="2698887" y="146757"/>
                        <a:pt x="2699509" y="164259"/>
                      </a:cubicBezTo>
                      <a:lnTo>
                        <a:pt x="2699509" y="183975"/>
                      </a:lnTo>
                      <a:cubicBezTo>
                        <a:pt x="2698878" y="201479"/>
                        <a:pt x="2705414" y="218483"/>
                        <a:pt x="2717606" y="231057"/>
                      </a:cubicBezTo>
                      <a:cubicBezTo>
                        <a:pt x="2729671" y="243332"/>
                        <a:pt x="2748966" y="249469"/>
                        <a:pt x="2775490" y="249469"/>
                      </a:cubicBezTo>
                      <a:moveTo>
                        <a:pt x="2710129" y="771192"/>
                      </a:moveTo>
                      <a:lnTo>
                        <a:pt x="2840898" y="771192"/>
                      </a:lnTo>
                      <a:lnTo>
                        <a:pt x="2840898" y="285998"/>
                      </a:lnTo>
                      <a:lnTo>
                        <a:pt x="2710101" y="285998"/>
                      </a:lnTo>
                      <a:close/>
                      <a:moveTo>
                        <a:pt x="3103969" y="771135"/>
                      </a:moveTo>
                      <a:cubicBezTo>
                        <a:pt x="3131642" y="771475"/>
                        <a:pt x="3159206" y="767602"/>
                        <a:pt x="3185713" y="759647"/>
                      </a:cubicBezTo>
                      <a:cubicBezTo>
                        <a:pt x="3208446" y="752883"/>
                        <a:pt x="3229719" y="741943"/>
                        <a:pt x="3248444" y="727386"/>
                      </a:cubicBezTo>
                      <a:cubicBezTo>
                        <a:pt x="3265301" y="714207"/>
                        <a:pt x="3279034" y="697462"/>
                        <a:pt x="3288659" y="678351"/>
                      </a:cubicBezTo>
                      <a:cubicBezTo>
                        <a:pt x="3298173" y="659132"/>
                        <a:pt x="3303022" y="637940"/>
                        <a:pt x="3302813" y="616496"/>
                      </a:cubicBezTo>
                      <a:cubicBezTo>
                        <a:pt x="3302813" y="536981"/>
                        <a:pt x="3251851" y="490439"/>
                        <a:pt x="3149927" y="476869"/>
                      </a:cubicBezTo>
                      <a:lnTo>
                        <a:pt x="3097768" y="469802"/>
                      </a:lnTo>
                      <a:cubicBezTo>
                        <a:pt x="3083794" y="468856"/>
                        <a:pt x="3070415" y="463784"/>
                        <a:pt x="3059325" y="455228"/>
                      </a:cubicBezTo>
                      <a:cubicBezTo>
                        <a:pt x="3052173" y="447433"/>
                        <a:pt x="3048507" y="437059"/>
                        <a:pt x="3049172" y="426501"/>
                      </a:cubicBezTo>
                      <a:cubicBezTo>
                        <a:pt x="3048878" y="415308"/>
                        <a:pt x="3054178" y="404704"/>
                        <a:pt x="3063307" y="398221"/>
                      </a:cubicBezTo>
                      <a:cubicBezTo>
                        <a:pt x="3077754" y="389879"/>
                        <a:pt x="3094414" y="386171"/>
                        <a:pt x="3111036" y="387601"/>
                      </a:cubicBezTo>
                      <a:cubicBezTo>
                        <a:pt x="3130739" y="387697"/>
                        <a:pt x="3150183" y="392088"/>
                        <a:pt x="3168015" y="400469"/>
                      </a:cubicBezTo>
                      <a:cubicBezTo>
                        <a:pt x="3186600" y="409045"/>
                        <a:pt x="3203506" y="420870"/>
                        <a:pt x="3217935" y="435388"/>
                      </a:cubicBezTo>
                      <a:lnTo>
                        <a:pt x="3293059" y="358492"/>
                      </a:lnTo>
                      <a:cubicBezTo>
                        <a:pt x="3281696" y="347687"/>
                        <a:pt x="3269750" y="337512"/>
                        <a:pt x="3257274" y="328012"/>
                      </a:cubicBezTo>
                      <a:cubicBezTo>
                        <a:pt x="3244996" y="318773"/>
                        <a:pt x="3231639" y="311061"/>
                        <a:pt x="3217498" y="305048"/>
                      </a:cubicBezTo>
                      <a:cubicBezTo>
                        <a:pt x="3201574" y="298429"/>
                        <a:pt x="3184937" y="293676"/>
                        <a:pt x="3167920" y="290884"/>
                      </a:cubicBezTo>
                      <a:cubicBezTo>
                        <a:pt x="3146739" y="287447"/>
                        <a:pt x="3125303" y="285825"/>
                        <a:pt x="3103846" y="286036"/>
                      </a:cubicBezTo>
                      <a:cubicBezTo>
                        <a:pt x="3078522" y="285680"/>
                        <a:pt x="3053306" y="289411"/>
                        <a:pt x="3029170" y="297085"/>
                      </a:cubicBezTo>
                      <a:cubicBezTo>
                        <a:pt x="3008503" y="303656"/>
                        <a:pt x="2989298" y="314154"/>
                        <a:pt x="2972610" y="328003"/>
                      </a:cubicBezTo>
                      <a:cubicBezTo>
                        <a:pt x="2957173" y="341049"/>
                        <a:pt x="2944812" y="357348"/>
                        <a:pt x="2936415" y="375733"/>
                      </a:cubicBezTo>
                      <a:cubicBezTo>
                        <a:pt x="2927712" y="395028"/>
                        <a:pt x="2923336" y="415994"/>
                        <a:pt x="2923595" y="437159"/>
                      </a:cubicBezTo>
                      <a:cubicBezTo>
                        <a:pt x="2923594" y="519665"/>
                        <a:pt x="2975734" y="567385"/>
                        <a:pt x="3080014" y="580320"/>
                      </a:cubicBezTo>
                      <a:lnTo>
                        <a:pt x="3130382" y="586511"/>
                      </a:lnTo>
                      <a:cubicBezTo>
                        <a:pt x="3161611" y="590658"/>
                        <a:pt x="3177226" y="603618"/>
                        <a:pt x="3177226" y="625392"/>
                      </a:cubicBezTo>
                      <a:cubicBezTo>
                        <a:pt x="3177689" y="637934"/>
                        <a:pt x="3172096" y="649933"/>
                        <a:pt x="3162195" y="657644"/>
                      </a:cubicBezTo>
                      <a:cubicBezTo>
                        <a:pt x="3152194" y="665594"/>
                        <a:pt x="3134233" y="669569"/>
                        <a:pt x="3108312" y="669569"/>
                      </a:cubicBezTo>
                      <a:cubicBezTo>
                        <a:pt x="3084665" y="669968"/>
                        <a:pt x="3061286" y="664503"/>
                        <a:pt x="3040266" y="653663"/>
                      </a:cubicBezTo>
                      <a:cubicBezTo>
                        <a:pt x="3019601" y="642560"/>
                        <a:pt x="3001055" y="627902"/>
                        <a:pt x="2985478" y="610362"/>
                      </a:cubicBezTo>
                      <a:lnTo>
                        <a:pt x="2908583" y="688124"/>
                      </a:lnTo>
                      <a:cubicBezTo>
                        <a:pt x="2931653" y="713831"/>
                        <a:pt x="2959588" y="734712"/>
                        <a:pt x="2990774" y="749560"/>
                      </a:cubicBezTo>
                      <a:cubicBezTo>
                        <a:pt x="3026445" y="765011"/>
                        <a:pt x="3065086" y="772400"/>
                        <a:pt x="3103941" y="771201"/>
                      </a:cubicBezTo>
                      <a:moveTo>
                        <a:pt x="854593" y="284407"/>
                      </a:moveTo>
                      <a:lnTo>
                        <a:pt x="452371" y="284407"/>
                      </a:lnTo>
                      <a:lnTo>
                        <a:pt x="452371" y="284407"/>
                      </a:lnTo>
                      <a:lnTo>
                        <a:pt x="360931" y="284407"/>
                      </a:lnTo>
                      <a:lnTo>
                        <a:pt x="360931" y="192967"/>
                      </a:lnTo>
                      <a:lnTo>
                        <a:pt x="167964" y="0"/>
                      </a:lnTo>
                      <a:lnTo>
                        <a:pt x="79229" y="88725"/>
                      </a:lnTo>
                      <a:lnTo>
                        <a:pt x="274920" y="284407"/>
                      </a:lnTo>
                      <a:lnTo>
                        <a:pt x="0" y="284407"/>
                      </a:lnTo>
                      <a:lnTo>
                        <a:pt x="0" y="409899"/>
                      </a:lnTo>
                      <a:lnTo>
                        <a:pt x="274920" y="409899"/>
                      </a:lnTo>
                      <a:lnTo>
                        <a:pt x="79229" y="605571"/>
                      </a:lnTo>
                      <a:lnTo>
                        <a:pt x="167964" y="694287"/>
                      </a:lnTo>
                      <a:lnTo>
                        <a:pt x="363636" y="498615"/>
                      </a:lnTo>
                      <a:lnTo>
                        <a:pt x="363636" y="775354"/>
                      </a:lnTo>
                      <a:lnTo>
                        <a:pt x="489128" y="775354"/>
                      </a:lnTo>
                      <a:lnTo>
                        <a:pt x="489128" y="498615"/>
                      </a:lnTo>
                      <a:lnTo>
                        <a:pt x="684848" y="694287"/>
                      </a:lnTo>
                      <a:lnTo>
                        <a:pt x="773573" y="605571"/>
                      </a:lnTo>
                      <a:lnTo>
                        <a:pt x="577863" y="409899"/>
                      </a:lnTo>
                      <a:lnTo>
                        <a:pt x="854593" y="409899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55446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5" name="Freeform: Shape 23">
                  <a:extLst>
                    <a:ext uri="{FF2B5EF4-FFF2-40B4-BE49-F238E27FC236}">
                      <a16:creationId xmlns:a16="http://schemas.microsoft.com/office/drawing/2014/main" id="{60C88768-31F9-031C-4CC7-21BF43A7B185}"/>
                    </a:ext>
                  </a:extLst>
                </p:cNvPr>
                <p:cNvSpPr/>
                <p:nvPr/>
              </p:nvSpPr>
              <p:spPr>
                <a:xfrm>
                  <a:off x="977249" y="4313143"/>
                  <a:ext cx="67928" cy="59469"/>
                </a:xfrm>
                <a:custGeom>
                  <a:avLst/>
                  <a:gdLst>
                    <a:gd name="connsiteX0" fmla="*/ 412594 w 416404"/>
                    <a:gd name="connsiteY0" fmla="*/ 168678 h 364550"/>
                    <a:gd name="connsiteX1" fmla="*/ 327708 w 416404"/>
                    <a:gd name="connsiteY1" fmla="*/ 83734 h 364550"/>
                    <a:gd name="connsiteX2" fmla="*/ 323898 w 416404"/>
                    <a:gd name="connsiteY2" fmla="*/ 79924 h 364550"/>
                    <a:gd name="connsiteX3" fmla="*/ 320088 w 416404"/>
                    <a:gd name="connsiteY3" fmla="*/ 83734 h 364550"/>
                    <a:gd name="connsiteX4" fmla="*/ 130873 w 416404"/>
                    <a:gd name="connsiteY4" fmla="*/ 272929 h 364550"/>
                    <a:gd name="connsiteX5" fmla="*/ 130873 w 416404"/>
                    <a:gd name="connsiteY5" fmla="*/ 0 h 364550"/>
                    <a:gd name="connsiteX6" fmla="*/ 0 w 416404"/>
                    <a:gd name="connsiteY6" fmla="*/ 0 h 364550"/>
                    <a:gd name="connsiteX7" fmla="*/ 0 w 416404"/>
                    <a:gd name="connsiteY7" fmla="*/ 364550 h 364550"/>
                    <a:gd name="connsiteX8" fmla="*/ 224342 w 416404"/>
                    <a:gd name="connsiteY8" fmla="*/ 364550 h 364550"/>
                    <a:gd name="connsiteX9" fmla="*/ 412594 w 416404"/>
                    <a:gd name="connsiteY9" fmla="*/ 176298 h 364550"/>
                    <a:gd name="connsiteX10" fmla="*/ 416404 w 416404"/>
                    <a:gd name="connsiteY10" fmla="*/ 172488 h 3645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16404" h="364550">
                      <a:moveTo>
                        <a:pt x="412594" y="168678"/>
                      </a:moveTo>
                      <a:lnTo>
                        <a:pt x="327708" y="83734"/>
                      </a:lnTo>
                      <a:lnTo>
                        <a:pt x="323898" y="79924"/>
                      </a:lnTo>
                      <a:lnTo>
                        <a:pt x="320088" y="83734"/>
                      </a:lnTo>
                      <a:lnTo>
                        <a:pt x="130873" y="272929"/>
                      </a:lnTo>
                      <a:lnTo>
                        <a:pt x="130873" y="0"/>
                      </a:lnTo>
                      <a:lnTo>
                        <a:pt x="0" y="0"/>
                      </a:lnTo>
                      <a:lnTo>
                        <a:pt x="0" y="364550"/>
                      </a:lnTo>
                      <a:lnTo>
                        <a:pt x="224342" y="364550"/>
                      </a:lnTo>
                      <a:lnTo>
                        <a:pt x="412594" y="176298"/>
                      </a:lnTo>
                      <a:lnTo>
                        <a:pt x="416404" y="172488"/>
                      </a:lnTo>
                      <a:close/>
                    </a:path>
                  </a:pathLst>
                </a:custGeom>
                <a:solidFill>
                  <a:sysClr val="window" lastClr="FFFFFF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554467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/>
                    <a:ea typeface="+mn-ea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18" name="logo-itaú">
                <a:extLst>
                  <a:ext uri="{FF2B5EF4-FFF2-40B4-BE49-F238E27FC236}">
                    <a16:creationId xmlns:a16="http://schemas.microsoft.com/office/drawing/2014/main" id="{E6ED488E-EF7F-21B9-D7EA-1F638FD21DC2}"/>
                  </a:ext>
                </a:extLst>
              </p:cNvPr>
              <p:cNvPicPr/>
              <p:nvPr/>
            </p:nvPicPr>
            <p:blipFill>
              <a:blip r:embed="rId45">
                <a:extLst>
                  <a:ext uri="{BEBA8EAE-BF5A-486C-A8C5-ECC9F3942E4B}">
                    <a14:imgProps xmlns:a14="http://schemas.microsoft.com/office/drawing/2010/main">
                      <a14:imgLayer r:embed="rId46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470410" y="4263883"/>
                <a:ext cx="205727" cy="205727"/>
              </a:xfrm>
              <a:prstGeom prst="rect">
                <a:avLst/>
              </a:prstGeom>
            </p:spPr>
          </p:pic>
        </p:grpSp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6108C1F5-2E2B-C41F-F6DC-97E2149B5DDC}"/>
              </a:ext>
            </a:extLst>
          </p:cNvPr>
          <p:cNvGrpSpPr/>
          <p:nvPr/>
        </p:nvGrpSpPr>
        <p:grpSpPr>
          <a:xfrm>
            <a:off x="4238794" y="4781617"/>
            <a:ext cx="3701568" cy="1667085"/>
            <a:chOff x="8155470" y="4781617"/>
            <a:chExt cx="3701568" cy="1667085"/>
          </a:xfrm>
        </p:grpSpPr>
        <p:sp>
          <p:nvSpPr>
            <p:cNvPr id="463" name="chris-egan-bio">
              <a:extLst>
                <a:ext uri="{FF2B5EF4-FFF2-40B4-BE49-F238E27FC236}">
                  <a16:creationId xmlns:a16="http://schemas.microsoft.com/office/drawing/2014/main" id="{8A394BB0-A5E7-7B3C-CE05-16F691260699}"/>
                </a:ext>
              </a:extLst>
            </p:cNvPr>
            <p:cNvSpPr txBox="1"/>
            <p:nvPr/>
          </p:nvSpPr>
          <p:spPr>
            <a:xfrm>
              <a:off x="10024804" y="4995706"/>
              <a:ext cx="1699231" cy="103618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+18 anos de experiência na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área de Riscos e Compliance, </a:t>
              </a:r>
              <a:b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</a:b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tendo atuado como Gerente de Riscos e Controles Internos na Canvas Capital.  </a:t>
              </a:r>
            </a:p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rPr>
                <a:t>Anteriormente, trabalhou como especialista em riscos no Itaú Unibanco e na  FRAM Capital.</a:t>
              </a:r>
            </a:p>
          </p:txBody>
        </p:sp>
        <p:sp>
          <p:nvSpPr>
            <p:cNvPr id="464" name="object 17">
              <a:extLst>
                <a:ext uri="{FF2B5EF4-FFF2-40B4-BE49-F238E27FC236}">
                  <a16:creationId xmlns:a16="http://schemas.microsoft.com/office/drawing/2014/main" id="{52BD3275-F8DC-AAD6-6342-D19FA0AA5D9F}"/>
                </a:ext>
              </a:extLst>
            </p:cNvPr>
            <p:cNvSpPr txBox="1"/>
            <p:nvPr/>
          </p:nvSpPr>
          <p:spPr>
            <a:xfrm>
              <a:off x="8155470" y="4781617"/>
              <a:ext cx="3701568" cy="1667085"/>
            </a:xfrm>
            <a:prstGeom prst="rect">
              <a:avLst/>
            </a:prstGeom>
            <a:ln w="10470">
              <a:solidFill>
                <a:schemeClr val="tx1">
                  <a:lumMod val="85000"/>
                  <a:lumOff val="15000"/>
                </a:schemeClr>
              </a:solidFill>
            </a:ln>
          </p:spPr>
          <p:txBody>
            <a:bodyPr vert="horz" wrap="square" lIns="0" tIns="82404" rIns="0" bIns="0" rtlCol="0">
              <a:noAutofit/>
            </a:bodyPr>
            <a:lstStyle/>
            <a:p>
              <a:pPr marL="102042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649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465" name="object 13">
              <a:extLst>
                <a:ext uri="{FF2B5EF4-FFF2-40B4-BE49-F238E27FC236}">
                  <a16:creationId xmlns:a16="http://schemas.microsoft.com/office/drawing/2014/main" id="{2A93C8DF-AB75-6A2D-D6D3-2AC013231726}"/>
                </a:ext>
              </a:extLst>
            </p:cNvPr>
            <p:cNvSpPr txBox="1"/>
            <p:nvPr/>
          </p:nvSpPr>
          <p:spPr>
            <a:xfrm>
              <a:off x="9001058" y="4996278"/>
              <a:ext cx="1107252" cy="353943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Alice </a:t>
              </a:r>
              <a:b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</a:br>
              <a:r>
                <a:rPr kumimoji="0" lang="en-US" sz="11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"/>
                  <a:sym typeface="Arial"/>
                </a:rPr>
                <a:t>Singer</a:t>
              </a:r>
            </a:p>
          </p:txBody>
        </p:sp>
        <p:sp>
          <p:nvSpPr>
            <p:cNvPr id="466" name="object 31">
              <a:extLst>
                <a:ext uri="{FF2B5EF4-FFF2-40B4-BE49-F238E27FC236}">
                  <a16:creationId xmlns:a16="http://schemas.microsoft.com/office/drawing/2014/main" id="{F8F681C1-DCB9-7F80-1269-B8BEC15E094C}"/>
                </a:ext>
              </a:extLst>
            </p:cNvPr>
            <p:cNvSpPr/>
            <p:nvPr/>
          </p:nvSpPr>
          <p:spPr>
            <a:xfrm flipV="1">
              <a:off x="9001058" y="5336765"/>
              <a:ext cx="909759" cy="21578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467" name="chris-egan-titulo">
              <a:extLst>
                <a:ext uri="{FF2B5EF4-FFF2-40B4-BE49-F238E27FC236}">
                  <a16:creationId xmlns:a16="http://schemas.microsoft.com/office/drawing/2014/main" id="{E47B7EA9-E9DC-9C90-0547-7A63528249DE}"/>
                </a:ext>
              </a:extLst>
            </p:cNvPr>
            <p:cNvSpPr txBox="1"/>
            <p:nvPr/>
          </p:nvSpPr>
          <p:spPr>
            <a:xfrm>
              <a:off x="9001058" y="5607219"/>
              <a:ext cx="912399" cy="276999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600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RISCOS, </a:t>
              </a:r>
              <a:br>
                <a:rPr kumimoji="0" lang="pt-BR" sz="600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600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COMPLIANCE, </a:t>
              </a:r>
              <a:br>
                <a:rPr kumimoji="0" lang="pt-BR" sz="600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600" b="0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PLD &amp; OPERAÇÕES </a:t>
              </a:r>
              <a:endParaRPr kumimoji="0" lang="en-US" sz="600" b="0" i="0" u="none" strike="noStrike" kern="0" cap="none" spc="3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endParaRPr>
            </a:p>
          </p:txBody>
        </p:sp>
        <p:sp>
          <p:nvSpPr>
            <p:cNvPr id="468" name="rodrigo-freire-experiencia">
              <a:extLst>
                <a:ext uri="{FF2B5EF4-FFF2-40B4-BE49-F238E27FC236}">
                  <a16:creationId xmlns:a16="http://schemas.microsoft.com/office/drawing/2014/main" id="{4A559D1F-6A5F-0157-0C1E-FB04B62E28C0}"/>
                </a:ext>
              </a:extLst>
            </p:cNvPr>
            <p:cNvSpPr txBox="1"/>
            <p:nvPr/>
          </p:nvSpPr>
          <p:spPr>
            <a:xfrm>
              <a:off x="8155470" y="5934518"/>
              <a:ext cx="1757987" cy="514184"/>
            </a:xfrm>
            <a:prstGeom prst="round1Rect">
              <a:avLst>
                <a:gd name="adj" fmla="val 0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144000" tIns="0" rIns="72000" bIns="0" rtlCol="0" anchor="ctr" anchorCtr="0">
              <a:noAutofit/>
            </a:bodyPr>
            <a:lstStyle/>
            <a:p>
              <a:pPr marL="0" marR="254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grpSp>
          <p:nvGrpSpPr>
            <p:cNvPr id="469" name="Group 468">
              <a:extLst>
                <a:ext uri="{FF2B5EF4-FFF2-40B4-BE49-F238E27FC236}">
                  <a16:creationId xmlns:a16="http://schemas.microsoft.com/office/drawing/2014/main" id="{182B4DD0-0A02-F651-B8E9-15E9F6A393D6}"/>
                </a:ext>
              </a:extLst>
            </p:cNvPr>
            <p:cNvGrpSpPr/>
            <p:nvPr/>
          </p:nvGrpSpPr>
          <p:grpSpPr>
            <a:xfrm>
              <a:off x="8225266" y="6051212"/>
              <a:ext cx="1630001" cy="287485"/>
              <a:chOff x="8430213" y="4221333"/>
              <a:chExt cx="1425053" cy="251338"/>
            </a:xfrm>
          </p:grpSpPr>
          <p:grpSp>
            <p:nvGrpSpPr>
              <p:cNvPr id="471" name="Group 470">
                <a:extLst>
                  <a:ext uri="{FF2B5EF4-FFF2-40B4-BE49-F238E27FC236}">
                    <a16:creationId xmlns:a16="http://schemas.microsoft.com/office/drawing/2014/main" id="{A0839326-287C-6B10-666A-8A14B0BC9254}"/>
                  </a:ext>
                </a:extLst>
              </p:cNvPr>
              <p:cNvGrpSpPr/>
              <p:nvPr/>
            </p:nvGrpSpPr>
            <p:grpSpPr>
              <a:xfrm>
                <a:off x="8698070" y="4221333"/>
                <a:ext cx="1157196" cy="251338"/>
                <a:chOff x="8678773" y="4221333"/>
                <a:chExt cx="1498223" cy="325408"/>
              </a:xfrm>
            </p:grpSpPr>
            <p:pic>
              <p:nvPicPr>
                <p:cNvPr id="473" name="logo-quadra" descr="Homepage - Spectra Investments">
                  <a:extLst>
                    <a:ext uri="{FF2B5EF4-FFF2-40B4-BE49-F238E27FC236}">
                      <a16:creationId xmlns:a16="http://schemas.microsoft.com/office/drawing/2014/main" id="{B55C980E-110D-40B9-5FFA-1146E106A90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7" cstate="hqprint">
                  <a:extLst>
                    <a:ext uri="{BEBA8EAE-BF5A-486C-A8C5-ECC9F3942E4B}">
                      <a14:imgProps xmlns:a14="http://schemas.microsoft.com/office/drawing/2010/main">
                        <a14:imgLayer r:embed="rId48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699826" y="4228627"/>
                  <a:ext cx="477170" cy="31811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74" name="logo-fram">
                  <a:extLst>
                    <a:ext uri="{FF2B5EF4-FFF2-40B4-BE49-F238E27FC236}">
                      <a16:creationId xmlns:a16="http://schemas.microsoft.com/office/drawing/2014/main" id="{CB4C4244-0025-A161-F648-FD43A4637A4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9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/>
              </p:blipFill>
              <p:spPr bwMode="auto">
                <a:xfrm>
                  <a:off x="9181496" y="4285129"/>
                  <a:ext cx="437891" cy="170776"/>
                </a:xfrm>
                <a:prstGeom prst="rect">
                  <a:avLst/>
                </a:prstGeom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75" name="logo-canvas">
                  <a:extLst>
                    <a:ext uri="{FF2B5EF4-FFF2-40B4-BE49-F238E27FC236}">
                      <a16:creationId xmlns:a16="http://schemas.microsoft.com/office/drawing/2014/main" id="{A48EB7C5-933B-7B3B-C818-02EA15BE4F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0" cstate="hqprint">
                  <a:extLst>
                    <a:ext uri="{BEBA8EAE-BF5A-486C-A8C5-ECC9F3942E4B}">
                      <a14:imgProps xmlns:a14="http://schemas.microsoft.com/office/drawing/2010/main">
                        <a14:imgLayer r:embed="rId51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>
                <a:xfrm>
                  <a:off x="8678773" y="4221333"/>
                  <a:ext cx="422284" cy="298369"/>
                </a:xfrm>
                <a:prstGeom prst="rect">
                  <a:avLst/>
                </a:prstGeom>
              </p:spPr>
            </p:pic>
          </p:grpSp>
          <p:pic>
            <p:nvPicPr>
              <p:cNvPr id="472" name="logo-itaú">
                <a:extLst>
                  <a:ext uri="{FF2B5EF4-FFF2-40B4-BE49-F238E27FC236}">
                    <a16:creationId xmlns:a16="http://schemas.microsoft.com/office/drawing/2014/main" id="{D14683C5-623D-7682-034C-276B5158BB0A}"/>
                  </a:ext>
                </a:extLst>
              </p:cNvPr>
              <p:cNvPicPr/>
              <p:nvPr/>
            </p:nvPicPr>
            <p:blipFill>
              <a:blip r:embed="rId45">
                <a:extLst>
                  <a:ext uri="{BEBA8EAE-BF5A-486C-A8C5-ECC9F3942E4B}">
                    <a14:imgProps xmlns:a14="http://schemas.microsoft.com/office/drawing/2010/main">
                      <a14:imgLayer r:embed="rId46">
                        <a14:imgEffect>
                          <a14:brightnessContrast bright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8430213" y="4226967"/>
                <a:ext cx="205727" cy="205727"/>
              </a:xfrm>
              <a:prstGeom prst="rect">
                <a:avLst/>
              </a:prstGeom>
            </p:spPr>
          </p:pic>
        </p:grpSp>
        <p:pic>
          <p:nvPicPr>
            <p:cNvPr id="470" name="alice-singer-foto">
              <a:extLst>
                <a:ext uri="{FF2B5EF4-FFF2-40B4-BE49-F238E27FC236}">
                  <a16:creationId xmlns:a16="http://schemas.microsoft.com/office/drawing/2014/main" id="{F83CC7E8-A7BA-6A2C-DCF5-069B17AAA207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52"/>
            <a:srcRect l="15144" r="15144"/>
            <a:stretch/>
          </p:blipFill>
          <p:spPr>
            <a:xfrm>
              <a:off x="8159674" y="4784347"/>
              <a:ext cx="775554" cy="7755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83758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44DBB-97D0-D0DB-C80B-4252562D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55BAA755-10E5-1A71-24A1-824E195A0F38}"/>
              </a:ext>
            </a:extLst>
          </p:cNvPr>
          <p:cNvSpPr/>
          <p:nvPr/>
        </p:nvSpPr>
        <p:spPr>
          <a:xfrm>
            <a:off x="455193" y="592842"/>
            <a:ext cx="610127" cy="523852"/>
          </a:xfrm>
          <a:custGeom>
            <a:avLst/>
            <a:gdLst/>
            <a:ahLst/>
            <a:cxnLst/>
            <a:rect l="l" t="t" r="r" b="b"/>
            <a:pathLst>
              <a:path w="3933825" h="3377565">
                <a:moveTo>
                  <a:pt x="1966645" y="517944"/>
                </a:moveTo>
                <a:lnTo>
                  <a:pt x="1918042" y="454977"/>
                </a:lnTo>
                <a:lnTo>
                  <a:pt x="1886877" y="416318"/>
                </a:lnTo>
                <a:lnTo>
                  <a:pt x="1854339" y="379209"/>
                </a:lnTo>
                <a:lnTo>
                  <a:pt x="1820494" y="343674"/>
                </a:lnTo>
                <a:lnTo>
                  <a:pt x="1785391" y="309753"/>
                </a:lnTo>
                <a:lnTo>
                  <a:pt x="1749056" y="277444"/>
                </a:lnTo>
                <a:lnTo>
                  <a:pt x="1711566" y="246786"/>
                </a:lnTo>
                <a:lnTo>
                  <a:pt x="1672958" y="217805"/>
                </a:lnTo>
                <a:lnTo>
                  <a:pt x="1633283" y="190512"/>
                </a:lnTo>
                <a:lnTo>
                  <a:pt x="1592580" y="164947"/>
                </a:lnTo>
                <a:lnTo>
                  <a:pt x="1550911" y="141122"/>
                </a:lnTo>
                <a:lnTo>
                  <a:pt x="1508315" y="119062"/>
                </a:lnTo>
                <a:lnTo>
                  <a:pt x="1464856" y="98793"/>
                </a:lnTo>
                <a:lnTo>
                  <a:pt x="1420558" y="80352"/>
                </a:lnTo>
                <a:lnTo>
                  <a:pt x="1375486" y="63741"/>
                </a:lnTo>
                <a:lnTo>
                  <a:pt x="1329677" y="48996"/>
                </a:lnTo>
                <a:lnTo>
                  <a:pt x="1283195" y="36144"/>
                </a:lnTo>
                <a:lnTo>
                  <a:pt x="1236091" y="25196"/>
                </a:lnTo>
                <a:lnTo>
                  <a:pt x="1188389" y="16192"/>
                </a:lnTo>
                <a:lnTo>
                  <a:pt x="1140167" y="9144"/>
                </a:lnTo>
                <a:lnTo>
                  <a:pt x="1091450" y="4076"/>
                </a:lnTo>
                <a:lnTo>
                  <a:pt x="1042301" y="1016"/>
                </a:lnTo>
                <a:lnTo>
                  <a:pt x="992759" y="0"/>
                </a:lnTo>
                <a:lnTo>
                  <a:pt x="0" y="0"/>
                </a:lnTo>
                <a:lnTo>
                  <a:pt x="0" y="517944"/>
                </a:lnTo>
                <a:lnTo>
                  <a:pt x="1966645" y="517944"/>
                </a:lnTo>
                <a:close/>
              </a:path>
              <a:path w="3933825" h="3377565">
                <a:moveTo>
                  <a:pt x="2255837" y="2178951"/>
                </a:moveTo>
                <a:lnTo>
                  <a:pt x="2240851" y="2168410"/>
                </a:lnTo>
                <a:lnTo>
                  <a:pt x="2240851" y="1271511"/>
                </a:lnTo>
                <a:lnTo>
                  <a:pt x="2239734" y="1219581"/>
                </a:lnTo>
                <a:lnTo>
                  <a:pt x="2236393" y="1168082"/>
                </a:lnTo>
                <a:lnTo>
                  <a:pt x="2230831" y="1117041"/>
                </a:lnTo>
                <a:lnTo>
                  <a:pt x="2223084" y="1066507"/>
                </a:lnTo>
                <a:lnTo>
                  <a:pt x="2213152" y="1016546"/>
                </a:lnTo>
                <a:lnTo>
                  <a:pt x="2201062" y="967168"/>
                </a:lnTo>
                <a:lnTo>
                  <a:pt x="2186825" y="918464"/>
                </a:lnTo>
                <a:lnTo>
                  <a:pt x="2170455" y="870445"/>
                </a:lnTo>
                <a:lnTo>
                  <a:pt x="2151977" y="823188"/>
                </a:lnTo>
                <a:lnTo>
                  <a:pt x="2131390" y="776719"/>
                </a:lnTo>
                <a:lnTo>
                  <a:pt x="2108720" y="731088"/>
                </a:lnTo>
                <a:lnTo>
                  <a:pt x="2083993" y="686358"/>
                </a:lnTo>
                <a:lnTo>
                  <a:pt x="2057209" y="642556"/>
                </a:lnTo>
                <a:lnTo>
                  <a:pt x="2028380" y="599744"/>
                </a:lnTo>
                <a:lnTo>
                  <a:pt x="1997544" y="557961"/>
                </a:lnTo>
                <a:lnTo>
                  <a:pt x="1966645" y="517944"/>
                </a:lnTo>
                <a:lnTo>
                  <a:pt x="1935708" y="557961"/>
                </a:lnTo>
                <a:lnTo>
                  <a:pt x="1904885" y="599744"/>
                </a:lnTo>
                <a:lnTo>
                  <a:pt x="1876082" y="642556"/>
                </a:lnTo>
                <a:lnTo>
                  <a:pt x="1849297" y="686358"/>
                </a:lnTo>
                <a:lnTo>
                  <a:pt x="1824570" y="731088"/>
                </a:lnTo>
                <a:lnTo>
                  <a:pt x="1801901" y="776719"/>
                </a:lnTo>
                <a:lnTo>
                  <a:pt x="1781327" y="823188"/>
                </a:lnTo>
                <a:lnTo>
                  <a:pt x="1762836" y="870445"/>
                </a:lnTo>
                <a:lnTo>
                  <a:pt x="1746465" y="918464"/>
                </a:lnTo>
                <a:lnTo>
                  <a:pt x="1732216" y="967168"/>
                </a:lnTo>
                <a:lnTo>
                  <a:pt x="1720126" y="1016546"/>
                </a:lnTo>
                <a:lnTo>
                  <a:pt x="1710194" y="1066507"/>
                </a:lnTo>
                <a:lnTo>
                  <a:pt x="1702435" y="1117041"/>
                </a:lnTo>
                <a:lnTo>
                  <a:pt x="1696872" y="1168082"/>
                </a:lnTo>
                <a:lnTo>
                  <a:pt x="1693532" y="1219581"/>
                </a:lnTo>
                <a:lnTo>
                  <a:pt x="1692402" y="1271511"/>
                </a:lnTo>
                <a:lnTo>
                  <a:pt x="1692402" y="2188641"/>
                </a:lnTo>
                <a:lnTo>
                  <a:pt x="1692008" y="3338182"/>
                </a:lnTo>
                <a:lnTo>
                  <a:pt x="1692402" y="3377336"/>
                </a:lnTo>
                <a:lnTo>
                  <a:pt x="2241296" y="3377336"/>
                </a:lnTo>
                <a:lnTo>
                  <a:pt x="2240851" y="2200846"/>
                </a:lnTo>
                <a:lnTo>
                  <a:pt x="2255837" y="2178951"/>
                </a:lnTo>
                <a:close/>
              </a:path>
              <a:path w="3933825" h="3377565">
                <a:moveTo>
                  <a:pt x="3933317" y="0"/>
                </a:moveTo>
                <a:lnTo>
                  <a:pt x="2940608" y="0"/>
                </a:lnTo>
                <a:lnTo>
                  <a:pt x="2891066" y="1016"/>
                </a:lnTo>
                <a:lnTo>
                  <a:pt x="2841904" y="4076"/>
                </a:lnTo>
                <a:lnTo>
                  <a:pt x="2793187" y="9144"/>
                </a:lnTo>
                <a:lnTo>
                  <a:pt x="2744940" y="16192"/>
                </a:lnTo>
                <a:lnTo>
                  <a:pt x="2697238" y="25196"/>
                </a:lnTo>
                <a:lnTo>
                  <a:pt x="2650121" y="36144"/>
                </a:lnTo>
                <a:lnTo>
                  <a:pt x="2603639" y="48996"/>
                </a:lnTo>
                <a:lnTo>
                  <a:pt x="2557830" y="63741"/>
                </a:lnTo>
                <a:lnTo>
                  <a:pt x="2512745" y="80352"/>
                </a:lnTo>
                <a:lnTo>
                  <a:pt x="2468448" y="98793"/>
                </a:lnTo>
                <a:lnTo>
                  <a:pt x="2424976" y="119062"/>
                </a:lnTo>
                <a:lnTo>
                  <a:pt x="2382380" y="141122"/>
                </a:lnTo>
                <a:lnTo>
                  <a:pt x="2340699" y="164947"/>
                </a:lnTo>
                <a:lnTo>
                  <a:pt x="2300008" y="190512"/>
                </a:lnTo>
                <a:lnTo>
                  <a:pt x="2260320" y="217805"/>
                </a:lnTo>
                <a:lnTo>
                  <a:pt x="2221712" y="246786"/>
                </a:lnTo>
                <a:lnTo>
                  <a:pt x="2184222" y="277444"/>
                </a:lnTo>
                <a:lnTo>
                  <a:pt x="2147900" y="309753"/>
                </a:lnTo>
                <a:lnTo>
                  <a:pt x="2112797" y="343674"/>
                </a:lnTo>
                <a:lnTo>
                  <a:pt x="2078951" y="379209"/>
                </a:lnTo>
                <a:lnTo>
                  <a:pt x="2046427" y="416318"/>
                </a:lnTo>
                <a:lnTo>
                  <a:pt x="2015261" y="454977"/>
                </a:lnTo>
                <a:lnTo>
                  <a:pt x="1966709" y="517944"/>
                </a:lnTo>
                <a:lnTo>
                  <a:pt x="3933317" y="517944"/>
                </a:lnTo>
                <a:lnTo>
                  <a:pt x="393331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BA083D6-FAB8-616F-88F3-E3919F958959}"/>
              </a:ext>
            </a:extLst>
          </p:cNvPr>
          <p:cNvSpPr/>
          <p:nvPr/>
        </p:nvSpPr>
        <p:spPr>
          <a:xfrm>
            <a:off x="10315794" y="613525"/>
            <a:ext cx="1421013" cy="482486"/>
          </a:xfrm>
          <a:custGeom>
            <a:avLst/>
            <a:gdLst/>
            <a:ahLst/>
            <a:cxnLst/>
            <a:rect l="l" t="t" r="r" b="b"/>
            <a:pathLst>
              <a:path w="6108065" h="2073909">
                <a:moveTo>
                  <a:pt x="746861" y="202463"/>
                </a:moveTo>
                <a:lnTo>
                  <a:pt x="694613" y="139598"/>
                </a:lnTo>
                <a:lnTo>
                  <a:pt x="657161" y="105219"/>
                </a:lnTo>
                <a:lnTo>
                  <a:pt x="616432" y="75615"/>
                </a:lnTo>
                <a:lnTo>
                  <a:pt x="572808" y="50977"/>
                </a:lnTo>
                <a:lnTo>
                  <a:pt x="526669" y="31483"/>
                </a:lnTo>
                <a:lnTo>
                  <a:pt x="478396" y="17322"/>
                </a:lnTo>
                <a:lnTo>
                  <a:pt x="428383" y="8686"/>
                </a:lnTo>
                <a:lnTo>
                  <a:pt x="377012" y="5765"/>
                </a:lnTo>
                <a:lnTo>
                  <a:pt x="0" y="5765"/>
                </a:lnTo>
                <a:lnTo>
                  <a:pt x="0" y="202463"/>
                </a:lnTo>
                <a:lnTo>
                  <a:pt x="746861" y="202463"/>
                </a:lnTo>
                <a:close/>
              </a:path>
              <a:path w="6108065" h="2073909">
                <a:moveTo>
                  <a:pt x="856691" y="833234"/>
                </a:moveTo>
                <a:lnTo>
                  <a:pt x="850988" y="829233"/>
                </a:lnTo>
                <a:lnTo>
                  <a:pt x="850988" y="488632"/>
                </a:lnTo>
                <a:lnTo>
                  <a:pt x="848347" y="439635"/>
                </a:lnTo>
                <a:lnTo>
                  <a:pt x="840473" y="391807"/>
                </a:lnTo>
                <a:lnTo>
                  <a:pt x="827468" y="345414"/>
                </a:lnTo>
                <a:lnTo>
                  <a:pt x="809421" y="300736"/>
                </a:lnTo>
                <a:lnTo>
                  <a:pt x="786434" y="258051"/>
                </a:lnTo>
                <a:lnTo>
                  <a:pt x="758596" y="217652"/>
                </a:lnTo>
                <a:lnTo>
                  <a:pt x="746861" y="202463"/>
                </a:lnTo>
                <a:lnTo>
                  <a:pt x="735114" y="217652"/>
                </a:lnTo>
                <a:lnTo>
                  <a:pt x="707288" y="258051"/>
                </a:lnTo>
                <a:lnTo>
                  <a:pt x="684301" y="300736"/>
                </a:lnTo>
                <a:lnTo>
                  <a:pt x="666254" y="345414"/>
                </a:lnTo>
                <a:lnTo>
                  <a:pt x="653237" y="391807"/>
                </a:lnTo>
                <a:lnTo>
                  <a:pt x="645363" y="439635"/>
                </a:lnTo>
                <a:lnTo>
                  <a:pt x="642708" y="488632"/>
                </a:lnTo>
                <a:lnTo>
                  <a:pt x="642569" y="1273479"/>
                </a:lnTo>
                <a:lnTo>
                  <a:pt x="642708" y="1288351"/>
                </a:lnTo>
                <a:lnTo>
                  <a:pt x="851166" y="1288351"/>
                </a:lnTo>
                <a:lnTo>
                  <a:pt x="850988" y="841552"/>
                </a:lnTo>
                <a:lnTo>
                  <a:pt x="856691" y="833234"/>
                </a:lnTo>
                <a:close/>
              </a:path>
              <a:path w="6108065" h="2073909">
                <a:moveTo>
                  <a:pt x="1493723" y="5765"/>
                </a:moveTo>
                <a:lnTo>
                  <a:pt x="1116723" y="5765"/>
                </a:lnTo>
                <a:lnTo>
                  <a:pt x="1065352" y="8686"/>
                </a:lnTo>
                <a:lnTo>
                  <a:pt x="1015326" y="17322"/>
                </a:lnTo>
                <a:lnTo>
                  <a:pt x="967054" y="31483"/>
                </a:lnTo>
                <a:lnTo>
                  <a:pt x="920915" y="50977"/>
                </a:lnTo>
                <a:lnTo>
                  <a:pt x="877277" y="75615"/>
                </a:lnTo>
                <a:lnTo>
                  <a:pt x="836549" y="105219"/>
                </a:lnTo>
                <a:lnTo>
                  <a:pt x="799096" y="139598"/>
                </a:lnTo>
                <a:lnTo>
                  <a:pt x="765327" y="178536"/>
                </a:lnTo>
                <a:lnTo>
                  <a:pt x="746887" y="202463"/>
                </a:lnTo>
                <a:lnTo>
                  <a:pt x="1493723" y="202463"/>
                </a:lnTo>
                <a:lnTo>
                  <a:pt x="1493723" y="5765"/>
                </a:lnTo>
                <a:close/>
              </a:path>
              <a:path w="6108065" h="2073909">
                <a:moveTo>
                  <a:pt x="2001393" y="16878"/>
                </a:moveTo>
                <a:lnTo>
                  <a:pt x="1798916" y="16878"/>
                </a:lnTo>
                <a:lnTo>
                  <a:pt x="1798916" y="1312837"/>
                </a:lnTo>
                <a:lnTo>
                  <a:pt x="2001393" y="1312837"/>
                </a:lnTo>
                <a:lnTo>
                  <a:pt x="2001393" y="16878"/>
                </a:lnTo>
                <a:close/>
              </a:path>
              <a:path w="6108065" h="2073909">
                <a:moveTo>
                  <a:pt x="2213216" y="1736458"/>
                </a:moveTo>
                <a:lnTo>
                  <a:pt x="2188743" y="1667573"/>
                </a:lnTo>
                <a:lnTo>
                  <a:pt x="2143595" y="1614932"/>
                </a:lnTo>
                <a:lnTo>
                  <a:pt x="2081517" y="1581543"/>
                </a:lnTo>
                <a:lnTo>
                  <a:pt x="2006193" y="1570431"/>
                </a:lnTo>
                <a:lnTo>
                  <a:pt x="1971941" y="1572387"/>
                </a:lnTo>
                <a:lnTo>
                  <a:pt x="1909762" y="1588109"/>
                </a:lnTo>
                <a:lnTo>
                  <a:pt x="1856562" y="1619186"/>
                </a:lnTo>
                <a:lnTo>
                  <a:pt x="1815223" y="1663522"/>
                </a:lnTo>
                <a:lnTo>
                  <a:pt x="1786521" y="1720202"/>
                </a:lnTo>
                <a:lnTo>
                  <a:pt x="1772031" y="1785899"/>
                </a:lnTo>
                <a:lnTo>
                  <a:pt x="1770214" y="1821929"/>
                </a:lnTo>
                <a:lnTo>
                  <a:pt x="1772031" y="1858251"/>
                </a:lnTo>
                <a:lnTo>
                  <a:pt x="1786521" y="1924126"/>
                </a:lnTo>
                <a:lnTo>
                  <a:pt x="1815223" y="1980539"/>
                </a:lnTo>
                <a:lnTo>
                  <a:pt x="1856562" y="2024697"/>
                </a:lnTo>
                <a:lnTo>
                  <a:pt x="1909762" y="2055761"/>
                </a:lnTo>
                <a:lnTo>
                  <a:pt x="1971941" y="2071471"/>
                </a:lnTo>
                <a:lnTo>
                  <a:pt x="2006193" y="2073427"/>
                </a:lnTo>
                <a:lnTo>
                  <a:pt x="2045792" y="2070646"/>
                </a:lnTo>
                <a:lnTo>
                  <a:pt x="2114486" y="2048395"/>
                </a:lnTo>
                <a:lnTo>
                  <a:pt x="2168436" y="2004644"/>
                </a:lnTo>
                <a:lnTo>
                  <a:pt x="2202891" y="1943887"/>
                </a:lnTo>
                <a:lnTo>
                  <a:pt x="2151037" y="1907425"/>
                </a:lnTo>
                <a:lnTo>
                  <a:pt x="2142464" y="1932089"/>
                </a:lnTo>
                <a:lnTo>
                  <a:pt x="2130895" y="1953780"/>
                </a:lnTo>
                <a:lnTo>
                  <a:pt x="2098776" y="1988299"/>
                </a:lnTo>
                <a:lnTo>
                  <a:pt x="2055837" y="2009762"/>
                </a:lnTo>
                <a:lnTo>
                  <a:pt x="2003386" y="2016937"/>
                </a:lnTo>
                <a:lnTo>
                  <a:pt x="1978698" y="2015388"/>
                </a:lnTo>
                <a:lnTo>
                  <a:pt x="1933829" y="2003018"/>
                </a:lnTo>
                <a:lnTo>
                  <a:pt x="1895360" y="1978596"/>
                </a:lnTo>
                <a:lnTo>
                  <a:pt x="1865515" y="1943976"/>
                </a:lnTo>
                <a:lnTo>
                  <a:pt x="1844840" y="1899958"/>
                </a:lnTo>
                <a:lnTo>
                  <a:pt x="1834413" y="1849450"/>
                </a:lnTo>
                <a:lnTo>
                  <a:pt x="1833118" y="1821929"/>
                </a:lnTo>
                <a:lnTo>
                  <a:pt x="1834413" y="1794129"/>
                </a:lnTo>
                <a:lnTo>
                  <a:pt x="1844840" y="1743456"/>
                </a:lnTo>
                <a:lnTo>
                  <a:pt x="1865515" y="1699691"/>
                </a:lnTo>
                <a:lnTo>
                  <a:pt x="1895360" y="1665262"/>
                </a:lnTo>
                <a:lnTo>
                  <a:pt x="1933829" y="1640865"/>
                </a:lnTo>
                <a:lnTo>
                  <a:pt x="1978698" y="1628482"/>
                </a:lnTo>
                <a:lnTo>
                  <a:pt x="2003386" y="1626933"/>
                </a:lnTo>
                <a:lnTo>
                  <a:pt x="2030564" y="1628749"/>
                </a:lnTo>
                <a:lnTo>
                  <a:pt x="2078418" y="1643240"/>
                </a:lnTo>
                <a:lnTo>
                  <a:pt x="2117102" y="1671815"/>
                </a:lnTo>
                <a:lnTo>
                  <a:pt x="2143417" y="1712087"/>
                </a:lnTo>
                <a:lnTo>
                  <a:pt x="2151748" y="1736458"/>
                </a:lnTo>
                <a:lnTo>
                  <a:pt x="2213216" y="1736458"/>
                </a:lnTo>
                <a:close/>
              </a:path>
              <a:path w="6108065" h="2073909">
                <a:moveTo>
                  <a:pt x="2950057" y="2069198"/>
                </a:moveTo>
                <a:lnTo>
                  <a:pt x="2899321" y="1935683"/>
                </a:lnTo>
                <a:lnTo>
                  <a:pt x="2878112" y="1879866"/>
                </a:lnTo>
                <a:lnTo>
                  <a:pt x="2813685" y="1710347"/>
                </a:lnTo>
                <a:lnTo>
                  <a:pt x="2813685" y="1879866"/>
                </a:lnTo>
                <a:lnTo>
                  <a:pt x="2634945" y="1879866"/>
                </a:lnTo>
                <a:lnTo>
                  <a:pt x="2723972" y="1641767"/>
                </a:lnTo>
                <a:lnTo>
                  <a:pt x="2813685" y="1879866"/>
                </a:lnTo>
                <a:lnTo>
                  <a:pt x="2813685" y="1710347"/>
                </a:lnTo>
                <a:lnTo>
                  <a:pt x="2787624" y="1641767"/>
                </a:lnTo>
                <a:lnTo>
                  <a:pt x="2762123" y="1574673"/>
                </a:lnTo>
                <a:lnTo>
                  <a:pt x="2689352" y="1574673"/>
                </a:lnTo>
                <a:lnTo>
                  <a:pt x="2500731" y="2069198"/>
                </a:lnTo>
                <a:lnTo>
                  <a:pt x="2564295" y="2069198"/>
                </a:lnTo>
                <a:lnTo>
                  <a:pt x="2616593" y="1935683"/>
                </a:lnTo>
                <a:lnTo>
                  <a:pt x="2832049" y="1935683"/>
                </a:lnTo>
                <a:lnTo>
                  <a:pt x="2884347" y="2069198"/>
                </a:lnTo>
                <a:lnTo>
                  <a:pt x="2950057" y="2069198"/>
                </a:lnTo>
                <a:close/>
              </a:path>
              <a:path w="6108065" h="2073909">
                <a:moveTo>
                  <a:pt x="3053638" y="1312849"/>
                </a:moveTo>
                <a:lnTo>
                  <a:pt x="2532443" y="16891"/>
                </a:lnTo>
                <a:lnTo>
                  <a:pt x="2299081" y="16891"/>
                </a:lnTo>
                <a:lnTo>
                  <a:pt x="2766174" y="1130668"/>
                </a:lnTo>
                <a:lnTo>
                  <a:pt x="2788412" y="1173162"/>
                </a:lnTo>
                <a:lnTo>
                  <a:pt x="2817114" y="1210919"/>
                </a:lnTo>
                <a:lnTo>
                  <a:pt x="2851556" y="1243457"/>
                </a:lnTo>
                <a:lnTo>
                  <a:pt x="2890977" y="1270317"/>
                </a:lnTo>
                <a:lnTo>
                  <a:pt x="2934627" y="1291031"/>
                </a:lnTo>
                <a:lnTo>
                  <a:pt x="2981756" y="1305128"/>
                </a:lnTo>
                <a:lnTo>
                  <a:pt x="3031629" y="1312113"/>
                </a:lnTo>
                <a:lnTo>
                  <a:pt x="3031337" y="1312849"/>
                </a:lnTo>
                <a:lnTo>
                  <a:pt x="3053638" y="1312849"/>
                </a:lnTo>
                <a:close/>
              </a:path>
              <a:path w="6108065" h="2073909">
                <a:moveTo>
                  <a:pt x="3628263" y="1726539"/>
                </a:moveTo>
                <a:lnTo>
                  <a:pt x="3623221" y="1683550"/>
                </a:lnTo>
                <a:lnTo>
                  <a:pt x="3608108" y="1646377"/>
                </a:lnTo>
                <a:lnTo>
                  <a:pt x="3583648" y="1615998"/>
                </a:lnTo>
                <a:lnTo>
                  <a:pt x="3565360" y="1602079"/>
                </a:lnTo>
                <a:lnTo>
                  <a:pt x="3565360" y="1726539"/>
                </a:lnTo>
                <a:lnTo>
                  <a:pt x="3563556" y="1747354"/>
                </a:lnTo>
                <a:lnTo>
                  <a:pt x="3536429" y="1796491"/>
                </a:lnTo>
                <a:lnTo>
                  <a:pt x="3502495" y="1816112"/>
                </a:lnTo>
                <a:lnTo>
                  <a:pt x="3458692" y="1822640"/>
                </a:lnTo>
                <a:lnTo>
                  <a:pt x="3335769" y="1822640"/>
                </a:lnTo>
                <a:lnTo>
                  <a:pt x="3335769" y="1631175"/>
                </a:lnTo>
                <a:lnTo>
                  <a:pt x="3459403" y="1631175"/>
                </a:lnTo>
                <a:lnTo>
                  <a:pt x="3503117" y="1637626"/>
                </a:lnTo>
                <a:lnTo>
                  <a:pt x="3536772" y="1656981"/>
                </a:lnTo>
                <a:lnTo>
                  <a:pt x="3563582" y="1705775"/>
                </a:lnTo>
                <a:lnTo>
                  <a:pt x="3565360" y="1726539"/>
                </a:lnTo>
                <a:lnTo>
                  <a:pt x="3565360" y="1602079"/>
                </a:lnTo>
                <a:lnTo>
                  <a:pt x="3531108" y="1585201"/>
                </a:lnTo>
                <a:lnTo>
                  <a:pt x="3488017" y="1575828"/>
                </a:lnTo>
                <a:lnTo>
                  <a:pt x="3464356" y="1574647"/>
                </a:lnTo>
                <a:lnTo>
                  <a:pt x="3274326" y="1574647"/>
                </a:lnTo>
                <a:lnTo>
                  <a:pt x="3274326" y="2069211"/>
                </a:lnTo>
                <a:lnTo>
                  <a:pt x="3335769" y="2069211"/>
                </a:lnTo>
                <a:lnTo>
                  <a:pt x="3335769" y="1879155"/>
                </a:lnTo>
                <a:lnTo>
                  <a:pt x="3464356" y="1879155"/>
                </a:lnTo>
                <a:lnTo>
                  <a:pt x="3510178" y="1874469"/>
                </a:lnTo>
                <a:lnTo>
                  <a:pt x="3550196" y="1860435"/>
                </a:lnTo>
                <a:lnTo>
                  <a:pt x="3583140" y="1837740"/>
                </a:lnTo>
                <a:lnTo>
                  <a:pt x="3597021" y="1822640"/>
                </a:lnTo>
                <a:lnTo>
                  <a:pt x="3607765" y="1807095"/>
                </a:lnTo>
                <a:lnTo>
                  <a:pt x="3616731" y="1789087"/>
                </a:lnTo>
                <a:lnTo>
                  <a:pt x="3623132" y="1769656"/>
                </a:lnTo>
                <a:lnTo>
                  <a:pt x="3626980" y="1748815"/>
                </a:lnTo>
                <a:lnTo>
                  <a:pt x="3628263" y="1726539"/>
                </a:lnTo>
                <a:close/>
              </a:path>
              <a:path w="6108065" h="2073909">
                <a:moveTo>
                  <a:pt x="3808209" y="16891"/>
                </a:moveTo>
                <a:lnTo>
                  <a:pt x="3574846" y="16891"/>
                </a:lnTo>
                <a:lnTo>
                  <a:pt x="3053638" y="1312849"/>
                </a:lnTo>
                <a:lnTo>
                  <a:pt x="3075952" y="1312849"/>
                </a:lnTo>
                <a:lnTo>
                  <a:pt x="3075660" y="1312113"/>
                </a:lnTo>
                <a:lnTo>
                  <a:pt x="3125533" y="1305128"/>
                </a:lnTo>
                <a:lnTo>
                  <a:pt x="3172663" y="1291031"/>
                </a:lnTo>
                <a:lnTo>
                  <a:pt x="3216313" y="1270317"/>
                </a:lnTo>
                <a:lnTo>
                  <a:pt x="3255734" y="1243457"/>
                </a:lnTo>
                <a:lnTo>
                  <a:pt x="3290176" y="1210919"/>
                </a:lnTo>
                <a:lnTo>
                  <a:pt x="3318878" y="1173162"/>
                </a:lnTo>
                <a:lnTo>
                  <a:pt x="3341116" y="1130668"/>
                </a:lnTo>
                <a:lnTo>
                  <a:pt x="3808209" y="16891"/>
                </a:lnTo>
                <a:close/>
              </a:path>
              <a:path w="6108065" h="2073909">
                <a:moveTo>
                  <a:pt x="4023880" y="1574673"/>
                </a:moveTo>
                <a:lnTo>
                  <a:pt x="3962438" y="1574673"/>
                </a:lnTo>
                <a:lnTo>
                  <a:pt x="3962438" y="2069211"/>
                </a:lnTo>
                <a:lnTo>
                  <a:pt x="4023880" y="2069211"/>
                </a:lnTo>
                <a:lnTo>
                  <a:pt x="4023880" y="1574673"/>
                </a:lnTo>
                <a:close/>
              </a:path>
              <a:path w="6108065" h="2073909">
                <a:moveTo>
                  <a:pt x="4308399" y="16878"/>
                </a:moveTo>
                <a:lnTo>
                  <a:pt x="4105922" y="16878"/>
                </a:lnTo>
                <a:lnTo>
                  <a:pt x="4105922" y="1312837"/>
                </a:lnTo>
                <a:lnTo>
                  <a:pt x="4308399" y="1312837"/>
                </a:lnTo>
                <a:lnTo>
                  <a:pt x="4308399" y="16878"/>
                </a:lnTo>
                <a:close/>
              </a:path>
              <a:path w="6108065" h="2073909">
                <a:moveTo>
                  <a:pt x="4740275" y="1574673"/>
                </a:moveTo>
                <a:lnTo>
                  <a:pt x="4358068" y="1574673"/>
                </a:lnTo>
                <a:lnTo>
                  <a:pt x="4358068" y="1630553"/>
                </a:lnTo>
                <a:lnTo>
                  <a:pt x="4518431" y="1630553"/>
                </a:lnTo>
                <a:lnTo>
                  <a:pt x="4518431" y="2068703"/>
                </a:lnTo>
                <a:lnTo>
                  <a:pt x="4579912" y="2068703"/>
                </a:lnTo>
                <a:lnTo>
                  <a:pt x="4579912" y="1630553"/>
                </a:lnTo>
                <a:lnTo>
                  <a:pt x="4740275" y="1630553"/>
                </a:lnTo>
                <a:lnTo>
                  <a:pt x="4740275" y="1574673"/>
                </a:lnTo>
                <a:close/>
              </a:path>
              <a:path w="6108065" h="2073909">
                <a:moveTo>
                  <a:pt x="5412841" y="2069198"/>
                </a:moveTo>
                <a:lnTo>
                  <a:pt x="5362105" y="1935683"/>
                </a:lnTo>
                <a:lnTo>
                  <a:pt x="5340896" y="1879866"/>
                </a:lnTo>
                <a:lnTo>
                  <a:pt x="5276469" y="1710347"/>
                </a:lnTo>
                <a:lnTo>
                  <a:pt x="5276469" y="1879866"/>
                </a:lnTo>
                <a:lnTo>
                  <a:pt x="5097742" y="1879866"/>
                </a:lnTo>
                <a:lnTo>
                  <a:pt x="5186756" y="1641767"/>
                </a:lnTo>
                <a:lnTo>
                  <a:pt x="5276469" y="1879866"/>
                </a:lnTo>
                <a:lnTo>
                  <a:pt x="5276469" y="1710347"/>
                </a:lnTo>
                <a:lnTo>
                  <a:pt x="5250408" y="1641767"/>
                </a:lnTo>
                <a:lnTo>
                  <a:pt x="5224919" y="1574673"/>
                </a:lnTo>
                <a:lnTo>
                  <a:pt x="5152148" y="1574673"/>
                </a:lnTo>
                <a:lnTo>
                  <a:pt x="4963515" y="2069198"/>
                </a:lnTo>
                <a:lnTo>
                  <a:pt x="5027092" y="2069198"/>
                </a:lnTo>
                <a:lnTo>
                  <a:pt x="5079377" y="1935683"/>
                </a:lnTo>
                <a:lnTo>
                  <a:pt x="5294846" y="1935683"/>
                </a:lnTo>
                <a:lnTo>
                  <a:pt x="5347132" y="2069198"/>
                </a:lnTo>
                <a:lnTo>
                  <a:pt x="5412841" y="2069198"/>
                </a:lnTo>
                <a:close/>
              </a:path>
              <a:path w="6108065" h="2073909">
                <a:moveTo>
                  <a:pt x="6023915" y="2012061"/>
                </a:moveTo>
                <a:lnTo>
                  <a:pt x="5798540" y="2012061"/>
                </a:lnTo>
                <a:lnTo>
                  <a:pt x="5798540" y="1575181"/>
                </a:lnTo>
                <a:lnTo>
                  <a:pt x="5737098" y="1575181"/>
                </a:lnTo>
                <a:lnTo>
                  <a:pt x="5737098" y="2012061"/>
                </a:lnTo>
                <a:lnTo>
                  <a:pt x="5737098" y="2069211"/>
                </a:lnTo>
                <a:lnTo>
                  <a:pt x="6023915" y="2069211"/>
                </a:lnTo>
                <a:lnTo>
                  <a:pt x="6023915" y="2012061"/>
                </a:lnTo>
                <a:close/>
              </a:path>
              <a:path w="6108065" h="2073909">
                <a:moveTo>
                  <a:pt x="6107785" y="664883"/>
                </a:moveTo>
                <a:lnTo>
                  <a:pt x="6105957" y="613181"/>
                </a:lnTo>
                <a:lnTo>
                  <a:pt x="6100483" y="562635"/>
                </a:lnTo>
                <a:lnTo>
                  <a:pt x="6091453" y="513372"/>
                </a:lnTo>
                <a:lnTo>
                  <a:pt x="6078918" y="465543"/>
                </a:lnTo>
                <a:lnTo>
                  <a:pt x="6062929" y="419277"/>
                </a:lnTo>
                <a:lnTo>
                  <a:pt x="6043561" y="374738"/>
                </a:lnTo>
                <a:lnTo>
                  <a:pt x="6020879" y="332054"/>
                </a:lnTo>
                <a:lnTo>
                  <a:pt x="5994946" y="291363"/>
                </a:lnTo>
                <a:lnTo>
                  <a:pt x="5965812" y="252818"/>
                </a:lnTo>
                <a:lnTo>
                  <a:pt x="5933541" y="216560"/>
                </a:lnTo>
                <a:lnTo>
                  <a:pt x="5899658" y="184124"/>
                </a:lnTo>
                <a:lnTo>
                  <a:pt x="5899658" y="664883"/>
                </a:lnTo>
                <a:lnTo>
                  <a:pt x="5897334" y="714451"/>
                </a:lnTo>
                <a:lnTo>
                  <a:pt x="5890425" y="761974"/>
                </a:lnTo>
                <a:lnTo>
                  <a:pt x="5878982" y="807300"/>
                </a:lnTo>
                <a:lnTo>
                  <a:pt x="5863069" y="850290"/>
                </a:lnTo>
                <a:lnTo>
                  <a:pt x="5842749" y="890803"/>
                </a:lnTo>
                <a:lnTo>
                  <a:pt x="5818086" y="928674"/>
                </a:lnTo>
                <a:lnTo>
                  <a:pt x="5789142" y="963777"/>
                </a:lnTo>
                <a:lnTo>
                  <a:pt x="5755983" y="995959"/>
                </a:lnTo>
                <a:lnTo>
                  <a:pt x="5722264" y="1022553"/>
                </a:lnTo>
                <a:lnTo>
                  <a:pt x="5685714" y="1046175"/>
                </a:lnTo>
                <a:lnTo>
                  <a:pt x="5646445" y="1066761"/>
                </a:lnTo>
                <a:lnTo>
                  <a:pt x="5604573" y="1084300"/>
                </a:lnTo>
                <a:lnTo>
                  <a:pt x="5560250" y="1098740"/>
                </a:lnTo>
                <a:lnTo>
                  <a:pt x="5513578" y="1110043"/>
                </a:lnTo>
                <a:lnTo>
                  <a:pt x="5464670" y="1118158"/>
                </a:lnTo>
                <a:lnTo>
                  <a:pt x="5413654" y="1123061"/>
                </a:lnTo>
                <a:lnTo>
                  <a:pt x="5360670" y="1124699"/>
                </a:lnTo>
                <a:lnTo>
                  <a:pt x="5307685" y="1123061"/>
                </a:lnTo>
                <a:lnTo>
                  <a:pt x="5256669" y="1118158"/>
                </a:lnTo>
                <a:lnTo>
                  <a:pt x="5207774" y="1110043"/>
                </a:lnTo>
                <a:lnTo>
                  <a:pt x="5161102" y="1098740"/>
                </a:lnTo>
                <a:lnTo>
                  <a:pt x="5116766" y="1084300"/>
                </a:lnTo>
                <a:lnTo>
                  <a:pt x="5074907" y="1066761"/>
                </a:lnTo>
                <a:lnTo>
                  <a:pt x="5035639" y="1046175"/>
                </a:lnTo>
                <a:lnTo>
                  <a:pt x="4999088" y="1022553"/>
                </a:lnTo>
                <a:lnTo>
                  <a:pt x="4965357" y="995959"/>
                </a:lnTo>
                <a:lnTo>
                  <a:pt x="4932197" y="963777"/>
                </a:lnTo>
                <a:lnTo>
                  <a:pt x="4903254" y="928674"/>
                </a:lnTo>
                <a:lnTo>
                  <a:pt x="4878590" y="890803"/>
                </a:lnTo>
                <a:lnTo>
                  <a:pt x="4858270" y="850290"/>
                </a:lnTo>
                <a:lnTo>
                  <a:pt x="4842370" y="807300"/>
                </a:lnTo>
                <a:lnTo>
                  <a:pt x="4830915" y="761974"/>
                </a:lnTo>
                <a:lnTo>
                  <a:pt x="4824006" y="714451"/>
                </a:lnTo>
                <a:lnTo>
                  <a:pt x="4821694" y="664883"/>
                </a:lnTo>
                <a:lnTo>
                  <a:pt x="4824006" y="615302"/>
                </a:lnTo>
                <a:lnTo>
                  <a:pt x="4830915" y="567778"/>
                </a:lnTo>
                <a:lnTo>
                  <a:pt x="4842370" y="522452"/>
                </a:lnTo>
                <a:lnTo>
                  <a:pt x="4858270" y="479475"/>
                </a:lnTo>
                <a:lnTo>
                  <a:pt x="4878590" y="438962"/>
                </a:lnTo>
                <a:lnTo>
                  <a:pt x="4903254" y="401091"/>
                </a:lnTo>
                <a:lnTo>
                  <a:pt x="4932197" y="365988"/>
                </a:lnTo>
                <a:lnTo>
                  <a:pt x="4965357" y="333806"/>
                </a:lnTo>
                <a:lnTo>
                  <a:pt x="4999088" y="307225"/>
                </a:lnTo>
                <a:lnTo>
                  <a:pt x="5035639" y="283616"/>
                </a:lnTo>
                <a:lnTo>
                  <a:pt x="5074907" y="263017"/>
                </a:lnTo>
                <a:lnTo>
                  <a:pt x="5116766" y="245491"/>
                </a:lnTo>
                <a:lnTo>
                  <a:pt x="5161102" y="231051"/>
                </a:lnTo>
                <a:lnTo>
                  <a:pt x="5207774" y="219748"/>
                </a:lnTo>
                <a:lnTo>
                  <a:pt x="5256669" y="211632"/>
                </a:lnTo>
                <a:lnTo>
                  <a:pt x="5307685" y="206730"/>
                </a:lnTo>
                <a:lnTo>
                  <a:pt x="5360670" y="205079"/>
                </a:lnTo>
                <a:lnTo>
                  <a:pt x="5413654" y="206730"/>
                </a:lnTo>
                <a:lnTo>
                  <a:pt x="5464670" y="211632"/>
                </a:lnTo>
                <a:lnTo>
                  <a:pt x="5513578" y="219748"/>
                </a:lnTo>
                <a:lnTo>
                  <a:pt x="5560250" y="231051"/>
                </a:lnTo>
                <a:lnTo>
                  <a:pt x="5604573" y="245491"/>
                </a:lnTo>
                <a:lnTo>
                  <a:pt x="5646445" y="263017"/>
                </a:lnTo>
                <a:lnTo>
                  <a:pt x="5685714" y="283616"/>
                </a:lnTo>
                <a:lnTo>
                  <a:pt x="5722264" y="307225"/>
                </a:lnTo>
                <a:lnTo>
                  <a:pt x="5755983" y="333806"/>
                </a:lnTo>
                <a:lnTo>
                  <a:pt x="5789142" y="365988"/>
                </a:lnTo>
                <a:lnTo>
                  <a:pt x="5818086" y="401091"/>
                </a:lnTo>
                <a:lnTo>
                  <a:pt x="5842749" y="438962"/>
                </a:lnTo>
                <a:lnTo>
                  <a:pt x="5863069" y="479475"/>
                </a:lnTo>
                <a:lnTo>
                  <a:pt x="5878982" y="522452"/>
                </a:lnTo>
                <a:lnTo>
                  <a:pt x="5890425" y="567778"/>
                </a:lnTo>
                <a:lnTo>
                  <a:pt x="5897334" y="615302"/>
                </a:lnTo>
                <a:lnTo>
                  <a:pt x="5899658" y="664883"/>
                </a:lnTo>
                <a:lnTo>
                  <a:pt x="5899658" y="184124"/>
                </a:lnTo>
                <a:lnTo>
                  <a:pt x="5863348" y="154012"/>
                </a:lnTo>
                <a:lnTo>
                  <a:pt x="5826455" y="127685"/>
                </a:lnTo>
                <a:lnTo>
                  <a:pt x="5787593" y="103746"/>
                </a:lnTo>
                <a:lnTo>
                  <a:pt x="5746826" y="82232"/>
                </a:lnTo>
                <a:lnTo>
                  <a:pt x="5704230" y="63157"/>
                </a:lnTo>
                <a:lnTo>
                  <a:pt x="5659869" y="46545"/>
                </a:lnTo>
                <a:lnTo>
                  <a:pt x="5613832" y="32423"/>
                </a:lnTo>
                <a:lnTo>
                  <a:pt x="5566156" y="20815"/>
                </a:lnTo>
                <a:lnTo>
                  <a:pt x="5516943" y="11747"/>
                </a:lnTo>
                <a:lnTo>
                  <a:pt x="5466232" y="5232"/>
                </a:lnTo>
                <a:lnTo>
                  <a:pt x="5414124" y="1308"/>
                </a:lnTo>
                <a:lnTo>
                  <a:pt x="5360670" y="0"/>
                </a:lnTo>
                <a:lnTo>
                  <a:pt x="5307215" y="1308"/>
                </a:lnTo>
                <a:lnTo>
                  <a:pt x="5255107" y="5232"/>
                </a:lnTo>
                <a:lnTo>
                  <a:pt x="5204409" y="11747"/>
                </a:lnTo>
                <a:lnTo>
                  <a:pt x="5155184" y="20815"/>
                </a:lnTo>
                <a:lnTo>
                  <a:pt x="5107521" y="32423"/>
                </a:lnTo>
                <a:lnTo>
                  <a:pt x="5061470" y="46545"/>
                </a:lnTo>
                <a:lnTo>
                  <a:pt x="5017122" y="63157"/>
                </a:lnTo>
                <a:lnTo>
                  <a:pt x="4974526" y="82232"/>
                </a:lnTo>
                <a:lnTo>
                  <a:pt x="4933759" y="103746"/>
                </a:lnTo>
                <a:lnTo>
                  <a:pt x="4894897" y="127685"/>
                </a:lnTo>
                <a:lnTo>
                  <a:pt x="4858004" y="154012"/>
                </a:lnTo>
                <a:lnTo>
                  <a:pt x="4823142" y="182714"/>
                </a:lnTo>
                <a:lnTo>
                  <a:pt x="4787798" y="216560"/>
                </a:lnTo>
                <a:lnTo>
                  <a:pt x="4755540" y="252818"/>
                </a:lnTo>
                <a:lnTo>
                  <a:pt x="4726406" y="291363"/>
                </a:lnTo>
                <a:lnTo>
                  <a:pt x="4700460" y="332054"/>
                </a:lnTo>
                <a:lnTo>
                  <a:pt x="4677791" y="374738"/>
                </a:lnTo>
                <a:lnTo>
                  <a:pt x="4658423" y="419277"/>
                </a:lnTo>
                <a:lnTo>
                  <a:pt x="4642447" y="465543"/>
                </a:lnTo>
                <a:lnTo>
                  <a:pt x="4629912" y="513372"/>
                </a:lnTo>
                <a:lnTo>
                  <a:pt x="4620895" y="562635"/>
                </a:lnTo>
                <a:lnTo>
                  <a:pt x="4615421" y="613181"/>
                </a:lnTo>
                <a:lnTo>
                  <a:pt x="4613592" y="664883"/>
                </a:lnTo>
                <a:lnTo>
                  <a:pt x="4615421" y="716584"/>
                </a:lnTo>
                <a:lnTo>
                  <a:pt x="4620895" y="767130"/>
                </a:lnTo>
                <a:lnTo>
                  <a:pt x="4629912" y="816394"/>
                </a:lnTo>
                <a:lnTo>
                  <a:pt x="4642447" y="864222"/>
                </a:lnTo>
                <a:lnTo>
                  <a:pt x="4658423" y="910488"/>
                </a:lnTo>
                <a:lnTo>
                  <a:pt x="4677791" y="955027"/>
                </a:lnTo>
                <a:lnTo>
                  <a:pt x="4700460" y="997712"/>
                </a:lnTo>
                <a:lnTo>
                  <a:pt x="4726406" y="1038390"/>
                </a:lnTo>
                <a:lnTo>
                  <a:pt x="4755540" y="1076934"/>
                </a:lnTo>
                <a:lnTo>
                  <a:pt x="4787798" y="1113193"/>
                </a:lnTo>
                <a:lnTo>
                  <a:pt x="4823142" y="1147038"/>
                </a:lnTo>
                <a:lnTo>
                  <a:pt x="4858004" y="1175740"/>
                </a:lnTo>
                <a:lnTo>
                  <a:pt x="4894897" y="1202080"/>
                </a:lnTo>
                <a:lnTo>
                  <a:pt x="4933759" y="1226019"/>
                </a:lnTo>
                <a:lnTo>
                  <a:pt x="4974526" y="1247546"/>
                </a:lnTo>
                <a:lnTo>
                  <a:pt x="5017122" y="1266621"/>
                </a:lnTo>
                <a:lnTo>
                  <a:pt x="5061470" y="1283233"/>
                </a:lnTo>
                <a:lnTo>
                  <a:pt x="5107521" y="1297355"/>
                </a:lnTo>
                <a:lnTo>
                  <a:pt x="5155184" y="1308963"/>
                </a:lnTo>
                <a:lnTo>
                  <a:pt x="5204409" y="1318031"/>
                </a:lnTo>
                <a:lnTo>
                  <a:pt x="5255107" y="1324533"/>
                </a:lnTo>
                <a:lnTo>
                  <a:pt x="5307215" y="1328458"/>
                </a:lnTo>
                <a:lnTo>
                  <a:pt x="5360670" y="1329766"/>
                </a:lnTo>
                <a:lnTo>
                  <a:pt x="5414124" y="1328458"/>
                </a:lnTo>
                <a:lnTo>
                  <a:pt x="5466232" y="1324533"/>
                </a:lnTo>
                <a:lnTo>
                  <a:pt x="5516943" y="1318031"/>
                </a:lnTo>
                <a:lnTo>
                  <a:pt x="5566156" y="1308963"/>
                </a:lnTo>
                <a:lnTo>
                  <a:pt x="5613832" y="1297355"/>
                </a:lnTo>
                <a:lnTo>
                  <a:pt x="5659869" y="1283233"/>
                </a:lnTo>
                <a:lnTo>
                  <a:pt x="5704230" y="1266621"/>
                </a:lnTo>
                <a:lnTo>
                  <a:pt x="5746826" y="1247546"/>
                </a:lnTo>
                <a:lnTo>
                  <a:pt x="5787593" y="1226019"/>
                </a:lnTo>
                <a:lnTo>
                  <a:pt x="5826455" y="1202080"/>
                </a:lnTo>
                <a:lnTo>
                  <a:pt x="5863348" y="1175740"/>
                </a:lnTo>
                <a:lnTo>
                  <a:pt x="5898197" y="1147038"/>
                </a:lnTo>
                <a:lnTo>
                  <a:pt x="5933541" y="1113193"/>
                </a:lnTo>
                <a:lnTo>
                  <a:pt x="5965812" y="1076934"/>
                </a:lnTo>
                <a:lnTo>
                  <a:pt x="5994946" y="1038390"/>
                </a:lnTo>
                <a:lnTo>
                  <a:pt x="6020879" y="997712"/>
                </a:lnTo>
                <a:lnTo>
                  <a:pt x="6043561" y="955027"/>
                </a:lnTo>
                <a:lnTo>
                  <a:pt x="6062929" y="910488"/>
                </a:lnTo>
                <a:lnTo>
                  <a:pt x="6078918" y="864222"/>
                </a:lnTo>
                <a:lnTo>
                  <a:pt x="6091453" y="816394"/>
                </a:lnTo>
                <a:lnTo>
                  <a:pt x="6100483" y="767130"/>
                </a:lnTo>
                <a:lnTo>
                  <a:pt x="6105957" y="716584"/>
                </a:lnTo>
                <a:lnTo>
                  <a:pt x="6107785" y="66488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Google Shape;133;p18">
            <a:extLst>
              <a:ext uri="{FF2B5EF4-FFF2-40B4-BE49-F238E27FC236}">
                <a16:creationId xmlns:a16="http://schemas.microsoft.com/office/drawing/2014/main" id="{E651E6F4-3FC2-BD85-3272-20B64F1E50CD}"/>
              </a:ext>
            </a:extLst>
          </p:cNvPr>
          <p:cNvSpPr txBox="1">
            <a:spLocks/>
          </p:cNvSpPr>
          <p:nvPr/>
        </p:nvSpPr>
        <p:spPr>
          <a:xfrm>
            <a:off x="455193" y="4652077"/>
            <a:ext cx="9491471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48148"/>
              <a:buFont typeface="Arial"/>
              <a:buNone/>
              <a:tabLst/>
              <a:defRPr/>
            </a:pPr>
            <a:r>
              <a:rPr kumimoji="0" lang="en-US" sz="3250" b="0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Versos Light" panose="020B0403020204030204" pitchFamily="34" charset="77"/>
                <a:cs typeface="Plus Jakarta Sans Light" pitchFamily="2" charset="77"/>
                <a:sym typeface="Arial"/>
              </a:rPr>
              <a:t>/VERTICAIS DE </a:t>
            </a:r>
            <a:r>
              <a:rPr kumimoji="0" lang="en-US" sz="3250" b="1" i="0" u="none" strike="noStrike" kern="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+mj-lt"/>
                <a:cs typeface="Plus Jakarta Sans Light" pitchFamily="2" charset="77"/>
                <a:sym typeface="Arial"/>
              </a:rPr>
              <a:t>INVESTIMENTOS</a:t>
            </a: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35E091DD-72C7-2743-17F7-789106489808}"/>
              </a:ext>
            </a:extLst>
          </p:cNvPr>
          <p:cNvSpPr/>
          <p:nvPr/>
        </p:nvSpPr>
        <p:spPr>
          <a:xfrm>
            <a:off x="6566998" y="-351970"/>
            <a:ext cx="6896018" cy="7209970"/>
          </a:xfrm>
          <a:custGeom>
            <a:avLst/>
            <a:gdLst/>
            <a:ahLst/>
            <a:cxnLst/>
            <a:rect l="l" t="t" r="r" b="b"/>
            <a:pathLst>
              <a:path w="10809605" h="11301730">
                <a:moveTo>
                  <a:pt x="10809564" y="0"/>
                </a:moveTo>
                <a:lnTo>
                  <a:pt x="0" y="0"/>
                </a:lnTo>
                <a:lnTo>
                  <a:pt x="4341752" y="9288984"/>
                </a:lnTo>
                <a:lnTo>
                  <a:pt x="4361850" y="9334143"/>
                </a:lnTo>
                <a:lnTo>
                  <a:pt x="4382530" y="9378922"/>
                </a:lnTo>
                <a:lnTo>
                  <a:pt x="4403787" y="9423315"/>
                </a:lnTo>
                <a:lnTo>
                  <a:pt x="4425615" y="9467321"/>
                </a:lnTo>
                <a:lnTo>
                  <a:pt x="4448008" y="9510934"/>
                </a:lnTo>
                <a:lnTo>
                  <a:pt x="4470961" y="9554152"/>
                </a:lnTo>
                <a:lnTo>
                  <a:pt x="4494468" y="9596970"/>
                </a:lnTo>
                <a:lnTo>
                  <a:pt x="4518523" y="9639385"/>
                </a:lnTo>
                <a:lnTo>
                  <a:pt x="4543121" y="9681393"/>
                </a:lnTo>
                <a:lnTo>
                  <a:pt x="4568256" y="9722991"/>
                </a:lnTo>
                <a:lnTo>
                  <a:pt x="4593923" y="9764175"/>
                </a:lnTo>
                <a:lnTo>
                  <a:pt x="4620117" y="9804941"/>
                </a:lnTo>
                <a:lnTo>
                  <a:pt x="4646830" y="9845286"/>
                </a:lnTo>
                <a:lnTo>
                  <a:pt x="4674058" y="9885205"/>
                </a:lnTo>
                <a:lnTo>
                  <a:pt x="4701796" y="9924696"/>
                </a:lnTo>
                <a:lnTo>
                  <a:pt x="4730037" y="9963754"/>
                </a:lnTo>
                <a:lnTo>
                  <a:pt x="4758776" y="10002376"/>
                </a:lnTo>
                <a:lnTo>
                  <a:pt x="4788007" y="10040558"/>
                </a:lnTo>
                <a:lnTo>
                  <a:pt x="4817725" y="10078297"/>
                </a:lnTo>
                <a:lnTo>
                  <a:pt x="4847924" y="10115588"/>
                </a:lnTo>
                <a:lnTo>
                  <a:pt x="4878599" y="10152429"/>
                </a:lnTo>
                <a:lnTo>
                  <a:pt x="4909743" y="10188815"/>
                </a:lnTo>
                <a:lnTo>
                  <a:pt x="4941352" y="10224743"/>
                </a:lnTo>
                <a:lnTo>
                  <a:pt x="4973419" y="10260209"/>
                </a:lnTo>
                <a:lnTo>
                  <a:pt x="5005940" y="10295210"/>
                </a:lnTo>
                <a:lnTo>
                  <a:pt x="5038907" y="10329741"/>
                </a:lnTo>
                <a:lnTo>
                  <a:pt x="5072317" y="10363800"/>
                </a:lnTo>
                <a:lnTo>
                  <a:pt x="5106163" y="10397382"/>
                </a:lnTo>
                <a:lnTo>
                  <a:pt x="5140439" y="10430483"/>
                </a:lnTo>
                <a:lnTo>
                  <a:pt x="5175141" y="10463101"/>
                </a:lnTo>
                <a:lnTo>
                  <a:pt x="5210261" y="10495231"/>
                </a:lnTo>
                <a:lnTo>
                  <a:pt x="5245796" y="10526870"/>
                </a:lnTo>
                <a:lnTo>
                  <a:pt x="5281738" y="10558014"/>
                </a:lnTo>
                <a:lnTo>
                  <a:pt x="5318083" y="10588659"/>
                </a:lnTo>
                <a:lnTo>
                  <a:pt x="5354825" y="10618803"/>
                </a:lnTo>
                <a:lnTo>
                  <a:pt x="5391959" y="10648440"/>
                </a:lnTo>
                <a:lnTo>
                  <a:pt x="5429478" y="10677567"/>
                </a:lnTo>
                <a:lnTo>
                  <a:pt x="5467376" y="10706181"/>
                </a:lnTo>
                <a:lnTo>
                  <a:pt x="5505650" y="10734278"/>
                </a:lnTo>
                <a:lnTo>
                  <a:pt x="5544292" y="10761855"/>
                </a:lnTo>
                <a:lnTo>
                  <a:pt x="5583297" y="10788907"/>
                </a:lnTo>
                <a:lnTo>
                  <a:pt x="5622660" y="10815431"/>
                </a:lnTo>
                <a:lnTo>
                  <a:pt x="5662375" y="10841424"/>
                </a:lnTo>
                <a:lnTo>
                  <a:pt x="5702437" y="10866881"/>
                </a:lnTo>
                <a:lnTo>
                  <a:pt x="5742839" y="10891799"/>
                </a:lnTo>
                <a:lnTo>
                  <a:pt x="5783576" y="10916175"/>
                </a:lnTo>
                <a:lnTo>
                  <a:pt x="5824643" y="10940004"/>
                </a:lnTo>
                <a:lnTo>
                  <a:pt x="5866033" y="10963283"/>
                </a:lnTo>
                <a:lnTo>
                  <a:pt x="5907742" y="10986008"/>
                </a:lnTo>
                <a:lnTo>
                  <a:pt x="5949764" y="11008176"/>
                </a:lnTo>
                <a:lnTo>
                  <a:pt x="5992093" y="11029783"/>
                </a:lnTo>
                <a:lnTo>
                  <a:pt x="6034723" y="11050825"/>
                </a:lnTo>
                <a:lnTo>
                  <a:pt x="6077649" y="11071299"/>
                </a:lnTo>
                <a:lnTo>
                  <a:pt x="6120865" y="11091200"/>
                </a:lnTo>
                <a:lnTo>
                  <a:pt x="6164366" y="11110526"/>
                </a:lnTo>
                <a:lnTo>
                  <a:pt x="6208145" y="11129272"/>
                </a:lnTo>
                <a:lnTo>
                  <a:pt x="6252199" y="11147436"/>
                </a:lnTo>
                <a:lnTo>
                  <a:pt x="6296520" y="11165012"/>
                </a:lnTo>
                <a:lnTo>
                  <a:pt x="6341103" y="11181998"/>
                </a:lnTo>
                <a:lnTo>
                  <a:pt x="6385942" y="11198390"/>
                </a:lnTo>
                <a:lnTo>
                  <a:pt x="6431033" y="11214184"/>
                </a:lnTo>
                <a:lnTo>
                  <a:pt x="6476369" y="11229376"/>
                </a:lnTo>
                <a:lnTo>
                  <a:pt x="6521944" y="11243964"/>
                </a:lnTo>
                <a:lnTo>
                  <a:pt x="6567754" y="11257942"/>
                </a:lnTo>
                <a:lnTo>
                  <a:pt x="6613792" y="11271308"/>
                </a:lnTo>
                <a:lnTo>
                  <a:pt x="6660053" y="11284058"/>
                </a:lnTo>
                <a:lnTo>
                  <a:pt x="6706531" y="11296188"/>
                </a:lnTo>
                <a:lnTo>
                  <a:pt x="6728460" y="11301593"/>
                </a:lnTo>
                <a:lnTo>
                  <a:pt x="10809564" y="11301593"/>
                </a:lnTo>
                <a:lnTo>
                  <a:pt x="10809564" y="0"/>
                </a:lnTo>
                <a:close/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DD2502A8-DCC0-AF9F-29B2-2C9AA9150167}"/>
              </a:ext>
            </a:extLst>
          </p:cNvPr>
          <p:cNvGrpSpPr/>
          <p:nvPr/>
        </p:nvGrpSpPr>
        <p:grpSpPr>
          <a:xfrm>
            <a:off x="-1" y="5582293"/>
            <a:ext cx="6851651" cy="1255711"/>
            <a:chOff x="-1" y="5582293"/>
            <a:chExt cx="6851651" cy="1255711"/>
          </a:xfrm>
        </p:grpSpPr>
        <p:pic>
          <p:nvPicPr>
            <p:cNvPr id="4" name="Gráfico 3">
              <a:extLst>
                <a:ext uri="{FF2B5EF4-FFF2-40B4-BE49-F238E27FC236}">
                  <a16:creationId xmlns:a16="http://schemas.microsoft.com/office/drawing/2014/main" id="{2B96B9B5-6EA0-38EB-E57D-8A30160A26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997" b="27493"/>
            <a:stretch>
              <a:fillRect/>
            </a:stretch>
          </p:blipFill>
          <p:spPr>
            <a:xfrm>
              <a:off x="-1" y="5582293"/>
              <a:ext cx="6851651" cy="1255711"/>
            </a:xfrm>
            <a:prstGeom prst="rect">
              <a:avLst/>
            </a:prstGeom>
          </p:spPr>
        </p:pic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18A52CE9-0A06-8A4D-A673-41AB988A2C85}"/>
                </a:ext>
              </a:extLst>
            </p:cNvPr>
            <p:cNvGrpSpPr/>
            <p:nvPr/>
          </p:nvGrpSpPr>
          <p:grpSpPr>
            <a:xfrm>
              <a:off x="403749" y="5819392"/>
              <a:ext cx="2571824" cy="977626"/>
              <a:chOff x="8824651" y="5971576"/>
              <a:chExt cx="2571824" cy="977626"/>
            </a:xfrm>
          </p:grpSpPr>
          <p:pic>
            <p:nvPicPr>
              <p:cNvPr id="9" name="Picture 6" descr="A qr code with a white background&#10;&#10;AI-generated content may be incorrect.">
                <a:extLst>
                  <a:ext uri="{FF2B5EF4-FFF2-40B4-BE49-F238E27FC236}">
                    <a16:creationId xmlns:a16="http://schemas.microsoft.com/office/drawing/2014/main" id="{DCA6508A-CABF-B142-0929-54D4255494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24651" y="5971576"/>
                <a:ext cx="726630" cy="726630"/>
              </a:xfrm>
              <a:prstGeom prst="roundRect">
                <a:avLst>
                  <a:gd name="adj" fmla="val 5206"/>
                </a:avLst>
              </a:prstGeom>
            </p:spPr>
          </p:pic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2CF6C2B4-AD41-DEC7-34B3-874AD864BADF}"/>
                  </a:ext>
                </a:extLst>
              </p:cNvPr>
              <p:cNvSpPr txBox="1"/>
              <p:nvPr/>
            </p:nvSpPr>
            <p:spPr>
              <a:xfrm>
                <a:off x="9637159" y="6029720"/>
                <a:ext cx="1759316" cy="919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560"/>
                  </a:lnSpc>
                </a:pPr>
                <a:r>
                  <a:rPr lang="pt-BR" sz="1600" kern="0">
                    <a:solidFill>
                      <a:schemeClr val="bg1"/>
                    </a:solidFill>
                    <a:latin typeface="Versos"/>
                    <a:sym typeface="Arial"/>
                  </a:rPr>
                  <a:t>Fique por dentro de tudo da Tivio Capital</a:t>
                </a:r>
              </a:p>
              <a:p>
                <a:pPr>
                  <a:lnSpc>
                    <a:spcPts val="1560"/>
                  </a:lnSpc>
                </a:pPr>
                <a:endParaRPr lang="pt-BR" sz="16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477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67B5E-B219-F26E-5611-87BCB39B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097415-C9E9-FB1A-581D-5C576B43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3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3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76" name="Picture 8">
            <a:extLst>
              <a:ext uri="{FF2B5EF4-FFF2-40B4-BE49-F238E27FC236}">
                <a16:creationId xmlns:a16="http://schemas.microsoft.com/office/drawing/2014/main" id="{3BF50C3F-D746-8C7E-97CE-E9CFE4605A66}"/>
              </a:ext>
            </a:extLst>
          </p:cNvPr>
          <p:cNvSpPr/>
          <p:nvPr/>
        </p:nvSpPr>
        <p:spPr>
          <a:xfrm>
            <a:off x="11090836" y="377393"/>
            <a:ext cx="765798" cy="260068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chemeClr val="bg1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33ED6-52B0-57D6-1C79-4036ED4D49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Estratégias de Investimento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01768B-40D0-855C-D0D4-28AB97D8F853}"/>
              </a:ext>
            </a:extLst>
          </p:cNvPr>
          <p:cNvGrpSpPr/>
          <p:nvPr/>
        </p:nvGrpSpPr>
        <p:grpSpPr>
          <a:xfrm>
            <a:off x="2770486" y="1244402"/>
            <a:ext cx="2065335" cy="2926975"/>
            <a:chOff x="335367" y="1244402"/>
            <a:chExt cx="2749107" cy="2926975"/>
          </a:xfrm>
        </p:grpSpPr>
        <p:pic>
          <p:nvPicPr>
            <p:cNvPr id="27" name="object 4">
              <a:extLst>
                <a:ext uri="{FF2B5EF4-FFF2-40B4-BE49-F238E27FC236}">
                  <a16:creationId xmlns:a16="http://schemas.microsoft.com/office/drawing/2014/main" id="{EE869548-13D0-5C1E-C340-7B4334624596}"/>
                </a:ext>
              </a:extLst>
            </p:cNvPr>
            <p:cNvPicPr/>
            <p:nvPr/>
          </p:nvPicPr>
          <p:blipFill rotWithShape="1">
            <a:blip r:embed="rId3" cstate="print">
              <a:alphaModFix amt="50000"/>
            </a:blip>
            <a:srcRect l="8187" r="20673"/>
            <a:stretch>
              <a:fillRect/>
            </a:stretch>
          </p:blipFill>
          <p:spPr>
            <a:xfrm>
              <a:off x="335367" y="1244402"/>
              <a:ext cx="2749107" cy="1150844"/>
            </a:xfrm>
            <a:prstGeom prst="rect">
              <a:avLst/>
            </a:prstGeom>
          </p:spPr>
        </p:pic>
        <p:sp>
          <p:nvSpPr>
            <p:cNvPr id="28" name="object 13">
              <a:extLst>
                <a:ext uri="{FF2B5EF4-FFF2-40B4-BE49-F238E27FC236}">
                  <a16:creationId xmlns:a16="http://schemas.microsoft.com/office/drawing/2014/main" id="{17118882-71F7-4199-B259-1B08CD84BBC8}"/>
                </a:ext>
              </a:extLst>
            </p:cNvPr>
            <p:cNvSpPr txBox="1"/>
            <p:nvPr/>
          </p:nvSpPr>
          <p:spPr>
            <a:xfrm>
              <a:off x="335368" y="1951694"/>
              <a:ext cx="2749106" cy="443593"/>
            </a:xfrm>
            <a:prstGeom prst="rect">
              <a:avLst/>
            </a:prstGeom>
          </p:spPr>
          <p:txBody>
            <a:bodyPr vert="horz" wrap="square" lIns="179988" tIns="107993" rIns="0" bIns="107993" rtlCol="0" anchor="b" anchorCtr="0">
              <a:noAutofit/>
            </a:bodyPr>
            <a:lstStyle/>
            <a:p>
              <a:pPr marL="7701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79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8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Imobiliário</a:t>
              </a:r>
              <a:endParaRPr kumimoji="0" sz="188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9" name="object 17">
              <a:extLst>
                <a:ext uri="{FF2B5EF4-FFF2-40B4-BE49-F238E27FC236}">
                  <a16:creationId xmlns:a16="http://schemas.microsoft.com/office/drawing/2014/main" id="{6D49421A-CC31-C25F-835F-5CDDF0AEDB00}"/>
                </a:ext>
              </a:extLst>
            </p:cNvPr>
            <p:cNvSpPr txBox="1"/>
            <p:nvPr/>
          </p:nvSpPr>
          <p:spPr>
            <a:xfrm>
              <a:off x="335367" y="2914382"/>
              <a:ext cx="2749107" cy="544612"/>
            </a:xfrm>
            <a:prstGeom prst="rect">
              <a:avLst/>
            </a:prstGeom>
            <a:ln w="10470">
              <a:solidFill>
                <a:schemeClr val="bg2">
                  <a:lumMod val="50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Fundos de </a:t>
              </a:r>
              <a:b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</a:b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Tijolo/Ativos Reais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0" name="object 31">
              <a:extLst>
                <a:ext uri="{FF2B5EF4-FFF2-40B4-BE49-F238E27FC236}">
                  <a16:creationId xmlns:a16="http://schemas.microsoft.com/office/drawing/2014/main" id="{AD82FD9A-3D23-9698-0AB8-CB804D3CAB55}"/>
                </a:ext>
              </a:extLst>
            </p:cNvPr>
            <p:cNvSpPr/>
            <p:nvPr/>
          </p:nvSpPr>
          <p:spPr>
            <a:xfrm flipV="1">
              <a:off x="335367" y="2553950"/>
              <a:ext cx="2749107" cy="103198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31" name="object 28">
              <a:extLst>
                <a:ext uri="{FF2B5EF4-FFF2-40B4-BE49-F238E27FC236}">
                  <a16:creationId xmlns:a16="http://schemas.microsoft.com/office/drawing/2014/main" id="{614B8503-7B0A-ADC1-F2F3-9EE5496F6DCB}"/>
                </a:ext>
              </a:extLst>
            </p:cNvPr>
            <p:cNvSpPr txBox="1"/>
            <p:nvPr/>
          </p:nvSpPr>
          <p:spPr>
            <a:xfrm>
              <a:off x="335367" y="3626765"/>
              <a:ext cx="2749107" cy="544612"/>
            </a:xfrm>
            <a:prstGeom prst="rect">
              <a:avLst/>
            </a:prstGeom>
            <a:ln w="10470">
              <a:solidFill>
                <a:schemeClr val="bg2">
                  <a:lumMod val="50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Fundos de Papel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2B0AC3-1AA9-914C-62FA-DC8FC5E63038}"/>
              </a:ext>
            </a:extLst>
          </p:cNvPr>
          <p:cNvGrpSpPr/>
          <p:nvPr/>
        </p:nvGrpSpPr>
        <p:grpSpPr>
          <a:xfrm>
            <a:off x="460694" y="1235375"/>
            <a:ext cx="2065337" cy="4360765"/>
            <a:chOff x="3940879" y="1235375"/>
            <a:chExt cx="2749110" cy="4360765"/>
          </a:xfrm>
        </p:grpSpPr>
        <p:pic>
          <p:nvPicPr>
            <p:cNvPr id="33" name="object 7">
              <a:extLst>
                <a:ext uri="{FF2B5EF4-FFF2-40B4-BE49-F238E27FC236}">
                  <a16:creationId xmlns:a16="http://schemas.microsoft.com/office/drawing/2014/main" id="{D2C8FD3D-4F0C-7B7D-DD8F-860B6D190CA7}"/>
                </a:ext>
              </a:extLst>
            </p:cNvPr>
            <p:cNvPicPr/>
            <p:nvPr/>
          </p:nvPicPr>
          <p:blipFill rotWithShape="1">
            <a:blip r:embed="rId4" cstate="print"/>
            <a:srcRect l="8303" r="8303"/>
            <a:stretch>
              <a:fillRect/>
            </a:stretch>
          </p:blipFill>
          <p:spPr>
            <a:xfrm>
              <a:off x="3940879" y="1235375"/>
              <a:ext cx="2749110" cy="1159911"/>
            </a:xfrm>
            <a:prstGeom prst="rect">
              <a:avLst/>
            </a:prstGeom>
          </p:spPr>
        </p:pic>
        <p:sp>
          <p:nvSpPr>
            <p:cNvPr id="34" name="object 14">
              <a:extLst>
                <a:ext uri="{FF2B5EF4-FFF2-40B4-BE49-F238E27FC236}">
                  <a16:creationId xmlns:a16="http://schemas.microsoft.com/office/drawing/2014/main" id="{07C869F0-CEA7-8605-BFC6-B5D75892CAE7}"/>
                </a:ext>
              </a:extLst>
            </p:cNvPr>
            <p:cNvSpPr txBox="1"/>
            <p:nvPr/>
          </p:nvSpPr>
          <p:spPr>
            <a:xfrm>
              <a:off x="3940879" y="1951694"/>
              <a:ext cx="2749107" cy="443593"/>
            </a:xfrm>
            <a:prstGeom prst="rect">
              <a:avLst/>
            </a:prstGeom>
          </p:spPr>
          <p:txBody>
            <a:bodyPr vert="horz" wrap="square" lIns="179988" tIns="107993" rIns="0" bIns="107993" rtlCol="0" anchor="b" anchorCtr="0">
              <a:noAutofit/>
            </a:bodyPr>
            <a:lstStyle/>
            <a:p>
              <a:pPr marL="7701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79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80" b="1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Crédito</a:t>
              </a:r>
              <a:endParaRPr kumimoji="0" sz="188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5" name="object 18">
              <a:extLst>
                <a:ext uri="{FF2B5EF4-FFF2-40B4-BE49-F238E27FC236}">
                  <a16:creationId xmlns:a16="http://schemas.microsoft.com/office/drawing/2014/main" id="{7FCDB647-DFC6-121F-A6E4-1DFEF6122D12}"/>
                </a:ext>
              </a:extLst>
            </p:cNvPr>
            <p:cNvSpPr txBox="1"/>
            <p:nvPr/>
          </p:nvSpPr>
          <p:spPr>
            <a:xfrm>
              <a:off x="3940880" y="2914382"/>
              <a:ext cx="2749108" cy="544612"/>
            </a:xfrm>
            <a:prstGeom prst="rect">
              <a:avLst/>
            </a:prstGeom>
            <a:ln w="10470">
              <a:gradFill>
                <a:gsLst>
                  <a:gs pos="100000">
                    <a:schemeClr val="accent1"/>
                  </a:gs>
                  <a:gs pos="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Crédito</a:t>
              </a:r>
              <a:r>
                <a:rPr kumimoji="0" sz="1334" b="0" i="0" u="none" strike="noStrike" kern="0" cap="none" spc="-9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Privado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6" name="object 27">
              <a:extLst>
                <a:ext uri="{FF2B5EF4-FFF2-40B4-BE49-F238E27FC236}">
                  <a16:creationId xmlns:a16="http://schemas.microsoft.com/office/drawing/2014/main" id="{C4EC032C-6E00-B723-304A-EBA0D368F188}"/>
                </a:ext>
              </a:extLst>
            </p:cNvPr>
            <p:cNvSpPr txBox="1"/>
            <p:nvPr/>
          </p:nvSpPr>
          <p:spPr>
            <a:xfrm>
              <a:off x="3940880" y="4339147"/>
              <a:ext cx="2749108" cy="544612"/>
            </a:xfrm>
            <a:prstGeom prst="rect">
              <a:avLst/>
            </a:prstGeom>
            <a:ln w="10470">
              <a:gradFill>
                <a:gsLst>
                  <a:gs pos="100000">
                    <a:schemeClr val="accent1"/>
                  </a:gs>
                  <a:gs pos="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Legal</a:t>
              </a:r>
              <a:r>
                <a:rPr kumimoji="0" sz="1334" b="0" i="0" u="none" strike="noStrike" kern="0" cap="none" spc="-2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Claims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39" name="object 32">
              <a:extLst>
                <a:ext uri="{FF2B5EF4-FFF2-40B4-BE49-F238E27FC236}">
                  <a16:creationId xmlns:a16="http://schemas.microsoft.com/office/drawing/2014/main" id="{6BCC9126-34B0-210F-0B5C-765DDBE28E4A}"/>
                </a:ext>
              </a:extLst>
            </p:cNvPr>
            <p:cNvSpPr/>
            <p:nvPr/>
          </p:nvSpPr>
          <p:spPr>
            <a:xfrm flipV="1">
              <a:off x="3940880" y="2518853"/>
              <a:ext cx="2749108" cy="138295"/>
            </a:xfrm>
            <a:custGeom>
              <a:avLst/>
              <a:gdLst/>
              <a:ahLst/>
              <a:cxnLst/>
              <a:rect l="l" t="t" r="r" b="b"/>
              <a:pathLst>
                <a:path w="3848734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40" name="object 18">
              <a:extLst>
                <a:ext uri="{FF2B5EF4-FFF2-40B4-BE49-F238E27FC236}">
                  <a16:creationId xmlns:a16="http://schemas.microsoft.com/office/drawing/2014/main" id="{56C597E4-179D-1492-BAFE-424ADB6181DA}"/>
                </a:ext>
              </a:extLst>
            </p:cNvPr>
            <p:cNvSpPr txBox="1"/>
            <p:nvPr/>
          </p:nvSpPr>
          <p:spPr>
            <a:xfrm>
              <a:off x="3940880" y="5051528"/>
              <a:ext cx="2749108" cy="544612"/>
            </a:xfrm>
            <a:prstGeom prst="rect">
              <a:avLst/>
            </a:prstGeom>
            <a:ln w="10470">
              <a:gradFill>
                <a:gsLst>
                  <a:gs pos="100000">
                    <a:schemeClr val="accent1"/>
                  </a:gs>
                  <a:gs pos="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Credit</a:t>
              </a:r>
              <a:r>
                <a:rPr kumimoji="0" lang="pt-BR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lang="pt-BR" sz="1334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Solutions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41" name="object 18">
              <a:extLst>
                <a:ext uri="{FF2B5EF4-FFF2-40B4-BE49-F238E27FC236}">
                  <a16:creationId xmlns:a16="http://schemas.microsoft.com/office/drawing/2014/main" id="{465DADC9-D864-ACC8-3DD9-EA795D317EE8}"/>
                </a:ext>
              </a:extLst>
            </p:cNvPr>
            <p:cNvSpPr txBox="1"/>
            <p:nvPr/>
          </p:nvSpPr>
          <p:spPr>
            <a:xfrm>
              <a:off x="3940880" y="3626765"/>
              <a:ext cx="2749108" cy="544612"/>
            </a:xfrm>
            <a:prstGeom prst="rect">
              <a:avLst/>
            </a:prstGeom>
            <a:ln w="10470">
              <a:gradFill>
                <a:gsLst>
                  <a:gs pos="0">
                    <a:schemeClr val="accent1"/>
                  </a:gs>
                  <a:gs pos="100000">
                    <a:schemeClr val="bg2">
                      <a:lumMod val="50000"/>
                    </a:schemeClr>
                  </a:gs>
                </a:gsLst>
                <a:lin ang="2700000" scaled="0"/>
              </a:gra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Crédito</a:t>
              </a:r>
              <a:r>
                <a:rPr kumimoji="0" sz="1334" b="0" i="0" u="none" strike="noStrike" kern="0" cap="none" spc="-9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Estruturado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39E89C6-2F49-1BB7-89FD-7E1C556262DA}"/>
              </a:ext>
            </a:extLst>
          </p:cNvPr>
          <p:cNvGrpSpPr/>
          <p:nvPr/>
        </p:nvGrpSpPr>
        <p:grpSpPr>
          <a:xfrm>
            <a:off x="9791299" y="1244402"/>
            <a:ext cx="2065335" cy="2214592"/>
            <a:chOff x="335367" y="1244402"/>
            <a:chExt cx="2749107" cy="2214592"/>
          </a:xfrm>
        </p:grpSpPr>
        <p:pic>
          <p:nvPicPr>
            <p:cNvPr id="52" name="object 4">
              <a:extLst>
                <a:ext uri="{FF2B5EF4-FFF2-40B4-BE49-F238E27FC236}">
                  <a16:creationId xmlns:a16="http://schemas.microsoft.com/office/drawing/2014/main" id="{E2550AF4-8283-FF52-6634-844D87612CDB}"/>
                </a:ext>
              </a:extLst>
            </p:cNvPr>
            <p:cNvPicPr/>
            <p:nvPr/>
          </p:nvPicPr>
          <p:blipFill>
            <a:blip r:embed="rId5">
              <a:duotone>
                <a:prstClr val="black"/>
                <a:schemeClr val="accent3">
                  <a:tint val="45000"/>
                  <a:satMod val="400000"/>
                </a:schemeClr>
              </a:duotone>
              <a:alphaModFix amt="50000"/>
            </a:blip>
            <a:srcRect t="7865" r="14932" b="7865"/>
            <a:stretch>
              <a:fillRect/>
            </a:stretch>
          </p:blipFill>
          <p:spPr>
            <a:xfrm>
              <a:off x="335367" y="1244402"/>
              <a:ext cx="2749107" cy="1150844"/>
            </a:xfrm>
            <a:prstGeom prst="rect">
              <a:avLst/>
            </a:prstGeom>
            <a:blipFill dpi="0" rotWithShape="1">
              <a:blip r:embed="rId6">
                <a:duotone>
                  <a:prstClr val="black"/>
                  <a:schemeClr val="accent3">
                    <a:tint val="45000"/>
                    <a:satMod val="400000"/>
                  </a:schemeClr>
                </a:duotone>
                <a:alphaModFix amt="5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</p:pic>
        <p:sp>
          <p:nvSpPr>
            <p:cNvPr id="53" name="object 13">
              <a:extLst>
                <a:ext uri="{FF2B5EF4-FFF2-40B4-BE49-F238E27FC236}">
                  <a16:creationId xmlns:a16="http://schemas.microsoft.com/office/drawing/2014/main" id="{E7700E37-CB6B-2B51-5F7F-BC8F4DEF6AC5}"/>
                </a:ext>
              </a:extLst>
            </p:cNvPr>
            <p:cNvSpPr txBox="1"/>
            <p:nvPr/>
          </p:nvSpPr>
          <p:spPr>
            <a:xfrm>
              <a:off x="335367" y="1951694"/>
              <a:ext cx="2749107" cy="443593"/>
            </a:xfrm>
            <a:prstGeom prst="rect">
              <a:avLst/>
            </a:prstGeom>
          </p:spPr>
          <p:txBody>
            <a:bodyPr vert="horz" wrap="square" lIns="179988" tIns="107993" rIns="0" bIns="107993" rtlCol="0" anchor="b" anchorCtr="0">
              <a:noAutofit/>
            </a:bodyPr>
            <a:lstStyle/>
            <a:p>
              <a:pPr marL="7701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79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8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Private </a:t>
              </a:r>
              <a:br>
                <a:rPr kumimoji="0" lang="pt-BR" sz="188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</a:br>
              <a:r>
                <a:rPr kumimoji="0" lang="pt-BR" sz="1880" b="1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Solutions</a:t>
              </a:r>
              <a:endParaRPr kumimoji="0" sz="188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54" name="object 17">
              <a:extLst>
                <a:ext uri="{FF2B5EF4-FFF2-40B4-BE49-F238E27FC236}">
                  <a16:creationId xmlns:a16="http://schemas.microsoft.com/office/drawing/2014/main" id="{E18A5AD0-1A8A-1CAD-4E41-D5D4722D4F6D}"/>
                </a:ext>
              </a:extLst>
            </p:cNvPr>
            <p:cNvSpPr txBox="1"/>
            <p:nvPr/>
          </p:nvSpPr>
          <p:spPr>
            <a:xfrm>
              <a:off x="335368" y="2914382"/>
              <a:ext cx="2749106" cy="544612"/>
            </a:xfrm>
            <a:prstGeom prst="rect">
              <a:avLst/>
            </a:prstGeom>
            <a:ln w="10470">
              <a:solidFill>
                <a:schemeClr val="bg1">
                  <a:lumMod val="8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-6" normalizeH="0" baseline="0" noProof="0">
                  <a:ln>
                    <a:noFill/>
                  </a:ln>
                  <a:solidFill>
                    <a:srgbClr val="E6EDF1">
                      <a:lumMod val="90000"/>
                    </a:srgbClr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Estruturas Exclusivas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55" name="object 31">
              <a:extLst>
                <a:ext uri="{FF2B5EF4-FFF2-40B4-BE49-F238E27FC236}">
                  <a16:creationId xmlns:a16="http://schemas.microsoft.com/office/drawing/2014/main" id="{86E02262-3149-6124-9BFE-72C8614BD85C}"/>
                </a:ext>
              </a:extLst>
            </p:cNvPr>
            <p:cNvSpPr/>
            <p:nvPr/>
          </p:nvSpPr>
          <p:spPr>
            <a:xfrm flipV="1">
              <a:off x="335367" y="2611429"/>
              <a:ext cx="2749107" cy="45719"/>
            </a:xfrm>
            <a:custGeom>
              <a:avLst/>
              <a:gdLst/>
              <a:ahLst/>
              <a:cxnLst/>
              <a:rect l="l" t="t" r="r" b="b"/>
              <a:pathLst>
                <a:path w="3848735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EDB423A-CC27-9068-337B-377BC34C13FA}"/>
              </a:ext>
            </a:extLst>
          </p:cNvPr>
          <p:cNvGrpSpPr/>
          <p:nvPr/>
        </p:nvGrpSpPr>
        <p:grpSpPr>
          <a:xfrm>
            <a:off x="7390067" y="1246631"/>
            <a:ext cx="2156776" cy="4349509"/>
            <a:chOff x="7419767" y="1246631"/>
            <a:chExt cx="2870822" cy="4349509"/>
          </a:xfrm>
        </p:grpSpPr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25093FD8-15DF-3676-E496-B63FBC86BB00}"/>
                </a:ext>
              </a:extLst>
            </p:cNvPr>
            <p:cNvPicPr/>
            <p:nvPr/>
          </p:nvPicPr>
          <p:blipFill rotWithShape="1">
            <a:blip r:embed="rId7" cstate="print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l="8453" r="20862"/>
            <a:stretch>
              <a:fillRect/>
            </a:stretch>
          </p:blipFill>
          <p:spPr>
            <a:xfrm>
              <a:off x="7541479" y="1246631"/>
              <a:ext cx="2749108" cy="1148655"/>
            </a:xfrm>
            <a:prstGeom prst="rect">
              <a:avLst/>
            </a:prstGeom>
          </p:spPr>
        </p:pic>
        <p:sp>
          <p:nvSpPr>
            <p:cNvPr id="7" name="object 15">
              <a:extLst>
                <a:ext uri="{FF2B5EF4-FFF2-40B4-BE49-F238E27FC236}">
                  <a16:creationId xmlns:a16="http://schemas.microsoft.com/office/drawing/2014/main" id="{4FD7B875-F3BE-311C-A575-B6A180300BE1}"/>
                </a:ext>
              </a:extLst>
            </p:cNvPr>
            <p:cNvSpPr txBox="1"/>
            <p:nvPr/>
          </p:nvSpPr>
          <p:spPr>
            <a:xfrm>
              <a:off x="7419767" y="1538039"/>
              <a:ext cx="2870822" cy="857247"/>
            </a:xfrm>
            <a:prstGeom prst="rect">
              <a:avLst/>
            </a:prstGeom>
          </p:spPr>
          <p:txBody>
            <a:bodyPr vert="horz" wrap="square" lIns="179988" tIns="107993" rIns="0" bIns="107993" rtlCol="0" anchor="b" anchorCtr="0">
              <a:noAutofit/>
            </a:bodyPr>
            <a:lstStyle/>
            <a:p>
              <a:pPr marL="7701" marR="3081" lvl="0" indent="0" algn="l" defTabSz="554440" rtl="0" eaLnBrk="1" fontAlgn="auto" latinLnBrk="0" hangingPunct="1">
                <a:lnSpc>
                  <a:spcPct val="101099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80" b="1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Investment </a:t>
              </a:r>
              <a:br>
                <a:rPr kumimoji="0" lang="pt-BR" sz="1880" b="1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</a:br>
              <a:r>
                <a:rPr kumimoji="0" sz="188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Solutions</a:t>
              </a:r>
              <a:r>
                <a:rPr kumimoji="0" sz="1880" b="1" i="0" u="none" strike="noStrike" kern="0" cap="none" spc="49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 </a:t>
              </a:r>
              <a:r>
                <a:rPr kumimoji="0" sz="188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&amp;</a:t>
              </a:r>
              <a:r>
                <a:rPr kumimoji="0" sz="1880" b="1" i="0" u="none" strike="noStrike" kern="0" cap="none" spc="5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 </a:t>
              </a:r>
              <a:r>
                <a:rPr kumimoji="0" sz="1880" b="1" i="0" u="none" strike="noStrike" kern="0" cap="none" spc="-15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FoF</a:t>
              </a:r>
              <a:endParaRPr kumimoji="0" sz="188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8" name="object 19">
              <a:extLst>
                <a:ext uri="{FF2B5EF4-FFF2-40B4-BE49-F238E27FC236}">
                  <a16:creationId xmlns:a16="http://schemas.microsoft.com/office/drawing/2014/main" id="{B6D85DCB-BE83-0C2B-59E4-E91607EEAA0A}"/>
                </a:ext>
              </a:extLst>
            </p:cNvPr>
            <p:cNvSpPr txBox="1"/>
            <p:nvPr/>
          </p:nvSpPr>
          <p:spPr>
            <a:xfrm>
              <a:off x="7541479" y="2914382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Fundo</a:t>
              </a:r>
              <a:r>
                <a:rPr kumimoji="0" sz="1334" b="0" i="0" u="none" strike="noStrike" kern="0" cap="none" spc="24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de</a:t>
              </a:r>
              <a:r>
                <a:rPr kumimoji="0" sz="1334" b="0" i="0" u="none" strike="noStrike" kern="0" cap="none" spc="27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-6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Fundos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9" name="object 23">
              <a:extLst>
                <a:ext uri="{FF2B5EF4-FFF2-40B4-BE49-F238E27FC236}">
                  <a16:creationId xmlns:a16="http://schemas.microsoft.com/office/drawing/2014/main" id="{B7EB7961-2F04-33C0-CB75-AD92DD33FE54}"/>
                </a:ext>
              </a:extLst>
            </p:cNvPr>
            <p:cNvSpPr txBox="1"/>
            <p:nvPr/>
          </p:nvSpPr>
          <p:spPr>
            <a:xfrm>
              <a:off x="7541479" y="4339147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Renda</a:t>
              </a:r>
              <a:r>
                <a:rPr kumimoji="0" sz="1334" b="0" i="0" u="none" strike="noStrike" kern="0" cap="none" spc="1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-1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Fixa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10" name="object 33">
              <a:extLst>
                <a:ext uri="{FF2B5EF4-FFF2-40B4-BE49-F238E27FC236}">
                  <a16:creationId xmlns:a16="http://schemas.microsoft.com/office/drawing/2014/main" id="{B17D03E9-81FE-03C8-425C-5B14A8DACBF0}"/>
                </a:ext>
              </a:extLst>
            </p:cNvPr>
            <p:cNvSpPr/>
            <p:nvPr/>
          </p:nvSpPr>
          <p:spPr>
            <a:xfrm flipV="1">
              <a:off x="7541479" y="2611429"/>
              <a:ext cx="2749108" cy="45719"/>
            </a:xfrm>
            <a:custGeom>
              <a:avLst/>
              <a:gdLst/>
              <a:ahLst/>
              <a:cxnLst/>
              <a:rect l="l" t="t" r="r" b="b"/>
              <a:pathLst>
                <a:path w="3848734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11" name="object 22">
              <a:extLst>
                <a:ext uri="{FF2B5EF4-FFF2-40B4-BE49-F238E27FC236}">
                  <a16:creationId xmlns:a16="http://schemas.microsoft.com/office/drawing/2014/main" id="{1DE14D37-9410-06A1-CF73-4645AD927DFA}"/>
                </a:ext>
              </a:extLst>
            </p:cNvPr>
            <p:cNvSpPr txBox="1"/>
            <p:nvPr/>
          </p:nvSpPr>
          <p:spPr>
            <a:xfrm>
              <a:off x="7541479" y="3626765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Asset</a:t>
              </a:r>
              <a:r>
                <a:rPr kumimoji="0" sz="1334" b="0" i="0" u="none" strike="noStrike" kern="0" cap="none" spc="15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</a:t>
              </a:r>
              <a:r>
                <a:rPr kumimoji="0" sz="1334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Allocation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12" name="object 24">
              <a:extLst>
                <a:ext uri="{FF2B5EF4-FFF2-40B4-BE49-F238E27FC236}">
                  <a16:creationId xmlns:a16="http://schemas.microsoft.com/office/drawing/2014/main" id="{962DF96F-9FAB-3266-B3EE-E81EDA36CCEB}"/>
                </a:ext>
              </a:extLst>
            </p:cNvPr>
            <p:cNvSpPr txBox="1"/>
            <p:nvPr/>
          </p:nvSpPr>
          <p:spPr>
            <a:xfrm>
              <a:off x="7541479" y="5051528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334" b="0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Equities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1BC12B95-60A7-1673-04BB-C6454E61C740}"/>
              </a:ext>
            </a:extLst>
          </p:cNvPr>
          <p:cNvGrpSpPr/>
          <p:nvPr/>
        </p:nvGrpSpPr>
        <p:grpSpPr>
          <a:xfrm>
            <a:off x="5080276" y="1246631"/>
            <a:ext cx="2065336" cy="3637128"/>
            <a:chOff x="7541478" y="1246631"/>
            <a:chExt cx="2749109" cy="3637128"/>
          </a:xfrm>
        </p:grpSpPr>
        <p:pic>
          <p:nvPicPr>
            <p:cNvPr id="21" name="object 8">
              <a:extLst>
                <a:ext uri="{FF2B5EF4-FFF2-40B4-BE49-F238E27FC236}">
                  <a16:creationId xmlns:a16="http://schemas.microsoft.com/office/drawing/2014/main" id="{BCC56E5E-D8F2-2369-8DDC-6CFB3924B057}"/>
                </a:ext>
              </a:extLst>
            </p:cNvPr>
            <p:cNvPicPr/>
            <p:nvPr/>
          </p:nvPicPr>
          <p:blipFill>
            <a:blip r:embed="rId8">
              <a:alphaModFix amt="64000"/>
            </a:blip>
            <a:srcRect l="3005" r="17042"/>
            <a:stretch>
              <a:fillRect/>
            </a:stretch>
          </p:blipFill>
          <p:spPr>
            <a:xfrm>
              <a:off x="7541479" y="1246631"/>
              <a:ext cx="2749108" cy="1148655"/>
            </a:xfrm>
            <a:prstGeom prst="rect">
              <a:avLst/>
            </a:prstGeom>
          </p:spPr>
        </p:pic>
        <p:sp>
          <p:nvSpPr>
            <p:cNvPr id="22" name="object 15">
              <a:extLst>
                <a:ext uri="{FF2B5EF4-FFF2-40B4-BE49-F238E27FC236}">
                  <a16:creationId xmlns:a16="http://schemas.microsoft.com/office/drawing/2014/main" id="{1DAF4297-9FF5-1447-F931-E2C5EF4277DB}"/>
                </a:ext>
              </a:extLst>
            </p:cNvPr>
            <p:cNvSpPr txBox="1"/>
            <p:nvPr/>
          </p:nvSpPr>
          <p:spPr>
            <a:xfrm>
              <a:off x="7541478" y="1538039"/>
              <a:ext cx="2749107" cy="857247"/>
            </a:xfrm>
            <a:prstGeom prst="rect">
              <a:avLst/>
            </a:prstGeom>
          </p:spPr>
          <p:txBody>
            <a:bodyPr vert="horz" wrap="square" lIns="179988" tIns="107993" rIns="0" bIns="107993" rtlCol="0" anchor="b" anchorCtr="0">
              <a:noAutofit/>
            </a:bodyPr>
            <a:lstStyle/>
            <a:p>
              <a:pPr marL="7701" marR="3081" lvl="0" indent="0" algn="l" defTabSz="554440" rtl="0" eaLnBrk="1" fontAlgn="auto" latinLnBrk="0" hangingPunct="1">
                <a:lnSpc>
                  <a:spcPct val="101099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80" b="1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Energia </a:t>
              </a:r>
            </a:p>
            <a:p>
              <a:pPr marL="7701" marR="3081" lvl="0" indent="0" algn="l" defTabSz="554440" rtl="0" eaLnBrk="1" fontAlgn="auto" latinLnBrk="0" hangingPunct="1">
                <a:lnSpc>
                  <a:spcPct val="101099"/>
                </a:lnSpc>
                <a:spcBef>
                  <a:spcPts val="5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80" b="1" i="0" u="none" strike="noStrike" kern="0" cap="none" spc="-6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Versos Light"/>
                  <a:sym typeface="Arial"/>
                </a:rPr>
                <a:t>&amp; Infra</a:t>
              </a:r>
              <a:endParaRPr kumimoji="0" sz="1880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3" name="object 19">
              <a:extLst>
                <a:ext uri="{FF2B5EF4-FFF2-40B4-BE49-F238E27FC236}">
                  <a16:creationId xmlns:a16="http://schemas.microsoft.com/office/drawing/2014/main" id="{75F7E7E5-2FEC-D386-2065-0B2C6B3464B6}"/>
                </a:ext>
              </a:extLst>
            </p:cNvPr>
            <p:cNvSpPr txBox="1"/>
            <p:nvPr/>
          </p:nvSpPr>
          <p:spPr>
            <a:xfrm>
              <a:off x="7541479" y="2914382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Equity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4" name="object 23">
              <a:extLst>
                <a:ext uri="{FF2B5EF4-FFF2-40B4-BE49-F238E27FC236}">
                  <a16:creationId xmlns:a16="http://schemas.microsoft.com/office/drawing/2014/main" id="{B8B24C3A-CCDF-C9FF-AEEE-EBCE3A015E67}"/>
                </a:ext>
              </a:extLst>
            </p:cNvPr>
            <p:cNvSpPr txBox="1"/>
            <p:nvPr/>
          </p:nvSpPr>
          <p:spPr>
            <a:xfrm>
              <a:off x="7541479" y="4339147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Yielding</a:t>
              </a:r>
              <a:r>
                <a:rPr kumimoji="0" lang="pt-BR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 Asset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  <p:sp>
          <p:nvSpPr>
            <p:cNvPr id="25" name="object 33">
              <a:extLst>
                <a:ext uri="{FF2B5EF4-FFF2-40B4-BE49-F238E27FC236}">
                  <a16:creationId xmlns:a16="http://schemas.microsoft.com/office/drawing/2014/main" id="{98332802-2536-B0FE-66FC-88DCAB6685CC}"/>
                </a:ext>
              </a:extLst>
            </p:cNvPr>
            <p:cNvSpPr/>
            <p:nvPr/>
          </p:nvSpPr>
          <p:spPr>
            <a:xfrm flipV="1">
              <a:off x="7541479" y="2611429"/>
              <a:ext cx="2749108" cy="45719"/>
            </a:xfrm>
            <a:custGeom>
              <a:avLst/>
              <a:gdLst/>
              <a:ahLst/>
              <a:cxnLst/>
              <a:rect l="l" t="t" r="r" b="b"/>
              <a:pathLst>
                <a:path w="3848734">
                  <a:moveTo>
                    <a:pt x="0" y="0"/>
                  </a:moveTo>
                  <a:lnTo>
                    <a:pt x="3848699" y="0"/>
                  </a:lnTo>
                </a:path>
              </a:pathLst>
            </a:custGeom>
            <a:ln w="10470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/>
                <a:ea typeface="+mn-ea"/>
                <a:cs typeface="Arial"/>
                <a:sym typeface="Arial"/>
              </a:endParaRPr>
            </a:p>
          </p:txBody>
        </p:sp>
        <p:sp>
          <p:nvSpPr>
            <p:cNvPr id="26" name="object 22">
              <a:extLst>
                <a:ext uri="{FF2B5EF4-FFF2-40B4-BE49-F238E27FC236}">
                  <a16:creationId xmlns:a16="http://schemas.microsoft.com/office/drawing/2014/main" id="{0CAE564D-776A-DEDB-CB3D-1276A7B6B245}"/>
                </a:ext>
              </a:extLst>
            </p:cNvPr>
            <p:cNvSpPr txBox="1"/>
            <p:nvPr/>
          </p:nvSpPr>
          <p:spPr>
            <a:xfrm>
              <a:off x="7541479" y="3626765"/>
              <a:ext cx="2749108" cy="544612"/>
            </a:xfrm>
            <a:prstGeom prst="rect">
              <a:avLst/>
            </a:prstGeom>
            <a:ln w="10470">
              <a:solidFill>
                <a:schemeClr val="bg1">
                  <a:lumMod val="65000"/>
                </a:schemeClr>
              </a:solidFill>
            </a:ln>
          </p:spPr>
          <p:txBody>
            <a:bodyPr vert="horz" wrap="square" lIns="179988" tIns="43658" rIns="0" bIns="43658" rtlCol="0" anchor="ctr" anchorCtr="0">
              <a:noAutofit/>
            </a:bodyPr>
            <a:lstStyle/>
            <a:p>
              <a:pPr marL="0" marR="0" lvl="0" indent="0" algn="l" defTabSz="5544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334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Versos Light"/>
                  <a:sym typeface="Arial"/>
                </a:rPr>
                <a:t>Crédito Estruturado</a:t>
              </a:r>
              <a:endParaRPr kumimoji="0" sz="1334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Versos Light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4776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CA8DF-DB5B-6D7F-1386-7BB0D67C6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close up of a blue and black background&#10;&#10;AI-generated content may be incorrect.">
            <a:extLst>
              <a:ext uri="{FF2B5EF4-FFF2-40B4-BE49-F238E27FC236}">
                <a16:creationId xmlns:a16="http://schemas.microsoft.com/office/drawing/2014/main" id="{A6C54B11-78A7-0E32-4280-283194D80909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alphaModFix amt="35000"/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t="7813" b="7813"/>
          <a:stretch>
            <a:fillRect/>
          </a:stretch>
        </p:blipFill>
        <p:spPr/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BF1468A-3381-15C1-D8C9-59FE284107F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7988" y="4556405"/>
            <a:ext cx="6047676" cy="425770"/>
          </a:xfrm>
        </p:spPr>
        <p:txBody>
          <a:bodyPr/>
          <a:lstStyle/>
          <a:p>
            <a:r>
              <a:rPr lang="pt-BR" sz="3250">
                <a:solidFill>
                  <a:schemeClr val="bg2">
                    <a:lumMod val="90000"/>
                  </a:schemeClr>
                </a:solidFill>
              </a:rPr>
              <a:t>Fundo/Produtos</a:t>
            </a:r>
            <a:endParaRPr lang="pt-BR" sz="3250" b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4CFC0C5-E1AA-353F-BD69-718D67CD1E07}"/>
              </a:ext>
            </a:extLst>
          </p:cNvPr>
          <p:cNvSpPr/>
          <p:nvPr/>
        </p:nvSpPr>
        <p:spPr>
          <a:xfrm flipV="1">
            <a:off x="-62630" y="5210522"/>
            <a:ext cx="12254630" cy="200722"/>
          </a:xfrm>
          <a:custGeom>
            <a:avLst/>
            <a:gdLst>
              <a:gd name="connsiteX0" fmla="*/ 0 w 12225403"/>
              <a:gd name="connsiteY0" fmla="*/ 0 h 0"/>
              <a:gd name="connsiteX1" fmla="*/ 12225403 w 1222540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225403">
                <a:moveTo>
                  <a:pt x="0" y="0"/>
                </a:moveTo>
                <a:lnTo>
                  <a:pt x="12225403" y="0"/>
                </a:lnTo>
              </a:path>
            </a:pathLst>
          </a:custGeom>
          <a:noFill/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2E90231-0355-EDE3-F6F6-3513C7CB699D}"/>
              </a:ext>
            </a:extLst>
          </p:cNvPr>
          <p:cNvSpPr/>
          <p:nvPr/>
        </p:nvSpPr>
        <p:spPr>
          <a:xfrm>
            <a:off x="7240261" y="3261055"/>
            <a:ext cx="4988424" cy="3825292"/>
          </a:xfrm>
          <a:custGeom>
            <a:avLst/>
            <a:gdLst>
              <a:gd name="connsiteX0" fmla="*/ 0 w 5087815"/>
              <a:gd name="connsiteY0" fmla="*/ 3845169 h 3845169"/>
              <a:gd name="connsiteX1" fmla="*/ 5087815 w 5087815"/>
              <a:gd name="connsiteY1" fmla="*/ 0 h 3845169"/>
              <a:gd name="connsiteX0" fmla="*/ 0 w 5048059"/>
              <a:gd name="connsiteY0" fmla="*/ 3954500 h 3954500"/>
              <a:gd name="connsiteX1" fmla="*/ 5048059 w 5048059"/>
              <a:gd name="connsiteY1" fmla="*/ 0 h 3954500"/>
              <a:gd name="connsiteX0" fmla="*/ 0 w 5048059"/>
              <a:gd name="connsiteY0" fmla="*/ 3954500 h 3954500"/>
              <a:gd name="connsiteX1" fmla="*/ 5048059 w 5048059"/>
              <a:gd name="connsiteY1" fmla="*/ 0 h 3954500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25292 h 3825292"/>
              <a:gd name="connsiteX1" fmla="*/ 4988424 w 4988424"/>
              <a:gd name="connsiteY1" fmla="*/ 0 h 3825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988424" h="3825292">
                <a:moveTo>
                  <a:pt x="0" y="3825292"/>
                </a:moveTo>
                <a:cubicBezTo>
                  <a:pt x="1384087" y="1839675"/>
                  <a:pt x="2310976" y="251621"/>
                  <a:pt x="4988424" y="0"/>
                </a:cubicBezTo>
              </a:path>
            </a:pathLst>
          </a:custGeom>
          <a:noFill/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B11B9715-1416-B261-7ADD-D851B65F59DF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10804034" y="366854"/>
            <a:ext cx="1029674" cy="4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247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45BBC-EEAC-9F67-572C-725D63E91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BDA05BB2-4820-F95C-FE40-02D2317A01DF}"/>
              </a:ext>
            </a:extLst>
          </p:cNvPr>
          <p:cNvSpPr txBox="1"/>
          <p:nvPr/>
        </p:nvSpPr>
        <p:spPr>
          <a:xfrm>
            <a:off x="9203937" y="966270"/>
            <a:ext cx="2629678" cy="5071479"/>
          </a:xfrm>
          <a:custGeom>
            <a:avLst/>
            <a:gdLst>
              <a:gd name="connsiteX0" fmla="*/ 44351 w 2924364"/>
              <a:gd name="connsiteY0" fmla="*/ 0 h 6088370"/>
              <a:gd name="connsiteX1" fmla="*/ 781116 w 2924364"/>
              <a:gd name="connsiteY1" fmla="*/ 0 h 6088370"/>
              <a:gd name="connsiteX2" fmla="*/ 825467 w 2924364"/>
              <a:gd name="connsiteY2" fmla="*/ 44351 h 6088370"/>
              <a:gd name="connsiteX3" fmla="*/ 825467 w 2924364"/>
              <a:gd name="connsiteY3" fmla="*/ 178609 h 6088370"/>
              <a:gd name="connsiteX4" fmla="*/ 2924364 w 2924364"/>
              <a:gd name="connsiteY4" fmla="*/ 178609 h 6088370"/>
              <a:gd name="connsiteX5" fmla="*/ 2924364 w 2924364"/>
              <a:gd name="connsiteY5" fmla="*/ 6088370 h 6088370"/>
              <a:gd name="connsiteX6" fmla="*/ 0 w 2924364"/>
              <a:gd name="connsiteY6" fmla="*/ 6088370 h 6088370"/>
              <a:gd name="connsiteX7" fmla="*/ 0 w 2924364"/>
              <a:gd name="connsiteY7" fmla="*/ 266098 h 6088370"/>
              <a:gd name="connsiteX8" fmla="*/ 0 w 2924364"/>
              <a:gd name="connsiteY8" fmla="*/ 178609 h 6088370"/>
              <a:gd name="connsiteX9" fmla="*/ 0 w 2924364"/>
              <a:gd name="connsiteY9" fmla="*/ 44351 h 6088370"/>
              <a:gd name="connsiteX10" fmla="*/ 44351 w 2924364"/>
              <a:gd name="connsiteY10" fmla="*/ 0 h 6088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24364" h="6088370">
                <a:moveTo>
                  <a:pt x="44351" y="0"/>
                </a:moveTo>
                <a:lnTo>
                  <a:pt x="781116" y="0"/>
                </a:lnTo>
                <a:cubicBezTo>
                  <a:pt x="805610" y="0"/>
                  <a:pt x="825467" y="19857"/>
                  <a:pt x="825467" y="44351"/>
                </a:cubicBezTo>
                <a:lnTo>
                  <a:pt x="825467" y="178609"/>
                </a:lnTo>
                <a:lnTo>
                  <a:pt x="2924364" y="178609"/>
                </a:lnTo>
                <a:lnTo>
                  <a:pt x="2924364" y="6088370"/>
                </a:lnTo>
                <a:lnTo>
                  <a:pt x="0" y="6088370"/>
                </a:lnTo>
                <a:lnTo>
                  <a:pt x="0" y="266098"/>
                </a:lnTo>
                <a:lnTo>
                  <a:pt x="0" y="178609"/>
                </a:lnTo>
                <a:lnTo>
                  <a:pt x="0" y="44351"/>
                </a:lnTo>
                <a:cubicBezTo>
                  <a:pt x="0" y="19857"/>
                  <a:pt x="19857" y="0"/>
                  <a:pt x="44351" y="0"/>
                </a:cubicBezTo>
                <a:close/>
              </a:path>
            </a:pathLst>
          </a:custGeom>
          <a:blipFill dpi="0" rotWithShape="1">
            <a:blip r:embed="rId3" cstate="print">
              <a:grayscl/>
              <a:alphaModFix amt="1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291206" t="-32701" r="101924" b="32701"/>
            </a:stretch>
          </a:blip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vert="horz" wrap="square" lIns="0" tIns="5715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sp>
        <p:nvSpPr>
          <p:cNvPr id="154" name="object 44">
            <a:extLst>
              <a:ext uri="{FF2B5EF4-FFF2-40B4-BE49-F238E27FC236}">
                <a16:creationId xmlns:a16="http://schemas.microsoft.com/office/drawing/2014/main" id="{E41DFE3F-CA11-136D-AFAA-C7EA7F142D35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5775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1D60167-4931-47E6-BA6A-407CBD079E47}" type="slidenum">
              <a:rPr kumimoji="0" lang="pt-BR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19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22A8B948-CBF9-C933-63AD-B58A5EA36D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Fundos </a:t>
            </a:r>
            <a:r>
              <a:rPr lang="pt-BR" b="1">
                <a:solidFill>
                  <a:schemeClr val="bg2">
                    <a:lumMod val="90000"/>
                  </a:schemeClr>
                </a:solidFill>
              </a:rPr>
              <a:t>High Grade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9E6639-A173-58D0-FE2A-FAD1F3B7259B}"/>
              </a:ext>
            </a:extLst>
          </p:cNvPr>
          <p:cNvSpPr/>
          <p:nvPr/>
        </p:nvSpPr>
        <p:spPr>
          <a:xfrm flipH="1">
            <a:off x="0" y="0"/>
            <a:ext cx="101600" cy="6840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16000">
                <a:schemeClr val="accent3">
                  <a:lumMod val="75000"/>
                </a:schemeClr>
              </a:gs>
              <a:gs pos="0">
                <a:schemeClr val="accent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D29BCE5C-0C89-8439-D2E0-18B2AA81AA91}"/>
              </a:ext>
            </a:extLst>
          </p:cNvPr>
          <p:cNvSpPr txBox="1"/>
          <p:nvPr/>
        </p:nvSpPr>
        <p:spPr>
          <a:xfrm>
            <a:off x="334963" y="6159771"/>
            <a:ext cx="1011732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Verdana" panose="020B0604030504040204" pitchFamily="34" charset="0"/>
                <a:cs typeface="Arial"/>
                <a:sym typeface="Arial"/>
              </a:rPr>
              <a:t>*Para solicitações de resgates que representem até 95% (noventa e cinco por cento) do Patrimônio Líquido do FUNDO, o pagamento dos resgates ocorrerá no dia da solicitação do resgate (D+0). </a:t>
            </a:r>
            <a:br>
              <a:rPr kumimoji="0" lang="pt-BR" sz="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Verdana" panose="020B0604030504040204" pitchFamily="34" charset="0"/>
                <a:cs typeface="Arial"/>
                <a:sym typeface="Arial"/>
              </a:rPr>
            </a:br>
            <a:r>
              <a:rPr kumimoji="0" lang="pt-BR" sz="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Verdana" panose="020B0604030504040204" pitchFamily="34" charset="0"/>
                <a:cs typeface="Arial"/>
                <a:sym typeface="Arial"/>
              </a:rPr>
              <a:t>Para solicitações de resgates superiores a 95% (noventa e cinco) do Patrimônio Líquido do FUNDO, o pagamento dos resgates ocorrerá no primeiro dia útil após a solicitação dos resgates (D+1).</a:t>
            </a:r>
          </a:p>
        </p:txBody>
      </p:sp>
      <p:pic>
        <p:nvPicPr>
          <p:cNvPr id="89" name="logo-institucional">
            <a:extLst>
              <a:ext uri="{FF2B5EF4-FFF2-40B4-BE49-F238E27FC236}">
                <a16:creationId xmlns:a16="http://schemas.microsoft.com/office/drawing/2014/main" id="{62FA82C4-647F-2208-D453-FA8BEAFCC8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9027" y="1316057"/>
            <a:ext cx="1375216" cy="405866"/>
          </a:xfrm>
          <a:prstGeom prst="rect">
            <a:avLst/>
          </a:prstGeom>
        </p:spPr>
      </p:pic>
      <p:sp>
        <p:nvSpPr>
          <p:cNvPr id="531" name="CaixaDeTexto 4">
            <a:extLst>
              <a:ext uri="{FF2B5EF4-FFF2-40B4-BE49-F238E27FC236}">
                <a16:creationId xmlns:a16="http://schemas.microsoft.com/office/drawing/2014/main" id="{C63BFE6C-9791-A997-D57C-1A79E38046E5}"/>
              </a:ext>
            </a:extLst>
          </p:cNvPr>
          <p:cNvSpPr txBox="1"/>
          <p:nvPr/>
        </p:nvSpPr>
        <p:spPr>
          <a:xfrm>
            <a:off x="3569027" y="1805885"/>
            <a:ext cx="1198710" cy="2050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06.866.051/0001-87</a:t>
            </a: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77512C23-B24A-AB36-B90B-8B34D31D18B3}"/>
              </a:ext>
            </a:extLst>
          </p:cNvPr>
          <p:cNvSpPr txBox="1"/>
          <p:nvPr/>
        </p:nvSpPr>
        <p:spPr>
          <a:xfrm>
            <a:off x="3569027" y="5094313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Taxa global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0,20% a.a.</a:t>
            </a:r>
          </a:p>
        </p:txBody>
      </p:sp>
      <p:sp>
        <p:nvSpPr>
          <p:cNvPr id="515" name="TextBox 514">
            <a:extLst>
              <a:ext uri="{FF2B5EF4-FFF2-40B4-BE49-F238E27FC236}">
                <a16:creationId xmlns:a16="http://schemas.microsoft.com/office/drawing/2014/main" id="{9B10FD76-A22D-6DA6-1D53-03B145E8FB9A}"/>
              </a:ext>
            </a:extLst>
          </p:cNvPr>
          <p:cNvSpPr txBox="1"/>
          <p:nvPr/>
        </p:nvSpPr>
        <p:spPr>
          <a:xfrm>
            <a:off x="3569027" y="4583763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Taxa de performance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Não há</a:t>
            </a: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AD808B4-AE5A-EA1A-291B-E6A27EDEE985}"/>
              </a:ext>
            </a:extLst>
          </p:cNvPr>
          <p:cNvSpPr txBox="1"/>
          <p:nvPr/>
        </p:nvSpPr>
        <p:spPr>
          <a:xfrm>
            <a:off x="3569027" y="4065518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Índice de referência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CDI</a:t>
            </a:r>
          </a:p>
        </p:txBody>
      </p:sp>
      <p:sp>
        <p:nvSpPr>
          <p:cNvPr id="517" name="TextBox 516">
            <a:extLst>
              <a:ext uri="{FF2B5EF4-FFF2-40B4-BE49-F238E27FC236}">
                <a16:creationId xmlns:a16="http://schemas.microsoft.com/office/drawing/2014/main" id="{3A3014DB-B24A-6E35-E311-D5E991A78D7D}"/>
              </a:ext>
            </a:extLst>
          </p:cNvPr>
          <p:cNvSpPr txBox="1"/>
          <p:nvPr/>
        </p:nvSpPr>
        <p:spPr>
          <a:xfrm>
            <a:off x="3569027" y="3547274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Movimentação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R$ 1.000,00</a:t>
            </a:r>
          </a:p>
        </p:txBody>
      </p:sp>
      <p:sp>
        <p:nvSpPr>
          <p:cNvPr id="518" name="TextBox 517">
            <a:extLst>
              <a:ext uri="{FF2B5EF4-FFF2-40B4-BE49-F238E27FC236}">
                <a16:creationId xmlns:a16="http://schemas.microsoft.com/office/drawing/2014/main" id="{A34D62E2-7A11-D7A9-2EE0-4B043EB1B809}"/>
              </a:ext>
            </a:extLst>
          </p:cNvPr>
          <p:cNvSpPr txBox="1"/>
          <p:nvPr/>
        </p:nvSpPr>
        <p:spPr>
          <a:xfrm>
            <a:off x="3569027" y="3063654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Investimento inicial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R$ 1.000,00</a:t>
            </a:r>
          </a:p>
        </p:txBody>
      </p:sp>
      <p:sp>
        <p:nvSpPr>
          <p:cNvPr id="519" name="TextBox 518">
            <a:extLst>
              <a:ext uri="{FF2B5EF4-FFF2-40B4-BE49-F238E27FC236}">
                <a16:creationId xmlns:a16="http://schemas.microsoft.com/office/drawing/2014/main" id="{C2628A11-CA23-BAB2-B0BD-6FF5CB1B2484}"/>
              </a:ext>
            </a:extLst>
          </p:cNvPr>
          <p:cNvSpPr txBox="1"/>
          <p:nvPr/>
        </p:nvSpPr>
        <p:spPr>
          <a:xfrm>
            <a:off x="3569027" y="2580034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Resgate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D+0 abertura/ D+0*</a:t>
            </a: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1E22705D-D89D-0A5E-D706-94DF7E418064}"/>
              </a:ext>
            </a:extLst>
          </p:cNvPr>
          <p:cNvSpPr txBox="1"/>
          <p:nvPr/>
        </p:nvSpPr>
        <p:spPr>
          <a:xfrm>
            <a:off x="3569027" y="2087526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Aplicação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D+0</a:t>
            </a:r>
          </a:p>
        </p:txBody>
      </p:sp>
      <p:sp>
        <p:nvSpPr>
          <p:cNvPr id="529" name="TextBox 528">
            <a:extLst>
              <a:ext uri="{FF2B5EF4-FFF2-40B4-BE49-F238E27FC236}">
                <a16:creationId xmlns:a16="http://schemas.microsoft.com/office/drawing/2014/main" id="{616256B7-7109-E776-4C4C-1A78E2E4174C}"/>
              </a:ext>
            </a:extLst>
          </p:cNvPr>
          <p:cNvSpPr txBox="1"/>
          <p:nvPr/>
        </p:nvSpPr>
        <p:spPr>
          <a:xfrm>
            <a:off x="3569027" y="5620251"/>
            <a:ext cx="1220216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Produto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Renda Fixa</a:t>
            </a:r>
          </a:p>
        </p:txBody>
      </p:sp>
      <p:sp>
        <p:nvSpPr>
          <p:cNvPr id="530" name="TextBox 529">
            <a:extLst>
              <a:ext uri="{FF2B5EF4-FFF2-40B4-BE49-F238E27FC236}">
                <a16:creationId xmlns:a16="http://schemas.microsoft.com/office/drawing/2014/main" id="{BB01022F-B42A-067F-0633-FEA40BCB96BF}"/>
              </a:ext>
            </a:extLst>
          </p:cNvPr>
          <p:cNvSpPr txBox="1"/>
          <p:nvPr/>
        </p:nvSpPr>
        <p:spPr>
          <a:xfrm>
            <a:off x="4930162" y="5620251"/>
            <a:ext cx="864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Mercados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Crédito</a:t>
            </a:r>
          </a:p>
        </p:txBody>
      </p:sp>
      <p:sp>
        <p:nvSpPr>
          <p:cNvPr id="491" name="TextBox 490">
            <a:extLst>
              <a:ext uri="{FF2B5EF4-FFF2-40B4-BE49-F238E27FC236}">
                <a16:creationId xmlns:a16="http://schemas.microsoft.com/office/drawing/2014/main" id="{298B240E-A34F-1977-3F2D-66FE9F0CB495}"/>
              </a:ext>
            </a:extLst>
          </p:cNvPr>
          <p:cNvSpPr txBox="1"/>
          <p:nvPr/>
        </p:nvSpPr>
        <p:spPr>
          <a:xfrm>
            <a:off x="3291635" y="966270"/>
            <a:ext cx="2628635" cy="5071479"/>
          </a:xfrm>
          <a:custGeom>
            <a:avLst/>
            <a:gdLst>
              <a:gd name="connsiteX0" fmla="*/ 44351 w 2924364"/>
              <a:gd name="connsiteY0" fmla="*/ 0 h 6088370"/>
              <a:gd name="connsiteX1" fmla="*/ 781116 w 2924364"/>
              <a:gd name="connsiteY1" fmla="*/ 0 h 6088370"/>
              <a:gd name="connsiteX2" fmla="*/ 825467 w 2924364"/>
              <a:gd name="connsiteY2" fmla="*/ 44351 h 6088370"/>
              <a:gd name="connsiteX3" fmla="*/ 825467 w 2924364"/>
              <a:gd name="connsiteY3" fmla="*/ 178609 h 6088370"/>
              <a:gd name="connsiteX4" fmla="*/ 2924364 w 2924364"/>
              <a:gd name="connsiteY4" fmla="*/ 178609 h 6088370"/>
              <a:gd name="connsiteX5" fmla="*/ 2924364 w 2924364"/>
              <a:gd name="connsiteY5" fmla="*/ 6088370 h 6088370"/>
              <a:gd name="connsiteX6" fmla="*/ 0 w 2924364"/>
              <a:gd name="connsiteY6" fmla="*/ 6088370 h 6088370"/>
              <a:gd name="connsiteX7" fmla="*/ 0 w 2924364"/>
              <a:gd name="connsiteY7" fmla="*/ 266098 h 6088370"/>
              <a:gd name="connsiteX8" fmla="*/ 0 w 2924364"/>
              <a:gd name="connsiteY8" fmla="*/ 178609 h 6088370"/>
              <a:gd name="connsiteX9" fmla="*/ 0 w 2924364"/>
              <a:gd name="connsiteY9" fmla="*/ 44351 h 6088370"/>
              <a:gd name="connsiteX10" fmla="*/ 44351 w 2924364"/>
              <a:gd name="connsiteY10" fmla="*/ 0 h 6088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24364" h="6088370">
                <a:moveTo>
                  <a:pt x="44351" y="0"/>
                </a:moveTo>
                <a:lnTo>
                  <a:pt x="781116" y="0"/>
                </a:lnTo>
                <a:cubicBezTo>
                  <a:pt x="805610" y="0"/>
                  <a:pt x="825467" y="19857"/>
                  <a:pt x="825467" y="44351"/>
                </a:cubicBezTo>
                <a:lnTo>
                  <a:pt x="825467" y="178609"/>
                </a:lnTo>
                <a:lnTo>
                  <a:pt x="2924364" y="178609"/>
                </a:lnTo>
                <a:lnTo>
                  <a:pt x="2924364" y="6088370"/>
                </a:lnTo>
                <a:lnTo>
                  <a:pt x="0" y="6088370"/>
                </a:lnTo>
                <a:lnTo>
                  <a:pt x="0" y="266098"/>
                </a:lnTo>
                <a:lnTo>
                  <a:pt x="0" y="178609"/>
                </a:lnTo>
                <a:lnTo>
                  <a:pt x="0" y="44351"/>
                </a:lnTo>
                <a:cubicBezTo>
                  <a:pt x="0" y="19857"/>
                  <a:pt x="19857" y="0"/>
                  <a:pt x="44351" y="0"/>
                </a:cubicBezTo>
                <a:close/>
              </a:path>
            </a:pathLst>
          </a:custGeom>
          <a:blipFill dpi="0" rotWithShape="1">
            <a:blip r:embed="rId5" cstate="print">
              <a:alphaModFix amt="1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42556" r="-42556"/>
            </a:stretch>
          </a:blip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vert="horz" wrap="square" lIns="0" tIns="5715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sp>
        <p:nvSpPr>
          <p:cNvPr id="572" name="TextBox 571">
            <a:extLst>
              <a:ext uri="{FF2B5EF4-FFF2-40B4-BE49-F238E27FC236}">
                <a16:creationId xmlns:a16="http://schemas.microsoft.com/office/drawing/2014/main" id="{F28855F4-8282-DAA2-74A1-DF7E78063BE1}"/>
              </a:ext>
            </a:extLst>
          </p:cNvPr>
          <p:cNvSpPr txBox="1"/>
          <p:nvPr/>
        </p:nvSpPr>
        <p:spPr>
          <a:xfrm>
            <a:off x="6525556" y="5094313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Taxa global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0,50% a.a.</a:t>
            </a: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169B691A-1D76-F47E-5F77-33E824CA08D9}"/>
              </a:ext>
            </a:extLst>
          </p:cNvPr>
          <p:cNvSpPr txBox="1"/>
          <p:nvPr/>
        </p:nvSpPr>
        <p:spPr>
          <a:xfrm>
            <a:off x="6525556" y="4583763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Taxa de performance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Não há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024A55F5-29E3-9A58-9FFC-E665E8F7B03C}"/>
              </a:ext>
            </a:extLst>
          </p:cNvPr>
          <p:cNvSpPr txBox="1"/>
          <p:nvPr/>
        </p:nvSpPr>
        <p:spPr>
          <a:xfrm>
            <a:off x="6525556" y="4065518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Índice de referência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CDI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B226FE9-CDDA-2AF6-24EB-A320DC31BC2C}"/>
              </a:ext>
            </a:extLst>
          </p:cNvPr>
          <p:cNvSpPr txBox="1"/>
          <p:nvPr/>
        </p:nvSpPr>
        <p:spPr>
          <a:xfrm>
            <a:off x="6525556" y="3547274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Movimentação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R$ 1.000,00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FBE2CEA-81AD-EBEC-5138-D9D994236FEC}"/>
              </a:ext>
            </a:extLst>
          </p:cNvPr>
          <p:cNvSpPr txBox="1"/>
          <p:nvPr/>
        </p:nvSpPr>
        <p:spPr>
          <a:xfrm>
            <a:off x="6525556" y="3063654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Investimento inicial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R$ 1.000,00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0792856-D88F-ACD0-7EB8-5623BD08A87E}"/>
              </a:ext>
            </a:extLst>
          </p:cNvPr>
          <p:cNvSpPr txBox="1"/>
          <p:nvPr/>
        </p:nvSpPr>
        <p:spPr>
          <a:xfrm>
            <a:off x="6525556" y="2571146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Resgate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D+15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EEF7737-5495-206E-6A98-7186D396910E}"/>
              </a:ext>
            </a:extLst>
          </p:cNvPr>
          <p:cNvSpPr txBox="1"/>
          <p:nvPr/>
        </p:nvSpPr>
        <p:spPr>
          <a:xfrm>
            <a:off x="6525556" y="2087526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Aplicação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D+0</a:t>
            </a: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BE2B9634-FC3E-AAA6-D84F-3065EC46371E}"/>
              </a:ext>
            </a:extLst>
          </p:cNvPr>
          <p:cNvSpPr txBox="1"/>
          <p:nvPr/>
        </p:nvSpPr>
        <p:spPr>
          <a:xfrm>
            <a:off x="7463034" y="5635640"/>
            <a:ext cx="1267131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Mercados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Crédito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44A36B6-7881-9C6A-D37E-D8024EF69B83}"/>
              </a:ext>
            </a:extLst>
          </p:cNvPr>
          <p:cNvSpPr txBox="1"/>
          <p:nvPr/>
        </p:nvSpPr>
        <p:spPr>
          <a:xfrm>
            <a:off x="6525556" y="5620251"/>
            <a:ext cx="111338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Produto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Renda Fixa</a:t>
            </a:r>
          </a:p>
        </p:txBody>
      </p:sp>
      <p:pic>
        <p:nvPicPr>
          <p:cNvPr id="86" name="tivio-institucional-15">
            <a:extLst>
              <a:ext uri="{FF2B5EF4-FFF2-40B4-BE49-F238E27FC236}">
                <a16:creationId xmlns:a16="http://schemas.microsoft.com/office/drawing/2014/main" id="{F9105B39-9F7D-E37E-1FC7-928C69AB0A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5556" y="1316057"/>
            <a:ext cx="1603548" cy="405812"/>
          </a:xfrm>
          <a:prstGeom prst="rect">
            <a:avLst/>
          </a:prstGeom>
        </p:spPr>
      </p:pic>
      <p:sp>
        <p:nvSpPr>
          <p:cNvPr id="134" name="CaixaDeTexto 4">
            <a:extLst>
              <a:ext uri="{FF2B5EF4-FFF2-40B4-BE49-F238E27FC236}">
                <a16:creationId xmlns:a16="http://schemas.microsoft.com/office/drawing/2014/main" id="{BF3FB4E1-17DA-925E-79F8-74A358803F51}"/>
              </a:ext>
            </a:extLst>
          </p:cNvPr>
          <p:cNvSpPr txBox="1"/>
          <p:nvPr/>
        </p:nvSpPr>
        <p:spPr>
          <a:xfrm>
            <a:off x="6525556" y="1805885"/>
            <a:ext cx="1198710" cy="2050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04.240.128/0001-83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AC3FAAB-4C2C-55E0-7D42-D4B812B87D72}"/>
              </a:ext>
            </a:extLst>
          </p:cNvPr>
          <p:cNvSpPr txBox="1"/>
          <p:nvPr/>
        </p:nvSpPr>
        <p:spPr>
          <a:xfrm>
            <a:off x="6247264" y="966270"/>
            <a:ext cx="2629678" cy="5071479"/>
          </a:xfrm>
          <a:custGeom>
            <a:avLst/>
            <a:gdLst>
              <a:gd name="connsiteX0" fmla="*/ 44351 w 2924364"/>
              <a:gd name="connsiteY0" fmla="*/ 0 h 6088370"/>
              <a:gd name="connsiteX1" fmla="*/ 781116 w 2924364"/>
              <a:gd name="connsiteY1" fmla="*/ 0 h 6088370"/>
              <a:gd name="connsiteX2" fmla="*/ 825467 w 2924364"/>
              <a:gd name="connsiteY2" fmla="*/ 44351 h 6088370"/>
              <a:gd name="connsiteX3" fmla="*/ 825467 w 2924364"/>
              <a:gd name="connsiteY3" fmla="*/ 178609 h 6088370"/>
              <a:gd name="connsiteX4" fmla="*/ 2924364 w 2924364"/>
              <a:gd name="connsiteY4" fmla="*/ 178609 h 6088370"/>
              <a:gd name="connsiteX5" fmla="*/ 2924364 w 2924364"/>
              <a:gd name="connsiteY5" fmla="*/ 6088370 h 6088370"/>
              <a:gd name="connsiteX6" fmla="*/ 0 w 2924364"/>
              <a:gd name="connsiteY6" fmla="*/ 6088370 h 6088370"/>
              <a:gd name="connsiteX7" fmla="*/ 0 w 2924364"/>
              <a:gd name="connsiteY7" fmla="*/ 266098 h 6088370"/>
              <a:gd name="connsiteX8" fmla="*/ 0 w 2924364"/>
              <a:gd name="connsiteY8" fmla="*/ 178609 h 6088370"/>
              <a:gd name="connsiteX9" fmla="*/ 0 w 2924364"/>
              <a:gd name="connsiteY9" fmla="*/ 44351 h 6088370"/>
              <a:gd name="connsiteX10" fmla="*/ 44351 w 2924364"/>
              <a:gd name="connsiteY10" fmla="*/ 0 h 6088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24364" h="6088370">
                <a:moveTo>
                  <a:pt x="44351" y="0"/>
                </a:moveTo>
                <a:lnTo>
                  <a:pt x="781116" y="0"/>
                </a:lnTo>
                <a:cubicBezTo>
                  <a:pt x="805610" y="0"/>
                  <a:pt x="825467" y="19857"/>
                  <a:pt x="825467" y="44351"/>
                </a:cubicBezTo>
                <a:lnTo>
                  <a:pt x="825467" y="178609"/>
                </a:lnTo>
                <a:lnTo>
                  <a:pt x="2924364" y="178609"/>
                </a:lnTo>
                <a:lnTo>
                  <a:pt x="2924364" y="6088370"/>
                </a:lnTo>
                <a:lnTo>
                  <a:pt x="0" y="6088370"/>
                </a:lnTo>
                <a:lnTo>
                  <a:pt x="0" y="266098"/>
                </a:lnTo>
                <a:lnTo>
                  <a:pt x="0" y="178609"/>
                </a:lnTo>
                <a:lnTo>
                  <a:pt x="0" y="44351"/>
                </a:lnTo>
                <a:cubicBezTo>
                  <a:pt x="0" y="19857"/>
                  <a:pt x="19857" y="0"/>
                  <a:pt x="44351" y="0"/>
                </a:cubicBezTo>
                <a:close/>
              </a:path>
            </a:pathLst>
          </a:custGeom>
          <a:blipFill dpi="0" rotWithShape="1">
            <a:blip r:embed="rId3" cstate="print">
              <a:grayscl/>
              <a:alphaModFix amt="1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94641" r="-94641"/>
            </a:stretch>
          </a:blip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vert="horz" wrap="square" lIns="0" tIns="5715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04E7D7-E9F6-3710-A103-0A7F369545D6}"/>
              </a:ext>
            </a:extLst>
          </p:cNvPr>
          <p:cNvSpPr txBox="1"/>
          <p:nvPr/>
        </p:nvSpPr>
        <p:spPr>
          <a:xfrm>
            <a:off x="606044" y="5094313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Taxa global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0,25% a.a.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ADCC50-9340-615B-5191-1C400DB74B4F}"/>
              </a:ext>
            </a:extLst>
          </p:cNvPr>
          <p:cNvSpPr txBox="1"/>
          <p:nvPr/>
        </p:nvSpPr>
        <p:spPr>
          <a:xfrm>
            <a:off x="606044" y="4583763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Taxa de performance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Não há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rgbClr val="E6EDF1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A65F9C-2655-0131-52BD-061552058EE1}"/>
              </a:ext>
            </a:extLst>
          </p:cNvPr>
          <p:cNvSpPr txBox="1"/>
          <p:nvPr/>
        </p:nvSpPr>
        <p:spPr>
          <a:xfrm>
            <a:off x="606044" y="4065518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Índice de referência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CDI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30DDEE-373A-789D-B504-00FAB1CE9669}"/>
              </a:ext>
            </a:extLst>
          </p:cNvPr>
          <p:cNvSpPr txBox="1"/>
          <p:nvPr/>
        </p:nvSpPr>
        <p:spPr>
          <a:xfrm>
            <a:off x="606044" y="3547274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Movimentação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R$ 1.000,00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360539-0619-3086-0F62-67A05AA604F3}"/>
              </a:ext>
            </a:extLst>
          </p:cNvPr>
          <p:cNvSpPr txBox="1"/>
          <p:nvPr/>
        </p:nvSpPr>
        <p:spPr>
          <a:xfrm>
            <a:off x="606044" y="3063654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Investimento inicial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R$ 1.000,00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483A0B-C519-7342-C394-6440C02BCD84}"/>
              </a:ext>
            </a:extLst>
          </p:cNvPr>
          <p:cNvSpPr txBox="1"/>
          <p:nvPr/>
        </p:nvSpPr>
        <p:spPr>
          <a:xfrm>
            <a:off x="606044" y="2571146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Resgate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D+0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B591E1-2EC3-728E-A2BF-3F0CF58EB415}"/>
              </a:ext>
            </a:extLst>
          </p:cNvPr>
          <p:cNvSpPr txBox="1"/>
          <p:nvPr/>
        </p:nvSpPr>
        <p:spPr>
          <a:xfrm>
            <a:off x="606044" y="2087526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Aplicação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D+0 fechamento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A9239B-CC94-4C3E-58BF-4187182BFA44}"/>
              </a:ext>
            </a:extLst>
          </p:cNvPr>
          <p:cNvSpPr txBox="1"/>
          <p:nvPr/>
        </p:nvSpPr>
        <p:spPr>
          <a:xfrm>
            <a:off x="615772" y="5620251"/>
            <a:ext cx="1222139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Produto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Renda Fixa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FA7626-0A07-6F0B-6CA6-4341BAC7072E}"/>
              </a:ext>
            </a:extLst>
          </p:cNvPr>
          <p:cNvSpPr txBox="1"/>
          <p:nvPr/>
        </p:nvSpPr>
        <p:spPr>
          <a:xfrm>
            <a:off x="1553250" y="5620251"/>
            <a:ext cx="1222139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Mercados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Crédito Bancário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89CED02-C801-9DB0-A6BA-64A2BAAD0C26}"/>
              </a:ext>
            </a:extLst>
          </p:cNvPr>
          <p:cNvGrpSpPr/>
          <p:nvPr/>
        </p:nvGrpSpPr>
        <p:grpSpPr>
          <a:xfrm>
            <a:off x="606044" y="1316057"/>
            <a:ext cx="722043" cy="356155"/>
            <a:chOff x="606044" y="1380955"/>
            <a:chExt cx="722043" cy="356155"/>
          </a:xfrm>
        </p:grpSpPr>
        <p:grpSp>
          <p:nvGrpSpPr>
            <p:cNvPr id="23" name="Graphic 29">
              <a:extLst>
                <a:ext uri="{FF2B5EF4-FFF2-40B4-BE49-F238E27FC236}">
                  <a16:creationId xmlns:a16="http://schemas.microsoft.com/office/drawing/2014/main" id="{EB629B36-0035-17F7-491F-27AFBC07642E}"/>
                </a:ext>
              </a:extLst>
            </p:cNvPr>
            <p:cNvGrpSpPr/>
            <p:nvPr/>
          </p:nvGrpSpPr>
          <p:grpSpPr>
            <a:xfrm>
              <a:off x="606044" y="1380955"/>
              <a:ext cx="484872" cy="116703"/>
              <a:chOff x="996724" y="865248"/>
              <a:chExt cx="1519223" cy="365661"/>
            </a:xfrm>
            <a:solidFill>
              <a:srgbClr val="FFFFFF"/>
            </a:solidFill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DB9A1B3-E4B2-9563-639B-34775A8C4857}"/>
                  </a:ext>
                </a:extLst>
              </p:cNvPr>
              <p:cNvSpPr/>
              <p:nvPr/>
            </p:nvSpPr>
            <p:spPr>
              <a:xfrm>
                <a:off x="996724" y="870369"/>
                <a:ext cx="290504" cy="355418"/>
              </a:xfrm>
              <a:custGeom>
                <a:avLst/>
                <a:gdLst>
                  <a:gd name="connsiteX0" fmla="*/ 122324 w 290504"/>
                  <a:gd name="connsiteY0" fmla="*/ 43117 h 355418"/>
                  <a:gd name="connsiteX1" fmla="*/ 0 w 290504"/>
                  <a:gd name="connsiteY1" fmla="*/ 43117 h 355418"/>
                  <a:gd name="connsiteX2" fmla="*/ 0 w 290504"/>
                  <a:gd name="connsiteY2" fmla="*/ 0 h 355418"/>
                  <a:gd name="connsiteX3" fmla="*/ 290505 w 290504"/>
                  <a:gd name="connsiteY3" fmla="*/ 0 h 355418"/>
                  <a:gd name="connsiteX4" fmla="*/ 290505 w 290504"/>
                  <a:gd name="connsiteY4" fmla="*/ 43117 h 355418"/>
                  <a:gd name="connsiteX5" fmla="*/ 168181 w 290504"/>
                  <a:gd name="connsiteY5" fmla="*/ 43117 h 355418"/>
                  <a:gd name="connsiteX6" fmla="*/ 168181 w 290504"/>
                  <a:gd name="connsiteY6" fmla="*/ 355419 h 355418"/>
                  <a:gd name="connsiteX7" fmla="*/ 122443 w 290504"/>
                  <a:gd name="connsiteY7" fmla="*/ 355419 h 355418"/>
                  <a:gd name="connsiteX8" fmla="*/ 122443 w 290504"/>
                  <a:gd name="connsiteY8" fmla="*/ 43117 h 355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90504" h="355418">
                    <a:moveTo>
                      <a:pt x="122324" y="43117"/>
                    </a:moveTo>
                    <a:lnTo>
                      <a:pt x="0" y="43117"/>
                    </a:lnTo>
                    <a:lnTo>
                      <a:pt x="0" y="0"/>
                    </a:lnTo>
                    <a:lnTo>
                      <a:pt x="290505" y="0"/>
                    </a:lnTo>
                    <a:lnTo>
                      <a:pt x="290505" y="43117"/>
                    </a:lnTo>
                    <a:lnTo>
                      <a:pt x="168181" y="43117"/>
                    </a:lnTo>
                    <a:lnTo>
                      <a:pt x="168181" y="355419"/>
                    </a:lnTo>
                    <a:lnTo>
                      <a:pt x="122443" y="355419"/>
                    </a:lnTo>
                    <a:lnTo>
                      <a:pt x="122443" y="43117"/>
                    </a:lnTo>
                    <a:close/>
                  </a:path>
                </a:pathLst>
              </a:custGeom>
              <a:solidFill>
                <a:srgbClr val="FFFFFF"/>
              </a:solidFill>
              <a:ln w="118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719E326-567C-4007-B5E8-81DCD5DAEF6E}"/>
                  </a:ext>
                </a:extLst>
              </p:cNvPr>
              <p:cNvSpPr/>
              <p:nvPr/>
            </p:nvSpPr>
            <p:spPr>
              <a:xfrm>
                <a:off x="1330345" y="870369"/>
                <a:ext cx="210225" cy="355418"/>
              </a:xfrm>
              <a:custGeom>
                <a:avLst/>
                <a:gdLst>
                  <a:gd name="connsiteX0" fmla="*/ 0 w 210225"/>
                  <a:gd name="connsiteY0" fmla="*/ 312301 h 355418"/>
                  <a:gd name="connsiteX1" fmla="*/ 82304 w 210225"/>
                  <a:gd name="connsiteY1" fmla="*/ 312301 h 355418"/>
                  <a:gd name="connsiteX2" fmla="*/ 82304 w 210225"/>
                  <a:gd name="connsiteY2" fmla="*/ 43117 h 355418"/>
                  <a:gd name="connsiteX3" fmla="*/ 0 w 210225"/>
                  <a:gd name="connsiteY3" fmla="*/ 43117 h 355418"/>
                  <a:gd name="connsiteX4" fmla="*/ 0 w 210225"/>
                  <a:gd name="connsiteY4" fmla="*/ 0 h 355418"/>
                  <a:gd name="connsiteX5" fmla="*/ 210226 w 210225"/>
                  <a:gd name="connsiteY5" fmla="*/ 0 h 355418"/>
                  <a:gd name="connsiteX6" fmla="*/ 210226 w 210225"/>
                  <a:gd name="connsiteY6" fmla="*/ 43117 h 355418"/>
                  <a:gd name="connsiteX7" fmla="*/ 127922 w 210225"/>
                  <a:gd name="connsiteY7" fmla="*/ 43117 h 355418"/>
                  <a:gd name="connsiteX8" fmla="*/ 127922 w 210225"/>
                  <a:gd name="connsiteY8" fmla="*/ 312301 h 355418"/>
                  <a:gd name="connsiteX9" fmla="*/ 210226 w 210225"/>
                  <a:gd name="connsiteY9" fmla="*/ 312301 h 355418"/>
                  <a:gd name="connsiteX10" fmla="*/ 210226 w 210225"/>
                  <a:gd name="connsiteY10" fmla="*/ 355419 h 355418"/>
                  <a:gd name="connsiteX11" fmla="*/ 0 w 210225"/>
                  <a:gd name="connsiteY11" fmla="*/ 355419 h 355418"/>
                  <a:gd name="connsiteX12" fmla="*/ 0 w 210225"/>
                  <a:gd name="connsiteY12" fmla="*/ 312301 h 355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0225" h="355418">
                    <a:moveTo>
                      <a:pt x="0" y="312301"/>
                    </a:moveTo>
                    <a:lnTo>
                      <a:pt x="82304" y="312301"/>
                    </a:lnTo>
                    <a:lnTo>
                      <a:pt x="82304" y="43117"/>
                    </a:lnTo>
                    <a:lnTo>
                      <a:pt x="0" y="43117"/>
                    </a:lnTo>
                    <a:lnTo>
                      <a:pt x="0" y="0"/>
                    </a:lnTo>
                    <a:lnTo>
                      <a:pt x="210226" y="0"/>
                    </a:lnTo>
                    <a:lnTo>
                      <a:pt x="210226" y="43117"/>
                    </a:lnTo>
                    <a:lnTo>
                      <a:pt x="127922" y="43117"/>
                    </a:lnTo>
                    <a:lnTo>
                      <a:pt x="127922" y="312301"/>
                    </a:lnTo>
                    <a:lnTo>
                      <a:pt x="210226" y="312301"/>
                    </a:lnTo>
                    <a:lnTo>
                      <a:pt x="210226" y="355419"/>
                    </a:lnTo>
                    <a:lnTo>
                      <a:pt x="0" y="355419"/>
                    </a:lnTo>
                    <a:lnTo>
                      <a:pt x="0" y="312301"/>
                    </a:lnTo>
                    <a:close/>
                  </a:path>
                </a:pathLst>
              </a:custGeom>
              <a:solidFill>
                <a:srgbClr val="FFFFFF"/>
              </a:solidFill>
              <a:ln w="118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B3000E0B-5108-10DE-876A-CC568018F80A}"/>
                  </a:ext>
                </a:extLst>
              </p:cNvPr>
              <p:cNvSpPr/>
              <p:nvPr/>
            </p:nvSpPr>
            <p:spPr>
              <a:xfrm>
                <a:off x="1578685" y="870369"/>
                <a:ext cx="322425" cy="355418"/>
              </a:xfrm>
              <a:custGeom>
                <a:avLst/>
                <a:gdLst>
                  <a:gd name="connsiteX0" fmla="*/ 0 w 322425"/>
                  <a:gd name="connsiteY0" fmla="*/ 0 h 355418"/>
                  <a:gd name="connsiteX1" fmla="*/ 50740 w 322425"/>
                  <a:gd name="connsiteY1" fmla="*/ 0 h 355418"/>
                  <a:gd name="connsiteX2" fmla="*/ 154840 w 322425"/>
                  <a:gd name="connsiteY2" fmla="*/ 317423 h 355418"/>
                  <a:gd name="connsiteX3" fmla="*/ 168061 w 322425"/>
                  <a:gd name="connsiteY3" fmla="*/ 317423 h 355418"/>
                  <a:gd name="connsiteX4" fmla="*/ 271685 w 322425"/>
                  <a:gd name="connsiteY4" fmla="*/ 0 h 355418"/>
                  <a:gd name="connsiteX5" fmla="*/ 322426 w 322425"/>
                  <a:gd name="connsiteY5" fmla="*/ 0 h 355418"/>
                  <a:gd name="connsiteX6" fmla="*/ 202126 w 322425"/>
                  <a:gd name="connsiteY6" fmla="*/ 355419 h 355418"/>
                  <a:gd name="connsiteX7" fmla="*/ 120418 w 322425"/>
                  <a:gd name="connsiteY7" fmla="*/ 355419 h 355418"/>
                  <a:gd name="connsiteX8" fmla="*/ 0 w 322425"/>
                  <a:gd name="connsiteY8" fmla="*/ 0 h 355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2425" h="355418">
                    <a:moveTo>
                      <a:pt x="0" y="0"/>
                    </a:moveTo>
                    <a:lnTo>
                      <a:pt x="50740" y="0"/>
                    </a:lnTo>
                    <a:lnTo>
                      <a:pt x="154840" y="317423"/>
                    </a:lnTo>
                    <a:lnTo>
                      <a:pt x="168061" y="317423"/>
                    </a:lnTo>
                    <a:lnTo>
                      <a:pt x="271685" y="0"/>
                    </a:lnTo>
                    <a:lnTo>
                      <a:pt x="322426" y="0"/>
                    </a:lnTo>
                    <a:lnTo>
                      <a:pt x="202126" y="355419"/>
                    </a:lnTo>
                    <a:lnTo>
                      <a:pt x="120418" y="35541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8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48587557-3931-AABB-085D-6705DD8F583D}"/>
                  </a:ext>
                </a:extLst>
              </p:cNvPr>
              <p:cNvSpPr/>
              <p:nvPr/>
            </p:nvSpPr>
            <p:spPr>
              <a:xfrm>
                <a:off x="1939225" y="870369"/>
                <a:ext cx="210225" cy="355418"/>
              </a:xfrm>
              <a:custGeom>
                <a:avLst/>
                <a:gdLst>
                  <a:gd name="connsiteX0" fmla="*/ 0 w 210225"/>
                  <a:gd name="connsiteY0" fmla="*/ 312301 h 355418"/>
                  <a:gd name="connsiteX1" fmla="*/ 82304 w 210225"/>
                  <a:gd name="connsiteY1" fmla="*/ 312301 h 355418"/>
                  <a:gd name="connsiteX2" fmla="*/ 82304 w 210225"/>
                  <a:gd name="connsiteY2" fmla="*/ 43117 h 355418"/>
                  <a:gd name="connsiteX3" fmla="*/ 0 w 210225"/>
                  <a:gd name="connsiteY3" fmla="*/ 43117 h 355418"/>
                  <a:gd name="connsiteX4" fmla="*/ 0 w 210225"/>
                  <a:gd name="connsiteY4" fmla="*/ 0 h 355418"/>
                  <a:gd name="connsiteX5" fmla="*/ 210226 w 210225"/>
                  <a:gd name="connsiteY5" fmla="*/ 0 h 355418"/>
                  <a:gd name="connsiteX6" fmla="*/ 210226 w 210225"/>
                  <a:gd name="connsiteY6" fmla="*/ 43117 h 355418"/>
                  <a:gd name="connsiteX7" fmla="*/ 127922 w 210225"/>
                  <a:gd name="connsiteY7" fmla="*/ 43117 h 355418"/>
                  <a:gd name="connsiteX8" fmla="*/ 127922 w 210225"/>
                  <a:gd name="connsiteY8" fmla="*/ 312301 h 355418"/>
                  <a:gd name="connsiteX9" fmla="*/ 210226 w 210225"/>
                  <a:gd name="connsiteY9" fmla="*/ 312301 h 355418"/>
                  <a:gd name="connsiteX10" fmla="*/ 210226 w 210225"/>
                  <a:gd name="connsiteY10" fmla="*/ 355419 h 355418"/>
                  <a:gd name="connsiteX11" fmla="*/ 0 w 210225"/>
                  <a:gd name="connsiteY11" fmla="*/ 355419 h 355418"/>
                  <a:gd name="connsiteX12" fmla="*/ 0 w 210225"/>
                  <a:gd name="connsiteY12" fmla="*/ 312301 h 355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0225" h="355418">
                    <a:moveTo>
                      <a:pt x="0" y="312301"/>
                    </a:moveTo>
                    <a:lnTo>
                      <a:pt x="82304" y="312301"/>
                    </a:lnTo>
                    <a:lnTo>
                      <a:pt x="82304" y="43117"/>
                    </a:lnTo>
                    <a:lnTo>
                      <a:pt x="0" y="43117"/>
                    </a:lnTo>
                    <a:lnTo>
                      <a:pt x="0" y="0"/>
                    </a:lnTo>
                    <a:lnTo>
                      <a:pt x="210226" y="0"/>
                    </a:lnTo>
                    <a:lnTo>
                      <a:pt x="210226" y="43117"/>
                    </a:lnTo>
                    <a:lnTo>
                      <a:pt x="127922" y="43117"/>
                    </a:lnTo>
                    <a:lnTo>
                      <a:pt x="127922" y="312301"/>
                    </a:lnTo>
                    <a:lnTo>
                      <a:pt x="210226" y="312301"/>
                    </a:lnTo>
                    <a:lnTo>
                      <a:pt x="210226" y="355419"/>
                    </a:lnTo>
                    <a:lnTo>
                      <a:pt x="0" y="355419"/>
                    </a:lnTo>
                    <a:lnTo>
                      <a:pt x="0" y="312301"/>
                    </a:lnTo>
                    <a:close/>
                  </a:path>
                </a:pathLst>
              </a:custGeom>
              <a:solidFill>
                <a:srgbClr val="FFFFFF"/>
              </a:solidFill>
              <a:ln w="118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AFA17245-8FA1-7F06-AE8C-BF9400E09DD7}"/>
                  </a:ext>
                </a:extLst>
              </p:cNvPr>
              <p:cNvSpPr/>
              <p:nvPr/>
            </p:nvSpPr>
            <p:spPr>
              <a:xfrm>
                <a:off x="2190067" y="865248"/>
                <a:ext cx="325879" cy="365661"/>
              </a:xfrm>
              <a:custGeom>
                <a:avLst/>
                <a:gdLst>
                  <a:gd name="connsiteX0" fmla="*/ 76348 w 325879"/>
                  <a:gd name="connsiteY0" fmla="*/ 346605 h 365661"/>
                  <a:gd name="connsiteX1" fmla="*/ 19772 w 325879"/>
                  <a:gd name="connsiteY1" fmla="*/ 291457 h 365661"/>
                  <a:gd name="connsiteX2" fmla="*/ 0 w 325879"/>
                  <a:gd name="connsiteY2" fmla="*/ 206176 h 365661"/>
                  <a:gd name="connsiteX3" fmla="*/ 0 w 325879"/>
                  <a:gd name="connsiteY3" fmla="*/ 159962 h 365661"/>
                  <a:gd name="connsiteX4" fmla="*/ 19772 w 325879"/>
                  <a:gd name="connsiteY4" fmla="*/ 75157 h 365661"/>
                  <a:gd name="connsiteX5" fmla="*/ 76348 w 325879"/>
                  <a:gd name="connsiteY5" fmla="*/ 19534 h 365661"/>
                  <a:gd name="connsiteX6" fmla="*/ 162940 w 325879"/>
                  <a:gd name="connsiteY6" fmla="*/ 0 h 365661"/>
                  <a:gd name="connsiteX7" fmla="*/ 249531 w 325879"/>
                  <a:gd name="connsiteY7" fmla="*/ 19057 h 365661"/>
                  <a:gd name="connsiteX8" fmla="*/ 306108 w 325879"/>
                  <a:gd name="connsiteY8" fmla="*/ 74204 h 365661"/>
                  <a:gd name="connsiteX9" fmla="*/ 325880 w 325879"/>
                  <a:gd name="connsiteY9" fmla="*/ 159486 h 365661"/>
                  <a:gd name="connsiteX10" fmla="*/ 325880 w 325879"/>
                  <a:gd name="connsiteY10" fmla="*/ 205700 h 365661"/>
                  <a:gd name="connsiteX11" fmla="*/ 306108 w 325879"/>
                  <a:gd name="connsiteY11" fmla="*/ 290505 h 365661"/>
                  <a:gd name="connsiteX12" fmla="*/ 249531 w 325879"/>
                  <a:gd name="connsiteY12" fmla="*/ 346128 h 365661"/>
                  <a:gd name="connsiteX13" fmla="*/ 162940 w 325879"/>
                  <a:gd name="connsiteY13" fmla="*/ 365662 h 365661"/>
                  <a:gd name="connsiteX14" fmla="*/ 76348 w 325879"/>
                  <a:gd name="connsiteY14" fmla="*/ 346605 h 365661"/>
                  <a:gd name="connsiteX15" fmla="*/ 78373 w 325879"/>
                  <a:gd name="connsiteY15" fmla="*/ 290743 h 365661"/>
                  <a:gd name="connsiteX16" fmla="*/ 162940 w 325879"/>
                  <a:gd name="connsiteY16" fmla="*/ 320996 h 365661"/>
                  <a:gd name="connsiteX17" fmla="*/ 247745 w 325879"/>
                  <a:gd name="connsiteY17" fmla="*/ 290981 h 365661"/>
                  <a:gd name="connsiteX18" fmla="*/ 277641 w 325879"/>
                  <a:gd name="connsiteY18" fmla="*/ 205700 h 365661"/>
                  <a:gd name="connsiteX19" fmla="*/ 277641 w 325879"/>
                  <a:gd name="connsiteY19" fmla="*/ 159486 h 365661"/>
                  <a:gd name="connsiteX20" fmla="*/ 247387 w 325879"/>
                  <a:gd name="connsiteY20" fmla="*/ 74919 h 365661"/>
                  <a:gd name="connsiteX21" fmla="*/ 162821 w 325879"/>
                  <a:gd name="connsiteY21" fmla="*/ 44666 h 365661"/>
                  <a:gd name="connsiteX22" fmla="*/ 78016 w 325879"/>
                  <a:gd name="connsiteY22" fmla="*/ 74681 h 365661"/>
                  <a:gd name="connsiteX23" fmla="*/ 48001 w 325879"/>
                  <a:gd name="connsiteY23" fmla="*/ 159962 h 365661"/>
                  <a:gd name="connsiteX24" fmla="*/ 48001 w 325879"/>
                  <a:gd name="connsiteY24" fmla="*/ 206176 h 365661"/>
                  <a:gd name="connsiteX25" fmla="*/ 78254 w 325879"/>
                  <a:gd name="connsiteY25" fmla="*/ 290743 h 3656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325879" h="365661">
                    <a:moveTo>
                      <a:pt x="76348" y="346605"/>
                    </a:moveTo>
                    <a:cubicBezTo>
                      <a:pt x="51812" y="333860"/>
                      <a:pt x="32874" y="315517"/>
                      <a:pt x="19772" y="291457"/>
                    </a:cubicBezTo>
                    <a:cubicBezTo>
                      <a:pt x="6670" y="267398"/>
                      <a:pt x="0" y="238931"/>
                      <a:pt x="0" y="206176"/>
                    </a:cubicBezTo>
                    <a:lnTo>
                      <a:pt x="0" y="159962"/>
                    </a:lnTo>
                    <a:cubicBezTo>
                      <a:pt x="0" y="127446"/>
                      <a:pt x="6551" y="99217"/>
                      <a:pt x="19772" y="75157"/>
                    </a:cubicBezTo>
                    <a:cubicBezTo>
                      <a:pt x="32993" y="51097"/>
                      <a:pt x="51812" y="32636"/>
                      <a:pt x="76348" y="19534"/>
                    </a:cubicBezTo>
                    <a:cubicBezTo>
                      <a:pt x="100885" y="6551"/>
                      <a:pt x="129709" y="0"/>
                      <a:pt x="162940" y="0"/>
                    </a:cubicBezTo>
                    <a:cubicBezTo>
                      <a:pt x="196171" y="0"/>
                      <a:pt x="224995" y="6313"/>
                      <a:pt x="249531" y="19057"/>
                    </a:cubicBezTo>
                    <a:cubicBezTo>
                      <a:pt x="274068" y="31802"/>
                      <a:pt x="292887" y="50145"/>
                      <a:pt x="306108" y="74204"/>
                    </a:cubicBezTo>
                    <a:cubicBezTo>
                      <a:pt x="319329" y="98264"/>
                      <a:pt x="325880" y="126731"/>
                      <a:pt x="325880" y="159486"/>
                    </a:cubicBezTo>
                    <a:lnTo>
                      <a:pt x="325880" y="205700"/>
                    </a:lnTo>
                    <a:cubicBezTo>
                      <a:pt x="325880" y="238216"/>
                      <a:pt x="319329" y="266445"/>
                      <a:pt x="306108" y="290505"/>
                    </a:cubicBezTo>
                    <a:cubicBezTo>
                      <a:pt x="292887" y="314564"/>
                      <a:pt x="274068" y="333026"/>
                      <a:pt x="249531" y="346128"/>
                    </a:cubicBezTo>
                    <a:cubicBezTo>
                      <a:pt x="224995" y="359111"/>
                      <a:pt x="196171" y="365662"/>
                      <a:pt x="162940" y="365662"/>
                    </a:cubicBezTo>
                    <a:cubicBezTo>
                      <a:pt x="129709" y="365662"/>
                      <a:pt x="100885" y="359349"/>
                      <a:pt x="76348" y="346605"/>
                    </a:cubicBezTo>
                    <a:close/>
                    <a:moveTo>
                      <a:pt x="78373" y="290743"/>
                    </a:moveTo>
                    <a:cubicBezTo>
                      <a:pt x="98502" y="310872"/>
                      <a:pt x="126731" y="320996"/>
                      <a:pt x="162940" y="320996"/>
                    </a:cubicBezTo>
                    <a:cubicBezTo>
                      <a:pt x="199149" y="320996"/>
                      <a:pt x="227735" y="310991"/>
                      <a:pt x="247745" y="290981"/>
                    </a:cubicBezTo>
                    <a:cubicBezTo>
                      <a:pt x="267755" y="270971"/>
                      <a:pt x="277641" y="242623"/>
                      <a:pt x="277641" y="205700"/>
                    </a:cubicBezTo>
                    <a:lnTo>
                      <a:pt x="277641" y="159486"/>
                    </a:lnTo>
                    <a:cubicBezTo>
                      <a:pt x="277641" y="123277"/>
                      <a:pt x="267517" y="95048"/>
                      <a:pt x="247387" y="74919"/>
                    </a:cubicBezTo>
                    <a:cubicBezTo>
                      <a:pt x="227258" y="54790"/>
                      <a:pt x="199030" y="44666"/>
                      <a:pt x="162821" y="44666"/>
                    </a:cubicBezTo>
                    <a:cubicBezTo>
                      <a:pt x="126612" y="44666"/>
                      <a:pt x="98026" y="54671"/>
                      <a:pt x="78016" y="74681"/>
                    </a:cubicBezTo>
                    <a:cubicBezTo>
                      <a:pt x="58006" y="94691"/>
                      <a:pt x="48001" y="123039"/>
                      <a:pt x="48001" y="159962"/>
                    </a:cubicBezTo>
                    <a:lnTo>
                      <a:pt x="48001" y="206176"/>
                    </a:lnTo>
                    <a:cubicBezTo>
                      <a:pt x="48001" y="242385"/>
                      <a:pt x="58125" y="270614"/>
                      <a:pt x="78254" y="29074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8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24" name="Graphic 29">
              <a:extLst>
                <a:ext uri="{FF2B5EF4-FFF2-40B4-BE49-F238E27FC236}">
                  <a16:creationId xmlns:a16="http://schemas.microsoft.com/office/drawing/2014/main" id="{2947F906-FE37-3347-5E62-AD60BC423BE8}"/>
                </a:ext>
              </a:extLst>
            </p:cNvPr>
            <p:cNvGrpSpPr/>
            <p:nvPr/>
          </p:nvGrpSpPr>
          <p:grpSpPr>
            <a:xfrm>
              <a:off x="606044" y="1537307"/>
              <a:ext cx="722043" cy="199803"/>
              <a:chOff x="996724" y="1355139"/>
              <a:chExt cx="2262338" cy="626032"/>
            </a:xfrm>
          </p:grpSpPr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4FCD7AB7-B875-D8C3-46EA-732E362420F7}"/>
                  </a:ext>
                </a:extLst>
              </p:cNvPr>
              <p:cNvSpPr/>
              <p:nvPr/>
            </p:nvSpPr>
            <p:spPr>
              <a:xfrm>
                <a:off x="996724" y="1355139"/>
                <a:ext cx="2262338" cy="626032"/>
              </a:xfrm>
              <a:custGeom>
                <a:avLst/>
                <a:gdLst>
                  <a:gd name="connsiteX0" fmla="*/ 0 w 2262338"/>
                  <a:gd name="connsiteY0" fmla="*/ 0 h 626032"/>
                  <a:gd name="connsiteX1" fmla="*/ 2262339 w 2262338"/>
                  <a:gd name="connsiteY1" fmla="*/ 0 h 626032"/>
                  <a:gd name="connsiteX2" fmla="*/ 2262339 w 2262338"/>
                  <a:gd name="connsiteY2" fmla="*/ 626032 h 626032"/>
                  <a:gd name="connsiteX3" fmla="*/ 0 w 2262338"/>
                  <a:gd name="connsiteY3" fmla="*/ 626032 h 626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262338" h="626032">
                    <a:moveTo>
                      <a:pt x="0" y="0"/>
                    </a:moveTo>
                    <a:lnTo>
                      <a:pt x="2262339" y="0"/>
                    </a:lnTo>
                    <a:lnTo>
                      <a:pt x="2262339" y="626032"/>
                    </a:lnTo>
                    <a:lnTo>
                      <a:pt x="0" y="626032"/>
                    </a:lnTo>
                    <a:close/>
                  </a:path>
                </a:pathLst>
              </a:custGeom>
              <a:solidFill>
                <a:srgbClr val="FFFFFF"/>
              </a:solidFill>
              <a:ln w="1188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26" name="Graphic 29">
                <a:extLst>
                  <a:ext uri="{FF2B5EF4-FFF2-40B4-BE49-F238E27FC236}">
                    <a16:creationId xmlns:a16="http://schemas.microsoft.com/office/drawing/2014/main" id="{5D7F61B7-7BC0-EB0D-47EA-818515E971D7}"/>
                  </a:ext>
                </a:extLst>
              </p:cNvPr>
              <p:cNvGrpSpPr/>
              <p:nvPr/>
            </p:nvGrpSpPr>
            <p:grpSpPr>
              <a:xfrm>
                <a:off x="1083077" y="1460073"/>
                <a:ext cx="2076410" cy="441533"/>
                <a:chOff x="1083077" y="1460073"/>
                <a:chExt cx="2076410" cy="441533"/>
              </a:xfrm>
              <a:solidFill>
                <a:srgbClr val="ABC6CD"/>
              </a:solidFill>
            </p:grpSpPr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BAE7C6F-13B6-7946-7A88-B81E5C154EF8}"/>
                    </a:ext>
                  </a:extLst>
                </p:cNvPr>
                <p:cNvSpPr/>
                <p:nvPr/>
              </p:nvSpPr>
              <p:spPr>
                <a:xfrm>
                  <a:off x="1083077" y="1467220"/>
                  <a:ext cx="356371" cy="427121"/>
                </a:xfrm>
                <a:custGeom>
                  <a:avLst/>
                  <a:gdLst>
                    <a:gd name="connsiteX0" fmla="*/ 0 w 356371"/>
                    <a:gd name="connsiteY0" fmla="*/ 238 h 427121"/>
                    <a:gd name="connsiteX1" fmla="*/ 206891 w 356371"/>
                    <a:gd name="connsiteY1" fmla="*/ 238 h 427121"/>
                    <a:gd name="connsiteX2" fmla="*/ 304798 w 356371"/>
                    <a:gd name="connsiteY2" fmla="*/ 30492 h 427121"/>
                    <a:gd name="connsiteX3" fmla="*/ 339934 w 356371"/>
                    <a:gd name="connsiteY3" fmla="*/ 114344 h 427121"/>
                    <a:gd name="connsiteX4" fmla="*/ 323736 w 356371"/>
                    <a:gd name="connsiteY4" fmla="*/ 173779 h 427121"/>
                    <a:gd name="connsiteX5" fmla="*/ 277641 w 356371"/>
                    <a:gd name="connsiteY5" fmla="*/ 208201 h 427121"/>
                    <a:gd name="connsiteX6" fmla="*/ 277641 w 356371"/>
                    <a:gd name="connsiteY6" fmla="*/ 209988 h 427121"/>
                    <a:gd name="connsiteX7" fmla="*/ 335885 w 356371"/>
                    <a:gd name="connsiteY7" fmla="*/ 243814 h 427121"/>
                    <a:gd name="connsiteX8" fmla="*/ 356371 w 356371"/>
                    <a:gd name="connsiteY8" fmla="*/ 308133 h 427121"/>
                    <a:gd name="connsiteX9" fmla="*/ 320996 w 356371"/>
                    <a:gd name="connsiteY9" fmla="*/ 395439 h 427121"/>
                    <a:gd name="connsiteX10" fmla="*/ 221541 w 356371"/>
                    <a:gd name="connsiteY10" fmla="*/ 427122 h 427121"/>
                    <a:gd name="connsiteX11" fmla="*/ 0 w 356371"/>
                    <a:gd name="connsiteY11" fmla="*/ 427122 h 427121"/>
                    <a:gd name="connsiteX12" fmla="*/ 0 w 356371"/>
                    <a:gd name="connsiteY12" fmla="*/ 0 h 427121"/>
                    <a:gd name="connsiteX13" fmla="*/ 202007 w 356371"/>
                    <a:gd name="connsiteY13" fmla="*/ 178424 h 427121"/>
                    <a:gd name="connsiteX14" fmla="*/ 241313 w 356371"/>
                    <a:gd name="connsiteY14" fmla="*/ 164727 h 427121"/>
                    <a:gd name="connsiteX15" fmla="*/ 256201 w 356371"/>
                    <a:gd name="connsiteY15" fmla="*/ 125421 h 427121"/>
                    <a:gd name="connsiteX16" fmla="*/ 240598 w 356371"/>
                    <a:gd name="connsiteY16" fmla="*/ 86949 h 427121"/>
                    <a:gd name="connsiteX17" fmla="*/ 196409 w 356371"/>
                    <a:gd name="connsiteY17" fmla="*/ 73490 h 427121"/>
                    <a:gd name="connsiteX18" fmla="*/ 84090 w 356371"/>
                    <a:gd name="connsiteY18" fmla="*/ 73490 h 427121"/>
                    <a:gd name="connsiteX19" fmla="*/ 84090 w 356371"/>
                    <a:gd name="connsiteY19" fmla="*/ 178424 h 427121"/>
                    <a:gd name="connsiteX20" fmla="*/ 201888 w 356371"/>
                    <a:gd name="connsiteY20" fmla="*/ 178424 h 427121"/>
                    <a:gd name="connsiteX21" fmla="*/ 209273 w 356371"/>
                    <a:gd name="connsiteY21" fmla="*/ 354108 h 427121"/>
                    <a:gd name="connsiteX22" fmla="*/ 254415 w 356371"/>
                    <a:gd name="connsiteY22" fmla="*/ 340054 h 427121"/>
                    <a:gd name="connsiteX23" fmla="*/ 270256 w 356371"/>
                    <a:gd name="connsiteY23" fmla="*/ 299795 h 427121"/>
                    <a:gd name="connsiteX24" fmla="*/ 253819 w 356371"/>
                    <a:gd name="connsiteY24" fmla="*/ 260132 h 427121"/>
                    <a:gd name="connsiteX25" fmla="*/ 206891 w 356371"/>
                    <a:gd name="connsiteY25" fmla="*/ 246673 h 427121"/>
                    <a:gd name="connsiteX26" fmla="*/ 84209 w 356371"/>
                    <a:gd name="connsiteY26" fmla="*/ 246673 h 427121"/>
                    <a:gd name="connsiteX27" fmla="*/ 84209 w 356371"/>
                    <a:gd name="connsiteY27" fmla="*/ 354108 h 427121"/>
                    <a:gd name="connsiteX28" fmla="*/ 209273 w 356371"/>
                    <a:gd name="connsiteY28" fmla="*/ 354108 h 427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56371" h="427121">
                      <a:moveTo>
                        <a:pt x="0" y="238"/>
                      </a:moveTo>
                      <a:lnTo>
                        <a:pt x="206891" y="238"/>
                      </a:lnTo>
                      <a:cubicBezTo>
                        <a:pt x="248817" y="238"/>
                        <a:pt x="281452" y="10362"/>
                        <a:pt x="304798" y="30492"/>
                      </a:cubicBezTo>
                      <a:cubicBezTo>
                        <a:pt x="328143" y="50621"/>
                        <a:pt x="339934" y="78611"/>
                        <a:pt x="339934" y="114344"/>
                      </a:cubicBezTo>
                      <a:cubicBezTo>
                        <a:pt x="339934" y="137927"/>
                        <a:pt x="334575" y="157818"/>
                        <a:pt x="323736" y="173779"/>
                      </a:cubicBezTo>
                      <a:cubicBezTo>
                        <a:pt x="312897" y="189858"/>
                        <a:pt x="297651" y="201293"/>
                        <a:pt x="277641" y="208201"/>
                      </a:cubicBezTo>
                      <a:lnTo>
                        <a:pt x="277641" y="209988"/>
                      </a:lnTo>
                      <a:cubicBezTo>
                        <a:pt x="302892" y="215705"/>
                        <a:pt x="322306" y="227020"/>
                        <a:pt x="335885" y="243814"/>
                      </a:cubicBezTo>
                      <a:cubicBezTo>
                        <a:pt x="349463" y="260728"/>
                        <a:pt x="356371" y="282167"/>
                        <a:pt x="356371" y="308133"/>
                      </a:cubicBezTo>
                      <a:cubicBezTo>
                        <a:pt x="356371" y="345175"/>
                        <a:pt x="344580" y="374238"/>
                        <a:pt x="320996" y="395439"/>
                      </a:cubicBezTo>
                      <a:cubicBezTo>
                        <a:pt x="297413" y="416640"/>
                        <a:pt x="264301" y="427122"/>
                        <a:pt x="221541" y="427122"/>
                      </a:cubicBezTo>
                      <a:lnTo>
                        <a:pt x="0" y="427122"/>
                      </a:lnTo>
                      <a:lnTo>
                        <a:pt x="0" y="0"/>
                      </a:lnTo>
                      <a:close/>
                      <a:moveTo>
                        <a:pt x="202007" y="178424"/>
                      </a:moveTo>
                      <a:cubicBezTo>
                        <a:pt x="218325" y="178424"/>
                        <a:pt x="231427" y="173898"/>
                        <a:pt x="241313" y="164727"/>
                      </a:cubicBezTo>
                      <a:cubicBezTo>
                        <a:pt x="251318" y="155555"/>
                        <a:pt x="256201" y="142453"/>
                        <a:pt x="256201" y="125421"/>
                      </a:cubicBezTo>
                      <a:cubicBezTo>
                        <a:pt x="256201" y="108388"/>
                        <a:pt x="250961" y="95882"/>
                        <a:pt x="240598" y="86949"/>
                      </a:cubicBezTo>
                      <a:cubicBezTo>
                        <a:pt x="230236" y="78016"/>
                        <a:pt x="215466" y="73490"/>
                        <a:pt x="196409" y="73490"/>
                      </a:cubicBezTo>
                      <a:lnTo>
                        <a:pt x="84090" y="73490"/>
                      </a:lnTo>
                      <a:lnTo>
                        <a:pt x="84090" y="178424"/>
                      </a:lnTo>
                      <a:lnTo>
                        <a:pt x="201888" y="178424"/>
                      </a:lnTo>
                      <a:close/>
                      <a:moveTo>
                        <a:pt x="209273" y="354108"/>
                      </a:moveTo>
                      <a:cubicBezTo>
                        <a:pt x="228807" y="354108"/>
                        <a:pt x="243814" y="349463"/>
                        <a:pt x="254415" y="340054"/>
                      </a:cubicBezTo>
                      <a:cubicBezTo>
                        <a:pt x="265015" y="330644"/>
                        <a:pt x="270256" y="317304"/>
                        <a:pt x="270256" y="299795"/>
                      </a:cubicBezTo>
                      <a:cubicBezTo>
                        <a:pt x="270256" y="282286"/>
                        <a:pt x="264777" y="269065"/>
                        <a:pt x="253819" y="260132"/>
                      </a:cubicBezTo>
                      <a:cubicBezTo>
                        <a:pt x="242861" y="251199"/>
                        <a:pt x="227139" y="246673"/>
                        <a:pt x="206891" y="246673"/>
                      </a:cubicBezTo>
                      <a:lnTo>
                        <a:pt x="84209" y="246673"/>
                      </a:lnTo>
                      <a:lnTo>
                        <a:pt x="84209" y="354108"/>
                      </a:lnTo>
                      <a:lnTo>
                        <a:pt x="209273" y="354108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1188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A654432B-DEFA-F81B-5348-28B97EC60CA1}"/>
                    </a:ext>
                  </a:extLst>
                </p:cNvPr>
                <p:cNvSpPr/>
                <p:nvPr/>
              </p:nvSpPr>
              <p:spPr>
                <a:xfrm>
                  <a:off x="1467439" y="1467458"/>
                  <a:ext cx="433791" cy="427121"/>
                </a:xfrm>
                <a:custGeom>
                  <a:avLst/>
                  <a:gdLst>
                    <a:gd name="connsiteX0" fmla="*/ 147098 w 433791"/>
                    <a:gd name="connsiteY0" fmla="*/ 0 h 427121"/>
                    <a:gd name="connsiteX1" fmla="*/ 287408 w 433791"/>
                    <a:gd name="connsiteY1" fmla="*/ 0 h 427121"/>
                    <a:gd name="connsiteX2" fmla="*/ 433792 w 433791"/>
                    <a:gd name="connsiteY2" fmla="*/ 427122 h 427121"/>
                    <a:gd name="connsiteX3" fmla="*/ 342912 w 433791"/>
                    <a:gd name="connsiteY3" fmla="*/ 427122 h 427121"/>
                    <a:gd name="connsiteX4" fmla="*/ 317304 w 433791"/>
                    <a:gd name="connsiteY4" fmla="*/ 349582 h 427121"/>
                    <a:gd name="connsiteX5" fmla="*/ 115892 w 433791"/>
                    <a:gd name="connsiteY5" fmla="*/ 349582 h 427121"/>
                    <a:gd name="connsiteX6" fmla="*/ 90284 w 433791"/>
                    <a:gd name="connsiteY6" fmla="*/ 427122 h 427121"/>
                    <a:gd name="connsiteX7" fmla="*/ 0 w 433791"/>
                    <a:gd name="connsiteY7" fmla="*/ 427122 h 427121"/>
                    <a:gd name="connsiteX8" fmla="*/ 147098 w 433791"/>
                    <a:gd name="connsiteY8" fmla="*/ 0 h 427121"/>
                    <a:gd name="connsiteX9" fmla="*/ 295388 w 433791"/>
                    <a:gd name="connsiteY9" fmla="*/ 278832 h 427121"/>
                    <a:gd name="connsiteX10" fmla="*/ 224042 w 433791"/>
                    <a:gd name="connsiteY10" fmla="*/ 63485 h 427121"/>
                    <a:gd name="connsiteX11" fmla="*/ 208201 w 433791"/>
                    <a:gd name="connsiteY11" fmla="*/ 63485 h 427121"/>
                    <a:gd name="connsiteX12" fmla="*/ 138046 w 433791"/>
                    <a:gd name="connsiteY12" fmla="*/ 278832 h 427121"/>
                    <a:gd name="connsiteX13" fmla="*/ 295507 w 433791"/>
                    <a:gd name="connsiteY13" fmla="*/ 278832 h 427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33791" h="427121">
                      <a:moveTo>
                        <a:pt x="147098" y="0"/>
                      </a:moveTo>
                      <a:lnTo>
                        <a:pt x="287408" y="0"/>
                      </a:lnTo>
                      <a:lnTo>
                        <a:pt x="433792" y="427122"/>
                      </a:lnTo>
                      <a:lnTo>
                        <a:pt x="342912" y="427122"/>
                      </a:lnTo>
                      <a:lnTo>
                        <a:pt x="317304" y="349582"/>
                      </a:lnTo>
                      <a:lnTo>
                        <a:pt x="115892" y="349582"/>
                      </a:lnTo>
                      <a:lnTo>
                        <a:pt x="90284" y="427122"/>
                      </a:lnTo>
                      <a:lnTo>
                        <a:pt x="0" y="427122"/>
                      </a:lnTo>
                      <a:lnTo>
                        <a:pt x="147098" y="0"/>
                      </a:lnTo>
                      <a:close/>
                      <a:moveTo>
                        <a:pt x="295388" y="278832"/>
                      </a:moveTo>
                      <a:lnTo>
                        <a:pt x="224042" y="63485"/>
                      </a:lnTo>
                      <a:lnTo>
                        <a:pt x="208201" y="63485"/>
                      </a:lnTo>
                      <a:lnTo>
                        <a:pt x="138046" y="278832"/>
                      </a:lnTo>
                      <a:lnTo>
                        <a:pt x="295507" y="278832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1188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F8C2B8C3-8D81-BFAD-1F7A-A4557CF1E3FD}"/>
                    </a:ext>
                  </a:extLst>
                </p:cNvPr>
                <p:cNvSpPr/>
                <p:nvPr/>
              </p:nvSpPr>
              <p:spPr>
                <a:xfrm>
                  <a:off x="1951375" y="1467458"/>
                  <a:ext cx="384957" cy="427121"/>
                </a:xfrm>
                <a:custGeom>
                  <a:avLst/>
                  <a:gdLst>
                    <a:gd name="connsiteX0" fmla="*/ 0 w 384957"/>
                    <a:gd name="connsiteY0" fmla="*/ 0 h 427121"/>
                    <a:gd name="connsiteX1" fmla="*/ 154960 w 384957"/>
                    <a:gd name="connsiteY1" fmla="*/ 0 h 427121"/>
                    <a:gd name="connsiteX2" fmla="*/ 284906 w 384957"/>
                    <a:gd name="connsiteY2" fmla="*/ 353275 h 427121"/>
                    <a:gd name="connsiteX3" fmla="*/ 300748 w 384957"/>
                    <a:gd name="connsiteY3" fmla="*/ 353275 h 427121"/>
                    <a:gd name="connsiteX4" fmla="*/ 300748 w 384957"/>
                    <a:gd name="connsiteY4" fmla="*/ 0 h 427121"/>
                    <a:gd name="connsiteX5" fmla="*/ 384957 w 384957"/>
                    <a:gd name="connsiteY5" fmla="*/ 0 h 427121"/>
                    <a:gd name="connsiteX6" fmla="*/ 384957 w 384957"/>
                    <a:gd name="connsiteY6" fmla="*/ 427122 h 427121"/>
                    <a:gd name="connsiteX7" fmla="*/ 229998 w 384957"/>
                    <a:gd name="connsiteY7" fmla="*/ 427122 h 427121"/>
                    <a:gd name="connsiteX8" fmla="*/ 100051 w 384957"/>
                    <a:gd name="connsiteY8" fmla="*/ 73847 h 427121"/>
                    <a:gd name="connsiteX9" fmla="*/ 84209 w 384957"/>
                    <a:gd name="connsiteY9" fmla="*/ 73847 h 427121"/>
                    <a:gd name="connsiteX10" fmla="*/ 84209 w 384957"/>
                    <a:gd name="connsiteY10" fmla="*/ 427122 h 427121"/>
                    <a:gd name="connsiteX11" fmla="*/ 0 w 384957"/>
                    <a:gd name="connsiteY11" fmla="*/ 427122 h 427121"/>
                    <a:gd name="connsiteX12" fmla="*/ 0 w 384957"/>
                    <a:gd name="connsiteY12" fmla="*/ 0 h 427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384957" h="427121">
                      <a:moveTo>
                        <a:pt x="0" y="0"/>
                      </a:moveTo>
                      <a:lnTo>
                        <a:pt x="154960" y="0"/>
                      </a:lnTo>
                      <a:lnTo>
                        <a:pt x="284906" y="353275"/>
                      </a:lnTo>
                      <a:lnTo>
                        <a:pt x="300748" y="353275"/>
                      </a:lnTo>
                      <a:lnTo>
                        <a:pt x="300748" y="0"/>
                      </a:lnTo>
                      <a:lnTo>
                        <a:pt x="384957" y="0"/>
                      </a:lnTo>
                      <a:lnTo>
                        <a:pt x="384957" y="427122"/>
                      </a:lnTo>
                      <a:lnTo>
                        <a:pt x="229998" y="427122"/>
                      </a:lnTo>
                      <a:lnTo>
                        <a:pt x="100051" y="73847"/>
                      </a:lnTo>
                      <a:lnTo>
                        <a:pt x="84209" y="73847"/>
                      </a:lnTo>
                      <a:lnTo>
                        <a:pt x="84209" y="427122"/>
                      </a:lnTo>
                      <a:lnTo>
                        <a:pt x="0" y="42712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1188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22169CF1-A43D-4BBF-57DA-275F94D8CD6B}"/>
                    </a:ext>
                  </a:extLst>
                </p:cNvPr>
                <p:cNvSpPr/>
                <p:nvPr/>
              </p:nvSpPr>
              <p:spPr>
                <a:xfrm>
                  <a:off x="2414467" y="1467339"/>
                  <a:ext cx="388054" cy="427121"/>
                </a:xfrm>
                <a:custGeom>
                  <a:avLst/>
                  <a:gdLst>
                    <a:gd name="connsiteX0" fmla="*/ 0 w 388054"/>
                    <a:gd name="connsiteY0" fmla="*/ 119 h 427121"/>
                    <a:gd name="connsiteX1" fmla="*/ 85400 w 388054"/>
                    <a:gd name="connsiteY1" fmla="*/ 119 h 427121"/>
                    <a:gd name="connsiteX2" fmla="*/ 85400 w 388054"/>
                    <a:gd name="connsiteY2" fmla="*/ 181997 h 427121"/>
                    <a:gd name="connsiteX3" fmla="*/ 101242 w 388054"/>
                    <a:gd name="connsiteY3" fmla="*/ 181997 h 427121"/>
                    <a:gd name="connsiteX4" fmla="*/ 277641 w 388054"/>
                    <a:gd name="connsiteY4" fmla="*/ 119 h 427121"/>
                    <a:gd name="connsiteX5" fmla="*/ 383766 w 388054"/>
                    <a:gd name="connsiteY5" fmla="*/ 119 h 427121"/>
                    <a:gd name="connsiteX6" fmla="*/ 176876 w 388054"/>
                    <a:gd name="connsiteY6" fmla="*/ 210583 h 427121"/>
                    <a:gd name="connsiteX7" fmla="*/ 176876 w 388054"/>
                    <a:gd name="connsiteY7" fmla="*/ 212965 h 427121"/>
                    <a:gd name="connsiteX8" fmla="*/ 388054 w 388054"/>
                    <a:gd name="connsiteY8" fmla="*/ 427122 h 427121"/>
                    <a:gd name="connsiteX9" fmla="*/ 273353 w 388054"/>
                    <a:gd name="connsiteY9" fmla="*/ 427122 h 427121"/>
                    <a:gd name="connsiteX10" fmla="*/ 101242 w 388054"/>
                    <a:gd name="connsiteY10" fmla="*/ 247745 h 427121"/>
                    <a:gd name="connsiteX11" fmla="*/ 85400 w 388054"/>
                    <a:gd name="connsiteY11" fmla="*/ 247745 h 427121"/>
                    <a:gd name="connsiteX12" fmla="*/ 85400 w 388054"/>
                    <a:gd name="connsiteY12" fmla="*/ 427122 h 427121"/>
                    <a:gd name="connsiteX13" fmla="*/ 0 w 388054"/>
                    <a:gd name="connsiteY13" fmla="*/ 427122 h 427121"/>
                    <a:gd name="connsiteX14" fmla="*/ 0 w 388054"/>
                    <a:gd name="connsiteY14" fmla="*/ 0 h 4271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88054" h="427121">
                      <a:moveTo>
                        <a:pt x="0" y="119"/>
                      </a:moveTo>
                      <a:lnTo>
                        <a:pt x="85400" y="119"/>
                      </a:lnTo>
                      <a:lnTo>
                        <a:pt x="85400" y="181997"/>
                      </a:lnTo>
                      <a:lnTo>
                        <a:pt x="101242" y="181997"/>
                      </a:lnTo>
                      <a:lnTo>
                        <a:pt x="277641" y="119"/>
                      </a:lnTo>
                      <a:lnTo>
                        <a:pt x="383766" y="119"/>
                      </a:lnTo>
                      <a:lnTo>
                        <a:pt x="176876" y="210583"/>
                      </a:lnTo>
                      <a:lnTo>
                        <a:pt x="176876" y="212965"/>
                      </a:lnTo>
                      <a:lnTo>
                        <a:pt x="388054" y="427122"/>
                      </a:lnTo>
                      <a:lnTo>
                        <a:pt x="273353" y="427122"/>
                      </a:lnTo>
                      <a:lnTo>
                        <a:pt x="101242" y="247745"/>
                      </a:lnTo>
                      <a:lnTo>
                        <a:pt x="85400" y="247745"/>
                      </a:lnTo>
                      <a:lnTo>
                        <a:pt x="85400" y="427122"/>
                      </a:lnTo>
                      <a:lnTo>
                        <a:pt x="0" y="42712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1188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CDA856C9-080A-ACD3-3158-21FAD01C0363}"/>
                    </a:ext>
                  </a:extLst>
                </p:cNvPr>
                <p:cNvSpPr/>
                <p:nvPr/>
              </p:nvSpPr>
              <p:spPr>
                <a:xfrm>
                  <a:off x="2812883" y="1460073"/>
                  <a:ext cx="346604" cy="441533"/>
                </a:xfrm>
                <a:custGeom>
                  <a:avLst/>
                  <a:gdLst>
                    <a:gd name="connsiteX0" fmla="*/ 46095 w 346604"/>
                    <a:gd name="connsiteY0" fmla="*/ 400918 h 441533"/>
                    <a:gd name="connsiteX1" fmla="*/ 0 w 346604"/>
                    <a:gd name="connsiteY1" fmla="*/ 282524 h 441533"/>
                    <a:gd name="connsiteX2" fmla="*/ 84209 w 346604"/>
                    <a:gd name="connsiteY2" fmla="*/ 282524 h 441533"/>
                    <a:gd name="connsiteX3" fmla="*/ 108269 w 346604"/>
                    <a:gd name="connsiteY3" fmla="*/ 345414 h 441533"/>
                    <a:gd name="connsiteX4" fmla="*/ 179377 w 346604"/>
                    <a:gd name="connsiteY4" fmla="*/ 366734 h 441533"/>
                    <a:gd name="connsiteX5" fmla="*/ 238573 w 346604"/>
                    <a:gd name="connsiteY5" fmla="*/ 352441 h 441533"/>
                    <a:gd name="connsiteX6" fmla="*/ 259894 w 346604"/>
                    <a:gd name="connsiteY6" fmla="*/ 311825 h 441533"/>
                    <a:gd name="connsiteX7" fmla="*/ 245244 w 346604"/>
                    <a:gd name="connsiteY7" fmla="*/ 282286 h 441533"/>
                    <a:gd name="connsiteX8" fmla="*/ 192717 w 346604"/>
                    <a:gd name="connsiteY8" fmla="*/ 261204 h 441533"/>
                    <a:gd name="connsiteX9" fmla="*/ 118870 w 346604"/>
                    <a:gd name="connsiteY9" fmla="*/ 241670 h 441533"/>
                    <a:gd name="connsiteX10" fmla="*/ 36209 w 346604"/>
                    <a:gd name="connsiteY10" fmla="*/ 201054 h 441533"/>
                    <a:gd name="connsiteX11" fmla="*/ 7861 w 346604"/>
                    <a:gd name="connsiteY11" fmla="*/ 126255 h 441533"/>
                    <a:gd name="connsiteX12" fmla="*/ 27752 w 346604"/>
                    <a:gd name="connsiteY12" fmla="*/ 60030 h 441533"/>
                    <a:gd name="connsiteX13" fmla="*/ 84448 w 346604"/>
                    <a:gd name="connsiteY13" fmla="*/ 15841 h 441533"/>
                    <a:gd name="connsiteX14" fmla="*/ 170206 w 346604"/>
                    <a:gd name="connsiteY14" fmla="*/ 0 h 441533"/>
                    <a:gd name="connsiteX15" fmla="*/ 297175 w 346604"/>
                    <a:gd name="connsiteY15" fmla="*/ 37519 h 441533"/>
                    <a:gd name="connsiteX16" fmla="*/ 340530 w 346604"/>
                    <a:gd name="connsiteY16" fmla="*/ 145193 h 441533"/>
                    <a:gd name="connsiteX17" fmla="*/ 256321 w 346604"/>
                    <a:gd name="connsiteY17" fmla="*/ 145193 h 441533"/>
                    <a:gd name="connsiteX18" fmla="*/ 234643 w 346604"/>
                    <a:gd name="connsiteY18" fmla="*/ 92666 h 441533"/>
                    <a:gd name="connsiteX19" fmla="*/ 169610 w 346604"/>
                    <a:gd name="connsiteY19" fmla="*/ 74919 h 441533"/>
                    <a:gd name="connsiteX20" fmla="*/ 113153 w 346604"/>
                    <a:gd name="connsiteY20" fmla="*/ 87068 h 441533"/>
                    <a:gd name="connsiteX21" fmla="*/ 92666 w 346604"/>
                    <a:gd name="connsiteY21" fmla="*/ 121252 h 441533"/>
                    <a:gd name="connsiteX22" fmla="*/ 108269 w 346604"/>
                    <a:gd name="connsiteY22" fmla="*/ 151148 h 441533"/>
                    <a:gd name="connsiteX23" fmla="*/ 155555 w 346604"/>
                    <a:gd name="connsiteY23" fmla="*/ 170682 h 441533"/>
                    <a:gd name="connsiteX24" fmla="*/ 228807 w 346604"/>
                    <a:gd name="connsiteY24" fmla="*/ 189025 h 441533"/>
                    <a:gd name="connsiteX25" fmla="*/ 316708 w 346604"/>
                    <a:gd name="connsiteY25" fmla="*/ 229283 h 441533"/>
                    <a:gd name="connsiteX26" fmla="*/ 346605 w 346604"/>
                    <a:gd name="connsiteY26" fmla="*/ 309205 h 441533"/>
                    <a:gd name="connsiteX27" fmla="*/ 326118 w 346604"/>
                    <a:gd name="connsiteY27" fmla="*/ 377573 h 441533"/>
                    <a:gd name="connsiteX28" fmla="*/ 267517 w 346604"/>
                    <a:gd name="connsiteY28" fmla="*/ 424501 h 441533"/>
                    <a:gd name="connsiteX29" fmla="*/ 178781 w 346604"/>
                    <a:gd name="connsiteY29" fmla="*/ 441534 h 441533"/>
                    <a:gd name="connsiteX30" fmla="*/ 46095 w 346604"/>
                    <a:gd name="connsiteY30" fmla="*/ 400680 h 4415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346604" h="441533">
                      <a:moveTo>
                        <a:pt x="46095" y="400918"/>
                      </a:moveTo>
                      <a:cubicBezTo>
                        <a:pt x="15365" y="373642"/>
                        <a:pt x="0" y="334217"/>
                        <a:pt x="0" y="282524"/>
                      </a:cubicBezTo>
                      <a:lnTo>
                        <a:pt x="84209" y="282524"/>
                      </a:lnTo>
                      <a:cubicBezTo>
                        <a:pt x="84209" y="310158"/>
                        <a:pt x="92190" y="331120"/>
                        <a:pt x="108269" y="345414"/>
                      </a:cubicBezTo>
                      <a:cubicBezTo>
                        <a:pt x="124349" y="359706"/>
                        <a:pt x="148051" y="366734"/>
                        <a:pt x="179377" y="366734"/>
                      </a:cubicBezTo>
                      <a:cubicBezTo>
                        <a:pt x="204628" y="366734"/>
                        <a:pt x="224280" y="361970"/>
                        <a:pt x="238573" y="352441"/>
                      </a:cubicBezTo>
                      <a:cubicBezTo>
                        <a:pt x="252867" y="342912"/>
                        <a:pt x="259894" y="329334"/>
                        <a:pt x="259894" y="311825"/>
                      </a:cubicBezTo>
                      <a:cubicBezTo>
                        <a:pt x="259894" y="299200"/>
                        <a:pt x="255010" y="289314"/>
                        <a:pt x="245244" y="282286"/>
                      </a:cubicBezTo>
                      <a:cubicBezTo>
                        <a:pt x="235477" y="275140"/>
                        <a:pt x="217968" y="268112"/>
                        <a:pt x="192717" y="261204"/>
                      </a:cubicBezTo>
                      <a:lnTo>
                        <a:pt x="118870" y="241670"/>
                      </a:lnTo>
                      <a:cubicBezTo>
                        <a:pt x="82661" y="232261"/>
                        <a:pt x="55147" y="218802"/>
                        <a:pt x="36209" y="201054"/>
                      </a:cubicBezTo>
                      <a:cubicBezTo>
                        <a:pt x="17271" y="183307"/>
                        <a:pt x="7861" y="158414"/>
                        <a:pt x="7861" y="126255"/>
                      </a:cubicBezTo>
                      <a:cubicBezTo>
                        <a:pt x="7861" y="101004"/>
                        <a:pt x="14412" y="78969"/>
                        <a:pt x="27752" y="60030"/>
                      </a:cubicBezTo>
                      <a:cubicBezTo>
                        <a:pt x="40973" y="41092"/>
                        <a:pt x="59911" y="26323"/>
                        <a:pt x="84448" y="15841"/>
                      </a:cubicBezTo>
                      <a:cubicBezTo>
                        <a:pt x="109103" y="5241"/>
                        <a:pt x="137570" y="0"/>
                        <a:pt x="170206" y="0"/>
                      </a:cubicBezTo>
                      <a:cubicBezTo>
                        <a:pt x="225948" y="0"/>
                        <a:pt x="268231" y="12506"/>
                        <a:pt x="297175" y="37519"/>
                      </a:cubicBezTo>
                      <a:cubicBezTo>
                        <a:pt x="325999" y="62532"/>
                        <a:pt x="340530" y="98383"/>
                        <a:pt x="340530" y="145193"/>
                      </a:cubicBezTo>
                      <a:lnTo>
                        <a:pt x="256321" y="145193"/>
                      </a:lnTo>
                      <a:cubicBezTo>
                        <a:pt x="256321" y="121967"/>
                        <a:pt x="249055" y="104458"/>
                        <a:pt x="234643" y="92666"/>
                      </a:cubicBezTo>
                      <a:cubicBezTo>
                        <a:pt x="220231" y="80874"/>
                        <a:pt x="198553" y="74919"/>
                        <a:pt x="169610" y="74919"/>
                      </a:cubicBezTo>
                      <a:cubicBezTo>
                        <a:pt x="145550" y="74919"/>
                        <a:pt x="126850" y="78969"/>
                        <a:pt x="113153" y="87068"/>
                      </a:cubicBezTo>
                      <a:cubicBezTo>
                        <a:pt x="99574" y="95167"/>
                        <a:pt x="92666" y="106602"/>
                        <a:pt x="92666" y="121252"/>
                      </a:cubicBezTo>
                      <a:cubicBezTo>
                        <a:pt x="92666" y="133401"/>
                        <a:pt x="97907" y="143406"/>
                        <a:pt x="108269" y="151148"/>
                      </a:cubicBezTo>
                      <a:cubicBezTo>
                        <a:pt x="118632" y="158890"/>
                        <a:pt x="134354" y="165441"/>
                        <a:pt x="155555" y="170682"/>
                      </a:cubicBezTo>
                      <a:lnTo>
                        <a:pt x="228807" y="189025"/>
                      </a:lnTo>
                      <a:cubicBezTo>
                        <a:pt x="267398" y="197958"/>
                        <a:pt x="296698" y="211417"/>
                        <a:pt x="316708" y="229283"/>
                      </a:cubicBezTo>
                      <a:cubicBezTo>
                        <a:pt x="336599" y="247149"/>
                        <a:pt x="346605" y="273830"/>
                        <a:pt x="346605" y="309205"/>
                      </a:cubicBezTo>
                      <a:cubicBezTo>
                        <a:pt x="346605" y="334813"/>
                        <a:pt x="339815" y="357562"/>
                        <a:pt x="326118" y="377573"/>
                      </a:cubicBezTo>
                      <a:cubicBezTo>
                        <a:pt x="312421" y="397464"/>
                        <a:pt x="293006" y="413186"/>
                        <a:pt x="267517" y="424501"/>
                      </a:cubicBezTo>
                      <a:cubicBezTo>
                        <a:pt x="242147" y="435936"/>
                        <a:pt x="212489" y="441534"/>
                        <a:pt x="178781" y="441534"/>
                      </a:cubicBezTo>
                      <a:cubicBezTo>
                        <a:pt x="121014" y="441534"/>
                        <a:pt x="76825" y="427955"/>
                        <a:pt x="46095" y="400680"/>
                      </a:cubicBezTo>
                      <a:close/>
                    </a:path>
                  </a:pathLst>
                </a:custGeom>
                <a:solidFill>
                  <a:schemeClr val="bg2">
                    <a:lumMod val="50000"/>
                  </a:schemeClr>
                </a:solidFill>
                <a:ln w="1188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1" name="CaixaDeTexto 4">
            <a:extLst>
              <a:ext uri="{FF2B5EF4-FFF2-40B4-BE49-F238E27FC236}">
                <a16:creationId xmlns:a16="http://schemas.microsoft.com/office/drawing/2014/main" id="{8FF812C8-AEDD-CD89-C5B1-2C5DC5F7A0A7}"/>
              </a:ext>
            </a:extLst>
          </p:cNvPr>
          <p:cNvSpPr txBox="1"/>
          <p:nvPr/>
        </p:nvSpPr>
        <p:spPr>
          <a:xfrm>
            <a:off x="606044" y="1805885"/>
            <a:ext cx="1198710" cy="2050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10.347.493/0001-94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7BD654-4AA6-2ECF-7357-3281E46CB346}"/>
              </a:ext>
            </a:extLst>
          </p:cNvPr>
          <p:cNvSpPr txBox="1"/>
          <p:nvPr/>
        </p:nvSpPr>
        <p:spPr>
          <a:xfrm>
            <a:off x="334963" y="966270"/>
            <a:ext cx="2629678" cy="5071478"/>
          </a:xfrm>
          <a:custGeom>
            <a:avLst/>
            <a:gdLst>
              <a:gd name="connsiteX0" fmla="*/ 44351 w 2924364"/>
              <a:gd name="connsiteY0" fmla="*/ 0 h 6088370"/>
              <a:gd name="connsiteX1" fmla="*/ 781116 w 2924364"/>
              <a:gd name="connsiteY1" fmla="*/ 0 h 6088370"/>
              <a:gd name="connsiteX2" fmla="*/ 825467 w 2924364"/>
              <a:gd name="connsiteY2" fmla="*/ 44351 h 6088370"/>
              <a:gd name="connsiteX3" fmla="*/ 825467 w 2924364"/>
              <a:gd name="connsiteY3" fmla="*/ 178609 h 6088370"/>
              <a:gd name="connsiteX4" fmla="*/ 2924364 w 2924364"/>
              <a:gd name="connsiteY4" fmla="*/ 178609 h 6088370"/>
              <a:gd name="connsiteX5" fmla="*/ 2924364 w 2924364"/>
              <a:gd name="connsiteY5" fmla="*/ 6088370 h 6088370"/>
              <a:gd name="connsiteX6" fmla="*/ 0 w 2924364"/>
              <a:gd name="connsiteY6" fmla="*/ 6088370 h 6088370"/>
              <a:gd name="connsiteX7" fmla="*/ 0 w 2924364"/>
              <a:gd name="connsiteY7" fmla="*/ 266098 h 6088370"/>
              <a:gd name="connsiteX8" fmla="*/ 0 w 2924364"/>
              <a:gd name="connsiteY8" fmla="*/ 178609 h 6088370"/>
              <a:gd name="connsiteX9" fmla="*/ 0 w 2924364"/>
              <a:gd name="connsiteY9" fmla="*/ 44351 h 6088370"/>
              <a:gd name="connsiteX10" fmla="*/ 44351 w 2924364"/>
              <a:gd name="connsiteY10" fmla="*/ 0 h 6088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24364" h="6088370">
                <a:moveTo>
                  <a:pt x="44351" y="0"/>
                </a:moveTo>
                <a:lnTo>
                  <a:pt x="781116" y="0"/>
                </a:lnTo>
                <a:cubicBezTo>
                  <a:pt x="805610" y="0"/>
                  <a:pt x="825467" y="19857"/>
                  <a:pt x="825467" y="44351"/>
                </a:cubicBezTo>
                <a:lnTo>
                  <a:pt x="825467" y="178609"/>
                </a:lnTo>
                <a:lnTo>
                  <a:pt x="2924364" y="178609"/>
                </a:lnTo>
                <a:lnTo>
                  <a:pt x="2924364" y="6088370"/>
                </a:lnTo>
                <a:lnTo>
                  <a:pt x="0" y="6088370"/>
                </a:lnTo>
                <a:lnTo>
                  <a:pt x="0" y="266098"/>
                </a:lnTo>
                <a:lnTo>
                  <a:pt x="0" y="178609"/>
                </a:lnTo>
                <a:lnTo>
                  <a:pt x="0" y="44351"/>
                </a:lnTo>
                <a:cubicBezTo>
                  <a:pt x="0" y="19857"/>
                  <a:pt x="19857" y="0"/>
                  <a:pt x="44351" y="0"/>
                </a:cubicBezTo>
                <a:close/>
              </a:path>
            </a:pathLst>
          </a:custGeom>
          <a:blipFill dpi="0" rotWithShape="1">
            <a:blip r:embed="rId7" cstate="print">
              <a:alphaModFix amt="1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8171" r="-8171"/>
            </a:stretch>
          </a:blip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txBody>
          <a:bodyPr vert="horz" wrap="square" lIns="0" tIns="5715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FCE758-0C3D-80FC-71D5-00070BC5DD70}"/>
              </a:ext>
            </a:extLst>
          </p:cNvPr>
          <p:cNvSpPr txBox="1"/>
          <p:nvPr/>
        </p:nvSpPr>
        <p:spPr>
          <a:xfrm>
            <a:off x="9482229" y="5094313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Taxa global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0,63% a.a.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BDF41B-8F50-C209-CB65-8F6099A9F2A5}"/>
              </a:ext>
            </a:extLst>
          </p:cNvPr>
          <p:cNvSpPr txBox="1"/>
          <p:nvPr/>
        </p:nvSpPr>
        <p:spPr>
          <a:xfrm>
            <a:off x="9482229" y="4583763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Taxa de performance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20% do que exceder o CDI.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751591-BBC3-E655-7605-D67E70325BCF}"/>
              </a:ext>
            </a:extLst>
          </p:cNvPr>
          <p:cNvSpPr txBox="1"/>
          <p:nvPr/>
        </p:nvSpPr>
        <p:spPr>
          <a:xfrm>
            <a:off x="9482229" y="4065518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Índice de referência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CDI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FFDCD0-1202-E292-4C6C-CDBECB20A077}"/>
              </a:ext>
            </a:extLst>
          </p:cNvPr>
          <p:cNvSpPr txBox="1"/>
          <p:nvPr/>
        </p:nvSpPr>
        <p:spPr>
          <a:xfrm>
            <a:off x="9482229" y="3547274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Movimentação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R$ 1.000,00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3C52B2-6083-5216-0746-37C276920ABE}"/>
              </a:ext>
            </a:extLst>
          </p:cNvPr>
          <p:cNvSpPr txBox="1"/>
          <p:nvPr/>
        </p:nvSpPr>
        <p:spPr>
          <a:xfrm>
            <a:off x="9482229" y="3063654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Investimento inicial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R$ 1.000,00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9C6AA2-EC8D-20A4-734E-A520F6401F06}"/>
              </a:ext>
            </a:extLst>
          </p:cNvPr>
          <p:cNvSpPr txBox="1"/>
          <p:nvPr/>
        </p:nvSpPr>
        <p:spPr>
          <a:xfrm>
            <a:off x="9482229" y="2571146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Resgate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D+30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F2353C-4749-7C4E-D2B4-721E1CD5DDCB}"/>
              </a:ext>
            </a:extLst>
          </p:cNvPr>
          <p:cNvSpPr txBox="1"/>
          <p:nvPr/>
        </p:nvSpPr>
        <p:spPr>
          <a:xfrm>
            <a:off x="9482229" y="2087526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Aplicação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D+0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983C26-259E-7A8E-BD70-D277FB178DC5}"/>
              </a:ext>
            </a:extLst>
          </p:cNvPr>
          <p:cNvSpPr txBox="1"/>
          <p:nvPr/>
        </p:nvSpPr>
        <p:spPr>
          <a:xfrm>
            <a:off x="10419707" y="5635640"/>
            <a:ext cx="1267131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Mercados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Crédito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A28583-32B6-459A-4B86-5E998CB4B453}"/>
              </a:ext>
            </a:extLst>
          </p:cNvPr>
          <p:cNvSpPr txBox="1"/>
          <p:nvPr/>
        </p:nvSpPr>
        <p:spPr>
          <a:xfrm>
            <a:off x="9482229" y="5620251"/>
            <a:ext cx="1113382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Produto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Renda Fixa</a:t>
            </a:r>
          </a:p>
        </p:txBody>
      </p:sp>
      <p:sp>
        <p:nvSpPr>
          <p:cNvPr id="41" name="CaixaDeTexto 4">
            <a:extLst>
              <a:ext uri="{FF2B5EF4-FFF2-40B4-BE49-F238E27FC236}">
                <a16:creationId xmlns:a16="http://schemas.microsoft.com/office/drawing/2014/main" id="{150446D9-281B-FBFD-DF0B-9F0ABF058DE0}"/>
              </a:ext>
            </a:extLst>
          </p:cNvPr>
          <p:cNvSpPr txBox="1"/>
          <p:nvPr/>
        </p:nvSpPr>
        <p:spPr>
          <a:xfrm>
            <a:off x="9482229" y="1805885"/>
            <a:ext cx="1198710" cy="2050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58.290.160/0001-00</a:t>
            </a: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504287C3-EE82-BE08-130B-F04EBDCFCE09}"/>
              </a:ext>
            </a:extLst>
          </p:cNvPr>
          <p:cNvGrpSpPr/>
          <p:nvPr/>
        </p:nvGrpSpPr>
        <p:grpSpPr>
          <a:xfrm>
            <a:off x="9482229" y="1310945"/>
            <a:ext cx="1630387" cy="404954"/>
            <a:chOff x="9455390" y="274166"/>
            <a:chExt cx="1630387" cy="404954"/>
          </a:xfrm>
        </p:grpSpPr>
        <p:grpSp>
          <p:nvGrpSpPr>
            <p:cNvPr id="467" name="Graphic 51">
              <a:extLst>
                <a:ext uri="{FF2B5EF4-FFF2-40B4-BE49-F238E27FC236}">
                  <a16:creationId xmlns:a16="http://schemas.microsoft.com/office/drawing/2014/main" id="{7FF2EE3A-3891-DA25-FC8B-1C586DE84699}"/>
                </a:ext>
              </a:extLst>
            </p:cNvPr>
            <p:cNvGrpSpPr/>
            <p:nvPr/>
          </p:nvGrpSpPr>
          <p:grpSpPr>
            <a:xfrm>
              <a:off x="9455457" y="274166"/>
              <a:ext cx="509155" cy="122479"/>
              <a:chOff x="5130033" y="676919"/>
              <a:chExt cx="640025" cy="153960"/>
            </a:xfrm>
            <a:solidFill>
              <a:srgbClr val="FFFFFF"/>
            </a:solidFill>
          </p:grpSpPr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4C97FE73-1D25-65BD-6BA2-B0156AE664DA}"/>
                  </a:ext>
                </a:extLst>
              </p:cNvPr>
              <p:cNvSpPr/>
              <p:nvPr/>
            </p:nvSpPr>
            <p:spPr>
              <a:xfrm>
                <a:off x="5130033" y="678984"/>
                <a:ext cx="122372" cy="149728"/>
              </a:xfrm>
              <a:custGeom>
                <a:avLst/>
                <a:gdLst>
                  <a:gd name="csX0" fmla="*/ 51539 w 122372"/>
                  <a:gd name="csY0" fmla="*/ 18187 h 149728"/>
                  <a:gd name="csX1" fmla="*/ 0 w 122372"/>
                  <a:gd name="csY1" fmla="*/ 18187 h 149728"/>
                  <a:gd name="csX2" fmla="*/ 0 w 122372"/>
                  <a:gd name="csY2" fmla="*/ 0 h 149728"/>
                  <a:gd name="csX3" fmla="*/ 122373 w 122372"/>
                  <a:gd name="csY3" fmla="*/ 0 h 149728"/>
                  <a:gd name="csX4" fmla="*/ 122373 w 122372"/>
                  <a:gd name="csY4" fmla="*/ 18187 h 149728"/>
                  <a:gd name="csX5" fmla="*/ 70834 w 122372"/>
                  <a:gd name="csY5" fmla="*/ 18187 h 149728"/>
                  <a:gd name="csX6" fmla="*/ 70834 w 122372"/>
                  <a:gd name="csY6" fmla="*/ 149729 h 149728"/>
                  <a:gd name="csX7" fmla="*/ 51589 w 122372"/>
                  <a:gd name="csY7" fmla="*/ 149729 h 149728"/>
                  <a:gd name="csX8" fmla="*/ 51589 w 122372"/>
                  <a:gd name="csY8" fmla="*/ 18187 h 1497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22372" h="149728">
                    <a:moveTo>
                      <a:pt x="51539" y="18187"/>
                    </a:moveTo>
                    <a:lnTo>
                      <a:pt x="0" y="18187"/>
                    </a:lnTo>
                    <a:lnTo>
                      <a:pt x="0" y="0"/>
                    </a:lnTo>
                    <a:lnTo>
                      <a:pt x="122373" y="0"/>
                    </a:lnTo>
                    <a:lnTo>
                      <a:pt x="122373" y="18187"/>
                    </a:lnTo>
                    <a:lnTo>
                      <a:pt x="70834" y="18187"/>
                    </a:lnTo>
                    <a:lnTo>
                      <a:pt x="70834" y="149729"/>
                    </a:lnTo>
                    <a:lnTo>
                      <a:pt x="51589" y="149729"/>
                    </a:lnTo>
                    <a:lnTo>
                      <a:pt x="51589" y="18187"/>
                    </a:lnTo>
                    <a:close/>
                  </a:path>
                </a:pathLst>
              </a:custGeom>
              <a:solidFill>
                <a:srgbClr val="FFFFFF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ECD0587D-F186-B4B8-2479-DAB8A76E1885}"/>
                  </a:ext>
                </a:extLst>
              </p:cNvPr>
              <p:cNvSpPr/>
              <p:nvPr/>
            </p:nvSpPr>
            <p:spPr>
              <a:xfrm>
                <a:off x="5270592" y="679035"/>
                <a:ext cx="88567" cy="149728"/>
              </a:xfrm>
              <a:custGeom>
                <a:avLst/>
                <a:gdLst>
                  <a:gd name="csX0" fmla="*/ 0 w 88567"/>
                  <a:gd name="csY0" fmla="*/ 131542 h 149728"/>
                  <a:gd name="csX1" fmla="*/ 34661 w 88567"/>
                  <a:gd name="csY1" fmla="*/ 131542 h 149728"/>
                  <a:gd name="csX2" fmla="*/ 34661 w 88567"/>
                  <a:gd name="csY2" fmla="*/ 18187 h 149728"/>
                  <a:gd name="csX3" fmla="*/ 0 w 88567"/>
                  <a:gd name="csY3" fmla="*/ 18187 h 149728"/>
                  <a:gd name="csX4" fmla="*/ 0 w 88567"/>
                  <a:gd name="csY4" fmla="*/ 0 h 149728"/>
                  <a:gd name="csX5" fmla="*/ 88568 w 88567"/>
                  <a:gd name="csY5" fmla="*/ 0 h 149728"/>
                  <a:gd name="csX6" fmla="*/ 88568 w 88567"/>
                  <a:gd name="csY6" fmla="*/ 18187 h 149728"/>
                  <a:gd name="csX7" fmla="*/ 53906 w 88567"/>
                  <a:gd name="csY7" fmla="*/ 18187 h 149728"/>
                  <a:gd name="csX8" fmla="*/ 53906 w 88567"/>
                  <a:gd name="csY8" fmla="*/ 131542 h 149728"/>
                  <a:gd name="csX9" fmla="*/ 88568 w 88567"/>
                  <a:gd name="csY9" fmla="*/ 131542 h 149728"/>
                  <a:gd name="csX10" fmla="*/ 88568 w 88567"/>
                  <a:gd name="csY10" fmla="*/ 149729 h 149728"/>
                  <a:gd name="csX11" fmla="*/ 0 w 88567"/>
                  <a:gd name="csY11" fmla="*/ 149729 h 149728"/>
                  <a:gd name="csX12" fmla="*/ 0 w 88567"/>
                  <a:gd name="csY12" fmla="*/ 131542 h 1497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8567" h="149728">
                    <a:moveTo>
                      <a:pt x="0" y="131542"/>
                    </a:moveTo>
                    <a:lnTo>
                      <a:pt x="34661" y="131542"/>
                    </a:lnTo>
                    <a:lnTo>
                      <a:pt x="34661" y="18187"/>
                    </a:lnTo>
                    <a:lnTo>
                      <a:pt x="0" y="18187"/>
                    </a:lnTo>
                    <a:lnTo>
                      <a:pt x="0" y="0"/>
                    </a:lnTo>
                    <a:lnTo>
                      <a:pt x="88568" y="0"/>
                    </a:lnTo>
                    <a:lnTo>
                      <a:pt x="88568" y="18187"/>
                    </a:lnTo>
                    <a:lnTo>
                      <a:pt x="53906" y="18187"/>
                    </a:lnTo>
                    <a:lnTo>
                      <a:pt x="53906" y="131542"/>
                    </a:lnTo>
                    <a:lnTo>
                      <a:pt x="88568" y="131542"/>
                    </a:lnTo>
                    <a:lnTo>
                      <a:pt x="88568" y="149729"/>
                    </a:lnTo>
                    <a:lnTo>
                      <a:pt x="0" y="149729"/>
                    </a:lnTo>
                    <a:lnTo>
                      <a:pt x="0" y="131542"/>
                    </a:lnTo>
                    <a:close/>
                  </a:path>
                </a:pathLst>
              </a:custGeom>
              <a:solidFill>
                <a:srgbClr val="FFFFFF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BC56AAB4-F1C0-DE90-40A2-55589C989B15}"/>
                  </a:ext>
                </a:extLst>
              </p:cNvPr>
              <p:cNvSpPr/>
              <p:nvPr/>
            </p:nvSpPr>
            <p:spPr>
              <a:xfrm>
                <a:off x="5375181" y="678984"/>
                <a:ext cx="135874" cy="149728"/>
              </a:xfrm>
              <a:custGeom>
                <a:avLst/>
                <a:gdLst>
                  <a:gd name="csX0" fmla="*/ 0 w 135874"/>
                  <a:gd name="csY0" fmla="*/ 0 h 149728"/>
                  <a:gd name="csX1" fmla="*/ 21411 w 135874"/>
                  <a:gd name="csY1" fmla="*/ 0 h 149728"/>
                  <a:gd name="csX2" fmla="*/ 65292 w 135874"/>
                  <a:gd name="csY2" fmla="*/ 133708 h 149728"/>
                  <a:gd name="csX3" fmla="*/ 70834 w 135874"/>
                  <a:gd name="csY3" fmla="*/ 133708 h 149728"/>
                  <a:gd name="csX4" fmla="*/ 114463 w 135874"/>
                  <a:gd name="csY4" fmla="*/ 0 h 149728"/>
                  <a:gd name="csX5" fmla="*/ 135875 w 135874"/>
                  <a:gd name="csY5" fmla="*/ 0 h 149728"/>
                  <a:gd name="csX6" fmla="*/ 85192 w 135874"/>
                  <a:gd name="csY6" fmla="*/ 149729 h 149728"/>
                  <a:gd name="csX7" fmla="*/ 50733 w 135874"/>
                  <a:gd name="csY7" fmla="*/ 149729 h 149728"/>
                  <a:gd name="csX8" fmla="*/ 50 w 135874"/>
                  <a:gd name="csY8" fmla="*/ 0 h 1497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35874" h="149728">
                    <a:moveTo>
                      <a:pt x="0" y="0"/>
                    </a:moveTo>
                    <a:lnTo>
                      <a:pt x="21411" y="0"/>
                    </a:lnTo>
                    <a:lnTo>
                      <a:pt x="65292" y="133708"/>
                    </a:lnTo>
                    <a:lnTo>
                      <a:pt x="70834" y="133708"/>
                    </a:lnTo>
                    <a:lnTo>
                      <a:pt x="114463" y="0"/>
                    </a:lnTo>
                    <a:lnTo>
                      <a:pt x="135875" y="0"/>
                    </a:lnTo>
                    <a:lnTo>
                      <a:pt x="85192" y="149729"/>
                    </a:lnTo>
                    <a:lnTo>
                      <a:pt x="50733" y="149729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FFFFFF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245B5998-11BC-98EB-FFAE-AAF1EE9563D6}"/>
                  </a:ext>
                </a:extLst>
              </p:cNvPr>
              <p:cNvSpPr/>
              <p:nvPr/>
            </p:nvSpPr>
            <p:spPr>
              <a:xfrm>
                <a:off x="5527076" y="679035"/>
                <a:ext cx="88567" cy="149728"/>
              </a:xfrm>
              <a:custGeom>
                <a:avLst/>
                <a:gdLst>
                  <a:gd name="csX0" fmla="*/ 0 w 88567"/>
                  <a:gd name="csY0" fmla="*/ 131542 h 149728"/>
                  <a:gd name="csX1" fmla="*/ 34661 w 88567"/>
                  <a:gd name="csY1" fmla="*/ 131542 h 149728"/>
                  <a:gd name="csX2" fmla="*/ 34661 w 88567"/>
                  <a:gd name="csY2" fmla="*/ 18187 h 149728"/>
                  <a:gd name="csX3" fmla="*/ 0 w 88567"/>
                  <a:gd name="csY3" fmla="*/ 18187 h 149728"/>
                  <a:gd name="csX4" fmla="*/ 0 w 88567"/>
                  <a:gd name="csY4" fmla="*/ 0 h 149728"/>
                  <a:gd name="csX5" fmla="*/ 88568 w 88567"/>
                  <a:gd name="csY5" fmla="*/ 0 h 149728"/>
                  <a:gd name="csX6" fmla="*/ 88568 w 88567"/>
                  <a:gd name="csY6" fmla="*/ 18187 h 149728"/>
                  <a:gd name="csX7" fmla="*/ 53906 w 88567"/>
                  <a:gd name="csY7" fmla="*/ 18187 h 149728"/>
                  <a:gd name="csX8" fmla="*/ 53906 w 88567"/>
                  <a:gd name="csY8" fmla="*/ 131542 h 149728"/>
                  <a:gd name="csX9" fmla="*/ 88568 w 88567"/>
                  <a:gd name="csY9" fmla="*/ 131542 h 149728"/>
                  <a:gd name="csX10" fmla="*/ 88568 w 88567"/>
                  <a:gd name="csY10" fmla="*/ 149729 h 149728"/>
                  <a:gd name="csX11" fmla="*/ 0 w 88567"/>
                  <a:gd name="csY11" fmla="*/ 149729 h 149728"/>
                  <a:gd name="csX12" fmla="*/ 0 w 88567"/>
                  <a:gd name="csY12" fmla="*/ 131542 h 1497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8567" h="149728">
                    <a:moveTo>
                      <a:pt x="0" y="131542"/>
                    </a:moveTo>
                    <a:lnTo>
                      <a:pt x="34661" y="131542"/>
                    </a:lnTo>
                    <a:lnTo>
                      <a:pt x="34661" y="18187"/>
                    </a:lnTo>
                    <a:lnTo>
                      <a:pt x="0" y="18187"/>
                    </a:lnTo>
                    <a:lnTo>
                      <a:pt x="0" y="0"/>
                    </a:lnTo>
                    <a:lnTo>
                      <a:pt x="88568" y="0"/>
                    </a:lnTo>
                    <a:lnTo>
                      <a:pt x="88568" y="18187"/>
                    </a:lnTo>
                    <a:lnTo>
                      <a:pt x="53906" y="18187"/>
                    </a:lnTo>
                    <a:lnTo>
                      <a:pt x="53906" y="131542"/>
                    </a:lnTo>
                    <a:lnTo>
                      <a:pt x="88568" y="131542"/>
                    </a:lnTo>
                    <a:lnTo>
                      <a:pt x="88568" y="149729"/>
                    </a:lnTo>
                    <a:lnTo>
                      <a:pt x="0" y="149729"/>
                    </a:lnTo>
                    <a:lnTo>
                      <a:pt x="0" y="131542"/>
                    </a:lnTo>
                    <a:close/>
                  </a:path>
                </a:pathLst>
              </a:custGeom>
              <a:solidFill>
                <a:srgbClr val="FFFFFF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3B712836-9D5E-2C82-DCB8-6551293CFD06}"/>
                  </a:ext>
                </a:extLst>
              </p:cNvPr>
              <p:cNvSpPr/>
              <p:nvPr/>
            </p:nvSpPr>
            <p:spPr>
              <a:xfrm>
                <a:off x="5632723" y="676919"/>
                <a:ext cx="137335" cy="153960"/>
              </a:xfrm>
              <a:custGeom>
                <a:avLst/>
                <a:gdLst>
                  <a:gd name="csX0" fmla="*/ 32193 w 137335"/>
                  <a:gd name="csY0" fmla="*/ 145950 h 153960"/>
                  <a:gd name="csX1" fmla="*/ 8363 w 137335"/>
                  <a:gd name="csY1" fmla="*/ 122725 h 153960"/>
                  <a:gd name="csX2" fmla="*/ 0 w 137335"/>
                  <a:gd name="csY2" fmla="*/ 86804 h 153960"/>
                  <a:gd name="csX3" fmla="*/ 0 w 137335"/>
                  <a:gd name="csY3" fmla="*/ 67358 h 153960"/>
                  <a:gd name="csX4" fmla="*/ 8363 w 137335"/>
                  <a:gd name="csY4" fmla="*/ 31639 h 153960"/>
                  <a:gd name="csX5" fmla="*/ 32193 w 137335"/>
                  <a:gd name="csY5" fmla="*/ 8212 h 153960"/>
                  <a:gd name="csX6" fmla="*/ 68668 w 137335"/>
                  <a:gd name="csY6" fmla="*/ 0 h 153960"/>
                  <a:gd name="csX7" fmla="*/ 105143 w 137335"/>
                  <a:gd name="csY7" fmla="*/ 8010 h 153960"/>
                  <a:gd name="csX8" fmla="*/ 128972 w 137335"/>
                  <a:gd name="csY8" fmla="*/ 31235 h 153960"/>
                  <a:gd name="csX9" fmla="*/ 137336 w 137335"/>
                  <a:gd name="csY9" fmla="*/ 67156 h 153960"/>
                  <a:gd name="csX10" fmla="*/ 137336 w 137335"/>
                  <a:gd name="csY10" fmla="*/ 86603 h 153960"/>
                  <a:gd name="csX11" fmla="*/ 128972 w 137335"/>
                  <a:gd name="csY11" fmla="*/ 122322 h 153960"/>
                  <a:gd name="csX12" fmla="*/ 105143 w 137335"/>
                  <a:gd name="csY12" fmla="*/ 145749 h 153960"/>
                  <a:gd name="csX13" fmla="*/ 68668 w 137335"/>
                  <a:gd name="csY13" fmla="*/ 153961 h 153960"/>
                  <a:gd name="csX14" fmla="*/ 32193 w 137335"/>
                  <a:gd name="csY14" fmla="*/ 145950 h 153960"/>
                  <a:gd name="csX15" fmla="*/ 33049 w 137335"/>
                  <a:gd name="csY15" fmla="*/ 122423 h 153960"/>
                  <a:gd name="csX16" fmla="*/ 68668 w 137335"/>
                  <a:gd name="csY16" fmla="*/ 135169 h 153960"/>
                  <a:gd name="csX17" fmla="*/ 104387 w 137335"/>
                  <a:gd name="csY17" fmla="*/ 122574 h 153960"/>
                  <a:gd name="csX18" fmla="*/ 116982 w 137335"/>
                  <a:gd name="csY18" fmla="*/ 86653 h 153960"/>
                  <a:gd name="csX19" fmla="*/ 116982 w 137335"/>
                  <a:gd name="csY19" fmla="*/ 67207 h 153960"/>
                  <a:gd name="csX20" fmla="*/ 104236 w 137335"/>
                  <a:gd name="csY20" fmla="*/ 31588 h 153960"/>
                  <a:gd name="csX21" fmla="*/ 68617 w 137335"/>
                  <a:gd name="csY21" fmla="*/ 18842 h 153960"/>
                  <a:gd name="csX22" fmla="*/ 32898 w 137335"/>
                  <a:gd name="csY22" fmla="*/ 31487 h 153960"/>
                  <a:gd name="csX23" fmla="*/ 20303 w 137335"/>
                  <a:gd name="csY23" fmla="*/ 67408 h 153960"/>
                  <a:gd name="csX24" fmla="*/ 20303 w 137335"/>
                  <a:gd name="csY24" fmla="*/ 86855 h 153960"/>
                  <a:gd name="csX25" fmla="*/ 33049 w 137335"/>
                  <a:gd name="csY25" fmla="*/ 122473 h 1539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37335" h="153960">
                    <a:moveTo>
                      <a:pt x="32193" y="145950"/>
                    </a:moveTo>
                    <a:cubicBezTo>
                      <a:pt x="21865" y="140610"/>
                      <a:pt x="13905" y="132852"/>
                      <a:pt x="8363" y="122725"/>
                    </a:cubicBezTo>
                    <a:cubicBezTo>
                      <a:pt x="2821" y="112599"/>
                      <a:pt x="0" y="100609"/>
                      <a:pt x="0" y="86804"/>
                    </a:cubicBezTo>
                    <a:lnTo>
                      <a:pt x="0" y="67358"/>
                    </a:lnTo>
                    <a:cubicBezTo>
                      <a:pt x="0" y="53655"/>
                      <a:pt x="2771" y="41765"/>
                      <a:pt x="8363" y="31639"/>
                    </a:cubicBezTo>
                    <a:cubicBezTo>
                      <a:pt x="13905" y="21512"/>
                      <a:pt x="21865" y="13703"/>
                      <a:pt x="32193" y="8212"/>
                    </a:cubicBezTo>
                    <a:cubicBezTo>
                      <a:pt x="42521" y="2721"/>
                      <a:pt x="54662" y="0"/>
                      <a:pt x="68668" y="0"/>
                    </a:cubicBezTo>
                    <a:cubicBezTo>
                      <a:pt x="82673" y="0"/>
                      <a:pt x="94815" y="2670"/>
                      <a:pt x="105143" y="8010"/>
                    </a:cubicBezTo>
                    <a:cubicBezTo>
                      <a:pt x="115471" y="13351"/>
                      <a:pt x="123431" y="21109"/>
                      <a:pt x="128972" y="31235"/>
                    </a:cubicBezTo>
                    <a:cubicBezTo>
                      <a:pt x="134514" y="41362"/>
                      <a:pt x="137336" y="53352"/>
                      <a:pt x="137336" y="67156"/>
                    </a:cubicBezTo>
                    <a:lnTo>
                      <a:pt x="137336" y="86603"/>
                    </a:lnTo>
                    <a:cubicBezTo>
                      <a:pt x="137336" y="100306"/>
                      <a:pt x="134565" y="112196"/>
                      <a:pt x="128972" y="122322"/>
                    </a:cubicBezTo>
                    <a:cubicBezTo>
                      <a:pt x="123431" y="132449"/>
                      <a:pt x="115471" y="140257"/>
                      <a:pt x="105143" y="145749"/>
                    </a:cubicBezTo>
                    <a:cubicBezTo>
                      <a:pt x="94815" y="151240"/>
                      <a:pt x="82623" y="153961"/>
                      <a:pt x="68668" y="153961"/>
                    </a:cubicBezTo>
                    <a:cubicBezTo>
                      <a:pt x="54713" y="153961"/>
                      <a:pt x="42521" y="151291"/>
                      <a:pt x="32193" y="145950"/>
                    </a:cubicBezTo>
                    <a:close/>
                    <a:moveTo>
                      <a:pt x="33049" y="122423"/>
                    </a:moveTo>
                    <a:cubicBezTo>
                      <a:pt x="41513" y="130887"/>
                      <a:pt x="53403" y="135169"/>
                      <a:pt x="68668" y="135169"/>
                    </a:cubicBezTo>
                    <a:cubicBezTo>
                      <a:pt x="83933" y="135169"/>
                      <a:pt x="95974" y="130988"/>
                      <a:pt x="104387" y="122574"/>
                    </a:cubicBezTo>
                    <a:cubicBezTo>
                      <a:pt x="112801" y="114161"/>
                      <a:pt x="116982" y="102170"/>
                      <a:pt x="116982" y="86653"/>
                    </a:cubicBezTo>
                    <a:lnTo>
                      <a:pt x="116982" y="67207"/>
                    </a:lnTo>
                    <a:cubicBezTo>
                      <a:pt x="116982" y="51942"/>
                      <a:pt x="112750" y="40052"/>
                      <a:pt x="104236" y="31588"/>
                    </a:cubicBezTo>
                    <a:cubicBezTo>
                      <a:pt x="95772" y="23124"/>
                      <a:pt x="83883" y="18842"/>
                      <a:pt x="68617" y="18842"/>
                    </a:cubicBezTo>
                    <a:cubicBezTo>
                      <a:pt x="53352" y="18842"/>
                      <a:pt x="41312" y="23024"/>
                      <a:pt x="32898" y="31487"/>
                    </a:cubicBezTo>
                    <a:cubicBezTo>
                      <a:pt x="24485" y="39901"/>
                      <a:pt x="20303" y="51891"/>
                      <a:pt x="20303" y="67408"/>
                    </a:cubicBezTo>
                    <a:lnTo>
                      <a:pt x="20303" y="86855"/>
                    </a:lnTo>
                    <a:cubicBezTo>
                      <a:pt x="20303" y="102120"/>
                      <a:pt x="24535" y="114010"/>
                      <a:pt x="33049" y="1224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</p:grpSp>
        <p:grpSp>
          <p:nvGrpSpPr>
            <p:cNvPr id="468" name="Graphic 51">
              <a:extLst>
                <a:ext uri="{FF2B5EF4-FFF2-40B4-BE49-F238E27FC236}">
                  <a16:creationId xmlns:a16="http://schemas.microsoft.com/office/drawing/2014/main" id="{A7BC1D75-F5A7-4E82-FE5B-587E293B27AE}"/>
                </a:ext>
              </a:extLst>
            </p:cNvPr>
            <p:cNvGrpSpPr/>
            <p:nvPr/>
          </p:nvGrpSpPr>
          <p:grpSpPr>
            <a:xfrm>
              <a:off x="9455390" y="447668"/>
              <a:ext cx="1630387" cy="231452"/>
              <a:chOff x="5872984" y="606992"/>
              <a:chExt cx="2049453" cy="290943"/>
            </a:xfrm>
          </p:grpSpPr>
          <p:sp>
            <p:nvSpPr>
              <p:cNvPr id="469" name="Rectangle 468">
                <a:extLst>
                  <a:ext uri="{FF2B5EF4-FFF2-40B4-BE49-F238E27FC236}">
                    <a16:creationId xmlns:a16="http://schemas.microsoft.com/office/drawing/2014/main" id="{D7206550-D3B9-3FA6-83BA-0FB9E326D50F}"/>
                  </a:ext>
                </a:extLst>
              </p:cNvPr>
              <p:cNvSpPr/>
              <p:nvPr/>
            </p:nvSpPr>
            <p:spPr>
              <a:xfrm>
                <a:off x="5872984" y="606992"/>
                <a:ext cx="1759365" cy="290943"/>
              </a:xfrm>
              <a:prstGeom prst="rect">
                <a:avLst/>
              </a:prstGeom>
              <a:solidFill>
                <a:srgbClr val="FFFFFF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2C8EE5AD-17AD-9860-33FE-D2883D1F7B04}"/>
                  </a:ext>
                </a:extLst>
              </p:cNvPr>
              <p:cNvSpPr/>
              <p:nvPr/>
            </p:nvSpPr>
            <p:spPr>
              <a:xfrm>
                <a:off x="5921500" y="683115"/>
                <a:ext cx="85796" cy="135521"/>
              </a:xfrm>
              <a:custGeom>
                <a:avLst/>
                <a:gdLst>
                  <a:gd name="csX0" fmla="*/ 0 w 85796"/>
                  <a:gd name="csY0" fmla="*/ 110936 h 135521"/>
                  <a:gd name="csX1" fmla="*/ 29623 w 85796"/>
                  <a:gd name="csY1" fmla="*/ 110936 h 135521"/>
                  <a:gd name="csX2" fmla="*/ 29623 w 85796"/>
                  <a:gd name="csY2" fmla="*/ 24585 h 135521"/>
                  <a:gd name="csX3" fmla="*/ 0 w 85796"/>
                  <a:gd name="csY3" fmla="*/ 24585 h 135521"/>
                  <a:gd name="csX4" fmla="*/ 0 w 85796"/>
                  <a:gd name="csY4" fmla="*/ 0 h 135521"/>
                  <a:gd name="csX5" fmla="*/ 85797 w 85796"/>
                  <a:gd name="csY5" fmla="*/ 0 h 135521"/>
                  <a:gd name="csX6" fmla="*/ 85797 w 85796"/>
                  <a:gd name="csY6" fmla="*/ 24585 h 135521"/>
                  <a:gd name="csX7" fmla="*/ 56375 w 85796"/>
                  <a:gd name="csY7" fmla="*/ 24585 h 135521"/>
                  <a:gd name="csX8" fmla="*/ 56375 w 85796"/>
                  <a:gd name="csY8" fmla="*/ 110936 h 135521"/>
                  <a:gd name="csX9" fmla="*/ 85797 w 85796"/>
                  <a:gd name="csY9" fmla="*/ 110936 h 135521"/>
                  <a:gd name="csX10" fmla="*/ 85797 w 85796"/>
                  <a:gd name="csY10" fmla="*/ 135522 h 135521"/>
                  <a:gd name="csX11" fmla="*/ 0 w 85796"/>
                  <a:gd name="csY11" fmla="*/ 135522 h 135521"/>
                  <a:gd name="csX12" fmla="*/ 0 w 85796"/>
                  <a:gd name="csY12" fmla="*/ 110936 h 1355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5796" h="135521">
                    <a:moveTo>
                      <a:pt x="0" y="110936"/>
                    </a:moveTo>
                    <a:lnTo>
                      <a:pt x="29623" y="110936"/>
                    </a:lnTo>
                    <a:lnTo>
                      <a:pt x="29623" y="24585"/>
                    </a:lnTo>
                    <a:lnTo>
                      <a:pt x="0" y="24585"/>
                    </a:lnTo>
                    <a:lnTo>
                      <a:pt x="0" y="0"/>
                    </a:lnTo>
                    <a:lnTo>
                      <a:pt x="85797" y="0"/>
                    </a:lnTo>
                    <a:lnTo>
                      <a:pt x="85797" y="24585"/>
                    </a:lnTo>
                    <a:lnTo>
                      <a:pt x="56375" y="24585"/>
                    </a:lnTo>
                    <a:lnTo>
                      <a:pt x="56375" y="110936"/>
                    </a:lnTo>
                    <a:lnTo>
                      <a:pt x="85797" y="110936"/>
                    </a:lnTo>
                    <a:lnTo>
                      <a:pt x="85797" y="135522"/>
                    </a:lnTo>
                    <a:lnTo>
                      <a:pt x="0" y="135522"/>
                    </a:lnTo>
                    <a:lnTo>
                      <a:pt x="0" y="110936"/>
                    </a:lnTo>
                    <a:close/>
                  </a:path>
                </a:pathLst>
              </a:custGeom>
              <a:solidFill>
                <a:srgbClr val="2A3F4B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A039CCE9-8360-FCE7-A437-CA050F52E63F}"/>
                  </a:ext>
                </a:extLst>
              </p:cNvPr>
              <p:cNvSpPr/>
              <p:nvPr/>
            </p:nvSpPr>
            <p:spPr>
              <a:xfrm>
                <a:off x="6027248" y="683065"/>
                <a:ext cx="122171" cy="135572"/>
              </a:xfrm>
              <a:custGeom>
                <a:avLst/>
                <a:gdLst>
                  <a:gd name="csX0" fmla="*/ 0 w 122171"/>
                  <a:gd name="csY0" fmla="*/ 0 h 135572"/>
                  <a:gd name="csX1" fmla="*/ 49171 w 122171"/>
                  <a:gd name="csY1" fmla="*/ 0 h 135572"/>
                  <a:gd name="csX2" fmla="*/ 90432 w 122171"/>
                  <a:gd name="csY2" fmla="*/ 112146 h 135572"/>
                  <a:gd name="csX3" fmla="*/ 95470 w 122171"/>
                  <a:gd name="csY3" fmla="*/ 112146 h 135572"/>
                  <a:gd name="csX4" fmla="*/ 95470 w 122171"/>
                  <a:gd name="csY4" fmla="*/ 0 h 135572"/>
                  <a:gd name="csX5" fmla="*/ 122171 w 122171"/>
                  <a:gd name="csY5" fmla="*/ 0 h 135572"/>
                  <a:gd name="csX6" fmla="*/ 122171 w 122171"/>
                  <a:gd name="csY6" fmla="*/ 135572 h 135572"/>
                  <a:gd name="csX7" fmla="*/ 73000 w 122171"/>
                  <a:gd name="csY7" fmla="*/ 135572 h 135572"/>
                  <a:gd name="csX8" fmla="*/ 31739 w 122171"/>
                  <a:gd name="csY8" fmla="*/ 23427 h 135572"/>
                  <a:gd name="csX9" fmla="*/ 26701 w 122171"/>
                  <a:gd name="csY9" fmla="*/ 23427 h 135572"/>
                  <a:gd name="csX10" fmla="*/ 26701 w 122171"/>
                  <a:gd name="csY10" fmla="*/ 135572 h 135572"/>
                  <a:gd name="csX11" fmla="*/ 0 w 122171"/>
                  <a:gd name="csY11" fmla="*/ 135572 h 135572"/>
                  <a:gd name="csX12" fmla="*/ 0 w 122171"/>
                  <a:gd name="csY12" fmla="*/ 0 h 1355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22171" h="135572">
                    <a:moveTo>
                      <a:pt x="0" y="0"/>
                    </a:moveTo>
                    <a:lnTo>
                      <a:pt x="49171" y="0"/>
                    </a:lnTo>
                    <a:lnTo>
                      <a:pt x="90432" y="112146"/>
                    </a:lnTo>
                    <a:lnTo>
                      <a:pt x="95470" y="112146"/>
                    </a:lnTo>
                    <a:lnTo>
                      <a:pt x="95470" y="0"/>
                    </a:lnTo>
                    <a:lnTo>
                      <a:pt x="122171" y="0"/>
                    </a:lnTo>
                    <a:lnTo>
                      <a:pt x="122171" y="135572"/>
                    </a:lnTo>
                    <a:lnTo>
                      <a:pt x="73000" y="135572"/>
                    </a:lnTo>
                    <a:lnTo>
                      <a:pt x="31739" y="23427"/>
                    </a:lnTo>
                    <a:lnTo>
                      <a:pt x="26701" y="23427"/>
                    </a:lnTo>
                    <a:lnTo>
                      <a:pt x="26701" y="135572"/>
                    </a:lnTo>
                    <a:lnTo>
                      <a:pt x="0" y="1355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A3F4B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7D588119-FD36-A4CE-51D3-A21A1128BEAB}"/>
                  </a:ext>
                </a:extLst>
              </p:cNvPr>
              <p:cNvSpPr/>
              <p:nvPr/>
            </p:nvSpPr>
            <p:spPr>
              <a:xfrm>
                <a:off x="6170175" y="680697"/>
                <a:ext cx="110130" cy="140207"/>
              </a:xfrm>
              <a:custGeom>
                <a:avLst/>
                <a:gdLst>
                  <a:gd name="csX0" fmla="*/ 14610 w 110130"/>
                  <a:gd name="csY0" fmla="*/ 127259 h 140207"/>
                  <a:gd name="csX1" fmla="*/ 0 w 110130"/>
                  <a:gd name="csY1" fmla="*/ 89676 h 140207"/>
                  <a:gd name="csX2" fmla="*/ 26701 w 110130"/>
                  <a:gd name="csY2" fmla="*/ 89676 h 140207"/>
                  <a:gd name="csX3" fmla="*/ 34359 w 110130"/>
                  <a:gd name="csY3" fmla="*/ 109627 h 140207"/>
                  <a:gd name="csX4" fmla="*/ 56929 w 110130"/>
                  <a:gd name="csY4" fmla="*/ 116428 h 140207"/>
                  <a:gd name="csX5" fmla="*/ 75721 w 110130"/>
                  <a:gd name="csY5" fmla="*/ 111894 h 140207"/>
                  <a:gd name="csX6" fmla="*/ 82522 w 110130"/>
                  <a:gd name="csY6" fmla="*/ 98996 h 140207"/>
                  <a:gd name="csX7" fmla="*/ 77887 w 110130"/>
                  <a:gd name="csY7" fmla="*/ 89626 h 140207"/>
                  <a:gd name="csX8" fmla="*/ 61212 w 110130"/>
                  <a:gd name="csY8" fmla="*/ 82925 h 140207"/>
                  <a:gd name="csX9" fmla="*/ 37785 w 110130"/>
                  <a:gd name="csY9" fmla="*/ 76728 h 140207"/>
                  <a:gd name="csX10" fmla="*/ 11537 w 110130"/>
                  <a:gd name="csY10" fmla="*/ 63831 h 140207"/>
                  <a:gd name="csX11" fmla="*/ 2519 w 110130"/>
                  <a:gd name="csY11" fmla="*/ 40102 h 140207"/>
                  <a:gd name="csX12" fmla="*/ 8816 w 110130"/>
                  <a:gd name="csY12" fmla="*/ 19094 h 140207"/>
                  <a:gd name="csX13" fmla="*/ 26852 w 110130"/>
                  <a:gd name="csY13" fmla="*/ 5038 h 140207"/>
                  <a:gd name="csX14" fmla="*/ 54058 w 110130"/>
                  <a:gd name="csY14" fmla="*/ 0 h 140207"/>
                  <a:gd name="csX15" fmla="*/ 94361 w 110130"/>
                  <a:gd name="csY15" fmla="*/ 11890 h 140207"/>
                  <a:gd name="csX16" fmla="*/ 108115 w 110130"/>
                  <a:gd name="csY16" fmla="*/ 46047 h 140207"/>
                  <a:gd name="csX17" fmla="*/ 81414 w 110130"/>
                  <a:gd name="csY17" fmla="*/ 46047 h 140207"/>
                  <a:gd name="csX18" fmla="*/ 74562 w 110130"/>
                  <a:gd name="csY18" fmla="*/ 29371 h 140207"/>
                  <a:gd name="csX19" fmla="*/ 53957 w 110130"/>
                  <a:gd name="csY19" fmla="*/ 23779 h 140207"/>
                  <a:gd name="csX20" fmla="*/ 36072 w 110130"/>
                  <a:gd name="csY20" fmla="*/ 27659 h 140207"/>
                  <a:gd name="csX21" fmla="*/ 29573 w 110130"/>
                  <a:gd name="csY21" fmla="*/ 38490 h 140207"/>
                  <a:gd name="csX22" fmla="*/ 34510 w 110130"/>
                  <a:gd name="csY22" fmla="*/ 47962 h 140207"/>
                  <a:gd name="csX23" fmla="*/ 49523 w 110130"/>
                  <a:gd name="csY23" fmla="*/ 54158 h 140207"/>
                  <a:gd name="csX24" fmla="*/ 72748 w 110130"/>
                  <a:gd name="csY24" fmla="*/ 59952 h 140207"/>
                  <a:gd name="csX25" fmla="*/ 100659 w 110130"/>
                  <a:gd name="csY25" fmla="*/ 72748 h 140207"/>
                  <a:gd name="csX26" fmla="*/ 110130 w 110130"/>
                  <a:gd name="csY26" fmla="*/ 98140 h 140207"/>
                  <a:gd name="csX27" fmla="*/ 103631 w 110130"/>
                  <a:gd name="csY27" fmla="*/ 119854 h 140207"/>
                  <a:gd name="csX28" fmla="*/ 85041 w 110130"/>
                  <a:gd name="csY28" fmla="*/ 134766 h 140207"/>
                  <a:gd name="csX29" fmla="*/ 56879 w 110130"/>
                  <a:gd name="csY29" fmla="*/ 140207 h 140207"/>
                  <a:gd name="csX30" fmla="*/ 14761 w 110130"/>
                  <a:gd name="csY30" fmla="*/ 127209 h 1402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</a:cxnLst>
                <a:rect l="l" t="t" r="r" b="b"/>
                <a:pathLst>
                  <a:path w="110130" h="140207">
                    <a:moveTo>
                      <a:pt x="14610" y="127259"/>
                    </a:moveTo>
                    <a:cubicBezTo>
                      <a:pt x="4887" y="118594"/>
                      <a:pt x="0" y="106100"/>
                      <a:pt x="0" y="89676"/>
                    </a:cubicBezTo>
                    <a:lnTo>
                      <a:pt x="26701" y="89676"/>
                    </a:lnTo>
                    <a:cubicBezTo>
                      <a:pt x="26701" y="98442"/>
                      <a:pt x="29271" y="105092"/>
                      <a:pt x="34359" y="109627"/>
                    </a:cubicBezTo>
                    <a:cubicBezTo>
                      <a:pt x="39447" y="114161"/>
                      <a:pt x="46954" y="116428"/>
                      <a:pt x="56929" y="116428"/>
                    </a:cubicBezTo>
                    <a:cubicBezTo>
                      <a:pt x="64940" y="116428"/>
                      <a:pt x="71187" y="114916"/>
                      <a:pt x="75721" y="111894"/>
                    </a:cubicBezTo>
                    <a:cubicBezTo>
                      <a:pt x="80255" y="108871"/>
                      <a:pt x="82522" y="104589"/>
                      <a:pt x="82522" y="98996"/>
                    </a:cubicBezTo>
                    <a:cubicBezTo>
                      <a:pt x="82522" y="95016"/>
                      <a:pt x="80960" y="91842"/>
                      <a:pt x="77887" y="89626"/>
                    </a:cubicBezTo>
                    <a:cubicBezTo>
                      <a:pt x="74764" y="87359"/>
                      <a:pt x="69222" y="85142"/>
                      <a:pt x="61212" y="82925"/>
                    </a:cubicBezTo>
                    <a:lnTo>
                      <a:pt x="37785" y="76728"/>
                    </a:lnTo>
                    <a:cubicBezTo>
                      <a:pt x="26298" y="73756"/>
                      <a:pt x="17532" y="69474"/>
                      <a:pt x="11537" y="63831"/>
                    </a:cubicBezTo>
                    <a:cubicBezTo>
                      <a:pt x="5542" y="58239"/>
                      <a:pt x="2519" y="50329"/>
                      <a:pt x="2519" y="40102"/>
                    </a:cubicBezTo>
                    <a:cubicBezTo>
                      <a:pt x="2519" y="32092"/>
                      <a:pt x="4635" y="25089"/>
                      <a:pt x="8816" y="19094"/>
                    </a:cubicBezTo>
                    <a:cubicBezTo>
                      <a:pt x="12998" y="13099"/>
                      <a:pt x="18993" y="8413"/>
                      <a:pt x="26852" y="5038"/>
                    </a:cubicBezTo>
                    <a:cubicBezTo>
                      <a:pt x="34661" y="1663"/>
                      <a:pt x="43730" y="0"/>
                      <a:pt x="54058" y="0"/>
                    </a:cubicBezTo>
                    <a:cubicBezTo>
                      <a:pt x="71741" y="0"/>
                      <a:pt x="85192" y="3980"/>
                      <a:pt x="94361" y="11890"/>
                    </a:cubicBezTo>
                    <a:cubicBezTo>
                      <a:pt x="103531" y="19850"/>
                      <a:pt x="108115" y="31235"/>
                      <a:pt x="108115" y="46047"/>
                    </a:cubicBezTo>
                    <a:lnTo>
                      <a:pt x="81414" y="46047"/>
                    </a:lnTo>
                    <a:cubicBezTo>
                      <a:pt x="81414" y="38692"/>
                      <a:pt x="79147" y="33150"/>
                      <a:pt x="74562" y="29371"/>
                    </a:cubicBezTo>
                    <a:cubicBezTo>
                      <a:pt x="69978" y="25643"/>
                      <a:pt x="63126" y="23779"/>
                      <a:pt x="53957" y="23779"/>
                    </a:cubicBezTo>
                    <a:cubicBezTo>
                      <a:pt x="46349" y="23779"/>
                      <a:pt x="40354" y="25089"/>
                      <a:pt x="36072" y="27659"/>
                    </a:cubicBezTo>
                    <a:cubicBezTo>
                      <a:pt x="31739" y="30228"/>
                      <a:pt x="29573" y="33855"/>
                      <a:pt x="29573" y="38490"/>
                    </a:cubicBezTo>
                    <a:cubicBezTo>
                      <a:pt x="29573" y="42369"/>
                      <a:pt x="31236" y="45543"/>
                      <a:pt x="34510" y="47962"/>
                    </a:cubicBezTo>
                    <a:cubicBezTo>
                      <a:pt x="37785" y="50430"/>
                      <a:pt x="42823" y="52496"/>
                      <a:pt x="49523" y="54158"/>
                    </a:cubicBezTo>
                    <a:lnTo>
                      <a:pt x="72748" y="59952"/>
                    </a:lnTo>
                    <a:cubicBezTo>
                      <a:pt x="84991" y="62773"/>
                      <a:pt x="94311" y="67056"/>
                      <a:pt x="100659" y="72748"/>
                    </a:cubicBezTo>
                    <a:cubicBezTo>
                      <a:pt x="106956" y="78441"/>
                      <a:pt x="110130" y="86905"/>
                      <a:pt x="110130" y="98140"/>
                    </a:cubicBezTo>
                    <a:cubicBezTo>
                      <a:pt x="110130" y="106251"/>
                      <a:pt x="107964" y="113506"/>
                      <a:pt x="103631" y="119854"/>
                    </a:cubicBezTo>
                    <a:cubicBezTo>
                      <a:pt x="99299" y="126201"/>
                      <a:pt x="93102" y="131139"/>
                      <a:pt x="85041" y="134766"/>
                    </a:cubicBezTo>
                    <a:cubicBezTo>
                      <a:pt x="76980" y="138393"/>
                      <a:pt x="67559" y="140207"/>
                      <a:pt x="56879" y="140207"/>
                    </a:cubicBezTo>
                    <a:cubicBezTo>
                      <a:pt x="38541" y="140207"/>
                      <a:pt x="24485" y="135874"/>
                      <a:pt x="14761" y="127209"/>
                    </a:cubicBezTo>
                    <a:close/>
                  </a:path>
                </a:pathLst>
              </a:custGeom>
              <a:solidFill>
                <a:srgbClr val="2A3F4B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190B7B8A-B8E7-C58C-234A-AD03065EFD91}"/>
                  </a:ext>
                </a:extLst>
              </p:cNvPr>
              <p:cNvSpPr/>
              <p:nvPr/>
            </p:nvSpPr>
            <p:spPr>
              <a:xfrm>
                <a:off x="6292901" y="683065"/>
                <a:ext cx="115017" cy="135572"/>
              </a:xfrm>
              <a:custGeom>
                <a:avLst/>
                <a:gdLst>
                  <a:gd name="csX0" fmla="*/ 43982 w 115017"/>
                  <a:gd name="csY0" fmla="*/ 24585 h 135572"/>
                  <a:gd name="csX1" fmla="*/ 0 w 115017"/>
                  <a:gd name="csY1" fmla="*/ 24585 h 135572"/>
                  <a:gd name="csX2" fmla="*/ 0 w 115017"/>
                  <a:gd name="csY2" fmla="*/ 0 h 135572"/>
                  <a:gd name="csX3" fmla="*/ 115017 w 115017"/>
                  <a:gd name="csY3" fmla="*/ 0 h 135572"/>
                  <a:gd name="csX4" fmla="*/ 115017 w 115017"/>
                  <a:gd name="csY4" fmla="*/ 24585 h 135572"/>
                  <a:gd name="csX5" fmla="*/ 71036 w 115017"/>
                  <a:gd name="csY5" fmla="*/ 24585 h 135572"/>
                  <a:gd name="csX6" fmla="*/ 71036 w 115017"/>
                  <a:gd name="csY6" fmla="*/ 135572 h 135572"/>
                  <a:gd name="csX7" fmla="*/ 43931 w 115017"/>
                  <a:gd name="csY7" fmla="*/ 135572 h 135572"/>
                  <a:gd name="csX8" fmla="*/ 43931 w 115017"/>
                  <a:gd name="csY8" fmla="*/ 24585 h 1355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5017" h="135572">
                    <a:moveTo>
                      <a:pt x="43982" y="24585"/>
                    </a:moveTo>
                    <a:lnTo>
                      <a:pt x="0" y="24585"/>
                    </a:lnTo>
                    <a:lnTo>
                      <a:pt x="0" y="0"/>
                    </a:lnTo>
                    <a:lnTo>
                      <a:pt x="115017" y="0"/>
                    </a:lnTo>
                    <a:lnTo>
                      <a:pt x="115017" y="24585"/>
                    </a:lnTo>
                    <a:lnTo>
                      <a:pt x="71036" y="24585"/>
                    </a:lnTo>
                    <a:lnTo>
                      <a:pt x="71036" y="135572"/>
                    </a:lnTo>
                    <a:lnTo>
                      <a:pt x="43931" y="135572"/>
                    </a:lnTo>
                    <a:lnTo>
                      <a:pt x="43931" y="24585"/>
                    </a:lnTo>
                    <a:close/>
                  </a:path>
                </a:pathLst>
              </a:custGeom>
              <a:solidFill>
                <a:srgbClr val="2A3F4B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EFC5E289-E77B-6583-F0C9-D8CD2AB1D74C}"/>
                  </a:ext>
                </a:extLst>
              </p:cNvPr>
              <p:cNvSpPr/>
              <p:nvPr/>
            </p:nvSpPr>
            <p:spPr>
              <a:xfrm>
                <a:off x="6422528" y="683115"/>
                <a:ext cx="85796" cy="135521"/>
              </a:xfrm>
              <a:custGeom>
                <a:avLst/>
                <a:gdLst>
                  <a:gd name="csX0" fmla="*/ 0 w 85796"/>
                  <a:gd name="csY0" fmla="*/ 110936 h 135521"/>
                  <a:gd name="csX1" fmla="*/ 29623 w 85796"/>
                  <a:gd name="csY1" fmla="*/ 110936 h 135521"/>
                  <a:gd name="csX2" fmla="*/ 29623 w 85796"/>
                  <a:gd name="csY2" fmla="*/ 24585 h 135521"/>
                  <a:gd name="csX3" fmla="*/ 0 w 85796"/>
                  <a:gd name="csY3" fmla="*/ 24585 h 135521"/>
                  <a:gd name="csX4" fmla="*/ 0 w 85796"/>
                  <a:gd name="csY4" fmla="*/ 0 h 135521"/>
                  <a:gd name="csX5" fmla="*/ 85797 w 85796"/>
                  <a:gd name="csY5" fmla="*/ 0 h 135521"/>
                  <a:gd name="csX6" fmla="*/ 85797 w 85796"/>
                  <a:gd name="csY6" fmla="*/ 24585 h 135521"/>
                  <a:gd name="csX7" fmla="*/ 56375 w 85796"/>
                  <a:gd name="csY7" fmla="*/ 24585 h 135521"/>
                  <a:gd name="csX8" fmla="*/ 56375 w 85796"/>
                  <a:gd name="csY8" fmla="*/ 110936 h 135521"/>
                  <a:gd name="csX9" fmla="*/ 85797 w 85796"/>
                  <a:gd name="csY9" fmla="*/ 110936 h 135521"/>
                  <a:gd name="csX10" fmla="*/ 85797 w 85796"/>
                  <a:gd name="csY10" fmla="*/ 135522 h 135521"/>
                  <a:gd name="csX11" fmla="*/ 0 w 85796"/>
                  <a:gd name="csY11" fmla="*/ 135522 h 135521"/>
                  <a:gd name="csX12" fmla="*/ 0 w 85796"/>
                  <a:gd name="csY12" fmla="*/ 110936 h 1355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5796" h="135521">
                    <a:moveTo>
                      <a:pt x="0" y="110936"/>
                    </a:moveTo>
                    <a:lnTo>
                      <a:pt x="29623" y="110936"/>
                    </a:lnTo>
                    <a:lnTo>
                      <a:pt x="29623" y="24585"/>
                    </a:lnTo>
                    <a:lnTo>
                      <a:pt x="0" y="24585"/>
                    </a:lnTo>
                    <a:lnTo>
                      <a:pt x="0" y="0"/>
                    </a:lnTo>
                    <a:lnTo>
                      <a:pt x="85797" y="0"/>
                    </a:lnTo>
                    <a:lnTo>
                      <a:pt x="85797" y="24585"/>
                    </a:lnTo>
                    <a:lnTo>
                      <a:pt x="56375" y="24585"/>
                    </a:lnTo>
                    <a:lnTo>
                      <a:pt x="56375" y="110936"/>
                    </a:lnTo>
                    <a:lnTo>
                      <a:pt x="85797" y="110936"/>
                    </a:lnTo>
                    <a:lnTo>
                      <a:pt x="85797" y="135522"/>
                    </a:lnTo>
                    <a:lnTo>
                      <a:pt x="0" y="135522"/>
                    </a:lnTo>
                    <a:lnTo>
                      <a:pt x="0" y="110936"/>
                    </a:lnTo>
                    <a:close/>
                  </a:path>
                </a:pathLst>
              </a:custGeom>
              <a:solidFill>
                <a:srgbClr val="2A3F4B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1295F64A-6865-1F79-14D7-622CE7239B16}"/>
                  </a:ext>
                </a:extLst>
              </p:cNvPr>
              <p:cNvSpPr/>
              <p:nvPr/>
            </p:nvSpPr>
            <p:spPr>
              <a:xfrm>
                <a:off x="6522784" y="683065"/>
                <a:ext cx="115017" cy="135572"/>
              </a:xfrm>
              <a:custGeom>
                <a:avLst/>
                <a:gdLst>
                  <a:gd name="csX0" fmla="*/ 43982 w 115017"/>
                  <a:gd name="csY0" fmla="*/ 24585 h 135572"/>
                  <a:gd name="csX1" fmla="*/ 0 w 115017"/>
                  <a:gd name="csY1" fmla="*/ 24585 h 135572"/>
                  <a:gd name="csX2" fmla="*/ 0 w 115017"/>
                  <a:gd name="csY2" fmla="*/ 0 h 135572"/>
                  <a:gd name="csX3" fmla="*/ 115017 w 115017"/>
                  <a:gd name="csY3" fmla="*/ 0 h 135572"/>
                  <a:gd name="csX4" fmla="*/ 115017 w 115017"/>
                  <a:gd name="csY4" fmla="*/ 24585 h 135572"/>
                  <a:gd name="csX5" fmla="*/ 71036 w 115017"/>
                  <a:gd name="csY5" fmla="*/ 24585 h 135572"/>
                  <a:gd name="csX6" fmla="*/ 71036 w 115017"/>
                  <a:gd name="csY6" fmla="*/ 135572 h 135572"/>
                  <a:gd name="csX7" fmla="*/ 43931 w 115017"/>
                  <a:gd name="csY7" fmla="*/ 135572 h 135572"/>
                  <a:gd name="csX8" fmla="*/ 43931 w 115017"/>
                  <a:gd name="csY8" fmla="*/ 24585 h 1355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15017" h="135572">
                    <a:moveTo>
                      <a:pt x="43982" y="24585"/>
                    </a:moveTo>
                    <a:lnTo>
                      <a:pt x="0" y="24585"/>
                    </a:lnTo>
                    <a:lnTo>
                      <a:pt x="0" y="0"/>
                    </a:lnTo>
                    <a:lnTo>
                      <a:pt x="115017" y="0"/>
                    </a:lnTo>
                    <a:lnTo>
                      <a:pt x="115017" y="24585"/>
                    </a:lnTo>
                    <a:lnTo>
                      <a:pt x="71036" y="24585"/>
                    </a:lnTo>
                    <a:lnTo>
                      <a:pt x="71036" y="135572"/>
                    </a:lnTo>
                    <a:lnTo>
                      <a:pt x="43931" y="135572"/>
                    </a:lnTo>
                    <a:lnTo>
                      <a:pt x="43931" y="24585"/>
                    </a:lnTo>
                    <a:close/>
                  </a:path>
                </a:pathLst>
              </a:custGeom>
              <a:solidFill>
                <a:srgbClr val="2A3F4B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80FA8641-8C62-8537-C8D9-4CA0A9D1091B}"/>
                  </a:ext>
                </a:extLst>
              </p:cNvPr>
              <p:cNvSpPr/>
              <p:nvPr/>
            </p:nvSpPr>
            <p:spPr>
              <a:xfrm>
                <a:off x="6656795" y="683065"/>
                <a:ext cx="117586" cy="137839"/>
              </a:xfrm>
              <a:custGeom>
                <a:avLst/>
                <a:gdLst>
                  <a:gd name="csX0" fmla="*/ 15215 w 117586"/>
                  <a:gd name="csY0" fmla="*/ 123934 h 137839"/>
                  <a:gd name="csX1" fmla="*/ 0 w 117586"/>
                  <a:gd name="csY1" fmla="*/ 83832 h 137839"/>
                  <a:gd name="csX2" fmla="*/ 0 w 117586"/>
                  <a:gd name="csY2" fmla="*/ 0 h 137839"/>
                  <a:gd name="csX3" fmla="*/ 27104 w 117586"/>
                  <a:gd name="csY3" fmla="*/ 0 h 137839"/>
                  <a:gd name="csX4" fmla="*/ 27104 w 117586"/>
                  <a:gd name="csY4" fmla="*/ 83681 h 137839"/>
                  <a:gd name="csX5" fmla="*/ 34964 w 117586"/>
                  <a:gd name="csY5" fmla="*/ 105193 h 137839"/>
                  <a:gd name="csX6" fmla="*/ 58693 w 117586"/>
                  <a:gd name="csY6" fmla="*/ 112952 h 137839"/>
                  <a:gd name="csX7" fmla="*/ 82522 w 117586"/>
                  <a:gd name="csY7" fmla="*/ 105193 h 137839"/>
                  <a:gd name="csX8" fmla="*/ 90482 w 117586"/>
                  <a:gd name="csY8" fmla="*/ 83681 h 137839"/>
                  <a:gd name="csX9" fmla="*/ 90482 w 117586"/>
                  <a:gd name="csY9" fmla="*/ 0 h 137839"/>
                  <a:gd name="csX10" fmla="*/ 117587 w 117586"/>
                  <a:gd name="csY10" fmla="*/ 0 h 137839"/>
                  <a:gd name="csX11" fmla="*/ 117587 w 117586"/>
                  <a:gd name="csY11" fmla="*/ 83832 h 137839"/>
                  <a:gd name="csX12" fmla="*/ 102775 w 117586"/>
                  <a:gd name="csY12" fmla="*/ 123531 h 137839"/>
                  <a:gd name="csX13" fmla="*/ 58743 w 117586"/>
                  <a:gd name="csY13" fmla="*/ 137839 h 137839"/>
                  <a:gd name="csX14" fmla="*/ 15265 w 117586"/>
                  <a:gd name="csY14" fmla="*/ 123884 h 1378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17586" h="137839">
                    <a:moveTo>
                      <a:pt x="15215" y="123934"/>
                    </a:moveTo>
                    <a:cubicBezTo>
                      <a:pt x="5088" y="114614"/>
                      <a:pt x="0" y="101263"/>
                      <a:pt x="0" y="83832"/>
                    </a:cubicBezTo>
                    <a:lnTo>
                      <a:pt x="0" y="0"/>
                    </a:lnTo>
                    <a:lnTo>
                      <a:pt x="27104" y="0"/>
                    </a:lnTo>
                    <a:lnTo>
                      <a:pt x="27104" y="83681"/>
                    </a:lnTo>
                    <a:cubicBezTo>
                      <a:pt x="27104" y="92850"/>
                      <a:pt x="29724" y="100004"/>
                      <a:pt x="34964" y="105193"/>
                    </a:cubicBezTo>
                    <a:cubicBezTo>
                      <a:pt x="40203" y="110382"/>
                      <a:pt x="48113" y="112952"/>
                      <a:pt x="58693" y="112952"/>
                    </a:cubicBezTo>
                    <a:cubicBezTo>
                      <a:pt x="69272" y="112952"/>
                      <a:pt x="77232" y="110382"/>
                      <a:pt x="82522" y="105193"/>
                    </a:cubicBezTo>
                    <a:cubicBezTo>
                      <a:pt x="87812" y="100054"/>
                      <a:pt x="90482" y="92850"/>
                      <a:pt x="90482" y="83681"/>
                    </a:cubicBezTo>
                    <a:lnTo>
                      <a:pt x="90482" y="0"/>
                    </a:lnTo>
                    <a:lnTo>
                      <a:pt x="117587" y="0"/>
                    </a:lnTo>
                    <a:lnTo>
                      <a:pt x="117587" y="83832"/>
                    </a:lnTo>
                    <a:cubicBezTo>
                      <a:pt x="117587" y="100760"/>
                      <a:pt x="112649" y="113959"/>
                      <a:pt x="102775" y="123531"/>
                    </a:cubicBezTo>
                    <a:cubicBezTo>
                      <a:pt x="92901" y="133104"/>
                      <a:pt x="78190" y="137839"/>
                      <a:pt x="58743" y="137839"/>
                    </a:cubicBezTo>
                    <a:cubicBezTo>
                      <a:pt x="39296" y="137839"/>
                      <a:pt x="25392" y="133204"/>
                      <a:pt x="15265" y="123884"/>
                    </a:cubicBezTo>
                    <a:close/>
                  </a:path>
                </a:pathLst>
              </a:custGeom>
              <a:solidFill>
                <a:srgbClr val="2A3F4B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7DE69875-5299-1E7E-9358-BD3ABA155FCB}"/>
                  </a:ext>
                </a:extLst>
              </p:cNvPr>
              <p:cNvSpPr/>
              <p:nvPr/>
            </p:nvSpPr>
            <p:spPr>
              <a:xfrm>
                <a:off x="6796851" y="680697"/>
                <a:ext cx="129022" cy="140307"/>
              </a:xfrm>
              <a:custGeom>
                <a:avLst/>
                <a:gdLst>
                  <a:gd name="csX0" fmla="*/ 30984 w 129022"/>
                  <a:gd name="csY0" fmla="*/ 132499 h 140307"/>
                  <a:gd name="csX1" fmla="*/ 8010 w 129022"/>
                  <a:gd name="csY1" fmla="*/ 110332 h 140307"/>
                  <a:gd name="csX2" fmla="*/ 0 w 129022"/>
                  <a:gd name="csY2" fmla="*/ 76325 h 140307"/>
                  <a:gd name="csX3" fmla="*/ 0 w 129022"/>
                  <a:gd name="csY3" fmla="*/ 63730 h 140307"/>
                  <a:gd name="csX4" fmla="*/ 8010 w 129022"/>
                  <a:gd name="csY4" fmla="*/ 29825 h 140307"/>
                  <a:gd name="csX5" fmla="*/ 30984 w 129022"/>
                  <a:gd name="csY5" fmla="*/ 7758 h 140307"/>
                  <a:gd name="csX6" fmla="*/ 66250 w 129022"/>
                  <a:gd name="csY6" fmla="*/ 0 h 140307"/>
                  <a:gd name="csX7" fmla="*/ 99651 w 129022"/>
                  <a:gd name="csY7" fmla="*/ 6600 h 140307"/>
                  <a:gd name="csX8" fmla="*/ 121466 w 129022"/>
                  <a:gd name="csY8" fmla="*/ 25492 h 140307"/>
                  <a:gd name="csX9" fmla="*/ 129023 w 129022"/>
                  <a:gd name="csY9" fmla="*/ 54662 h 140307"/>
                  <a:gd name="csX10" fmla="*/ 101918 w 129022"/>
                  <a:gd name="csY10" fmla="*/ 54662 h 140307"/>
                  <a:gd name="csX11" fmla="*/ 92548 w 129022"/>
                  <a:gd name="csY11" fmla="*/ 32898 h 140307"/>
                  <a:gd name="csX12" fmla="*/ 66300 w 129022"/>
                  <a:gd name="csY12" fmla="*/ 25240 h 140307"/>
                  <a:gd name="csX13" fmla="*/ 37734 w 129022"/>
                  <a:gd name="csY13" fmla="*/ 35014 h 140307"/>
                  <a:gd name="csX14" fmla="*/ 27759 w 129022"/>
                  <a:gd name="csY14" fmla="*/ 62622 h 140307"/>
                  <a:gd name="csX15" fmla="*/ 27759 w 129022"/>
                  <a:gd name="csY15" fmla="*/ 76930 h 140307"/>
                  <a:gd name="csX16" fmla="*/ 37734 w 129022"/>
                  <a:gd name="csY16" fmla="*/ 105092 h 140307"/>
                  <a:gd name="csX17" fmla="*/ 66300 w 129022"/>
                  <a:gd name="csY17" fmla="*/ 115068 h 140307"/>
                  <a:gd name="csX18" fmla="*/ 92548 w 129022"/>
                  <a:gd name="csY18" fmla="*/ 107208 h 140307"/>
                  <a:gd name="csX19" fmla="*/ 101918 w 129022"/>
                  <a:gd name="csY19" fmla="*/ 85444 h 140307"/>
                  <a:gd name="csX20" fmla="*/ 129023 w 129022"/>
                  <a:gd name="csY20" fmla="*/ 85444 h 140307"/>
                  <a:gd name="csX21" fmla="*/ 121365 w 129022"/>
                  <a:gd name="csY21" fmla="*/ 114312 h 140307"/>
                  <a:gd name="csX22" fmla="*/ 99500 w 129022"/>
                  <a:gd name="csY22" fmla="*/ 133507 h 140307"/>
                  <a:gd name="csX23" fmla="*/ 66300 w 129022"/>
                  <a:gd name="csY23" fmla="*/ 140308 h 140307"/>
                  <a:gd name="csX24" fmla="*/ 31034 w 129022"/>
                  <a:gd name="csY24" fmla="*/ 132549 h 1403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</a:cxnLst>
                <a:rect l="l" t="t" r="r" b="b"/>
                <a:pathLst>
                  <a:path w="129022" h="140307">
                    <a:moveTo>
                      <a:pt x="30984" y="132499"/>
                    </a:moveTo>
                    <a:cubicBezTo>
                      <a:pt x="21059" y="127360"/>
                      <a:pt x="13401" y="119954"/>
                      <a:pt x="8010" y="110332"/>
                    </a:cubicBezTo>
                    <a:cubicBezTo>
                      <a:pt x="2670" y="100709"/>
                      <a:pt x="0" y="89374"/>
                      <a:pt x="0" y="76325"/>
                    </a:cubicBezTo>
                    <a:lnTo>
                      <a:pt x="0" y="63730"/>
                    </a:lnTo>
                    <a:cubicBezTo>
                      <a:pt x="0" y="50682"/>
                      <a:pt x="2670" y="39397"/>
                      <a:pt x="8010" y="29825"/>
                    </a:cubicBezTo>
                    <a:cubicBezTo>
                      <a:pt x="13351" y="20253"/>
                      <a:pt x="21008" y="12897"/>
                      <a:pt x="30984" y="7758"/>
                    </a:cubicBezTo>
                    <a:cubicBezTo>
                      <a:pt x="40908" y="2620"/>
                      <a:pt x="52697" y="0"/>
                      <a:pt x="66250" y="0"/>
                    </a:cubicBezTo>
                    <a:cubicBezTo>
                      <a:pt x="79046" y="0"/>
                      <a:pt x="90180" y="2217"/>
                      <a:pt x="99651" y="6600"/>
                    </a:cubicBezTo>
                    <a:cubicBezTo>
                      <a:pt x="109123" y="10983"/>
                      <a:pt x="116428" y="17280"/>
                      <a:pt x="121466" y="25492"/>
                    </a:cubicBezTo>
                    <a:cubicBezTo>
                      <a:pt x="126504" y="33704"/>
                      <a:pt x="129023" y="43427"/>
                      <a:pt x="129023" y="54662"/>
                    </a:cubicBezTo>
                    <a:lnTo>
                      <a:pt x="101918" y="54662"/>
                    </a:lnTo>
                    <a:cubicBezTo>
                      <a:pt x="101918" y="45241"/>
                      <a:pt x="98795" y="37986"/>
                      <a:pt x="92548" y="32898"/>
                    </a:cubicBezTo>
                    <a:cubicBezTo>
                      <a:pt x="86301" y="27810"/>
                      <a:pt x="77535" y="25240"/>
                      <a:pt x="66300" y="25240"/>
                    </a:cubicBezTo>
                    <a:cubicBezTo>
                      <a:pt x="53906" y="25240"/>
                      <a:pt x="44385" y="28515"/>
                      <a:pt x="37734" y="35014"/>
                    </a:cubicBezTo>
                    <a:cubicBezTo>
                      <a:pt x="31084" y="41513"/>
                      <a:pt x="27759" y="50732"/>
                      <a:pt x="27759" y="62622"/>
                    </a:cubicBezTo>
                    <a:lnTo>
                      <a:pt x="27759" y="76930"/>
                    </a:lnTo>
                    <a:cubicBezTo>
                      <a:pt x="27759" y="89072"/>
                      <a:pt x="31084" y="98442"/>
                      <a:pt x="37734" y="105092"/>
                    </a:cubicBezTo>
                    <a:cubicBezTo>
                      <a:pt x="44385" y="111742"/>
                      <a:pt x="53906" y="115068"/>
                      <a:pt x="66300" y="115068"/>
                    </a:cubicBezTo>
                    <a:cubicBezTo>
                      <a:pt x="77535" y="115068"/>
                      <a:pt x="86250" y="112448"/>
                      <a:pt x="92548" y="107208"/>
                    </a:cubicBezTo>
                    <a:cubicBezTo>
                      <a:pt x="98795" y="101969"/>
                      <a:pt x="101918" y="94714"/>
                      <a:pt x="101918" y="85444"/>
                    </a:cubicBezTo>
                    <a:lnTo>
                      <a:pt x="129023" y="85444"/>
                    </a:lnTo>
                    <a:cubicBezTo>
                      <a:pt x="129023" y="96427"/>
                      <a:pt x="126454" y="106050"/>
                      <a:pt x="121365" y="114312"/>
                    </a:cubicBezTo>
                    <a:cubicBezTo>
                      <a:pt x="116277" y="122574"/>
                      <a:pt x="108972" y="128972"/>
                      <a:pt x="99500" y="133507"/>
                    </a:cubicBezTo>
                    <a:cubicBezTo>
                      <a:pt x="90029" y="138041"/>
                      <a:pt x="78945" y="140308"/>
                      <a:pt x="66300" y="140308"/>
                    </a:cubicBezTo>
                    <a:cubicBezTo>
                      <a:pt x="52748" y="140308"/>
                      <a:pt x="41009" y="137738"/>
                      <a:pt x="31034" y="132549"/>
                    </a:cubicBezTo>
                    <a:close/>
                  </a:path>
                </a:pathLst>
              </a:custGeom>
              <a:solidFill>
                <a:srgbClr val="2A3F4B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8874711E-5D7F-540E-06D2-80BE7E181781}"/>
                  </a:ext>
                </a:extLst>
              </p:cNvPr>
              <p:cNvSpPr/>
              <p:nvPr/>
            </p:nvSpPr>
            <p:spPr>
              <a:xfrm>
                <a:off x="6940131" y="683115"/>
                <a:ext cx="85796" cy="135521"/>
              </a:xfrm>
              <a:custGeom>
                <a:avLst/>
                <a:gdLst>
                  <a:gd name="csX0" fmla="*/ 0 w 85796"/>
                  <a:gd name="csY0" fmla="*/ 110936 h 135521"/>
                  <a:gd name="csX1" fmla="*/ 29623 w 85796"/>
                  <a:gd name="csY1" fmla="*/ 110936 h 135521"/>
                  <a:gd name="csX2" fmla="*/ 29623 w 85796"/>
                  <a:gd name="csY2" fmla="*/ 24585 h 135521"/>
                  <a:gd name="csX3" fmla="*/ 0 w 85796"/>
                  <a:gd name="csY3" fmla="*/ 24585 h 135521"/>
                  <a:gd name="csX4" fmla="*/ 0 w 85796"/>
                  <a:gd name="csY4" fmla="*/ 0 h 135521"/>
                  <a:gd name="csX5" fmla="*/ 85797 w 85796"/>
                  <a:gd name="csY5" fmla="*/ 0 h 135521"/>
                  <a:gd name="csX6" fmla="*/ 85797 w 85796"/>
                  <a:gd name="csY6" fmla="*/ 24585 h 135521"/>
                  <a:gd name="csX7" fmla="*/ 56375 w 85796"/>
                  <a:gd name="csY7" fmla="*/ 24585 h 135521"/>
                  <a:gd name="csX8" fmla="*/ 56375 w 85796"/>
                  <a:gd name="csY8" fmla="*/ 110936 h 135521"/>
                  <a:gd name="csX9" fmla="*/ 85797 w 85796"/>
                  <a:gd name="csY9" fmla="*/ 110936 h 135521"/>
                  <a:gd name="csX10" fmla="*/ 85797 w 85796"/>
                  <a:gd name="csY10" fmla="*/ 135522 h 135521"/>
                  <a:gd name="csX11" fmla="*/ 0 w 85796"/>
                  <a:gd name="csY11" fmla="*/ 135522 h 135521"/>
                  <a:gd name="csX12" fmla="*/ 0 w 85796"/>
                  <a:gd name="csY12" fmla="*/ 110936 h 13552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85796" h="135521">
                    <a:moveTo>
                      <a:pt x="0" y="110936"/>
                    </a:moveTo>
                    <a:lnTo>
                      <a:pt x="29623" y="110936"/>
                    </a:lnTo>
                    <a:lnTo>
                      <a:pt x="29623" y="24585"/>
                    </a:lnTo>
                    <a:lnTo>
                      <a:pt x="0" y="24585"/>
                    </a:lnTo>
                    <a:lnTo>
                      <a:pt x="0" y="0"/>
                    </a:lnTo>
                    <a:lnTo>
                      <a:pt x="85797" y="0"/>
                    </a:lnTo>
                    <a:lnTo>
                      <a:pt x="85797" y="24585"/>
                    </a:lnTo>
                    <a:lnTo>
                      <a:pt x="56375" y="24585"/>
                    </a:lnTo>
                    <a:lnTo>
                      <a:pt x="56375" y="110936"/>
                    </a:lnTo>
                    <a:lnTo>
                      <a:pt x="85797" y="110936"/>
                    </a:lnTo>
                    <a:lnTo>
                      <a:pt x="85797" y="135522"/>
                    </a:lnTo>
                    <a:lnTo>
                      <a:pt x="0" y="135522"/>
                    </a:lnTo>
                    <a:lnTo>
                      <a:pt x="0" y="110936"/>
                    </a:lnTo>
                    <a:close/>
                  </a:path>
                </a:pathLst>
              </a:custGeom>
              <a:solidFill>
                <a:srgbClr val="2A3F4B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B20BF52F-B838-EA65-6B26-22BB659147E0}"/>
                  </a:ext>
                </a:extLst>
              </p:cNvPr>
              <p:cNvSpPr/>
              <p:nvPr/>
            </p:nvSpPr>
            <p:spPr>
              <a:xfrm>
                <a:off x="7039833" y="680748"/>
                <a:ext cx="130987" cy="140207"/>
              </a:xfrm>
              <a:custGeom>
                <a:avLst/>
                <a:gdLst>
                  <a:gd name="csX0" fmla="*/ 30631 w 130987"/>
                  <a:gd name="csY0" fmla="*/ 132549 h 140207"/>
                  <a:gd name="csX1" fmla="*/ 7960 w 130987"/>
                  <a:gd name="csY1" fmla="*/ 110684 h 140207"/>
                  <a:gd name="csX2" fmla="*/ 0 w 130987"/>
                  <a:gd name="csY2" fmla="*/ 77283 h 140207"/>
                  <a:gd name="csX3" fmla="*/ 0 w 130987"/>
                  <a:gd name="csY3" fmla="*/ 63126 h 140207"/>
                  <a:gd name="csX4" fmla="*/ 7960 w 130987"/>
                  <a:gd name="csY4" fmla="*/ 29623 h 140207"/>
                  <a:gd name="csX5" fmla="*/ 30631 w 130987"/>
                  <a:gd name="csY5" fmla="*/ 7658 h 140207"/>
                  <a:gd name="csX6" fmla="*/ 65494 w 130987"/>
                  <a:gd name="csY6" fmla="*/ 0 h 140207"/>
                  <a:gd name="csX7" fmla="*/ 100357 w 130987"/>
                  <a:gd name="csY7" fmla="*/ 7658 h 140207"/>
                  <a:gd name="csX8" fmla="*/ 123028 w 130987"/>
                  <a:gd name="csY8" fmla="*/ 29523 h 140207"/>
                  <a:gd name="csX9" fmla="*/ 130988 w 130987"/>
                  <a:gd name="csY9" fmla="*/ 62924 h 140207"/>
                  <a:gd name="csX10" fmla="*/ 130988 w 130987"/>
                  <a:gd name="csY10" fmla="*/ 77081 h 140207"/>
                  <a:gd name="csX11" fmla="*/ 123028 w 130987"/>
                  <a:gd name="csY11" fmla="*/ 110584 h 140207"/>
                  <a:gd name="csX12" fmla="*/ 100357 w 130987"/>
                  <a:gd name="csY12" fmla="*/ 132549 h 140207"/>
                  <a:gd name="csX13" fmla="*/ 65494 w 130987"/>
                  <a:gd name="csY13" fmla="*/ 140207 h 140207"/>
                  <a:gd name="csX14" fmla="*/ 30631 w 130987"/>
                  <a:gd name="csY14" fmla="*/ 132549 h 140207"/>
                  <a:gd name="csX15" fmla="*/ 37533 w 130987"/>
                  <a:gd name="csY15" fmla="*/ 105042 h 140207"/>
                  <a:gd name="csX16" fmla="*/ 65494 w 130987"/>
                  <a:gd name="csY16" fmla="*/ 115017 h 140207"/>
                  <a:gd name="csX17" fmla="*/ 93455 w 130987"/>
                  <a:gd name="csY17" fmla="*/ 105042 h 140207"/>
                  <a:gd name="csX18" fmla="*/ 103228 w 130987"/>
                  <a:gd name="csY18" fmla="*/ 76678 h 140207"/>
                  <a:gd name="csX19" fmla="*/ 103228 w 130987"/>
                  <a:gd name="csY19" fmla="*/ 63529 h 140207"/>
                  <a:gd name="csX20" fmla="*/ 93455 w 130987"/>
                  <a:gd name="csY20" fmla="*/ 35266 h 140207"/>
                  <a:gd name="csX21" fmla="*/ 65494 w 130987"/>
                  <a:gd name="csY21" fmla="*/ 25190 h 140207"/>
                  <a:gd name="csX22" fmla="*/ 37432 w 130987"/>
                  <a:gd name="csY22" fmla="*/ 35064 h 140207"/>
                  <a:gd name="csX23" fmla="*/ 27759 w 130987"/>
                  <a:gd name="csY23" fmla="*/ 63529 h 140207"/>
                  <a:gd name="csX24" fmla="*/ 27759 w 130987"/>
                  <a:gd name="csY24" fmla="*/ 76880 h 140207"/>
                  <a:gd name="csX25" fmla="*/ 37533 w 130987"/>
                  <a:gd name="csY25" fmla="*/ 105042 h 1402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30987" h="140207">
                    <a:moveTo>
                      <a:pt x="30631" y="132549"/>
                    </a:moveTo>
                    <a:cubicBezTo>
                      <a:pt x="20807" y="127461"/>
                      <a:pt x="13250" y="120156"/>
                      <a:pt x="7960" y="110684"/>
                    </a:cubicBezTo>
                    <a:cubicBezTo>
                      <a:pt x="2670" y="101213"/>
                      <a:pt x="0" y="90079"/>
                      <a:pt x="0" y="77283"/>
                    </a:cubicBezTo>
                    <a:lnTo>
                      <a:pt x="0" y="63126"/>
                    </a:lnTo>
                    <a:cubicBezTo>
                      <a:pt x="0" y="50329"/>
                      <a:pt x="2620" y="39196"/>
                      <a:pt x="7960" y="29623"/>
                    </a:cubicBezTo>
                    <a:cubicBezTo>
                      <a:pt x="13250" y="20051"/>
                      <a:pt x="20807" y="12746"/>
                      <a:pt x="30631" y="7658"/>
                    </a:cubicBezTo>
                    <a:cubicBezTo>
                      <a:pt x="40455" y="2569"/>
                      <a:pt x="52042" y="0"/>
                      <a:pt x="65494" y="0"/>
                    </a:cubicBezTo>
                    <a:cubicBezTo>
                      <a:pt x="78945" y="0"/>
                      <a:pt x="90533" y="2569"/>
                      <a:pt x="100357" y="7658"/>
                    </a:cubicBezTo>
                    <a:cubicBezTo>
                      <a:pt x="110181" y="12746"/>
                      <a:pt x="117738" y="20051"/>
                      <a:pt x="123028" y="29523"/>
                    </a:cubicBezTo>
                    <a:cubicBezTo>
                      <a:pt x="128318" y="38994"/>
                      <a:pt x="130988" y="50128"/>
                      <a:pt x="130988" y="62924"/>
                    </a:cubicBezTo>
                    <a:lnTo>
                      <a:pt x="130988" y="77081"/>
                    </a:lnTo>
                    <a:cubicBezTo>
                      <a:pt x="130988" y="89878"/>
                      <a:pt x="128318" y="101012"/>
                      <a:pt x="123028" y="110584"/>
                    </a:cubicBezTo>
                    <a:cubicBezTo>
                      <a:pt x="117738" y="120156"/>
                      <a:pt x="110181" y="127461"/>
                      <a:pt x="100357" y="132549"/>
                    </a:cubicBezTo>
                    <a:cubicBezTo>
                      <a:pt x="90533" y="137638"/>
                      <a:pt x="78945" y="140207"/>
                      <a:pt x="65494" y="140207"/>
                    </a:cubicBezTo>
                    <a:cubicBezTo>
                      <a:pt x="52042" y="140207"/>
                      <a:pt x="40455" y="137638"/>
                      <a:pt x="30631" y="132549"/>
                    </a:cubicBezTo>
                    <a:close/>
                    <a:moveTo>
                      <a:pt x="37533" y="105042"/>
                    </a:moveTo>
                    <a:cubicBezTo>
                      <a:pt x="44032" y="111692"/>
                      <a:pt x="53403" y="115017"/>
                      <a:pt x="65494" y="115017"/>
                    </a:cubicBezTo>
                    <a:cubicBezTo>
                      <a:pt x="77585" y="115017"/>
                      <a:pt x="86956" y="111692"/>
                      <a:pt x="93455" y="105042"/>
                    </a:cubicBezTo>
                    <a:cubicBezTo>
                      <a:pt x="99954" y="98392"/>
                      <a:pt x="103228" y="88920"/>
                      <a:pt x="103228" y="76678"/>
                    </a:cubicBezTo>
                    <a:lnTo>
                      <a:pt x="103228" y="63529"/>
                    </a:lnTo>
                    <a:cubicBezTo>
                      <a:pt x="103228" y="51387"/>
                      <a:pt x="99954" y="41966"/>
                      <a:pt x="93455" y="35266"/>
                    </a:cubicBezTo>
                    <a:cubicBezTo>
                      <a:pt x="86956" y="28565"/>
                      <a:pt x="77585" y="25190"/>
                      <a:pt x="65494" y="25190"/>
                    </a:cubicBezTo>
                    <a:cubicBezTo>
                      <a:pt x="53403" y="25190"/>
                      <a:pt x="43881" y="28465"/>
                      <a:pt x="37432" y="35064"/>
                    </a:cubicBezTo>
                    <a:cubicBezTo>
                      <a:pt x="30984" y="41664"/>
                      <a:pt x="27759" y="51136"/>
                      <a:pt x="27759" y="63529"/>
                    </a:cubicBezTo>
                    <a:lnTo>
                      <a:pt x="27759" y="76880"/>
                    </a:lnTo>
                    <a:cubicBezTo>
                      <a:pt x="27759" y="89021"/>
                      <a:pt x="31034" y="98392"/>
                      <a:pt x="37533" y="105042"/>
                    </a:cubicBezTo>
                    <a:close/>
                  </a:path>
                </a:pathLst>
              </a:custGeom>
              <a:solidFill>
                <a:srgbClr val="2A3F4B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CB4B9AB0-0142-B3F2-1803-BE489A0D8DAC}"/>
                  </a:ext>
                </a:extLst>
              </p:cNvPr>
              <p:cNvSpPr/>
              <p:nvPr/>
            </p:nvSpPr>
            <p:spPr>
              <a:xfrm>
                <a:off x="7193844" y="683065"/>
                <a:ext cx="122171" cy="135572"/>
              </a:xfrm>
              <a:custGeom>
                <a:avLst/>
                <a:gdLst>
                  <a:gd name="csX0" fmla="*/ 0 w 122171"/>
                  <a:gd name="csY0" fmla="*/ 0 h 135572"/>
                  <a:gd name="csX1" fmla="*/ 49171 w 122171"/>
                  <a:gd name="csY1" fmla="*/ 0 h 135572"/>
                  <a:gd name="csX2" fmla="*/ 90432 w 122171"/>
                  <a:gd name="csY2" fmla="*/ 112146 h 135572"/>
                  <a:gd name="csX3" fmla="*/ 95470 w 122171"/>
                  <a:gd name="csY3" fmla="*/ 112146 h 135572"/>
                  <a:gd name="csX4" fmla="*/ 95470 w 122171"/>
                  <a:gd name="csY4" fmla="*/ 0 h 135572"/>
                  <a:gd name="csX5" fmla="*/ 122171 w 122171"/>
                  <a:gd name="csY5" fmla="*/ 0 h 135572"/>
                  <a:gd name="csX6" fmla="*/ 122171 w 122171"/>
                  <a:gd name="csY6" fmla="*/ 135572 h 135572"/>
                  <a:gd name="csX7" fmla="*/ 73001 w 122171"/>
                  <a:gd name="csY7" fmla="*/ 135572 h 135572"/>
                  <a:gd name="csX8" fmla="*/ 31739 w 122171"/>
                  <a:gd name="csY8" fmla="*/ 23427 h 135572"/>
                  <a:gd name="csX9" fmla="*/ 26701 w 122171"/>
                  <a:gd name="csY9" fmla="*/ 23427 h 135572"/>
                  <a:gd name="csX10" fmla="*/ 26701 w 122171"/>
                  <a:gd name="csY10" fmla="*/ 135572 h 135572"/>
                  <a:gd name="csX11" fmla="*/ 0 w 122171"/>
                  <a:gd name="csY11" fmla="*/ 135572 h 135572"/>
                  <a:gd name="csX12" fmla="*/ 0 w 122171"/>
                  <a:gd name="csY12" fmla="*/ 0 h 1355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22171" h="135572">
                    <a:moveTo>
                      <a:pt x="0" y="0"/>
                    </a:moveTo>
                    <a:lnTo>
                      <a:pt x="49171" y="0"/>
                    </a:lnTo>
                    <a:lnTo>
                      <a:pt x="90432" y="112146"/>
                    </a:lnTo>
                    <a:lnTo>
                      <a:pt x="95470" y="112146"/>
                    </a:lnTo>
                    <a:lnTo>
                      <a:pt x="95470" y="0"/>
                    </a:lnTo>
                    <a:lnTo>
                      <a:pt x="122171" y="0"/>
                    </a:lnTo>
                    <a:lnTo>
                      <a:pt x="122171" y="135572"/>
                    </a:lnTo>
                    <a:lnTo>
                      <a:pt x="73001" y="135572"/>
                    </a:lnTo>
                    <a:lnTo>
                      <a:pt x="31739" y="23427"/>
                    </a:lnTo>
                    <a:lnTo>
                      <a:pt x="26701" y="23427"/>
                    </a:lnTo>
                    <a:lnTo>
                      <a:pt x="26701" y="135572"/>
                    </a:lnTo>
                    <a:lnTo>
                      <a:pt x="0" y="1355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A3F4B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401C681D-B5A4-8E40-4FBB-6FB9581F6FD9}"/>
                  </a:ext>
                </a:extLst>
              </p:cNvPr>
              <p:cNvSpPr/>
              <p:nvPr/>
            </p:nvSpPr>
            <p:spPr>
              <a:xfrm>
                <a:off x="7331935" y="683065"/>
                <a:ext cx="137688" cy="135572"/>
              </a:xfrm>
              <a:custGeom>
                <a:avLst/>
                <a:gdLst>
                  <a:gd name="csX0" fmla="*/ 46652 w 137688"/>
                  <a:gd name="csY0" fmla="*/ 0 h 135572"/>
                  <a:gd name="csX1" fmla="*/ 91188 w 137688"/>
                  <a:gd name="csY1" fmla="*/ 0 h 135572"/>
                  <a:gd name="csX2" fmla="*/ 137688 w 137688"/>
                  <a:gd name="csY2" fmla="*/ 135572 h 135572"/>
                  <a:gd name="csX3" fmla="*/ 108821 w 137688"/>
                  <a:gd name="csY3" fmla="*/ 135572 h 135572"/>
                  <a:gd name="csX4" fmla="*/ 100709 w 137688"/>
                  <a:gd name="csY4" fmla="*/ 110987 h 135572"/>
                  <a:gd name="csX5" fmla="*/ 36777 w 137688"/>
                  <a:gd name="csY5" fmla="*/ 110987 h 135572"/>
                  <a:gd name="csX6" fmla="*/ 28666 w 137688"/>
                  <a:gd name="csY6" fmla="*/ 135572 h 135572"/>
                  <a:gd name="csX7" fmla="*/ 0 w 137688"/>
                  <a:gd name="csY7" fmla="*/ 135572 h 135572"/>
                  <a:gd name="csX8" fmla="*/ 46652 w 137688"/>
                  <a:gd name="csY8" fmla="*/ 0 h 135572"/>
                  <a:gd name="csX9" fmla="*/ 93707 w 137688"/>
                  <a:gd name="csY9" fmla="*/ 88517 h 135572"/>
                  <a:gd name="csX10" fmla="*/ 71036 w 137688"/>
                  <a:gd name="csY10" fmla="*/ 20152 h 135572"/>
                  <a:gd name="csX11" fmla="*/ 65998 w 137688"/>
                  <a:gd name="csY11" fmla="*/ 20152 h 135572"/>
                  <a:gd name="csX12" fmla="*/ 43730 w 137688"/>
                  <a:gd name="csY12" fmla="*/ 88517 h 135572"/>
                  <a:gd name="csX13" fmla="*/ 93707 w 137688"/>
                  <a:gd name="csY13" fmla="*/ 88517 h 1355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</a:cxnLst>
                <a:rect l="l" t="t" r="r" b="b"/>
                <a:pathLst>
                  <a:path w="137688" h="135572">
                    <a:moveTo>
                      <a:pt x="46652" y="0"/>
                    </a:moveTo>
                    <a:lnTo>
                      <a:pt x="91188" y="0"/>
                    </a:lnTo>
                    <a:lnTo>
                      <a:pt x="137688" y="135572"/>
                    </a:lnTo>
                    <a:lnTo>
                      <a:pt x="108821" y="135572"/>
                    </a:lnTo>
                    <a:lnTo>
                      <a:pt x="100709" y="110987"/>
                    </a:lnTo>
                    <a:lnTo>
                      <a:pt x="36777" y="110987"/>
                    </a:lnTo>
                    <a:lnTo>
                      <a:pt x="28666" y="135572"/>
                    </a:lnTo>
                    <a:lnTo>
                      <a:pt x="0" y="135572"/>
                    </a:lnTo>
                    <a:lnTo>
                      <a:pt x="46652" y="0"/>
                    </a:lnTo>
                    <a:close/>
                    <a:moveTo>
                      <a:pt x="93707" y="88517"/>
                    </a:moveTo>
                    <a:lnTo>
                      <a:pt x="71036" y="20152"/>
                    </a:lnTo>
                    <a:lnTo>
                      <a:pt x="65998" y="20152"/>
                    </a:lnTo>
                    <a:lnTo>
                      <a:pt x="43730" y="88517"/>
                    </a:lnTo>
                    <a:lnTo>
                      <a:pt x="93707" y="88517"/>
                    </a:lnTo>
                    <a:close/>
                  </a:path>
                </a:pathLst>
              </a:custGeom>
              <a:solidFill>
                <a:srgbClr val="2A3F4B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7DFEAB14-158E-DC8C-A445-BC8B09F622BB}"/>
                  </a:ext>
                </a:extLst>
              </p:cNvPr>
              <p:cNvSpPr/>
              <p:nvPr/>
            </p:nvSpPr>
            <p:spPr>
              <a:xfrm>
                <a:off x="7485443" y="683065"/>
                <a:ext cx="98391" cy="135572"/>
              </a:xfrm>
              <a:custGeom>
                <a:avLst/>
                <a:gdLst>
                  <a:gd name="csX0" fmla="*/ 0 w 98391"/>
                  <a:gd name="csY0" fmla="*/ 0 h 135572"/>
                  <a:gd name="csX1" fmla="*/ 27104 w 98391"/>
                  <a:gd name="csY1" fmla="*/ 0 h 135572"/>
                  <a:gd name="csX2" fmla="*/ 27104 w 98391"/>
                  <a:gd name="csY2" fmla="*/ 110987 h 135572"/>
                  <a:gd name="csX3" fmla="*/ 98392 w 98391"/>
                  <a:gd name="csY3" fmla="*/ 110987 h 135572"/>
                  <a:gd name="csX4" fmla="*/ 98392 w 98391"/>
                  <a:gd name="csY4" fmla="*/ 135572 h 135572"/>
                  <a:gd name="csX5" fmla="*/ 0 w 98391"/>
                  <a:gd name="csY5" fmla="*/ 135572 h 135572"/>
                  <a:gd name="csX6" fmla="*/ 0 w 98391"/>
                  <a:gd name="csY6" fmla="*/ 0 h 1355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98391" h="135572">
                    <a:moveTo>
                      <a:pt x="0" y="0"/>
                    </a:moveTo>
                    <a:lnTo>
                      <a:pt x="27104" y="0"/>
                    </a:lnTo>
                    <a:lnTo>
                      <a:pt x="27104" y="110987"/>
                    </a:lnTo>
                    <a:lnTo>
                      <a:pt x="98392" y="110987"/>
                    </a:lnTo>
                    <a:lnTo>
                      <a:pt x="98392" y="135572"/>
                    </a:lnTo>
                    <a:lnTo>
                      <a:pt x="0" y="1355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A3F4B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483" name="Rectangle 482">
                <a:extLst>
                  <a:ext uri="{FF2B5EF4-FFF2-40B4-BE49-F238E27FC236}">
                    <a16:creationId xmlns:a16="http://schemas.microsoft.com/office/drawing/2014/main" id="{75A5162A-A3A9-CB63-6674-E1429F20A9AE}"/>
                  </a:ext>
                </a:extLst>
              </p:cNvPr>
              <p:cNvSpPr/>
              <p:nvPr/>
            </p:nvSpPr>
            <p:spPr>
              <a:xfrm>
                <a:off x="7632350" y="606992"/>
                <a:ext cx="290087" cy="290641"/>
              </a:xfrm>
              <a:prstGeom prst="rect">
                <a:avLst/>
              </a:prstGeom>
              <a:solidFill>
                <a:srgbClr val="2A3F4B"/>
              </a:solidFill>
              <a:ln w="503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484" name="Graphic 51">
                <a:extLst>
                  <a:ext uri="{FF2B5EF4-FFF2-40B4-BE49-F238E27FC236}">
                    <a16:creationId xmlns:a16="http://schemas.microsoft.com/office/drawing/2014/main" id="{EE1E6B8A-E039-9680-2CE2-CA0D3B8EAFC3}"/>
                  </a:ext>
                </a:extLst>
              </p:cNvPr>
              <p:cNvGrpSpPr/>
              <p:nvPr/>
            </p:nvGrpSpPr>
            <p:grpSpPr>
              <a:xfrm>
                <a:off x="7669480" y="684274"/>
                <a:ext cx="216432" cy="130886"/>
                <a:chOff x="7669480" y="684274"/>
                <a:chExt cx="216432" cy="130886"/>
              </a:xfrm>
              <a:solidFill>
                <a:srgbClr val="FFFFFF"/>
              </a:solidFill>
            </p:grpSpPr>
            <p:sp>
              <p:nvSpPr>
                <p:cNvPr id="485" name="Freeform: Shape 484">
                  <a:extLst>
                    <a:ext uri="{FF2B5EF4-FFF2-40B4-BE49-F238E27FC236}">
                      <a16:creationId xmlns:a16="http://schemas.microsoft.com/office/drawing/2014/main" id="{E93FE14D-DCB1-7196-7A32-65A7D749BEA8}"/>
                    </a:ext>
                  </a:extLst>
                </p:cNvPr>
                <p:cNvSpPr/>
                <p:nvPr/>
              </p:nvSpPr>
              <p:spPr>
                <a:xfrm>
                  <a:off x="7669480" y="684325"/>
                  <a:ext cx="99298" cy="130836"/>
                </a:xfrm>
                <a:custGeom>
                  <a:avLst/>
                  <a:gdLst>
                    <a:gd name="csX0" fmla="*/ 23427 w 99298"/>
                    <a:gd name="csY0" fmla="*/ 125597 h 130836"/>
                    <a:gd name="csX1" fmla="*/ 6146 w 99298"/>
                    <a:gd name="csY1" fmla="*/ 110332 h 130836"/>
                    <a:gd name="csX2" fmla="*/ 0 w 99298"/>
                    <a:gd name="csY2" fmla="*/ 86754 h 130836"/>
                    <a:gd name="csX3" fmla="*/ 25845 w 99298"/>
                    <a:gd name="csY3" fmla="*/ 86754 h 130836"/>
                    <a:gd name="csX4" fmla="*/ 28717 w 99298"/>
                    <a:gd name="csY4" fmla="*/ 98442 h 130836"/>
                    <a:gd name="csX5" fmla="*/ 36929 w 99298"/>
                    <a:gd name="csY5" fmla="*/ 105697 h 130836"/>
                    <a:gd name="csX6" fmla="*/ 49524 w 99298"/>
                    <a:gd name="csY6" fmla="*/ 108115 h 130836"/>
                    <a:gd name="csX7" fmla="*/ 62269 w 99298"/>
                    <a:gd name="csY7" fmla="*/ 105848 h 130836"/>
                    <a:gd name="csX8" fmla="*/ 70784 w 99298"/>
                    <a:gd name="csY8" fmla="*/ 99450 h 130836"/>
                    <a:gd name="csX9" fmla="*/ 73756 w 99298"/>
                    <a:gd name="csY9" fmla="*/ 89878 h 130836"/>
                    <a:gd name="csX10" fmla="*/ 71237 w 99298"/>
                    <a:gd name="csY10" fmla="*/ 80658 h 130836"/>
                    <a:gd name="csX11" fmla="*/ 64184 w 99298"/>
                    <a:gd name="csY11" fmla="*/ 74864 h 130836"/>
                    <a:gd name="csX12" fmla="*/ 53705 w 99298"/>
                    <a:gd name="csY12" fmla="*/ 72900 h 130836"/>
                    <a:gd name="csX13" fmla="*/ 29674 w 99298"/>
                    <a:gd name="csY13" fmla="*/ 72900 h 130836"/>
                    <a:gd name="csX14" fmla="*/ 29674 w 99298"/>
                    <a:gd name="csY14" fmla="*/ 53352 h 130836"/>
                    <a:gd name="csX15" fmla="*/ 53201 w 99298"/>
                    <a:gd name="csY15" fmla="*/ 53352 h 130836"/>
                    <a:gd name="csX16" fmla="*/ 62673 w 99298"/>
                    <a:gd name="csY16" fmla="*/ 51639 h 130836"/>
                    <a:gd name="csX17" fmla="*/ 69020 w 99298"/>
                    <a:gd name="csY17" fmla="*/ 46400 h 130836"/>
                    <a:gd name="csX18" fmla="*/ 71288 w 99298"/>
                    <a:gd name="csY18" fmla="*/ 37785 h 130836"/>
                    <a:gd name="csX19" fmla="*/ 65595 w 99298"/>
                    <a:gd name="csY19" fmla="*/ 26046 h 130836"/>
                    <a:gd name="csX20" fmla="*/ 49775 w 99298"/>
                    <a:gd name="csY20" fmla="*/ 21865 h 130836"/>
                    <a:gd name="csX21" fmla="*/ 33402 w 99298"/>
                    <a:gd name="csY21" fmla="*/ 26752 h 130836"/>
                    <a:gd name="csX22" fmla="*/ 27507 w 99298"/>
                    <a:gd name="csY22" fmla="*/ 40304 h 130836"/>
                    <a:gd name="csX23" fmla="*/ 3275 w 99298"/>
                    <a:gd name="csY23" fmla="*/ 40304 h 130836"/>
                    <a:gd name="csX24" fmla="*/ 8867 w 99298"/>
                    <a:gd name="csY24" fmla="*/ 18792 h 130836"/>
                    <a:gd name="csX25" fmla="*/ 25140 w 99298"/>
                    <a:gd name="csY25" fmla="*/ 4887 h 130836"/>
                    <a:gd name="csX26" fmla="*/ 50279 w 99298"/>
                    <a:gd name="csY26" fmla="*/ 0 h 130836"/>
                    <a:gd name="csX27" fmla="*/ 74512 w 99298"/>
                    <a:gd name="csY27" fmla="*/ 4333 h 130836"/>
                    <a:gd name="csX28" fmla="*/ 90533 w 99298"/>
                    <a:gd name="csY28" fmla="*/ 16625 h 130836"/>
                    <a:gd name="csX29" fmla="*/ 96024 w 99298"/>
                    <a:gd name="csY29" fmla="*/ 35064 h 130836"/>
                    <a:gd name="csX30" fmla="*/ 90885 w 99298"/>
                    <a:gd name="csY30" fmla="*/ 52597 h 130836"/>
                    <a:gd name="csX31" fmla="*/ 76678 w 99298"/>
                    <a:gd name="csY31" fmla="*/ 61615 h 130836"/>
                    <a:gd name="csX32" fmla="*/ 76678 w 99298"/>
                    <a:gd name="csY32" fmla="*/ 62320 h 130836"/>
                    <a:gd name="csX33" fmla="*/ 93404 w 99298"/>
                    <a:gd name="csY33" fmla="*/ 72245 h 130836"/>
                    <a:gd name="csX34" fmla="*/ 99299 w 99298"/>
                    <a:gd name="csY34" fmla="*/ 91036 h 130836"/>
                    <a:gd name="csX35" fmla="*/ 93253 w 99298"/>
                    <a:gd name="csY35" fmla="*/ 111491 h 130836"/>
                    <a:gd name="csX36" fmla="*/ 75872 w 99298"/>
                    <a:gd name="csY36" fmla="*/ 125698 h 130836"/>
                    <a:gd name="csX37" fmla="*/ 49372 w 99298"/>
                    <a:gd name="csY37" fmla="*/ 130836 h 130836"/>
                    <a:gd name="csX38" fmla="*/ 23427 w 99298"/>
                    <a:gd name="csY38" fmla="*/ 125597 h 13083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</a:cxnLst>
                  <a:rect l="l" t="t" r="r" b="b"/>
                  <a:pathLst>
                    <a:path w="99298" h="130836">
                      <a:moveTo>
                        <a:pt x="23427" y="125597"/>
                      </a:moveTo>
                      <a:cubicBezTo>
                        <a:pt x="16021" y="122121"/>
                        <a:pt x="10227" y="116982"/>
                        <a:pt x="6146" y="110332"/>
                      </a:cubicBezTo>
                      <a:cubicBezTo>
                        <a:pt x="2066" y="103682"/>
                        <a:pt x="0" y="95772"/>
                        <a:pt x="0" y="86754"/>
                      </a:cubicBezTo>
                      <a:lnTo>
                        <a:pt x="25845" y="86754"/>
                      </a:lnTo>
                      <a:cubicBezTo>
                        <a:pt x="25845" y="91339"/>
                        <a:pt x="26802" y="95218"/>
                        <a:pt x="28717" y="98442"/>
                      </a:cubicBezTo>
                      <a:cubicBezTo>
                        <a:pt x="30631" y="101616"/>
                        <a:pt x="33402" y="104034"/>
                        <a:pt x="36929" y="105697"/>
                      </a:cubicBezTo>
                      <a:cubicBezTo>
                        <a:pt x="40455" y="107359"/>
                        <a:pt x="44687" y="108115"/>
                        <a:pt x="49524" y="108115"/>
                      </a:cubicBezTo>
                      <a:cubicBezTo>
                        <a:pt x="54360" y="108115"/>
                        <a:pt x="58592" y="107359"/>
                        <a:pt x="62269" y="105848"/>
                      </a:cubicBezTo>
                      <a:cubicBezTo>
                        <a:pt x="65947" y="104337"/>
                        <a:pt x="68769" y="102221"/>
                        <a:pt x="70784" y="99450"/>
                      </a:cubicBezTo>
                      <a:cubicBezTo>
                        <a:pt x="72749" y="96679"/>
                        <a:pt x="73756" y="93505"/>
                        <a:pt x="73756" y="89878"/>
                      </a:cubicBezTo>
                      <a:cubicBezTo>
                        <a:pt x="73756" y="86250"/>
                        <a:pt x="72900" y="83177"/>
                        <a:pt x="71237" y="80658"/>
                      </a:cubicBezTo>
                      <a:cubicBezTo>
                        <a:pt x="69524" y="78139"/>
                        <a:pt x="67207" y="76174"/>
                        <a:pt x="64184" y="74864"/>
                      </a:cubicBezTo>
                      <a:cubicBezTo>
                        <a:pt x="61161" y="73555"/>
                        <a:pt x="57685" y="72900"/>
                        <a:pt x="53705" y="72900"/>
                      </a:cubicBezTo>
                      <a:lnTo>
                        <a:pt x="29674" y="72900"/>
                      </a:lnTo>
                      <a:lnTo>
                        <a:pt x="29674" y="53352"/>
                      </a:lnTo>
                      <a:lnTo>
                        <a:pt x="53201" y="53352"/>
                      </a:lnTo>
                      <a:cubicBezTo>
                        <a:pt x="56829" y="53352"/>
                        <a:pt x="60002" y="52798"/>
                        <a:pt x="62673" y="51639"/>
                      </a:cubicBezTo>
                      <a:cubicBezTo>
                        <a:pt x="65393" y="50481"/>
                        <a:pt x="67509" y="48768"/>
                        <a:pt x="69020" y="46400"/>
                      </a:cubicBezTo>
                      <a:cubicBezTo>
                        <a:pt x="70532" y="44032"/>
                        <a:pt x="71288" y="41211"/>
                        <a:pt x="71288" y="37785"/>
                      </a:cubicBezTo>
                      <a:cubicBezTo>
                        <a:pt x="71288" y="32747"/>
                        <a:pt x="69373" y="28817"/>
                        <a:pt x="65595" y="26046"/>
                      </a:cubicBezTo>
                      <a:cubicBezTo>
                        <a:pt x="61816" y="23275"/>
                        <a:pt x="56526" y="21865"/>
                        <a:pt x="49775" y="21865"/>
                      </a:cubicBezTo>
                      <a:cubicBezTo>
                        <a:pt x="43024" y="21865"/>
                        <a:pt x="37332" y="23477"/>
                        <a:pt x="33402" y="26752"/>
                      </a:cubicBezTo>
                      <a:cubicBezTo>
                        <a:pt x="29472" y="30026"/>
                        <a:pt x="27507" y="34510"/>
                        <a:pt x="27507" y="40304"/>
                      </a:cubicBezTo>
                      <a:lnTo>
                        <a:pt x="3275" y="40304"/>
                      </a:lnTo>
                      <a:cubicBezTo>
                        <a:pt x="3275" y="31991"/>
                        <a:pt x="5139" y="24837"/>
                        <a:pt x="8867" y="18792"/>
                      </a:cubicBezTo>
                      <a:cubicBezTo>
                        <a:pt x="12595" y="12746"/>
                        <a:pt x="18036" y="8111"/>
                        <a:pt x="25140" y="4887"/>
                      </a:cubicBezTo>
                      <a:cubicBezTo>
                        <a:pt x="32243" y="1612"/>
                        <a:pt x="40606" y="0"/>
                        <a:pt x="50279" y="0"/>
                      </a:cubicBezTo>
                      <a:cubicBezTo>
                        <a:pt x="59952" y="0"/>
                        <a:pt x="67509" y="1461"/>
                        <a:pt x="74512" y="4333"/>
                      </a:cubicBezTo>
                      <a:cubicBezTo>
                        <a:pt x="81515" y="7204"/>
                        <a:pt x="86855" y="11335"/>
                        <a:pt x="90533" y="16625"/>
                      </a:cubicBezTo>
                      <a:cubicBezTo>
                        <a:pt x="94210" y="21915"/>
                        <a:pt x="96024" y="28062"/>
                        <a:pt x="96024" y="35064"/>
                      </a:cubicBezTo>
                      <a:cubicBezTo>
                        <a:pt x="96024" y="42067"/>
                        <a:pt x="94311" y="48012"/>
                        <a:pt x="90885" y="52597"/>
                      </a:cubicBezTo>
                      <a:cubicBezTo>
                        <a:pt x="87459" y="57181"/>
                        <a:pt x="82724" y="60204"/>
                        <a:pt x="76678" y="61615"/>
                      </a:cubicBezTo>
                      <a:lnTo>
                        <a:pt x="76678" y="62320"/>
                      </a:lnTo>
                      <a:cubicBezTo>
                        <a:pt x="83933" y="63882"/>
                        <a:pt x="89475" y="67207"/>
                        <a:pt x="93404" y="72245"/>
                      </a:cubicBezTo>
                      <a:cubicBezTo>
                        <a:pt x="97334" y="77283"/>
                        <a:pt x="99299" y="83580"/>
                        <a:pt x="99299" y="91036"/>
                      </a:cubicBezTo>
                      <a:cubicBezTo>
                        <a:pt x="99299" y="98493"/>
                        <a:pt x="97284" y="105445"/>
                        <a:pt x="93253" y="111491"/>
                      </a:cubicBezTo>
                      <a:cubicBezTo>
                        <a:pt x="89223" y="117536"/>
                        <a:pt x="83429" y="122272"/>
                        <a:pt x="75872" y="125698"/>
                      </a:cubicBezTo>
                      <a:cubicBezTo>
                        <a:pt x="68315" y="129123"/>
                        <a:pt x="59499" y="130836"/>
                        <a:pt x="49372" y="130836"/>
                      </a:cubicBezTo>
                      <a:cubicBezTo>
                        <a:pt x="39246" y="130836"/>
                        <a:pt x="30832" y="129073"/>
                        <a:pt x="23427" y="12559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03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486" name="Freeform: Shape 485">
                  <a:extLst>
                    <a:ext uri="{FF2B5EF4-FFF2-40B4-BE49-F238E27FC236}">
                      <a16:creationId xmlns:a16="http://schemas.microsoft.com/office/drawing/2014/main" id="{DE0741C6-5B88-E0E5-C032-558BBF68AFEF}"/>
                    </a:ext>
                  </a:extLst>
                </p:cNvPr>
                <p:cNvSpPr/>
                <p:nvPr/>
              </p:nvSpPr>
              <p:spPr>
                <a:xfrm>
                  <a:off x="7781022" y="684274"/>
                  <a:ext cx="104890" cy="130886"/>
                </a:xfrm>
                <a:custGeom>
                  <a:avLst/>
                  <a:gdLst>
                    <a:gd name="csX0" fmla="*/ 23426 w 104890"/>
                    <a:gd name="csY0" fmla="*/ 124086 h 130886"/>
                    <a:gd name="csX1" fmla="*/ 5894 w 104890"/>
                    <a:gd name="csY1" fmla="*/ 104387 h 130886"/>
                    <a:gd name="csX2" fmla="*/ 0 w 104890"/>
                    <a:gd name="csY2" fmla="*/ 73202 h 130886"/>
                    <a:gd name="csX3" fmla="*/ 0 w 104890"/>
                    <a:gd name="csY3" fmla="*/ 57483 h 130886"/>
                    <a:gd name="csX4" fmla="*/ 5894 w 104890"/>
                    <a:gd name="csY4" fmla="*/ 26651 h 130886"/>
                    <a:gd name="csX5" fmla="*/ 23628 w 104890"/>
                    <a:gd name="csY5" fmla="*/ 6852 h 130886"/>
                    <a:gd name="csX6" fmla="*/ 52647 w 104890"/>
                    <a:gd name="csY6" fmla="*/ 0 h 130886"/>
                    <a:gd name="csX7" fmla="*/ 81565 w 104890"/>
                    <a:gd name="csY7" fmla="*/ 6852 h 130886"/>
                    <a:gd name="csX8" fmla="*/ 99097 w 104890"/>
                    <a:gd name="csY8" fmla="*/ 26550 h 130886"/>
                    <a:gd name="csX9" fmla="*/ 104891 w 104890"/>
                    <a:gd name="csY9" fmla="*/ 57483 h 130886"/>
                    <a:gd name="csX10" fmla="*/ 104891 w 104890"/>
                    <a:gd name="csY10" fmla="*/ 73202 h 130886"/>
                    <a:gd name="csX11" fmla="*/ 98996 w 104890"/>
                    <a:gd name="csY11" fmla="*/ 104236 h 130886"/>
                    <a:gd name="csX12" fmla="*/ 81363 w 104890"/>
                    <a:gd name="csY12" fmla="*/ 124035 h 130886"/>
                    <a:gd name="csX13" fmla="*/ 52445 w 104890"/>
                    <a:gd name="csY13" fmla="*/ 130887 h 130886"/>
                    <a:gd name="csX14" fmla="*/ 23426 w 104890"/>
                    <a:gd name="csY14" fmla="*/ 124086 h 130886"/>
                    <a:gd name="csX15" fmla="*/ 73000 w 104890"/>
                    <a:gd name="csY15" fmla="*/ 98946 h 130886"/>
                    <a:gd name="csX16" fmla="*/ 79600 w 104890"/>
                    <a:gd name="csY16" fmla="*/ 73202 h 130886"/>
                    <a:gd name="csX17" fmla="*/ 79600 w 104890"/>
                    <a:gd name="csY17" fmla="*/ 57483 h 130886"/>
                    <a:gd name="csX18" fmla="*/ 73000 w 104890"/>
                    <a:gd name="csY18" fmla="*/ 31991 h 130886"/>
                    <a:gd name="csX19" fmla="*/ 52647 w 104890"/>
                    <a:gd name="csY19" fmla="*/ 23124 h 130886"/>
                    <a:gd name="csX20" fmla="*/ 32042 w 104890"/>
                    <a:gd name="csY20" fmla="*/ 31991 h 130886"/>
                    <a:gd name="csX21" fmla="*/ 25341 w 104890"/>
                    <a:gd name="csY21" fmla="*/ 57483 h 130886"/>
                    <a:gd name="csX22" fmla="*/ 25341 w 104890"/>
                    <a:gd name="csY22" fmla="*/ 73202 h 130886"/>
                    <a:gd name="csX23" fmla="*/ 31941 w 104890"/>
                    <a:gd name="csY23" fmla="*/ 98946 h 130886"/>
                    <a:gd name="csX24" fmla="*/ 52445 w 104890"/>
                    <a:gd name="csY24" fmla="*/ 107712 h 130886"/>
                    <a:gd name="csX25" fmla="*/ 72950 w 104890"/>
                    <a:gd name="csY25" fmla="*/ 98946 h 13088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</a:cxnLst>
                  <a:rect l="l" t="t" r="r" b="b"/>
                  <a:pathLst>
                    <a:path w="104890" h="130886">
                      <a:moveTo>
                        <a:pt x="23426" y="124086"/>
                      </a:moveTo>
                      <a:cubicBezTo>
                        <a:pt x="15668" y="119551"/>
                        <a:pt x="9824" y="113002"/>
                        <a:pt x="5894" y="104387"/>
                      </a:cubicBezTo>
                      <a:cubicBezTo>
                        <a:pt x="1965" y="95772"/>
                        <a:pt x="0" y="85394"/>
                        <a:pt x="0" y="73202"/>
                      </a:cubicBezTo>
                      <a:lnTo>
                        <a:pt x="0" y="57483"/>
                      </a:lnTo>
                      <a:cubicBezTo>
                        <a:pt x="0" y="45543"/>
                        <a:pt x="1965" y="35266"/>
                        <a:pt x="5894" y="26651"/>
                      </a:cubicBezTo>
                      <a:cubicBezTo>
                        <a:pt x="9824" y="18036"/>
                        <a:pt x="15718" y="11436"/>
                        <a:pt x="23628" y="6852"/>
                      </a:cubicBezTo>
                      <a:cubicBezTo>
                        <a:pt x="31538" y="2267"/>
                        <a:pt x="41211" y="0"/>
                        <a:pt x="52647" y="0"/>
                      </a:cubicBezTo>
                      <a:cubicBezTo>
                        <a:pt x="64083" y="0"/>
                        <a:pt x="73756" y="2267"/>
                        <a:pt x="81565" y="6852"/>
                      </a:cubicBezTo>
                      <a:cubicBezTo>
                        <a:pt x="89374" y="11436"/>
                        <a:pt x="95218" y="17986"/>
                        <a:pt x="99097" y="26550"/>
                      </a:cubicBezTo>
                      <a:cubicBezTo>
                        <a:pt x="102976" y="35115"/>
                        <a:pt x="104891" y="45443"/>
                        <a:pt x="104891" y="57483"/>
                      </a:cubicBezTo>
                      <a:lnTo>
                        <a:pt x="104891" y="73202"/>
                      </a:lnTo>
                      <a:cubicBezTo>
                        <a:pt x="104891" y="85243"/>
                        <a:pt x="102926" y="95621"/>
                        <a:pt x="98996" y="104236"/>
                      </a:cubicBezTo>
                      <a:cubicBezTo>
                        <a:pt x="95067" y="112851"/>
                        <a:pt x="89172" y="119451"/>
                        <a:pt x="81363" y="124035"/>
                      </a:cubicBezTo>
                      <a:cubicBezTo>
                        <a:pt x="73504" y="128620"/>
                        <a:pt x="63882" y="130887"/>
                        <a:pt x="52445" y="130887"/>
                      </a:cubicBezTo>
                      <a:cubicBezTo>
                        <a:pt x="41009" y="130887"/>
                        <a:pt x="31185" y="128620"/>
                        <a:pt x="23426" y="124086"/>
                      </a:cubicBezTo>
                      <a:close/>
                      <a:moveTo>
                        <a:pt x="73000" y="98946"/>
                      </a:moveTo>
                      <a:cubicBezTo>
                        <a:pt x="77383" y="93102"/>
                        <a:pt x="79600" y="84487"/>
                        <a:pt x="79600" y="73202"/>
                      </a:cubicBezTo>
                      <a:lnTo>
                        <a:pt x="79600" y="57483"/>
                      </a:lnTo>
                      <a:cubicBezTo>
                        <a:pt x="79600" y="46400"/>
                        <a:pt x="77383" y="37886"/>
                        <a:pt x="73000" y="31991"/>
                      </a:cubicBezTo>
                      <a:cubicBezTo>
                        <a:pt x="68617" y="26097"/>
                        <a:pt x="61816" y="23124"/>
                        <a:pt x="52647" y="23124"/>
                      </a:cubicBezTo>
                      <a:cubicBezTo>
                        <a:pt x="43478" y="23124"/>
                        <a:pt x="36475" y="26097"/>
                        <a:pt x="32042" y="31991"/>
                      </a:cubicBezTo>
                      <a:cubicBezTo>
                        <a:pt x="27608" y="37886"/>
                        <a:pt x="25341" y="46400"/>
                        <a:pt x="25341" y="57483"/>
                      </a:cubicBezTo>
                      <a:lnTo>
                        <a:pt x="25341" y="73202"/>
                      </a:lnTo>
                      <a:cubicBezTo>
                        <a:pt x="25341" y="84537"/>
                        <a:pt x="27558" y="93102"/>
                        <a:pt x="31941" y="98946"/>
                      </a:cubicBezTo>
                      <a:cubicBezTo>
                        <a:pt x="36324" y="104790"/>
                        <a:pt x="43176" y="107712"/>
                        <a:pt x="52445" y="107712"/>
                      </a:cubicBezTo>
                      <a:cubicBezTo>
                        <a:pt x="61715" y="107712"/>
                        <a:pt x="68567" y="104790"/>
                        <a:pt x="72950" y="9894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038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291763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ACD4B-B9F9-5394-10AF-E078F1521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extBox 452">
            <a:extLst>
              <a:ext uri="{FF2B5EF4-FFF2-40B4-BE49-F238E27FC236}">
                <a16:creationId xmlns:a16="http://schemas.microsoft.com/office/drawing/2014/main" id="{E28AE785-32C3-8170-5005-D74489BBA34E}"/>
              </a:ext>
            </a:extLst>
          </p:cNvPr>
          <p:cNvSpPr txBox="1"/>
          <p:nvPr/>
        </p:nvSpPr>
        <p:spPr>
          <a:xfrm>
            <a:off x="3290591" y="966270"/>
            <a:ext cx="2629678" cy="5071478"/>
          </a:xfrm>
          <a:custGeom>
            <a:avLst/>
            <a:gdLst>
              <a:gd name="connsiteX0" fmla="*/ 44351 w 2924364"/>
              <a:gd name="connsiteY0" fmla="*/ 0 h 6088370"/>
              <a:gd name="connsiteX1" fmla="*/ 781116 w 2924364"/>
              <a:gd name="connsiteY1" fmla="*/ 0 h 6088370"/>
              <a:gd name="connsiteX2" fmla="*/ 825467 w 2924364"/>
              <a:gd name="connsiteY2" fmla="*/ 44351 h 6088370"/>
              <a:gd name="connsiteX3" fmla="*/ 825467 w 2924364"/>
              <a:gd name="connsiteY3" fmla="*/ 178609 h 6088370"/>
              <a:gd name="connsiteX4" fmla="*/ 2924364 w 2924364"/>
              <a:gd name="connsiteY4" fmla="*/ 178609 h 6088370"/>
              <a:gd name="connsiteX5" fmla="*/ 2924364 w 2924364"/>
              <a:gd name="connsiteY5" fmla="*/ 6088370 h 6088370"/>
              <a:gd name="connsiteX6" fmla="*/ 0 w 2924364"/>
              <a:gd name="connsiteY6" fmla="*/ 6088370 h 6088370"/>
              <a:gd name="connsiteX7" fmla="*/ 0 w 2924364"/>
              <a:gd name="connsiteY7" fmla="*/ 266098 h 6088370"/>
              <a:gd name="connsiteX8" fmla="*/ 0 w 2924364"/>
              <a:gd name="connsiteY8" fmla="*/ 178609 h 6088370"/>
              <a:gd name="connsiteX9" fmla="*/ 0 w 2924364"/>
              <a:gd name="connsiteY9" fmla="*/ 44351 h 6088370"/>
              <a:gd name="connsiteX10" fmla="*/ 44351 w 2924364"/>
              <a:gd name="connsiteY10" fmla="*/ 0 h 6088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24364" h="6088370">
                <a:moveTo>
                  <a:pt x="44351" y="0"/>
                </a:moveTo>
                <a:lnTo>
                  <a:pt x="781116" y="0"/>
                </a:lnTo>
                <a:cubicBezTo>
                  <a:pt x="805610" y="0"/>
                  <a:pt x="825467" y="19857"/>
                  <a:pt x="825467" y="44351"/>
                </a:cubicBezTo>
                <a:lnTo>
                  <a:pt x="825467" y="178609"/>
                </a:lnTo>
                <a:lnTo>
                  <a:pt x="2924364" y="178609"/>
                </a:lnTo>
                <a:lnTo>
                  <a:pt x="2924364" y="6088370"/>
                </a:lnTo>
                <a:lnTo>
                  <a:pt x="0" y="6088370"/>
                </a:lnTo>
                <a:lnTo>
                  <a:pt x="0" y="266098"/>
                </a:lnTo>
                <a:lnTo>
                  <a:pt x="0" y="178609"/>
                </a:lnTo>
                <a:lnTo>
                  <a:pt x="0" y="44351"/>
                </a:lnTo>
                <a:cubicBezTo>
                  <a:pt x="0" y="19857"/>
                  <a:pt x="19857" y="0"/>
                  <a:pt x="44351" y="0"/>
                </a:cubicBezTo>
                <a:close/>
              </a:path>
            </a:pathLst>
          </a:custGeom>
          <a:blipFill dpi="0" rotWithShape="1">
            <a:blip r:embed="rId3" cstate="print">
              <a:alphaModFix amt="1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94449" r="-94449"/>
            </a:stretch>
          </a:blipFill>
          <a:ln>
            <a:solidFill>
              <a:schemeClr val="bg2">
                <a:lumMod val="75000"/>
              </a:schemeClr>
            </a:solidFill>
          </a:ln>
          <a:effectLst/>
        </p:spPr>
        <p:txBody>
          <a:bodyPr vert="horz" wrap="square" lIns="0" tIns="5715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sp>
        <p:nvSpPr>
          <p:cNvPr id="154" name="object 44">
            <a:extLst>
              <a:ext uri="{FF2B5EF4-FFF2-40B4-BE49-F238E27FC236}">
                <a16:creationId xmlns:a16="http://schemas.microsoft.com/office/drawing/2014/main" id="{BB95FB8F-1EEA-A3D9-1AC7-F3A198CE938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5775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1D60167-4931-47E6-BA6A-407CBD079E47}" type="slidenum">
              <a:rPr kumimoji="0" lang="pt-BR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20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4BC1F170-7198-78BA-B29F-9A64F61A9A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/>
              <a:t>Fundos </a:t>
            </a:r>
            <a:r>
              <a:rPr lang="pt-BR" b="1">
                <a:solidFill>
                  <a:schemeClr val="bg2">
                    <a:lumMod val="90000"/>
                  </a:schemeClr>
                </a:solidFill>
              </a:rPr>
              <a:t>High Grade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7DDEA03-9F33-B15D-0F72-961B8D8191CE}"/>
              </a:ext>
            </a:extLst>
          </p:cNvPr>
          <p:cNvSpPr/>
          <p:nvPr/>
        </p:nvSpPr>
        <p:spPr>
          <a:xfrm flipH="1">
            <a:off x="0" y="0"/>
            <a:ext cx="101600" cy="6840000"/>
          </a:xfrm>
          <a:prstGeom prst="rect">
            <a:avLst/>
          </a:prstGeom>
          <a:gradFill>
            <a:gsLst>
              <a:gs pos="100000">
                <a:schemeClr val="tx1">
                  <a:lumMod val="95000"/>
                  <a:lumOff val="5000"/>
                </a:schemeClr>
              </a:gs>
              <a:gs pos="16000">
                <a:schemeClr val="accent3">
                  <a:lumMod val="75000"/>
                </a:schemeClr>
              </a:gs>
              <a:gs pos="0">
                <a:schemeClr val="accent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127" name="CaixaDeTexto 4">
            <a:extLst>
              <a:ext uri="{FF2B5EF4-FFF2-40B4-BE49-F238E27FC236}">
                <a16:creationId xmlns:a16="http://schemas.microsoft.com/office/drawing/2014/main" id="{FF8D051B-CA3F-A68F-8A3F-1355F0C7ED9C}"/>
              </a:ext>
            </a:extLst>
          </p:cNvPr>
          <p:cNvSpPr txBox="1"/>
          <p:nvPr/>
        </p:nvSpPr>
        <p:spPr>
          <a:xfrm>
            <a:off x="613255" y="1805886"/>
            <a:ext cx="1198710" cy="2050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32.485.590/0001-86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64139E6-70A6-0334-BAC2-A6C2616FF3BA}"/>
              </a:ext>
            </a:extLst>
          </p:cNvPr>
          <p:cNvSpPr txBox="1"/>
          <p:nvPr/>
        </p:nvSpPr>
        <p:spPr>
          <a:xfrm>
            <a:off x="613255" y="5094313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Taxa de administração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0,75% a.a.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070AD69-45C2-5B26-47C2-EB85E741DAEE}"/>
              </a:ext>
            </a:extLst>
          </p:cNvPr>
          <p:cNvSpPr txBox="1"/>
          <p:nvPr/>
        </p:nvSpPr>
        <p:spPr>
          <a:xfrm>
            <a:off x="613255" y="4583763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Taxa de performance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Não há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5848A34-5668-D865-CC8E-F2C2710C2B78}"/>
              </a:ext>
            </a:extLst>
          </p:cNvPr>
          <p:cNvSpPr txBox="1"/>
          <p:nvPr/>
        </p:nvSpPr>
        <p:spPr>
          <a:xfrm>
            <a:off x="613255" y="4065518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Índice de referência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IMA-B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FB47C11-021D-842F-4CD2-E1B5DEA49013}"/>
              </a:ext>
            </a:extLst>
          </p:cNvPr>
          <p:cNvSpPr txBox="1"/>
          <p:nvPr/>
        </p:nvSpPr>
        <p:spPr>
          <a:xfrm>
            <a:off x="613255" y="3547274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Movimentação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R$ 1.000,00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CF24049-7CDA-553A-0DE0-E939580A4506}"/>
              </a:ext>
            </a:extLst>
          </p:cNvPr>
          <p:cNvSpPr txBox="1"/>
          <p:nvPr/>
        </p:nvSpPr>
        <p:spPr>
          <a:xfrm>
            <a:off x="613255" y="3063654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Investimento inicial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R$ 1.000,00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9DE9F06-1B35-AD7B-021B-C61B5AE6F2B4}"/>
              </a:ext>
            </a:extLst>
          </p:cNvPr>
          <p:cNvSpPr txBox="1"/>
          <p:nvPr/>
        </p:nvSpPr>
        <p:spPr>
          <a:xfrm>
            <a:off x="613255" y="2571146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Resgate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D+</a:t>
            </a:r>
            <a:r>
              <a:rPr lang="pt-BR" sz="1200" b="1" kern="0">
                <a:solidFill>
                  <a:srgbClr val="E6EDF1">
                    <a:lumMod val="90000"/>
                  </a:srgbClr>
                </a:solidFill>
                <a:latin typeface="Versos" panose="020B0503020204030204" pitchFamily="34" charset="0"/>
                <a:cs typeface="Arial"/>
                <a:sym typeface="Arial"/>
              </a:rPr>
              <a:t>31</a:t>
            </a:r>
            <a:endParaRPr kumimoji="0" lang="pt-BR" sz="1200" b="1" i="0" u="none" strike="noStrike" kern="0" cap="none" spc="0" normalizeH="0" baseline="0" noProof="0">
              <a:ln>
                <a:noFill/>
              </a:ln>
              <a:solidFill>
                <a:srgbClr val="E6EDF1">
                  <a:lumMod val="90000"/>
                </a:srgbClr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F49C52A1-D569-E715-BFA9-CD8AC42D4982}"/>
              </a:ext>
            </a:extLst>
          </p:cNvPr>
          <p:cNvSpPr txBox="1"/>
          <p:nvPr/>
        </p:nvSpPr>
        <p:spPr>
          <a:xfrm>
            <a:off x="613255" y="2087526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Aplicação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D+0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5DB4AA4B-C195-1687-A82D-DF778403AF34}"/>
              </a:ext>
            </a:extLst>
          </p:cNvPr>
          <p:cNvSpPr txBox="1"/>
          <p:nvPr/>
        </p:nvSpPr>
        <p:spPr>
          <a:xfrm>
            <a:off x="622983" y="5620251"/>
            <a:ext cx="1222139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Produto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Renda Fixa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7CAC3308-F2E6-107A-87AD-670B4560089C}"/>
              </a:ext>
            </a:extLst>
          </p:cNvPr>
          <p:cNvSpPr txBox="1"/>
          <p:nvPr/>
        </p:nvSpPr>
        <p:spPr>
          <a:xfrm>
            <a:off x="1936267" y="5620251"/>
            <a:ext cx="864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Mercados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Crédito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C276E0E8-E4CB-3D25-795D-BC50E35F09A1}"/>
              </a:ext>
            </a:extLst>
          </p:cNvPr>
          <p:cNvSpPr txBox="1"/>
          <p:nvPr/>
        </p:nvSpPr>
        <p:spPr>
          <a:xfrm>
            <a:off x="334963" y="966270"/>
            <a:ext cx="2629678" cy="5071478"/>
          </a:xfrm>
          <a:custGeom>
            <a:avLst/>
            <a:gdLst>
              <a:gd name="connsiteX0" fmla="*/ 44351 w 2924364"/>
              <a:gd name="connsiteY0" fmla="*/ 0 h 6088370"/>
              <a:gd name="connsiteX1" fmla="*/ 781116 w 2924364"/>
              <a:gd name="connsiteY1" fmla="*/ 0 h 6088370"/>
              <a:gd name="connsiteX2" fmla="*/ 825467 w 2924364"/>
              <a:gd name="connsiteY2" fmla="*/ 44351 h 6088370"/>
              <a:gd name="connsiteX3" fmla="*/ 825467 w 2924364"/>
              <a:gd name="connsiteY3" fmla="*/ 178609 h 6088370"/>
              <a:gd name="connsiteX4" fmla="*/ 2924364 w 2924364"/>
              <a:gd name="connsiteY4" fmla="*/ 178609 h 6088370"/>
              <a:gd name="connsiteX5" fmla="*/ 2924364 w 2924364"/>
              <a:gd name="connsiteY5" fmla="*/ 6088370 h 6088370"/>
              <a:gd name="connsiteX6" fmla="*/ 0 w 2924364"/>
              <a:gd name="connsiteY6" fmla="*/ 6088370 h 6088370"/>
              <a:gd name="connsiteX7" fmla="*/ 0 w 2924364"/>
              <a:gd name="connsiteY7" fmla="*/ 266098 h 6088370"/>
              <a:gd name="connsiteX8" fmla="*/ 0 w 2924364"/>
              <a:gd name="connsiteY8" fmla="*/ 178609 h 6088370"/>
              <a:gd name="connsiteX9" fmla="*/ 0 w 2924364"/>
              <a:gd name="connsiteY9" fmla="*/ 44351 h 6088370"/>
              <a:gd name="connsiteX10" fmla="*/ 44351 w 2924364"/>
              <a:gd name="connsiteY10" fmla="*/ 0 h 6088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24364" h="6088370">
                <a:moveTo>
                  <a:pt x="44351" y="0"/>
                </a:moveTo>
                <a:lnTo>
                  <a:pt x="781116" y="0"/>
                </a:lnTo>
                <a:cubicBezTo>
                  <a:pt x="805610" y="0"/>
                  <a:pt x="825467" y="19857"/>
                  <a:pt x="825467" y="44351"/>
                </a:cubicBezTo>
                <a:lnTo>
                  <a:pt x="825467" y="178609"/>
                </a:lnTo>
                <a:lnTo>
                  <a:pt x="2924364" y="178609"/>
                </a:lnTo>
                <a:lnTo>
                  <a:pt x="2924364" y="6088370"/>
                </a:lnTo>
                <a:lnTo>
                  <a:pt x="0" y="6088370"/>
                </a:lnTo>
                <a:lnTo>
                  <a:pt x="0" y="266098"/>
                </a:lnTo>
                <a:lnTo>
                  <a:pt x="0" y="178609"/>
                </a:lnTo>
                <a:lnTo>
                  <a:pt x="0" y="44351"/>
                </a:lnTo>
                <a:cubicBezTo>
                  <a:pt x="0" y="19857"/>
                  <a:pt x="19857" y="0"/>
                  <a:pt x="44351" y="0"/>
                </a:cubicBezTo>
                <a:close/>
              </a:path>
            </a:pathLst>
          </a:custGeom>
          <a:blipFill dpi="0" rotWithShape="1">
            <a:blip r:embed="rId3" cstate="print">
              <a:alphaModFix amt="1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94449" r="-94449"/>
            </a:stretch>
          </a:blipFill>
          <a:ln>
            <a:solidFill>
              <a:schemeClr val="bg2">
                <a:lumMod val="75000"/>
              </a:schemeClr>
            </a:solidFill>
          </a:ln>
          <a:effectLst/>
        </p:spPr>
        <p:txBody>
          <a:bodyPr vert="horz" wrap="square" lIns="0" tIns="5715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sp>
        <p:nvSpPr>
          <p:cNvPr id="48" name="CaixaDeTexto 4">
            <a:extLst>
              <a:ext uri="{FF2B5EF4-FFF2-40B4-BE49-F238E27FC236}">
                <a16:creationId xmlns:a16="http://schemas.microsoft.com/office/drawing/2014/main" id="{2AE2E776-E4C4-2152-7A50-D93A19F42076}"/>
              </a:ext>
            </a:extLst>
          </p:cNvPr>
          <p:cNvSpPr txBox="1"/>
          <p:nvPr/>
        </p:nvSpPr>
        <p:spPr>
          <a:xfrm>
            <a:off x="3568883" y="1805886"/>
            <a:ext cx="1198710" cy="2050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62.791.756/0001-53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D99B10-F2F7-544F-EFF0-E5BAA57BC1EF}"/>
              </a:ext>
            </a:extLst>
          </p:cNvPr>
          <p:cNvSpPr txBox="1"/>
          <p:nvPr/>
        </p:nvSpPr>
        <p:spPr>
          <a:xfrm>
            <a:off x="3568883" y="5094313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Taxa de administração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0,75% a.a.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C688F7-04CD-747C-8CAD-A4CBB863D3FB}"/>
              </a:ext>
            </a:extLst>
          </p:cNvPr>
          <p:cNvSpPr txBox="1"/>
          <p:nvPr/>
        </p:nvSpPr>
        <p:spPr>
          <a:xfrm>
            <a:off x="3568883" y="4583763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Taxa de performance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Não há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4C8435-3D61-E19E-586C-871440EF9C50}"/>
              </a:ext>
            </a:extLst>
          </p:cNvPr>
          <p:cNvSpPr txBox="1"/>
          <p:nvPr/>
        </p:nvSpPr>
        <p:spPr>
          <a:xfrm>
            <a:off x="3568883" y="4065518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Índice de referência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CDI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DB73CA2-9289-F169-D8B1-75113788C617}"/>
              </a:ext>
            </a:extLst>
          </p:cNvPr>
          <p:cNvSpPr txBox="1"/>
          <p:nvPr/>
        </p:nvSpPr>
        <p:spPr>
          <a:xfrm>
            <a:off x="3568883" y="3547274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Movimentação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R$ 1.000,00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9E66178-1DD2-BD14-A2BA-98E6E5C76A7D}"/>
              </a:ext>
            </a:extLst>
          </p:cNvPr>
          <p:cNvSpPr txBox="1"/>
          <p:nvPr/>
        </p:nvSpPr>
        <p:spPr>
          <a:xfrm>
            <a:off x="3568883" y="3063654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Investimento inicial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R$ 1.000,00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7D1C98-71F0-EBDB-FCC4-3AC9194BE945}"/>
              </a:ext>
            </a:extLst>
          </p:cNvPr>
          <p:cNvSpPr txBox="1"/>
          <p:nvPr/>
        </p:nvSpPr>
        <p:spPr>
          <a:xfrm>
            <a:off x="3568883" y="2571146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Resgate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D+30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F79FDF-0D21-ACD0-3519-1C5D70C938EF}"/>
              </a:ext>
            </a:extLst>
          </p:cNvPr>
          <p:cNvSpPr txBox="1"/>
          <p:nvPr/>
        </p:nvSpPr>
        <p:spPr>
          <a:xfrm>
            <a:off x="3568883" y="2087526"/>
            <a:ext cx="229315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Aplicação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90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D+0</a:t>
            </a:r>
          </a:p>
        </p:txBody>
      </p:sp>
      <p:sp>
        <p:nvSpPr>
          <p:cNvPr id="449" name="TextBox 448">
            <a:extLst>
              <a:ext uri="{FF2B5EF4-FFF2-40B4-BE49-F238E27FC236}">
                <a16:creationId xmlns:a16="http://schemas.microsoft.com/office/drawing/2014/main" id="{8ED7C675-94E2-5A79-BCD7-9601C51FF90B}"/>
              </a:ext>
            </a:extLst>
          </p:cNvPr>
          <p:cNvSpPr txBox="1"/>
          <p:nvPr/>
        </p:nvSpPr>
        <p:spPr>
          <a:xfrm>
            <a:off x="3578611" y="5620251"/>
            <a:ext cx="1222139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Produto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Renda Fixa</a:t>
            </a:r>
          </a:p>
        </p:txBody>
      </p:sp>
      <p:sp>
        <p:nvSpPr>
          <p:cNvPr id="451" name="TextBox 450">
            <a:extLst>
              <a:ext uri="{FF2B5EF4-FFF2-40B4-BE49-F238E27FC236}">
                <a16:creationId xmlns:a16="http://schemas.microsoft.com/office/drawing/2014/main" id="{3DA3FFF0-BDC5-44BC-0E98-B094E61EA6EB}"/>
              </a:ext>
            </a:extLst>
          </p:cNvPr>
          <p:cNvSpPr txBox="1"/>
          <p:nvPr/>
        </p:nvSpPr>
        <p:spPr>
          <a:xfrm>
            <a:off x="4891895" y="5620251"/>
            <a:ext cx="86400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Mercados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7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Crédito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A9B4527F-B888-3A7C-8548-75585CC8A3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8944" y="1317633"/>
            <a:ext cx="1887700" cy="41123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86B31DE0-CD2A-C31B-1020-545B636EE8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3044" y="1317633"/>
            <a:ext cx="1498056" cy="41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672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94B34-E3AD-B972-49C3-8027B8BF6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61878B87-73DB-2116-A1F4-36F08F3A0AA0}"/>
              </a:ext>
            </a:extLst>
          </p:cNvPr>
          <p:cNvSpPr txBox="1"/>
          <p:nvPr/>
        </p:nvSpPr>
        <p:spPr>
          <a:xfrm>
            <a:off x="8832851" y="0"/>
            <a:ext cx="3355796" cy="6858000"/>
          </a:xfrm>
          <a:prstGeom prst="rect">
            <a:avLst/>
          </a:prstGeom>
          <a:blipFill dpi="0" rotWithShape="1">
            <a:blip r:embed="rId3" cstate="screen">
              <a:grayscl/>
              <a:alphaModFix amt="19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103272" r="-103272"/>
            </a:stretch>
          </a:blipFill>
          <a:ln>
            <a:noFill/>
          </a:ln>
          <a:effectLst/>
        </p:spPr>
        <p:txBody>
          <a:bodyPr vert="horz" wrap="square" lIns="0" tIns="5715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sp>
        <p:nvSpPr>
          <p:cNvPr id="45" name="object 38">
            <a:extLst>
              <a:ext uri="{FF2B5EF4-FFF2-40B4-BE49-F238E27FC236}">
                <a16:creationId xmlns:a16="http://schemas.microsoft.com/office/drawing/2014/main" id="{5582C2FC-2C1A-F397-BE40-C18E7AFDC280}"/>
              </a:ext>
            </a:extLst>
          </p:cNvPr>
          <p:cNvSpPr txBox="1">
            <a:spLocks/>
          </p:cNvSpPr>
          <p:nvPr/>
        </p:nvSpPr>
        <p:spPr>
          <a:xfrm>
            <a:off x="8997379" y="3740516"/>
            <a:ext cx="2858447" cy="22555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CARACTERÍSTICAS GERAIS</a:t>
            </a:r>
          </a:p>
        </p:txBody>
      </p:sp>
      <p:sp>
        <p:nvSpPr>
          <p:cNvPr id="46" name="object 38">
            <a:extLst>
              <a:ext uri="{FF2B5EF4-FFF2-40B4-BE49-F238E27FC236}">
                <a16:creationId xmlns:a16="http://schemas.microsoft.com/office/drawing/2014/main" id="{555DEA40-E9E2-505C-4434-2D860635D847}"/>
              </a:ext>
            </a:extLst>
          </p:cNvPr>
          <p:cNvSpPr txBox="1">
            <a:spLocks/>
          </p:cNvSpPr>
          <p:nvPr/>
        </p:nvSpPr>
        <p:spPr>
          <a:xfrm>
            <a:off x="8997379" y="939030"/>
            <a:ext cx="2858447" cy="564108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Por que o </a:t>
            </a:r>
            <a:b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TIVIO</a:t>
            </a: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9BB7C7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 BANKS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?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</p:txBody>
      </p:sp>
      <p:sp>
        <p:nvSpPr>
          <p:cNvPr id="47" name="object 38">
            <a:extLst>
              <a:ext uri="{FF2B5EF4-FFF2-40B4-BE49-F238E27FC236}">
                <a16:creationId xmlns:a16="http://schemas.microsoft.com/office/drawing/2014/main" id="{E744E069-3042-D4D4-7605-F51201B59854}"/>
              </a:ext>
            </a:extLst>
          </p:cNvPr>
          <p:cNvSpPr txBox="1">
            <a:spLocks/>
          </p:cNvSpPr>
          <p:nvPr/>
        </p:nvSpPr>
        <p:spPr>
          <a:xfrm>
            <a:off x="8997378" y="1661994"/>
            <a:ext cx="2858447" cy="1456660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Identifica oportunidades em ativos de crédito  Bancário High Grade 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Liquidez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diária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j-ea"/>
              <a:cs typeface="+mj-cs"/>
              <a:sym typeface="Arial"/>
            </a:endParaRP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Carteira do fundo composta </a:t>
            </a:r>
            <a:r>
              <a:rPr kumimoji="0" lang="pt-BR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majoritamente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 de bancos S1 e S2.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Rentabilidade consistente</a:t>
            </a: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, 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com retornos acima do CDI</a:t>
            </a: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.</a:t>
            </a: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j-ea"/>
              <a:cs typeface="+mj-cs"/>
              <a:sym typeface="Arial"/>
            </a:endParaRPr>
          </a:p>
        </p:txBody>
      </p:sp>
      <p:sp>
        <p:nvSpPr>
          <p:cNvPr id="48" name="object 38">
            <a:extLst>
              <a:ext uri="{FF2B5EF4-FFF2-40B4-BE49-F238E27FC236}">
                <a16:creationId xmlns:a16="http://schemas.microsoft.com/office/drawing/2014/main" id="{83E6E940-B5CE-42C7-7015-863FE6DAF5BB}"/>
              </a:ext>
            </a:extLst>
          </p:cNvPr>
          <p:cNvSpPr txBox="1">
            <a:spLocks/>
          </p:cNvSpPr>
          <p:nvPr/>
        </p:nvSpPr>
        <p:spPr>
          <a:xfrm>
            <a:off x="8997377" y="4081329"/>
            <a:ext cx="2859661" cy="1448965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Aplicação Mínima Inicial: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R$ 1.000,00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Movimentação Mínima: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R$ 1.000,00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Aplicação: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Cotização do resgate: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Pagamento do resgate após solicitação: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global: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0,25% a.a.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de performance: </a:t>
            </a: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-</a:t>
            </a:r>
            <a:endParaRPr kumimoji="0" lang="pt-BR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j-ea"/>
              <a:cs typeface="+mj-cs"/>
              <a:sym typeface="Arial"/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914EC13-BB81-B826-E78C-6434B43D9CA7}"/>
              </a:ext>
            </a:extLst>
          </p:cNvPr>
          <p:cNvGrpSpPr/>
          <p:nvPr/>
        </p:nvGrpSpPr>
        <p:grpSpPr>
          <a:xfrm>
            <a:off x="8997377" y="5692483"/>
            <a:ext cx="3022974" cy="505117"/>
            <a:chOff x="8997377" y="5916938"/>
            <a:chExt cx="3022974" cy="505117"/>
          </a:xfrm>
        </p:grpSpPr>
        <p:sp>
          <p:nvSpPr>
            <p:cNvPr id="50" name="object 38">
              <a:extLst>
                <a:ext uri="{FF2B5EF4-FFF2-40B4-BE49-F238E27FC236}">
                  <a16:creationId xmlns:a16="http://schemas.microsoft.com/office/drawing/2014/main" id="{C0B673F8-71DA-2BEF-FAB6-0259765F77D4}"/>
                </a:ext>
              </a:extLst>
            </p:cNvPr>
            <p:cNvSpPr txBox="1">
              <a:spLocks/>
            </p:cNvSpPr>
            <p:nvPr/>
          </p:nvSpPr>
          <p:spPr>
            <a:xfrm>
              <a:off x="8997377" y="5916938"/>
              <a:ext cx="2858448" cy="505117"/>
            </a:xfrm>
            <a:prstGeom prst="rect">
              <a:avLst/>
            </a:prstGeom>
          </p:spPr>
          <p:txBody>
            <a:bodyPr vert="horz" wrap="square" lIns="0" tIns="10012" rIns="0" bIns="0" rtlCol="0" anchor="t">
              <a:sp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Público-alvo: Investidores em geral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PL: R$ 1,8 </a:t>
              </a:r>
              <a:r>
                <a:rPr kumimoji="0" lang="pt-BR" sz="8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b</a:t>
              </a: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ilhões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Gestor: Tivio Capital</a:t>
              </a:r>
            </a:p>
          </p:txBody>
        </p:sp>
        <p:sp>
          <p:nvSpPr>
            <p:cNvPr id="51" name="object 38">
              <a:extLst>
                <a:ext uri="{FF2B5EF4-FFF2-40B4-BE49-F238E27FC236}">
                  <a16:creationId xmlns:a16="http://schemas.microsoft.com/office/drawing/2014/main" id="{FDDFFAF7-096E-BC26-08BF-6DD89D8DDFAC}"/>
                </a:ext>
              </a:extLst>
            </p:cNvPr>
            <p:cNvSpPr txBox="1">
              <a:spLocks/>
            </p:cNvSpPr>
            <p:nvPr/>
          </p:nvSpPr>
          <p:spPr>
            <a:xfrm>
              <a:off x="10115110" y="6099039"/>
              <a:ext cx="1905241" cy="323016"/>
            </a:xfrm>
            <a:prstGeom prst="rect">
              <a:avLst/>
            </a:prstGeom>
          </p:spPr>
          <p:txBody>
            <a:bodyPr vert="horz" wrap="square" lIns="0" tIns="10012" rIns="0" bIns="0" rtlCol="0" anchor="t">
              <a:sp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PL médio (12 meses): R$ 1,5 bilhões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Data de início: 30/04/2009</a:t>
              </a:r>
            </a:p>
          </p:txBody>
        </p:sp>
      </p:grpSp>
      <p:sp>
        <p:nvSpPr>
          <p:cNvPr id="154" name="object 44">
            <a:extLst>
              <a:ext uri="{FF2B5EF4-FFF2-40B4-BE49-F238E27FC236}">
                <a16:creationId xmlns:a16="http://schemas.microsoft.com/office/drawing/2014/main" id="{1DC0F31A-C96C-2A7E-E967-833E978CAEDE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5775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1D60167-4931-47E6-BA6A-407CBD079E47}" type="slidenum">
              <a:rPr kumimoji="0" lang="pt-BR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21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9613398-7A7F-3D88-1159-07BD00F5EEE3}"/>
              </a:ext>
            </a:extLst>
          </p:cNvPr>
          <p:cNvGrpSpPr/>
          <p:nvPr/>
        </p:nvGrpSpPr>
        <p:grpSpPr>
          <a:xfrm>
            <a:off x="334960" y="1661993"/>
            <a:ext cx="8306119" cy="1771260"/>
            <a:chOff x="334962" y="1234439"/>
            <a:chExt cx="6801507" cy="207568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F889599-B93C-918E-1B0D-030662DE1C8F}"/>
                </a:ext>
              </a:extLst>
            </p:cNvPr>
            <p:cNvSpPr/>
            <p:nvPr/>
          </p:nvSpPr>
          <p:spPr>
            <a:xfrm>
              <a:off x="334962" y="1234440"/>
              <a:ext cx="3342566" cy="2075688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12M</a:t>
              </a:r>
              <a:b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4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100</a:t>
              </a: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%</a:t>
              </a:r>
              <a:r>
                <a:rPr kumimoji="0" lang="pt-BR" sz="4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 </a:t>
              </a:r>
              <a: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do CDI</a:t>
              </a:r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5BC0AC2-452F-BFD8-C4CE-1DEE3DFEAF32}"/>
                </a:ext>
              </a:extLst>
            </p:cNvPr>
            <p:cNvGrpSpPr/>
            <p:nvPr/>
          </p:nvGrpSpPr>
          <p:grpSpPr>
            <a:xfrm>
              <a:off x="3793903" y="1234439"/>
              <a:ext cx="3342566" cy="2075687"/>
              <a:chOff x="3793903" y="1234440"/>
              <a:chExt cx="3342566" cy="1746881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09BD02F4-140F-E33A-CEE5-CABA1C82522F}"/>
                  </a:ext>
                </a:extLst>
              </p:cNvPr>
              <p:cNvSpPr/>
              <p:nvPr/>
            </p:nvSpPr>
            <p:spPr>
              <a:xfrm>
                <a:off x="3793903" y="1234440"/>
                <a:ext cx="3342566" cy="795528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ANO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</a:br>
                <a:r>
                  <a:rPr kumimoji="0" lang="pt-BR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100</a:t>
                </a:r>
                <a:r>
                  <a:rPr kumimoji="0" lang="pt-BR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%</a:t>
                </a:r>
                <a:r>
                  <a:rPr kumimoji="0" lang="pt-BR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 </a:t>
                </a: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do CDI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EF809E5-1A54-CB76-6C28-A821844B7905}"/>
                  </a:ext>
                </a:extLst>
              </p:cNvPr>
              <p:cNvSpPr/>
              <p:nvPr/>
            </p:nvSpPr>
            <p:spPr>
              <a:xfrm>
                <a:off x="3793903" y="2185793"/>
                <a:ext cx="3342566" cy="795528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MÊS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</a:br>
                <a:r>
                  <a:rPr kumimoji="0" lang="pt-BR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100</a:t>
                </a:r>
                <a:r>
                  <a:rPr kumimoji="0" lang="pt-BR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%</a:t>
                </a:r>
                <a:r>
                  <a:rPr kumimoji="0" lang="pt-BR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 </a:t>
                </a: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do CDI</a:t>
                </a:r>
              </a:p>
            </p:txBody>
          </p:sp>
        </p:grpSp>
      </p:grpSp>
      <p:sp>
        <p:nvSpPr>
          <p:cNvPr id="34" name="object 38">
            <a:extLst>
              <a:ext uri="{FF2B5EF4-FFF2-40B4-BE49-F238E27FC236}">
                <a16:creationId xmlns:a16="http://schemas.microsoft.com/office/drawing/2014/main" id="{6910CDE0-4411-AFE4-2BE2-B7C189FF5118}"/>
              </a:ext>
            </a:extLst>
          </p:cNvPr>
          <p:cNvSpPr txBox="1">
            <a:spLocks/>
          </p:cNvSpPr>
          <p:nvPr/>
        </p:nvSpPr>
        <p:spPr>
          <a:xfrm>
            <a:off x="315195" y="1229564"/>
            <a:ext cx="7850404" cy="22555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RENTABILIDADE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A8D438D-0183-8D68-66E6-7C7E3A44691E}"/>
              </a:ext>
            </a:extLst>
          </p:cNvPr>
          <p:cNvSpPr/>
          <p:nvPr/>
        </p:nvSpPr>
        <p:spPr>
          <a:xfrm>
            <a:off x="315194" y="3583531"/>
            <a:ext cx="8325885" cy="245708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+mn-cs"/>
              <a:sym typeface="Arial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E997195-DC6E-95D3-4224-538943E6AB77}"/>
              </a:ext>
            </a:extLst>
          </p:cNvPr>
          <p:cNvGrpSpPr/>
          <p:nvPr/>
        </p:nvGrpSpPr>
        <p:grpSpPr>
          <a:xfrm>
            <a:off x="477938" y="3774020"/>
            <a:ext cx="8000396" cy="2055320"/>
            <a:chOff x="4055453" y="4124515"/>
            <a:chExt cx="3823166" cy="186253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02636A2-2DE3-24A8-402B-CFC95E9787A6}"/>
                </a:ext>
              </a:extLst>
            </p:cNvPr>
            <p:cNvSpPr/>
            <p:nvPr/>
          </p:nvSpPr>
          <p:spPr>
            <a:xfrm>
              <a:off x="4055453" y="4124515"/>
              <a:ext cx="1828111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+mn-cs"/>
                  <a:sym typeface="Arial"/>
                </a:rPr>
                <a:t>Carrego bruto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CDI+ </a:t>
              </a:r>
              <a:b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</a:br>
              <a:r>
                <a:rPr kumimoji="0" lang="pt-BR" sz="4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0,25</a:t>
              </a:r>
              <a:r>
                <a:rPr kumimoji="0" lang="pt-BR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%</a:t>
              </a:r>
              <a:endPara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a.a.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7CEFD70-1C8B-BD3F-690D-0B6722A40A3E}"/>
                </a:ext>
              </a:extLst>
            </p:cNvPr>
            <p:cNvSpPr/>
            <p:nvPr/>
          </p:nvSpPr>
          <p:spPr>
            <a:xfrm>
              <a:off x="6050508" y="4124515"/>
              <a:ext cx="1828111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  <a:sym typeface="Arial"/>
                </a:rPr>
                <a:t>Duration</a:t>
              </a: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b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4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1,03</a:t>
              </a:r>
              <a:br>
                <a:rPr kumimoji="0" lang="pt-BR" sz="4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anos</a:t>
              </a:r>
            </a:p>
          </p:txBody>
        </p:sp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EA512915-E348-014E-68E9-B684762F758F}"/>
              </a:ext>
            </a:extLst>
          </p:cNvPr>
          <p:cNvGrpSpPr/>
          <p:nvPr/>
        </p:nvGrpSpPr>
        <p:grpSpPr>
          <a:xfrm>
            <a:off x="337875" y="374109"/>
            <a:ext cx="1866291" cy="346860"/>
            <a:chOff x="337875" y="374109"/>
            <a:chExt cx="1866291" cy="346860"/>
          </a:xfrm>
        </p:grpSpPr>
        <p:grpSp>
          <p:nvGrpSpPr>
            <p:cNvPr id="466" name="Graphic 2">
              <a:extLst>
                <a:ext uri="{FF2B5EF4-FFF2-40B4-BE49-F238E27FC236}">
                  <a16:creationId xmlns:a16="http://schemas.microsoft.com/office/drawing/2014/main" id="{01B737A8-70C0-D1D6-B97A-EB4EF5FBA9B9}"/>
                </a:ext>
              </a:extLst>
            </p:cNvPr>
            <p:cNvGrpSpPr/>
            <p:nvPr/>
          </p:nvGrpSpPr>
          <p:grpSpPr>
            <a:xfrm>
              <a:off x="337875" y="453357"/>
              <a:ext cx="767081" cy="184527"/>
              <a:chOff x="645319" y="3309406"/>
              <a:chExt cx="1510568" cy="363378"/>
            </a:xfrm>
          </p:grpSpPr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75245B14-5E49-E688-F090-1330CDFC2EA1}"/>
                  </a:ext>
                </a:extLst>
              </p:cNvPr>
              <p:cNvSpPr/>
              <p:nvPr/>
            </p:nvSpPr>
            <p:spPr>
              <a:xfrm>
                <a:off x="645319" y="3314454"/>
                <a:ext cx="288797" cy="353377"/>
              </a:xfrm>
              <a:custGeom>
                <a:avLst/>
                <a:gdLst>
                  <a:gd name="connsiteX0" fmla="*/ 121634 w 288797"/>
                  <a:gd name="connsiteY0" fmla="*/ 42862 h 353377"/>
                  <a:gd name="connsiteX1" fmla="*/ 0 w 288797"/>
                  <a:gd name="connsiteY1" fmla="*/ 42862 h 353377"/>
                  <a:gd name="connsiteX2" fmla="*/ 0 w 288797"/>
                  <a:gd name="connsiteY2" fmla="*/ 0 h 353377"/>
                  <a:gd name="connsiteX3" fmla="*/ 288798 w 288797"/>
                  <a:gd name="connsiteY3" fmla="*/ 0 h 353377"/>
                  <a:gd name="connsiteX4" fmla="*/ 288798 w 288797"/>
                  <a:gd name="connsiteY4" fmla="*/ 42862 h 353377"/>
                  <a:gd name="connsiteX5" fmla="*/ 167164 w 288797"/>
                  <a:gd name="connsiteY5" fmla="*/ 42862 h 353377"/>
                  <a:gd name="connsiteX6" fmla="*/ 167164 w 288797"/>
                  <a:gd name="connsiteY6" fmla="*/ 353378 h 353377"/>
                  <a:gd name="connsiteX7" fmla="*/ 121730 w 288797"/>
                  <a:gd name="connsiteY7" fmla="*/ 353378 h 353377"/>
                  <a:gd name="connsiteX8" fmla="*/ 121730 w 288797"/>
                  <a:gd name="connsiteY8" fmla="*/ 42862 h 353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8797" h="353377">
                    <a:moveTo>
                      <a:pt x="121634" y="42862"/>
                    </a:moveTo>
                    <a:lnTo>
                      <a:pt x="0" y="42862"/>
                    </a:lnTo>
                    <a:lnTo>
                      <a:pt x="0" y="0"/>
                    </a:lnTo>
                    <a:lnTo>
                      <a:pt x="288798" y="0"/>
                    </a:lnTo>
                    <a:lnTo>
                      <a:pt x="288798" y="42862"/>
                    </a:lnTo>
                    <a:lnTo>
                      <a:pt x="167164" y="42862"/>
                    </a:lnTo>
                    <a:lnTo>
                      <a:pt x="167164" y="353378"/>
                    </a:lnTo>
                    <a:lnTo>
                      <a:pt x="121730" y="353378"/>
                    </a:lnTo>
                    <a:lnTo>
                      <a:pt x="121730" y="42862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DB755AE2-F738-DB5D-E0F4-DE619DD23717}"/>
                  </a:ext>
                </a:extLst>
              </p:cNvPr>
              <p:cNvSpPr/>
              <p:nvPr/>
            </p:nvSpPr>
            <p:spPr>
              <a:xfrm>
                <a:off x="976979" y="3314454"/>
                <a:ext cx="208978" cy="353282"/>
              </a:xfrm>
              <a:custGeom>
                <a:avLst/>
                <a:gdLst>
                  <a:gd name="connsiteX0" fmla="*/ 0 w 208978"/>
                  <a:gd name="connsiteY0" fmla="*/ 310420 h 353282"/>
                  <a:gd name="connsiteX1" fmla="*/ 81820 w 208978"/>
                  <a:gd name="connsiteY1" fmla="*/ 310420 h 353282"/>
                  <a:gd name="connsiteX2" fmla="*/ 81820 w 208978"/>
                  <a:gd name="connsiteY2" fmla="*/ 42862 h 353282"/>
                  <a:gd name="connsiteX3" fmla="*/ 0 w 208978"/>
                  <a:gd name="connsiteY3" fmla="*/ 42862 h 353282"/>
                  <a:gd name="connsiteX4" fmla="*/ 0 w 208978"/>
                  <a:gd name="connsiteY4" fmla="*/ 0 h 353282"/>
                  <a:gd name="connsiteX5" fmla="*/ 208978 w 208978"/>
                  <a:gd name="connsiteY5" fmla="*/ 0 h 353282"/>
                  <a:gd name="connsiteX6" fmla="*/ 208978 w 208978"/>
                  <a:gd name="connsiteY6" fmla="*/ 42862 h 353282"/>
                  <a:gd name="connsiteX7" fmla="*/ 127159 w 208978"/>
                  <a:gd name="connsiteY7" fmla="*/ 42862 h 353282"/>
                  <a:gd name="connsiteX8" fmla="*/ 127159 w 208978"/>
                  <a:gd name="connsiteY8" fmla="*/ 310420 h 353282"/>
                  <a:gd name="connsiteX9" fmla="*/ 208978 w 208978"/>
                  <a:gd name="connsiteY9" fmla="*/ 310420 h 353282"/>
                  <a:gd name="connsiteX10" fmla="*/ 208978 w 208978"/>
                  <a:gd name="connsiteY10" fmla="*/ 353282 h 353282"/>
                  <a:gd name="connsiteX11" fmla="*/ 0 w 208978"/>
                  <a:gd name="connsiteY11" fmla="*/ 353282 h 353282"/>
                  <a:gd name="connsiteX12" fmla="*/ 0 w 208978"/>
                  <a:gd name="connsiteY12" fmla="*/ 310420 h 353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8978" h="353282">
                    <a:moveTo>
                      <a:pt x="0" y="310420"/>
                    </a:moveTo>
                    <a:lnTo>
                      <a:pt x="81820" y="310420"/>
                    </a:lnTo>
                    <a:lnTo>
                      <a:pt x="81820" y="42862"/>
                    </a:lnTo>
                    <a:lnTo>
                      <a:pt x="0" y="42862"/>
                    </a:lnTo>
                    <a:lnTo>
                      <a:pt x="0" y="0"/>
                    </a:lnTo>
                    <a:lnTo>
                      <a:pt x="208978" y="0"/>
                    </a:lnTo>
                    <a:lnTo>
                      <a:pt x="208978" y="42862"/>
                    </a:lnTo>
                    <a:lnTo>
                      <a:pt x="127159" y="42862"/>
                    </a:lnTo>
                    <a:lnTo>
                      <a:pt x="127159" y="310420"/>
                    </a:lnTo>
                    <a:lnTo>
                      <a:pt x="208978" y="310420"/>
                    </a:lnTo>
                    <a:lnTo>
                      <a:pt x="208978" y="353282"/>
                    </a:lnTo>
                    <a:lnTo>
                      <a:pt x="0" y="353282"/>
                    </a:lnTo>
                    <a:lnTo>
                      <a:pt x="0" y="31042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149E58FF-C2B4-E191-596C-A8C75392CB3B}"/>
                  </a:ext>
                </a:extLst>
              </p:cNvPr>
              <p:cNvSpPr/>
              <p:nvPr/>
            </p:nvSpPr>
            <p:spPr>
              <a:xfrm>
                <a:off x="1223867" y="3314359"/>
                <a:ext cx="320516" cy="353377"/>
              </a:xfrm>
              <a:custGeom>
                <a:avLst/>
                <a:gdLst>
                  <a:gd name="connsiteX0" fmla="*/ 0 w 320516"/>
                  <a:gd name="connsiteY0" fmla="*/ 0 h 353377"/>
                  <a:gd name="connsiteX1" fmla="*/ 50482 w 320516"/>
                  <a:gd name="connsiteY1" fmla="*/ 0 h 353377"/>
                  <a:gd name="connsiteX2" fmla="*/ 153924 w 320516"/>
                  <a:gd name="connsiteY2" fmla="*/ 315468 h 353377"/>
                  <a:gd name="connsiteX3" fmla="*/ 167068 w 320516"/>
                  <a:gd name="connsiteY3" fmla="*/ 315468 h 353377"/>
                  <a:gd name="connsiteX4" fmla="*/ 270034 w 320516"/>
                  <a:gd name="connsiteY4" fmla="*/ 0 h 353377"/>
                  <a:gd name="connsiteX5" fmla="*/ 320516 w 320516"/>
                  <a:gd name="connsiteY5" fmla="*/ 0 h 353377"/>
                  <a:gd name="connsiteX6" fmla="*/ 200882 w 320516"/>
                  <a:gd name="connsiteY6" fmla="*/ 353378 h 353377"/>
                  <a:gd name="connsiteX7" fmla="*/ 119634 w 320516"/>
                  <a:gd name="connsiteY7" fmla="*/ 353378 h 353377"/>
                  <a:gd name="connsiteX8" fmla="*/ 0 w 320516"/>
                  <a:gd name="connsiteY8" fmla="*/ 0 h 353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20516" h="353377">
                    <a:moveTo>
                      <a:pt x="0" y="0"/>
                    </a:moveTo>
                    <a:lnTo>
                      <a:pt x="50482" y="0"/>
                    </a:lnTo>
                    <a:lnTo>
                      <a:pt x="153924" y="315468"/>
                    </a:lnTo>
                    <a:lnTo>
                      <a:pt x="167068" y="315468"/>
                    </a:lnTo>
                    <a:lnTo>
                      <a:pt x="270034" y="0"/>
                    </a:lnTo>
                    <a:lnTo>
                      <a:pt x="320516" y="0"/>
                    </a:lnTo>
                    <a:lnTo>
                      <a:pt x="200882" y="353378"/>
                    </a:lnTo>
                    <a:lnTo>
                      <a:pt x="119634" y="3533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06CE44EA-B232-8986-FAF6-796D19FA4B06}"/>
                  </a:ext>
                </a:extLst>
              </p:cNvPr>
              <p:cNvSpPr/>
              <p:nvPr/>
            </p:nvSpPr>
            <p:spPr>
              <a:xfrm>
                <a:off x="1582293" y="3314454"/>
                <a:ext cx="208978" cy="353282"/>
              </a:xfrm>
              <a:custGeom>
                <a:avLst/>
                <a:gdLst>
                  <a:gd name="connsiteX0" fmla="*/ 0 w 208978"/>
                  <a:gd name="connsiteY0" fmla="*/ 310420 h 353282"/>
                  <a:gd name="connsiteX1" fmla="*/ 81820 w 208978"/>
                  <a:gd name="connsiteY1" fmla="*/ 310420 h 353282"/>
                  <a:gd name="connsiteX2" fmla="*/ 81820 w 208978"/>
                  <a:gd name="connsiteY2" fmla="*/ 42862 h 353282"/>
                  <a:gd name="connsiteX3" fmla="*/ 0 w 208978"/>
                  <a:gd name="connsiteY3" fmla="*/ 42862 h 353282"/>
                  <a:gd name="connsiteX4" fmla="*/ 0 w 208978"/>
                  <a:gd name="connsiteY4" fmla="*/ 0 h 353282"/>
                  <a:gd name="connsiteX5" fmla="*/ 208978 w 208978"/>
                  <a:gd name="connsiteY5" fmla="*/ 0 h 353282"/>
                  <a:gd name="connsiteX6" fmla="*/ 208978 w 208978"/>
                  <a:gd name="connsiteY6" fmla="*/ 42862 h 353282"/>
                  <a:gd name="connsiteX7" fmla="*/ 127159 w 208978"/>
                  <a:gd name="connsiteY7" fmla="*/ 42862 h 353282"/>
                  <a:gd name="connsiteX8" fmla="*/ 127159 w 208978"/>
                  <a:gd name="connsiteY8" fmla="*/ 310420 h 353282"/>
                  <a:gd name="connsiteX9" fmla="*/ 208978 w 208978"/>
                  <a:gd name="connsiteY9" fmla="*/ 310420 h 353282"/>
                  <a:gd name="connsiteX10" fmla="*/ 208978 w 208978"/>
                  <a:gd name="connsiteY10" fmla="*/ 353282 h 353282"/>
                  <a:gd name="connsiteX11" fmla="*/ 0 w 208978"/>
                  <a:gd name="connsiteY11" fmla="*/ 353282 h 353282"/>
                  <a:gd name="connsiteX12" fmla="*/ 0 w 208978"/>
                  <a:gd name="connsiteY12" fmla="*/ 310420 h 353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8978" h="353282">
                    <a:moveTo>
                      <a:pt x="0" y="310420"/>
                    </a:moveTo>
                    <a:lnTo>
                      <a:pt x="81820" y="310420"/>
                    </a:lnTo>
                    <a:lnTo>
                      <a:pt x="81820" y="42862"/>
                    </a:lnTo>
                    <a:lnTo>
                      <a:pt x="0" y="42862"/>
                    </a:lnTo>
                    <a:lnTo>
                      <a:pt x="0" y="0"/>
                    </a:lnTo>
                    <a:lnTo>
                      <a:pt x="208978" y="0"/>
                    </a:lnTo>
                    <a:lnTo>
                      <a:pt x="208978" y="42862"/>
                    </a:lnTo>
                    <a:lnTo>
                      <a:pt x="127159" y="42862"/>
                    </a:lnTo>
                    <a:lnTo>
                      <a:pt x="127159" y="310420"/>
                    </a:lnTo>
                    <a:lnTo>
                      <a:pt x="208978" y="310420"/>
                    </a:lnTo>
                    <a:lnTo>
                      <a:pt x="208978" y="353282"/>
                    </a:lnTo>
                    <a:lnTo>
                      <a:pt x="0" y="353282"/>
                    </a:lnTo>
                    <a:lnTo>
                      <a:pt x="0" y="310420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DEB51C5F-8E3E-FC59-9B5E-339182C3FEEA}"/>
                  </a:ext>
                </a:extLst>
              </p:cNvPr>
              <p:cNvSpPr/>
              <p:nvPr/>
            </p:nvSpPr>
            <p:spPr>
              <a:xfrm>
                <a:off x="1831657" y="3309406"/>
                <a:ext cx="324230" cy="363378"/>
              </a:xfrm>
              <a:custGeom>
                <a:avLst/>
                <a:gdLst>
                  <a:gd name="connsiteX0" fmla="*/ 76009 w 324230"/>
                  <a:gd name="connsiteY0" fmla="*/ 344424 h 363378"/>
                  <a:gd name="connsiteX1" fmla="*/ 19717 w 324230"/>
                  <a:gd name="connsiteY1" fmla="*/ 289655 h 363378"/>
                  <a:gd name="connsiteX2" fmla="*/ 0 w 324230"/>
                  <a:gd name="connsiteY2" fmla="*/ 204883 h 363378"/>
                  <a:gd name="connsiteX3" fmla="*/ 0 w 324230"/>
                  <a:gd name="connsiteY3" fmla="*/ 158972 h 363378"/>
                  <a:gd name="connsiteX4" fmla="*/ 19717 w 324230"/>
                  <a:gd name="connsiteY4" fmla="*/ 74676 h 363378"/>
                  <a:gd name="connsiteX5" fmla="*/ 76009 w 324230"/>
                  <a:gd name="connsiteY5" fmla="*/ 19431 h 363378"/>
                  <a:gd name="connsiteX6" fmla="*/ 162116 w 324230"/>
                  <a:gd name="connsiteY6" fmla="*/ 0 h 363378"/>
                  <a:gd name="connsiteX7" fmla="*/ 248221 w 324230"/>
                  <a:gd name="connsiteY7" fmla="*/ 18955 h 363378"/>
                  <a:gd name="connsiteX8" fmla="*/ 304514 w 324230"/>
                  <a:gd name="connsiteY8" fmla="*/ 73724 h 363378"/>
                  <a:gd name="connsiteX9" fmla="*/ 324231 w 324230"/>
                  <a:gd name="connsiteY9" fmla="*/ 158496 h 363378"/>
                  <a:gd name="connsiteX10" fmla="*/ 324231 w 324230"/>
                  <a:gd name="connsiteY10" fmla="*/ 204406 h 363378"/>
                  <a:gd name="connsiteX11" fmla="*/ 304514 w 324230"/>
                  <a:gd name="connsiteY11" fmla="*/ 288703 h 363378"/>
                  <a:gd name="connsiteX12" fmla="*/ 248221 w 324230"/>
                  <a:gd name="connsiteY12" fmla="*/ 343948 h 363378"/>
                  <a:gd name="connsiteX13" fmla="*/ 162116 w 324230"/>
                  <a:gd name="connsiteY13" fmla="*/ 363379 h 363378"/>
                  <a:gd name="connsiteX14" fmla="*/ 76009 w 324230"/>
                  <a:gd name="connsiteY14" fmla="*/ 344424 h 363378"/>
                  <a:gd name="connsiteX15" fmla="*/ 78010 w 324230"/>
                  <a:gd name="connsiteY15" fmla="*/ 288893 h 363378"/>
                  <a:gd name="connsiteX16" fmla="*/ 162020 w 324230"/>
                  <a:gd name="connsiteY16" fmla="*/ 318897 h 363378"/>
                  <a:gd name="connsiteX17" fmla="*/ 246317 w 324230"/>
                  <a:gd name="connsiteY17" fmla="*/ 289084 h 363378"/>
                  <a:gd name="connsiteX18" fmla="*/ 276130 w 324230"/>
                  <a:gd name="connsiteY18" fmla="*/ 204311 h 363378"/>
                  <a:gd name="connsiteX19" fmla="*/ 276130 w 324230"/>
                  <a:gd name="connsiteY19" fmla="*/ 158401 h 363378"/>
                  <a:gd name="connsiteX20" fmla="*/ 246126 w 324230"/>
                  <a:gd name="connsiteY20" fmla="*/ 74390 h 363378"/>
                  <a:gd name="connsiteX21" fmla="*/ 162116 w 324230"/>
                  <a:gd name="connsiteY21" fmla="*/ 44387 h 363378"/>
                  <a:gd name="connsiteX22" fmla="*/ 77819 w 324230"/>
                  <a:gd name="connsiteY22" fmla="*/ 74200 h 363378"/>
                  <a:gd name="connsiteX23" fmla="*/ 48006 w 324230"/>
                  <a:gd name="connsiteY23" fmla="*/ 158972 h 363378"/>
                  <a:gd name="connsiteX24" fmla="*/ 48006 w 324230"/>
                  <a:gd name="connsiteY24" fmla="*/ 204883 h 363378"/>
                  <a:gd name="connsiteX25" fmla="*/ 78010 w 324230"/>
                  <a:gd name="connsiteY25" fmla="*/ 288893 h 3633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324230" h="363378">
                    <a:moveTo>
                      <a:pt x="76009" y="344424"/>
                    </a:moveTo>
                    <a:cubicBezTo>
                      <a:pt x="51625" y="331756"/>
                      <a:pt x="32861" y="313563"/>
                      <a:pt x="19717" y="289655"/>
                    </a:cubicBezTo>
                    <a:cubicBezTo>
                      <a:pt x="6572" y="265748"/>
                      <a:pt x="0" y="237458"/>
                      <a:pt x="0" y="204883"/>
                    </a:cubicBezTo>
                    <a:lnTo>
                      <a:pt x="0" y="158972"/>
                    </a:lnTo>
                    <a:cubicBezTo>
                      <a:pt x="0" y="126682"/>
                      <a:pt x="6572" y="98584"/>
                      <a:pt x="19717" y="74676"/>
                    </a:cubicBezTo>
                    <a:cubicBezTo>
                      <a:pt x="32861" y="50768"/>
                      <a:pt x="51625" y="32385"/>
                      <a:pt x="76009" y="19431"/>
                    </a:cubicBezTo>
                    <a:cubicBezTo>
                      <a:pt x="100393" y="6477"/>
                      <a:pt x="129064" y="0"/>
                      <a:pt x="162116" y="0"/>
                    </a:cubicBezTo>
                    <a:cubicBezTo>
                      <a:pt x="195167" y="0"/>
                      <a:pt x="223742" y="6286"/>
                      <a:pt x="248221" y="18955"/>
                    </a:cubicBezTo>
                    <a:cubicBezTo>
                      <a:pt x="272605" y="31623"/>
                      <a:pt x="291370" y="49816"/>
                      <a:pt x="304514" y="73724"/>
                    </a:cubicBezTo>
                    <a:cubicBezTo>
                      <a:pt x="317659" y="97631"/>
                      <a:pt x="324231" y="125920"/>
                      <a:pt x="324231" y="158496"/>
                    </a:cubicBezTo>
                    <a:lnTo>
                      <a:pt x="324231" y="204406"/>
                    </a:lnTo>
                    <a:cubicBezTo>
                      <a:pt x="324231" y="236696"/>
                      <a:pt x="317659" y="264795"/>
                      <a:pt x="304514" y="288703"/>
                    </a:cubicBezTo>
                    <a:cubicBezTo>
                      <a:pt x="291370" y="312611"/>
                      <a:pt x="272605" y="330994"/>
                      <a:pt x="248221" y="343948"/>
                    </a:cubicBezTo>
                    <a:cubicBezTo>
                      <a:pt x="223838" y="356902"/>
                      <a:pt x="195167" y="363379"/>
                      <a:pt x="162116" y="363379"/>
                    </a:cubicBezTo>
                    <a:cubicBezTo>
                      <a:pt x="129064" y="363379"/>
                      <a:pt x="100393" y="357092"/>
                      <a:pt x="76009" y="344424"/>
                    </a:cubicBezTo>
                    <a:close/>
                    <a:moveTo>
                      <a:pt x="78010" y="288893"/>
                    </a:moveTo>
                    <a:cubicBezTo>
                      <a:pt x="98012" y="308896"/>
                      <a:pt x="126016" y="318897"/>
                      <a:pt x="162020" y="318897"/>
                    </a:cubicBezTo>
                    <a:cubicBezTo>
                      <a:pt x="198025" y="318897"/>
                      <a:pt x="226504" y="308991"/>
                      <a:pt x="246317" y="289084"/>
                    </a:cubicBezTo>
                    <a:cubicBezTo>
                      <a:pt x="266129" y="269272"/>
                      <a:pt x="276130" y="240983"/>
                      <a:pt x="276130" y="204311"/>
                    </a:cubicBezTo>
                    <a:lnTo>
                      <a:pt x="276130" y="158401"/>
                    </a:lnTo>
                    <a:cubicBezTo>
                      <a:pt x="276130" y="122396"/>
                      <a:pt x="266129" y="94393"/>
                      <a:pt x="246126" y="74390"/>
                    </a:cubicBezTo>
                    <a:cubicBezTo>
                      <a:pt x="226123" y="54388"/>
                      <a:pt x="198120" y="44387"/>
                      <a:pt x="162116" y="44387"/>
                    </a:cubicBezTo>
                    <a:cubicBezTo>
                      <a:pt x="126111" y="44387"/>
                      <a:pt x="97631" y="54292"/>
                      <a:pt x="77819" y="74200"/>
                    </a:cubicBezTo>
                    <a:cubicBezTo>
                      <a:pt x="57912" y="94012"/>
                      <a:pt x="48006" y="122301"/>
                      <a:pt x="48006" y="158972"/>
                    </a:cubicBezTo>
                    <a:lnTo>
                      <a:pt x="48006" y="204883"/>
                    </a:lnTo>
                    <a:cubicBezTo>
                      <a:pt x="48006" y="240887"/>
                      <a:pt x="58007" y="268891"/>
                      <a:pt x="78010" y="288893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</p:grpSp>
        <p:grpSp>
          <p:nvGrpSpPr>
            <p:cNvPr id="467" name="Group 466">
              <a:extLst>
                <a:ext uri="{FF2B5EF4-FFF2-40B4-BE49-F238E27FC236}">
                  <a16:creationId xmlns:a16="http://schemas.microsoft.com/office/drawing/2014/main" id="{31B38A8D-1D6A-724A-0813-797B8CD3A622}"/>
                </a:ext>
              </a:extLst>
            </p:cNvPr>
            <p:cNvGrpSpPr/>
            <p:nvPr/>
          </p:nvGrpSpPr>
          <p:grpSpPr>
            <a:xfrm>
              <a:off x="1163637" y="374109"/>
              <a:ext cx="1040529" cy="346860"/>
              <a:chOff x="1140604" y="379933"/>
              <a:chExt cx="952576" cy="317541"/>
            </a:xfrm>
          </p:grpSpPr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7057AA96-CC5B-1964-92BE-816F1108D836}"/>
                  </a:ext>
                </a:extLst>
              </p:cNvPr>
              <p:cNvSpPr/>
              <p:nvPr/>
            </p:nvSpPr>
            <p:spPr>
              <a:xfrm>
                <a:off x="1140604" y="379933"/>
                <a:ext cx="952576" cy="317541"/>
              </a:xfrm>
              <a:custGeom>
                <a:avLst/>
                <a:gdLst>
                  <a:gd name="connsiteX0" fmla="*/ 0 w 1875853"/>
                  <a:gd name="connsiteY0" fmla="*/ 0 h 625316"/>
                  <a:gd name="connsiteX1" fmla="*/ 1875854 w 1875853"/>
                  <a:gd name="connsiteY1" fmla="*/ 0 h 625316"/>
                  <a:gd name="connsiteX2" fmla="*/ 1875854 w 1875853"/>
                  <a:gd name="connsiteY2" fmla="*/ 625316 h 625316"/>
                  <a:gd name="connsiteX3" fmla="*/ 0 w 1875853"/>
                  <a:gd name="connsiteY3" fmla="*/ 625316 h 625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75853" h="625316">
                    <a:moveTo>
                      <a:pt x="0" y="0"/>
                    </a:moveTo>
                    <a:lnTo>
                      <a:pt x="1875854" y="0"/>
                    </a:lnTo>
                    <a:lnTo>
                      <a:pt x="1875854" y="625316"/>
                    </a:lnTo>
                    <a:lnTo>
                      <a:pt x="0" y="625316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439342BD-BADB-2BF4-370E-2D3B18A0A5C4}"/>
                  </a:ext>
                </a:extLst>
              </p:cNvPr>
              <p:cNvSpPr/>
              <p:nvPr/>
            </p:nvSpPr>
            <p:spPr>
              <a:xfrm>
                <a:off x="1189215" y="455871"/>
                <a:ext cx="149798" cy="179448"/>
              </a:xfrm>
              <a:custGeom>
                <a:avLst/>
                <a:gdLst>
                  <a:gd name="connsiteX0" fmla="*/ 0 w 294989"/>
                  <a:gd name="connsiteY0" fmla="*/ 0 h 353377"/>
                  <a:gd name="connsiteX1" fmla="*/ 171164 w 294989"/>
                  <a:gd name="connsiteY1" fmla="*/ 0 h 353377"/>
                  <a:gd name="connsiteX2" fmla="*/ 252222 w 294989"/>
                  <a:gd name="connsiteY2" fmla="*/ 24955 h 353377"/>
                  <a:gd name="connsiteX3" fmla="*/ 281273 w 294989"/>
                  <a:gd name="connsiteY3" fmla="*/ 94393 h 353377"/>
                  <a:gd name="connsiteX4" fmla="*/ 267938 w 294989"/>
                  <a:gd name="connsiteY4" fmla="*/ 143637 h 353377"/>
                  <a:gd name="connsiteX5" fmla="*/ 229838 w 294989"/>
                  <a:gd name="connsiteY5" fmla="*/ 172117 h 353377"/>
                  <a:gd name="connsiteX6" fmla="*/ 229838 w 294989"/>
                  <a:gd name="connsiteY6" fmla="*/ 173641 h 353377"/>
                  <a:gd name="connsiteX7" fmla="*/ 278035 w 294989"/>
                  <a:gd name="connsiteY7" fmla="*/ 201644 h 353377"/>
                  <a:gd name="connsiteX8" fmla="*/ 294989 w 294989"/>
                  <a:gd name="connsiteY8" fmla="*/ 254889 h 353377"/>
                  <a:gd name="connsiteX9" fmla="*/ 265748 w 294989"/>
                  <a:gd name="connsiteY9" fmla="*/ 327089 h 353377"/>
                  <a:gd name="connsiteX10" fmla="*/ 183452 w 294989"/>
                  <a:gd name="connsiteY10" fmla="*/ 353378 h 353377"/>
                  <a:gd name="connsiteX11" fmla="*/ 191 w 294989"/>
                  <a:gd name="connsiteY11" fmla="*/ 353378 h 353377"/>
                  <a:gd name="connsiteX12" fmla="*/ 191 w 294989"/>
                  <a:gd name="connsiteY12" fmla="*/ 0 h 353377"/>
                  <a:gd name="connsiteX13" fmla="*/ 167069 w 294989"/>
                  <a:gd name="connsiteY13" fmla="*/ 147447 h 353377"/>
                  <a:gd name="connsiteX14" fmla="*/ 199644 w 294989"/>
                  <a:gd name="connsiteY14" fmla="*/ 136112 h 353377"/>
                  <a:gd name="connsiteX15" fmla="*/ 212027 w 294989"/>
                  <a:gd name="connsiteY15" fmla="*/ 103537 h 353377"/>
                  <a:gd name="connsiteX16" fmla="*/ 199168 w 294989"/>
                  <a:gd name="connsiteY16" fmla="*/ 71723 h 353377"/>
                  <a:gd name="connsiteX17" fmla="*/ 162592 w 294989"/>
                  <a:gd name="connsiteY17" fmla="*/ 60579 h 353377"/>
                  <a:gd name="connsiteX18" fmla="*/ 69723 w 294989"/>
                  <a:gd name="connsiteY18" fmla="*/ 60579 h 353377"/>
                  <a:gd name="connsiteX19" fmla="*/ 69723 w 294989"/>
                  <a:gd name="connsiteY19" fmla="*/ 147447 h 353377"/>
                  <a:gd name="connsiteX20" fmla="*/ 167164 w 294989"/>
                  <a:gd name="connsiteY20" fmla="*/ 147447 h 353377"/>
                  <a:gd name="connsiteX21" fmla="*/ 173165 w 294989"/>
                  <a:gd name="connsiteY21" fmla="*/ 292799 h 353377"/>
                  <a:gd name="connsiteX22" fmla="*/ 210503 w 294989"/>
                  <a:gd name="connsiteY22" fmla="*/ 281178 h 353377"/>
                  <a:gd name="connsiteX23" fmla="*/ 223647 w 294989"/>
                  <a:gd name="connsiteY23" fmla="*/ 247841 h 353377"/>
                  <a:gd name="connsiteX24" fmla="*/ 210026 w 294989"/>
                  <a:gd name="connsiteY24" fmla="*/ 215074 h 353377"/>
                  <a:gd name="connsiteX25" fmla="*/ 171164 w 294989"/>
                  <a:gd name="connsiteY25" fmla="*/ 203930 h 353377"/>
                  <a:gd name="connsiteX26" fmla="*/ 69723 w 294989"/>
                  <a:gd name="connsiteY26" fmla="*/ 203930 h 353377"/>
                  <a:gd name="connsiteX27" fmla="*/ 69723 w 294989"/>
                  <a:gd name="connsiteY27" fmla="*/ 292799 h 353377"/>
                  <a:gd name="connsiteX28" fmla="*/ 173260 w 294989"/>
                  <a:gd name="connsiteY28" fmla="*/ 292799 h 353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94989" h="353377">
                    <a:moveTo>
                      <a:pt x="0" y="0"/>
                    </a:moveTo>
                    <a:lnTo>
                      <a:pt x="171164" y="0"/>
                    </a:lnTo>
                    <a:cubicBezTo>
                      <a:pt x="205835" y="0"/>
                      <a:pt x="232791" y="8287"/>
                      <a:pt x="252222" y="24955"/>
                    </a:cubicBezTo>
                    <a:cubicBezTo>
                      <a:pt x="271558" y="41624"/>
                      <a:pt x="281273" y="64770"/>
                      <a:pt x="281273" y="94393"/>
                    </a:cubicBezTo>
                    <a:cubicBezTo>
                      <a:pt x="281273" y="113919"/>
                      <a:pt x="276797" y="130302"/>
                      <a:pt x="267938" y="143637"/>
                    </a:cubicBezTo>
                    <a:cubicBezTo>
                      <a:pt x="258985" y="156972"/>
                      <a:pt x="246317" y="166402"/>
                      <a:pt x="229838" y="172117"/>
                    </a:cubicBezTo>
                    <a:lnTo>
                      <a:pt x="229838" y="173641"/>
                    </a:lnTo>
                    <a:cubicBezTo>
                      <a:pt x="250698" y="178403"/>
                      <a:pt x="266795" y="187738"/>
                      <a:pt x="278035" y="201644"/>
                    </a:cubicBezTo>
                    <a:cubicBezTo>
                      <a:pt x="289274" y="215646"/>
                      <a:pt x="294989" y="233363"/>
                      <a:pt x="294989" y="254889"/>
                    </a:cubicBezTo>
                    <a:cubicBezTo>
                      <a:pt x="294989" y="285560"/>
                      <a:pt x="285179" y="309563"/>
                      <a:pt x="265748" y="327089"/>
                    </a:cubicBezTo>
                    <a:cubicBezTo>
                      <a:pt x="246221" y="344615"/>
                      <a:pt x="218789" y="353378"/>
                      <a:pt x="183452" y="353378"/>
                    </a:cubicBezTo>
                    <a:lnTo>
                      <a:pt x="191" y="353378"/>
                    </a:lnTo>
                    <a:lnTo>
                      <a:pt x="191" y="0"/>
                    </a:lnTo>
                    <a:close/>
                    <a:moveTo>
                      <a:pt x="167069" y="147447"/>
                    </a:moveTo>
                    <a:cubicBezTo>
                      <a:pt x="180499" y="147447"/>
                      <a:pt x="191357" y="143637"/>
                      <a:pt x="199644" y="136112"/>
                    </a:cubicBezTo>
                    <a:cubicBezTo>
                      <a:pt x="207931" y="128588"/>
                      <a:pt x="212027" y="117729"/>
                      <a:pt x="212027" y="103537"/>
                    </a:cubicBezTo>
                    <a:cubicBezTo>
                      <a:pt x="212027" y="89345"/>
                      <a:pt x="207740" y="79153"/>
                      <a:pt x="199168" y="71723"/>
                    </a:cubicBezTo>
                    <a:cubicBezTo>
                      <a:pt x="190595" y="64294"/>
                      <a:pt x="178403" y="60579"/>
                      <a:pt x="162592" y="60579"/>
                    </a:cubicBezTo>
                    <a:lnTo>
                      <a:pt x="69723" y="60579"/>
                    </a:lnTo>
                    <a:lnTo>
                      <a:pt x="69723" y="147447"/>
                    </a:lnTo>
                    <a:lnTo>
                      <a:pt x="167164" y="147447"/>
                    </a:lnTo>
                    <a:close/>
                    <a:moveTo>
                      <a:pt x="173165" y="292799"/>
                    </a:moveTo>
                    <a:cubicBezTo>
                      <a:pt x="189357" y="292799"/>
                      <a:pt x="201740" y="288893"/>
                      <a:pt x="210503" y="281178"/>
                    </a:cubicBezTo>
                    <a:cubicBezTo>
                      <a:pt x="219266" y="273463"/>
                      <a:pt x="223647" y="262319"/>
                      <a:pt x="223647" y="247841"/>
                    </a:cubicBezTo>
                    <a:cubicBezTo>
                      <a:pt x="223647" y="233363"/>
                      <a:pt x="219075" y="222409"/>
                      <a:pt x="210026" y="215074"/>
                    </a:cubicBezTo>
                    <a:cubicBezTo>
                      <a:pt x="200978" y="207645"/>
                      <a:pt x="187928" y="203930"/>
                      <a:pt x="171164" y="203930"/>
                    </a:cubicBezTo>
                    <a:lnTo>
                      <a:pt x="69723" y="203930"/>
                    </a:lnTo>
                    <a:lnTo>
                      <a:pt x="69723" y="292799"/>
                    </a:lnTo>
                    <a:lnTo>
                      <a:pt x="173260" y="292799"/>
                    </a:lnTo>
                    <a:close/>
                  </a:path>
                </a:pathLst>
              </a:custGeom>
              <a:solidFill>
                <a:srgbClr val="557F9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A49DB417-32C4-5DD9-B7E9-6F96E0DD8648}"/>
                  </a:ext>
                </a:extLst>
              </p:cNvPr>
              <p:cNvSpPr/>
              <p:nvPr/>
            </p:nvSpPr>
            <p:spPr>
              <a:xfrm>
                <a:off x="1350670" y="455871"/>
                <a:ext cx="182302" cy="179448"/>
              </a:xfrm>
              <a:custGeom>
                <a:avLst/>
                <a:gdLst>
                  <a:gd name="connsiteX0" fmla="*/ 121729 w 358997"/>
                  <a:gd name="connsiteY0" fmla="*/ 0 h 353377"/>
                  <a:gd name="connsiteX1" fmla="*/ 237839 w 358997"/>
                  <a:gd name="connsiteY1" fmla="*/ 0 h 353377"/>
                  <a:gd name="connsiteX2" fmla="*/ 358997 w 358997"/>
                  <a:gd name="connsiteY2" fmla="*/ 353378 h 353377"/>
                  <a:gd name="connsiteX3" fmla="*/ 283750 w 358997"/>
                  <a:gd name="connsiteY3" fmla="*/ 353378 h 353377"/>
                  <a:gd name="connsiteX4" fmla="*/ 262509 w 358997"/>
                  <a:gd name="connsiteY4" fmla="*/ 289274 h 353377"/>
                  <a:gd name="connsiteX5" fmla="*/ 95917 w 358997"/>
                  <a:gd name="connsiteY5" fmla="*/ 289274 h 353377"/>
                  <a:gd name="connsiteX6" fmla="*/ 74676 w 358997"/>
                  <a:gd name="connsiteY6" fmla="*/ 353378 h 353377"/>
                  <a:gd name="connsiteX7" fmla="*/ 0 w 358997"/>
                  <a:gd name="connsiteY7" fmla="*/ 353378 h 353377"/>
                  <a:gd name="connsiteX8" fmla="*/ 121634 w 358997"/>
                  <a:gd name="connsiteY8" fmla="*/ 0 h 353377"/>
                  <a:gd name="connsiteX9" fmla="*/ 244412 w 358997"/>
                  <a:gd name="connsiteY9" fmla="*/ 230695 h 353377"/>
                  <a:gd name="connsiteX10" fmla="*/ 185357 w 358997"/>
                  <a:gd name="connsiteY10" fmla="*/ 52483 h 353377"/>
                  <a:gd name="connsiteX11" fmla="*/ 172212 w 358997"/>
                  <a:gd name="connsiteY11" fmla="*/ 52483 h 353377"/>
                  <a:gd name="connsiteX12" fmla="*/ 114109 w 358997"/>
                  <a:gd name="connsiteY12" fmla="*/ 230695 h 353377"/>
                  <a:gd name="connsiteX13" fmla="*/ 244316 w 358997"/>
                  <a:gd name="connsiteY13" fmla="*/ 230695 h 353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58997" h="353377">
                    <a:moveTo>
                      <a:pt x="121729" y="0"/>
                    </a:moveTo>
                    <a:lnTo>
                      <a:pt x="237839" y="0"/>
                    </a:lnTo>
                    <a:lnTo>
                      <a:pt x="358997" y="353378"/>
                    </a:lnTo>
                    <a:lnTo>
                      <a:pt x="283750" y="353378"/>
                    </a:lnTo>
                    <a:lnTo>
                      <a:pt x="262509" y="289274"/>
                    </a:lnTo>
                    <a:lnTo>
                      <a:pt x="95917" y="289274"/>
                    </a:lnTo>
                    <a:lnTo>
                      <a:pt x="74676" y="353378"/>
                    </a:lnTo>
                    <a:lnTo>
                      <a:pt x="0" y="353378"/>
                    </a:lnTo>
                    <a:lnTo>
                      <a:pt x="121634" y="0"/>
                    </a:lnTo>
                    <a:close/>
                    <a:moveTo>
                      <a:pt x="244412" y="230695"/>
                    </a:moveTo>
                    <a:lnTo>
                      <a:pt x="185357" y="52483"/>
                    </a:lnTo>
                    <a:lnTo>
                      <a:pt x="172212" y="52483"/>
                    </a:lnTo>
                    <a:lnTo>
                      <a:pt x="114109" y="230695"/>
                    </a:lnTo>
                    <a:lnTo>
                      <a:pt x="244316" y="230695"/>
                    </a:lnTo>
                    <a:close/>
                  </a:path>
                </a:pathLst>
              </a:custGeom>
              <a:solidFill>
                <a:srgbClr val="557F9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3EC32B96-6BF4-61FB-D317-B554731EF629}"/>
                  </a:ext>
                </a:extLst>
              </p:cNvPr>
              <p:cNvSpPr/>
              <p:nvPr/>
            </p:nvSpPr>
            <p:spPr>
              <a:xfrm>
                <a:off x="1554013" y="455871"/>
                <a:ext cx="161745" cy="179448"/>
              </a:xfrm>
              <a:custGeom>
                <a:avLst/>
                <a:gdLst>
                  <a:gd name="connsiteX0" fmla="*/ 0 w 318516"/>
                  <a:gd name="connsiteY0" fmla="*/ 0 h 353377"/>
                  <a:gd name="connsiteX1" fmla="*/ 128207 w 318516"/>
                  <a:gd name="connsiteY1" fmla="*/ 0 h 353377"/>
                  <a:gd name="connsiteX2" fmla="*/ 235744 w 318516"/>
                  <a:gd name="connsiteY2" fmla="*/ 292322 h 353377"/>
                  <a:gd name="connsiteX3" fmla="*/ 248888 w 318516"/>
                  <a:gd name="connsiteY3" fmla="*/ 292322 h 353377"/>
                  <a:gd name="connsiteX4" fmla="*/ 248888 w 318516"/>
                  <a:gd name="connsiteY4" fmla="*/ 0 h 353377"/>
                  <a:gd name="connsiteX5" fmla="*/ 318516 w 318516"/>
                  <a:gd name="connsiteY5" fmla="*/ 0 h 353377"/>
                  <a:gd name="connsiteX6" fmla="*/ 318516 w 318516"/>
                  <a:gd name="connsiteY6" fmla="*/ 353378 h 353377"/>
                  <a:gd name="connsiteX7" fmla="*/ 190310 w 318516"/>
                  <a:gd name="connsiteY7" fmla="*/ 353378 h 353377"/>
                  <a:gd name="connsiteX8" fmla="*/ 82772 w 318516"/>
                  <a:gd name="connsiteY8" fmla="*/ 61055 h 353377"/>
                  <a:gd name="connsiteX9" fmla="*/ 69628 w 318516"/>
                  <a:gd name="connsiteY9" fmla="*/ 61055 h 353377"/>
                  <a:gd name="connsiteX10" fmla="*/ 69628 w 318516"/>
                  <a:gd name="connsiteY10" fmla="*/ 353378 h 353377"/>
                  <a:gd name="connsiteX11" fmla="*/ 0 w 318516"/>
                  <a:gd name="connsiteY11" fmla="*/ 353378 h 353377"/>
                  <a:gd name="connsiteX12" fmla="*/ 0 w 318516"/>
                  <a:gd name="connsiteY12" fmla="*/ 0 h 353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8516" h="353377">
                    <a:moveTo>
                      <a:pt x="0" y="0"/>
                    </a:moveTo>
                    <a:lnTo>
                      <a:pt x="128207" y="0"/>
                    </a:lnTo>
                    <a:lnTo>
                      <a:pt x="235744" y="292322"/>
                    </a:lnTo>
                    <a:lnTo>
                      <a:pt x="248888" y="292322"/>
                    </a:lnTo>
                    <a:lnTo>
                      <a:pt x="248888" y="0"/>
                    </a:lnTo>
                    <a:lnTo>
                      <a:pt x="318516" y="0"/>
                    </a:lnTo>
                    <a:lnTo>
                      <a:pt x="318516" y="353378"/>
                    </a:lnTo>
                    <a:lnTo>
                      <a:pt x="190310" y="353378"/>
                    </a:lnTo>
                    <a:lnTo>
                      <a:pt x="82772" y="61055"/>
                    </a:lnTo>
                    <a:lnTo>
                      <a:pt x="69628" y="61055"/>
                    </a:lnTo>
                    <a:lnTo>
                      <a:pt x="69628" y="353378"/>
                    </a:lnTo>
                    <a:lnTo>
                      <a:pt x="0" y="3533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57F9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956170A9-AE1A-7539-FD43-79202640B506}"/>
                  </a:ext>
                </a:extLst>
              </p:cNvPr>
              <p:cNvSpPr/>
              <p:nvPr/>
            </p:nvSpPr>
            <p:spPr>
              <a:xfrm>
                <a:off x="1748601" y="455871"/>
                <a:ext cx="163051" cy="179448"/>
              </a:xfrm>
              <a:custGeom>
                <a:avLst/>
                <a:gdLst>
                  <a:gd name="connsiteX0" fmla="*/ 0 w 321087"/>
                  <a:gd name="connsiteY0" fmla="*/ 0 h 353377"/>
                  <a:gd name="connsiteX1" fmla="*/ 70675 w 321087"/>
                  <a:gd name="connsiteY1" fmla="*/ 0 h 353377"/>
                  <a:gd name="connsiteX2" fmla="*/ 70675 w 321087"/>
                  <a:gd name="connsiteY2" fmla="*/ 150400 h 353377"/>
                  <a:gd name="connsiteX3" fmla="*/ 83820 w 321087"/>
                  <a:gd name="connsiteY3" fmla="*/ 150400 h 353377"/>
                  <a:gd name="connsiteX4" fmla="*/ 229743 w 321087"/>
                  <a:gd name="connsiteY4" fmla="*/ 0 h 353377"/>
                  <a:gd name="connsiteX5" fmla="*/ 317563 w 321087"/>
                  <a:gd name="connsiteY5" fmla="*/ 0 h 353377"/>
                  <a:gd name="connsiteX6" fmla="*/ 146399 w 321087"/>
                  <a:gd name="connsiteY6" fmla="*/ 174212 h 353377"/>
                  <a:gd name="connsiteX7" fmla="*/ 146399 w 321087"/>
                  <a:gd name="connsiteY7" fmla="*/ 176213 h 353377"/>
                  <a:gd name="connsiteX8" fmla="*/ 321088 w 321087"/>
                  <a:gd name="connsiteY8" fmla="*/ 353378 h 353377"/>
                  <a:gd name="connsiteX9" fmla="*/ 226219 w 321087"/>
                  <a:gd name="connsiteY9" fmla="*/ 353378 h 353377"/>
                  <a:gd name="connsiteX10" fmla="*/ 83820 w 321087"/>
                  <a:gd name="connsiteY10" fmla="*/ 204978 h 353377"/>
                  <a:gd name="connsiteX11" fmla="*/ 70675 w 321087"/>
                  <a:gd name="connsiteY11" fmla="*/ 204978 h 353377"/>
                  <a:gd name="connsiteX12" fmla="*/ 70675 w 321087"/>
                  <a:gd name="connsiteY12" fmla="*/ 353378 h 353377"/>
                  <a:gd name="connsiteX13" fmla="*/ 0 w 321087"/>
                  <a:gd name="connsiteY13" fmla="*/ 353378 h 353377"/>
                  <a:gd name="connsiteX14" fmla="*/ 0 w 321087"/>
                  <a:gd name="connsiteY14" fmla="*/ 0 h 353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21087" h="353377">
                    <a:moveTo>
                      <a:pt x="0" y="0"/>
                    </a:moveTo>
                    <a:lnTo>
                      <a:pt x="70675" y="0"/>
                    </a:lnTo>
                    <a:lnTo>
                      <a:pt x="70675" y="150400"/>
                    </a:lnTo>
                    <a:lnTo>
                      <a:pt x="83820" y="150400"/>
                    </a:lnTo>
                    <a:lnTo>
                      <a:pt x="229743" y="0"/>
                    </a:lnTo>
                    <a:lnTo>
                      <a:pt x="317563" y="0"/>
                    </a:lnTo>
                    <a:lnTo>
                      <a:pt x="146399" y="174212"/>
                    </a:lnTo>
                    <a:lnTo>
                      <a:pt x="146399" y="176213"/>
                    </a:lnTo>
                    <a:lnTo>
                      <a:pt x="321088" y="353378"/>
                    </a:lnTo>
                    <a:lnTo>
                      <a:pt x="226219" y="353378"/>
                    </a:lnTo>
                    <a:lnTo>
                      <a:pt x="83820" y="204978"/>
                    </a:lnTo>
                    <a:lnTo>
                      <a:pt x="70675" y="204978"/>
                    </a:lnTo>
                    <a:lnTo>
                      <a:pt x="70675" y="353378"/>
                    </a:lnTo>
                    <a:lnTo>
                      <a:pt x="0" y="35337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557F9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0205AFD9-F1F5-B3FB-EBC8-C7DA7C203F8C}"/>
                  </a:ext>
                </a:extLst>
              </p:cNvPr>
              <p:cNvSpPr/>
              <p:nvPr/>
            </p:nvSpPr>
            <p:spPr>
              <a:xfrm>
                <a:off x="1916005" y="452824"/>
                <a:ext cx="145638" cy="185591"/>
              </a:xfrm>
              <a:custGeom>
                <a:avLst/>
                <a:gdLst>
                  <a:gd name="connsiteX0" fmla="*/ 38100 w 286797"/>
                  <a:gd name="connsiteY0" fmla="*/ 331661 h 365474"/>
                  <a:gd name="connsiteX1" fmla="*/ 0 w 286797"/>
                  <a:gd name="connsiteY1" fmla="*/ 233744 h 365474"/>
                  <a:gd name="connsiteX2" fmla="*/ 69628 w 286797"/>
                  <a:gd name="connsiteY2" fmla="*/ 233744 h 365474"/>
                  <a:gd name="connsiteX3" fmla="*/ 89535 w 286797"/>
                  <a:gd name="connsiteY3" fmla="*/ 285750 h 365474"/>
                  <a:gd name="connsiteX4" fmla="*/ 148304 w 286797"/>
                  <a:gd name="connsiteY4" fmla="*/ 303371 h 365474"/>
                  <a:gd name="connsiteX5" fmla="*/ 197263 w 286797"/>
                  <a:gd name="connsiteY5" fmla="*/ 291465 h 365474"/>
                  <a:gd name="connsiteX6" fmla="*/ 214979 w 286797"/>
                  <a:gd name="connsiteY6" fmla="*/ 257937 h 365474"/>
                  <a:gd name="connsiteX7" fmla="*/ 202883 w 286797"/>
                  <a:gd name="connsiteY7" fmla="*/ 233458 h 365474"/>
                  <a:gd name="connsiteX8" fmla="*/ 159449 w 286797"/>
                  <a:gd name="connsiteY8" fmla="*/ 216027 h 365474"/>
                  <a:gd name="connsiteX9" fmla="*/ 98393 w 286797"/>
                  <a:gd name="connsiteY9" fmla="*/ 199835 h 365474"/>
                  <a:gd name="connsiteX10" fmla="*/ 30004 w 286797"/>
                  <a:gd name="connsiteY10" fmla="*/ 166306 h 365474"/>
                  <a:gd name="connsiteX11" fmla="*/ 6572 w 286797"/>
                  <a:gd name="connsiteY11" fmla="*/ 104489 h 365474"/>
                  <a:gd name="connsiteX12" fmla="*/ 22955 w 286797"/>
                  <a:gd name="connsiteY12" fmla="*/ 49721 h 365474"/>
                  <a:gd name="connsiteX13" fmla="*/ 69913 w 286797"/>
                  <a:gd name="connsiteY13" fmla="*/ 13145 h 365474"/>
                  <a:gd name="connsiteX14" fmla="*/ 140875 w 286797"/>
                  <a:gd name="connsiteY14" fmla="*/ 0 h 365474"/>
                  <a:gd name="connsiteX15" fmla="*/ 245840 w 286797"/>
                  <a:gd name="connsiteY15" fmla="*/ 31052 h 365474"/>
                  <a:gd name="connsiteX16" fmla="*/ 281654 w 286797"/>
                  <a:gd name="connsiteY16" fmla="*/ 120110 h 365474"/>
                  <a:gd name="connsiteX17" fmla="*/ 212027 w 286797"/>
                  <a:gd name="connsiteY17" fmla="*/ 120110 h 365474"/>
                  <a:gd name="connsiteX18" fmla="*/ 194120 w 286797"/>
                  <a:gd name="connsiteY18" fmla="*/ 76676 h 365474"/>
                  <a:gd name="connsiteX19" fmla="*/ 140399 w 286797"/>
                  <a:gd name="connsiteY19" fmla="*/ 62008 h 365474"/>
                  <a:gd name="connsiteX20" fmla="*/ 93726 w 286797"/>
                  <a:gd name="connsiteY20" fmla="*/ 72104 h 365474"/>
                  <a:gd name="connsiteX21" fmla="*/ 76771 w 286797"/>
                  <a:gd name="connsiteY21" fmla="*/ 100394 h 365474"/>
                  <a:gd name="connsiteX22" fmla="*/ 89630 w 286797"/>
                  <a:gd name="connsiteY22" fmla="*/ 125158 h 365474"/>
                  <a:gd name="connsiteX23" fmla="*/ 128778 w 286797"/>
                  <a:gd name="connsiteY23" fmla="*/ 141351 h 365474"/>
                  <a:gd name="connsiteX24" fmla="*/ 189357 w 286797"/>
                  <a:gd name="connsiteY24" fmla="*/ 156496 h 365474"/>
                  <a:gd name="connsiteX25" fmla="*/ 262033 w 286797"/>
                  <a:gd name="connsiteY25" fmla="*/ 189833 h 365474"/>
                  <a:gd name="connsiteX26" fmla="*/ 286798 w 286797"/>
                  <a:gd name="connsiteY26" fmla="*/ 255937 h 365474"/>
                  <a:gd name="connsiteX27" fmla="*/ 269843 w 286797"/>
                  <a:gd name="connsiteY27" fmla="*/ 312515 h 365474"/>
                  <a:gd name="connsiteX28" fmla="*/ 221361 w 286797"/>
                  <a:gd name="connsiteY28" fmla="*/ 351377 h 365474"/>
                  <a:gd name="connsiteX29" fmla="*/ 147923 w 286797"/>
                  <a:gd name="connsiteY29" fmla="*/ 365474 h 365474"/>
                  <a:gd name="connsiteX30" fmla="*/ 38100 w 286797"/>
                  <a:gd name="connsiteY30" fmla="*/ 331661 h 365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86797" h="365474">
                    <a:moveTo>
                      <a:pt x="38100" y="331661"/>
                    </a:moveTo>
                    <a:cubicBezTo>
                      <a:pt x="12668" y="309086"/>
                      <a:pt x="0" y="276511"/>
                      <a:pt x="0" y="233744"/>
                    </a:cubicBezTo>
                    <a:lnTo>
                      <a:pt x="69628" y="233744"/>
                    </a:lnTo>
                    <a:cubicBezTo>
                      <a:pt x="69628" y="256603"/>
                      <a:pt x="76295" y="273939"/>
                      <a:pt x="89535" y="285750"/>
                    </a:cubicBezTo>
                    <a:cubicBezTo>
                      <a:pt x="102870" y="297561"/>
                      <a:pt x="122396" y="303371"/>
                      <a:pt x="148304" y="303371"/>
                    </a:cubicBezTo>
                    <a:cubicBezTo>
                      <a:pt x="169164" y="303371"/>
                      <a:pt x="185452" y="299371"/>
                      <a:pt x="197263" y="291465"/>
                    </a:cubicBezTo>
                    <a:cubicBezTo>
                      <a:pt x="209074" y="283559"/>
                      <a:pt x="214979" y="272415"/>
                      <a:pt x="214979" y="257937"/>
                    </a:cubicBezTo>
                    <a:cubicBezTo>
                      <a:pt x="214979" y="247555"/>
                      <a:pt x="210979" y="239363"/>
                      <a:pt x="202883" y="233458"/>
                    </a:cubicBezTo>
                    <a:cubicBezTo>
                      <a:pt x="194786" y="227552"/>
                      <a:pt x="180308" y="221742"/>
                      <a:pt x="159449" y="216027"/>
                    </a:cubicBezTo>
                    <a:lnTo>
                      <a:pt x="98393" y="199835"/>
                    </a:lnTo>
                    <a:cubicBezTo>
                      <a:pt x="68390" y="192119"/>
                      <a:pt x="45625" y="180880"/>
                      <a:pt x="30004" y="166306"/>
                    </a:cubicBezTo>
                    <a:cubicBezTo>
                      <a:pt x="14383" y="151638"/>
                      <a:pt x="6572" y="131064"/>
                      <a:pt x="6572" y="104489"/>
                    </a:cubicBezTo>
                    <a:cubicBezTo>
                      <a:pt x="6572" y="83630"/>
                      <a:pt x="12002" y="65342"/>
                      <a:pt x="22955" y="49721"/>
                    </a:cubicBezTo>
                    <a:cubicBezTo>
                      <a:pt x="33909" y="34100"/>
                      <a:pt x="49530" y="21908"/>
                      <a:pt x="69913" y="13145"/>
                    </a:cubicBezTo>
                    <a:cubicBezTo>
                      <a:pt x="90297" y="4382"/>
                      <a:pt x="113919" y="0"/>
                      <a:pt x="140875" y="0"/>
                    </a:cubicBezTo>
                    <a:cubicBezTo>
                      <a:pt x="186976" y="0"/>
                      <a:pt x="221933" y="10382"/>
                      <a:pt x="245840" y="31052"/>
                    </a:cubicBezTo>
                    <a:cubicBezTo>
                      <a:pt x="269748" y="51721"/>
                      <a:pt x="281654" y="81439"/>
                      <a:pt x="281654" y="120110"/>
                    </a:cubicBezTo>
                    <a:lnTo>
                      <a:pt x="212027" y="120110"/>
                    </a:lnTo>
                    <a:cubicBezTo>
                      <a:pt x="212027" y="100965"/>
                      <a:pt x="206026" y="86487"/>
                      <a:pt x="194120" y="76676"/>
                    </a:cubicBezTo>
                    <a:cubicBezTo>
                      <a:pt x="182213" y="66961"/>
                      <a:pt x="164211" y="62008"/>
                      <a:pt x="140399" y="62008"/>
                    </a:cubicBezTo>
                    <a:cubicBezTo>
                      <a:pt x="120587" y="62008"/>
                      <a:pt x="104966" y="65342"/>
                      <a:pt x="93726" y="72104"/>
                    </a:cubicBezTo>
                    <a:cubicBezTo>
                      <a:pt x="82487" y="78867"/>
                      <a:pt x="76771" y="88297"/>
                      <a:pt x="76771" y="100394"/>
                    </a:cubicBezTo>
                    <a:cubicBezTo>
                      <a:pt x="76771" y="110490"/>
                      <a:pt x="81058" y="118777"/>
                      <a:pt x="89630" y="125158"/>
                    </a:cubicBezTo>
                    <a:cubicBezTo>
                      <a:pt x="98203" y="131540"/>
                      <a:pt x="111252" y="136970"/>
                      <a:pt x="128778" y="141351"/>
                    </a:cubicBezTo>
                    <a:lnTo>
                      <a:pt x="189357" y="156496"/>
                    </a:lnTo>
                    <a:cubicBezTo>
                      <a:pt x="221361" y="163925"/>
                      <a:pt x="245554" y="174974"/>
                      <a:pt x="262033" y="189833"/>
                    </a:cubicBezTo>
                    <a:cubicBezTo>
                      <a:pt x="278511" y="204692"/>
                      <a:pt x="286798" y="226695"/>
                      <a:pt x="286798" y="255937"/>
                    </a:cubicBezTo>
                    <a:cubicBezTo>
                      <a:pt x="286798" y="277178"/>
                      <a:pt x="281178" y="296037"/>
                      <a:pt x="269843" y="312515"/>
                    </a:cubicBezTo>
                    <a:cubicBezTo>
                      <a:pt x="258604" y="328994"/>
                      <a:pt x="242411" y="341948"/>
                      <a:pt x="221361" y="351377"/>
                    </a:cubicBezTo>
                    <a:cubicBezTo>
                      <a:pt x="200311" y="360807"/>
                      <a:pt x="175832" y="365474"/>
                      <a:pt x="147923" y="365474"/>
                    </a:cubicBezTo>
                    <a:cubicBezTo>
                      <a:pt x="100108" y="365474"/>
                      <a:pt x="63532" y="354235"/>
                      <a:pt x="38100" y="331661"/>
                    </a:cubicBezTo>
                    <a:close/>
                  </a:path>
                </a:pathLst>
              </a:custGeom>
              <a:solidFill>
                <a:srgbClr val="557F9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</p:grpSp>
      </p:grpSp>
      <p:sp>
        <p:nvSpPr>
          <p:cNvPr id="479" name="CaixaDeTexto 4">
            <a:extLst>
              <a:ext uri="{FF2B5EF4-FFF2-40B4-BE49-F238E27FC236}">
                <a16:creationId xmlns:a16="http://schemas.microsoft.com/office/drawing/2014/main" id="{6C7BBA5B-6749-9A0C-E568-B05E79D23FA8}"/>
              </a:ext>
            </a:extLst>
          </p:cNvPr>
          <p:cNvSpPr txBox="1"/>
          <p:nvPr/>
        </p:nvSpPr>
        <p:spPr>
          <a:xfrm>
            <a:off x="6810997" y="374109"/>
            <a:ext cx="1830082" cy="3468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10.347.493/0001-94</a:t>
            </a:r>
          </a:p>
        </p:txBody>
      </p:sp>
      <p:sp>
        <p:nvSpPr>
          <p:cNvPr id="2" name="database">
            <a:extLst>
              <a:ext uri="{FF2B5EF4-FFF2-40B4-BE49-F238E27FC236}">
                <a16:creationId xmlns:a16="http://schemas.microsoft.com/office/drawing/2014/main" id="{45FF3643-B4F6-9237-F3CD-73074B080B33}"/>
              </a:ext>
            </a:extLst>
          </p:cNvPr>
          <p:cNvSpPr txBox="1"/>
          <p:nvPr/>
        </p:nvSpPr>
        <p:spPr>
          <a:xfrm>
            <a:off x="593653" y="6173912"/>
            <a:ext cx="8036114" cy="13080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877458" rtl="0" eaLnBrk="1" fontAlgn="auto" latinLnBrk="0" hangingPunct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Tx/>
              <a:buFont typeface="Arial"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pt-BR" sz="8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helvetica"/>
                <a:sym typeface="Arial"/>
              </a:rPr>
              <a:t>Data base: 30/09/2026</a:t>
            </a:r>
          </a:p>
        </p:txBody>
      </p:sp>
    </p:spTree>
    <p:extLst>
      <p:ext uri="{BB962C8B-B14F-4D97-AF65-F5344CB8AC3E}">
        <p14:creationId xmlns:p14="http://schemas.microsoft.com/office/powerpoint/2010/main" val="3632409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B7025-7D7F-2B43-13F0-7EF927A9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7F636D82-9C31-C45C-D311-A51F70697815}"/>
              </a:ext>
            </a:extLst>
          </p:cNvPr>
          <p:cNvSpPr txBox="1"/>
          <p:nvPr/>
        </p:nvSpPr>
        <p:spPr>
          <a:xfrm>
            <a:off x="8832851" y="0"/>
            <a:ext cx="3359150" cy="6858000"/>
          </a:xfrm>
          <a:prstGeom prst="rect">
            <a:avLst/>
          </a:prstGeom>
          <a:blipFill dpi="0" rotWithShape="1">
            <a:blip r:embed="rId3" cstate="screen">
              <a:alphaModFix am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47942" r="-47942"/>
            </a:stretch>
          </a:blipFill>
          <a:ln>
            <a:noFill/>
          </a:ln>
          <a:effectLst/>
        </p:spPr>
        <p:txBody>
          <a:bodyPr vert="horz" wrap="square" lIns="0" tIns="5715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sp>
        <p:nvSpPr>
          <p:cNvPr id="131" name="object 38">
            <a:extLst>
              <a:ext uri="{FF2B5EF4-FFF2-40B4-BE49-F238E27FC236}">
                <a16:creationId xmlns:a16="http://schemas.microsoft.com/office/drawing/2014/main" id="{50444AD6-B781-AABD-1B4E-DBEC093605DA}"/>
              </a:ext>
            </a:extLst>
          </p:cNvPr>
          <p:cNvSpPr txBox="1">
            <a:spLocks/>
          </p:cNvSpPr>
          <p:nvPr/>
        </p:nvSpPr>
        <p:spPr>
          <a:xfrm>
            <a:off x="8997379" y="3740516"/>
            <a:ext cx="2858447" cy="22555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CARACTERÍSTICAS GERAIS</a:t>
            </a:r>
          </a:p>
        </p:txBody>
      </p:sp>
      <p:sp>
        <p:nvSpPr>
          <p:cNvPr id="132" name="object 38">
            <a:extLst>
              <a:ext uri="{FF2B5EF4-FFF2-40B4-BE49-F238E27FC236}">
                <a16:creationId xmlns:a16="http://schemas.microsoft.com/office/drawing/2014/main" id="{8271D720-B367-656D-3951-151D170D6352}"/>
              </a:ext>
            </a:extLst>
          </p:cNvPr>
          <p:cNvSpPr txBox="1">
            <a:spLocks/>
          </p:cNvSpPr>
          <p:nvPr/>
        </p:nvSpPr>
        <p:spPr>
          <a:xfrm>
            <a:off x="8997379" y="947510"/>
            <a:ext cx="3194621" cy="564108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Por que o 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TIVIO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9BB7C7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 </a:t>
            </a:r>
            <a:b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9BB7C7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</a:b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9BB7C7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INSTITUCIONAL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?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</p:txBody>
      </p:sp>
      <p:sp>
        <p:nvSpPr>
          <p:cNvPr id="133" name="object 38">
            <a:extLst>
              <a:ext uri="{FF2B5EF4-FFF2-40B4-BE49-F238E27FC236}">
                <a16:creationId xmlns:a16="http://schemas.microsoft.com/office/drawing/2014/main" id="{13471002-6DD2-B31C-C5DB-9B111DA4E9F7}"/>
              </a:ext>
            </a:extLst>
          </p:cNvPr>
          <p:cNvSpPr txBox="1">
            <a:spLocks/>
          </p:cNvSpPr>
          <p:nvPr/>
        </p:nvSpPr>
        <p:spPr>
          <a:xfrm>
            <a:off x="8997378" y="1661994"/>
            <a:ext cx="2858447" cy="2061954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Identifica oportunidades em 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ativos de crédito high grade (Bancário, Corporativo e FIDC).</a:t>
            </a: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/>
              <a:ea typeface="+mj-ea"/>
              <a:cs typeface="+mj-cs"/>
              <a:sym typeface="Arial"/>
            </a:endParaRP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Liquidez diária</a:t>
            </a: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 </a:t>
            </a: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Carrego atrativo, refletindo 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a qualidade dos ativos e 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a eficiência da gestão </a:t>
            </a: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Rentabilidade consistente, 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com retornos acima do CDI.</a:t>
            </a: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j-ea"/>
              <a:cs typeface="+mj-cs"/>
              <a:sym typeface="Arial"/>
            </a:endParaRPr>
          </a:p>
        </p:txBody>
      </p:sp>
      <p:sp>
        <p:nvSpPr>
          <p:cNvPr id="134" name="object 38">
            <a:extLst>
              <a:ext uri="{FF2B5EF4-FFF2-40B4-BE49-F238E27FC236}">
                <a16:creationId xmlns:a16="http://schemas.microsoft.com/office/drawing/2014/main" id="{70F97801-FC0F-5902-AE14-447CB5AE196A}"/>
              </a:ext>
            </a:extLst>
          </p:cNvPr>
          <p:cNvSpPr txBox="1">
            <a:spLocks/>
          </p:cNvSpPr>
          <p:nvPr/>
        </p:nvSpPr>
        <p:spPr>
          <a:xfrm>
            <a:off x="8997377" y="4081329"/>
            <a:ext cx="2859661" cy="1448965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Aplicação Mínima Inicial: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R$ 1.000,00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Movimentação Mínima: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R$ 1.000,00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Aplicação: </a:t>
            </a:r>
            <a:r>
              <a:rPr kumimoji="0" lang="pt-BR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D+0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j-ea"/>
              <a:cs typeface="+mj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Cotização do resgate: </a:t>
            </a:r>
            <a:r>
              <a:rPr kumimoji="0" lang="pt-BR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Pagamento do resgate após solicitação: </a:t>
            </a:r>
            <a:r>
              <a:rPr kumimoji="0" lang="pt-BR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de administração: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0,20% a.a.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de performance: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-</a:t>
            </a:r>
          </a:p>
        </p:txBody>
      </p: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184E008D-842C-F732-5575-74565611E18A}"/>
              </a:ext>
            </a:extLst>
          </p:cNvPr>
          <p:cNvGrpSpPr/>
          <p:nvPr/>
        </p:nvGrpSpPr>
        <p:grpSpPr>
          <a:xfrm>
            <a:off x="8997377" y="5692483"/>
            <a:ext cx="2858448" cy="505117"/>
            <a:chOff x="8997377" y="5916938"/>
            <a:chExt cx="2858448" cy="505117"/>
          </a:xfrm>
        </p:grpSpPr>
        <p:sp>
          <p:nvSpPr>
            <p:cNvPr id="136" name="object 38">
              <a:extLst>
                <a:ext uri="{FF2B5EF4-FFF2-40B4-BE49-F238E27FC236}">
                  <a16:creationId xmlns:a16="http://schemas.microsoft.com/office/drawing/2014/main" id="{733D0E86-A6B1-41C1-DCEB-C31DDE5524C7}"/>
                </a:ext>
              </a:extLst>
            </p:cNvPr>
            <p:cNvSpPr txBox="1">
              <a:spLocks/>
            </p:cNvSpPr>
            <p:nvPr/>
          </p:nvSpPr>
          <p:spPr>
            <a:xfrm>
              <a:off x="8997377" y="5916938"/>
              <a:ext cx="2858448" cy="505117"/>
            </a:xfrm>
            <a:prstGeom prst="rect">
              <a:avLst/>
            </a:prstGeom>
          </p:spPr>
          <p:txBody>
            <a:bodyPr vert="horz" wrap="square" lIns="0" tIns="10012" rIns="0" bIns="0" rtlCol="0" anchor="t">
              <a:sp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Público-alvo: Investidores em geral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PL: R$ 1,6 bilhões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Gestor: Tivio Capital</a:t>
              </a:r>
            </a:p>
          </p:txBody>
        </p:sp>
        <p:sp>
          <p:nvSpPr>
            <p:cNvPr id="137" name="object 38">
              <a:extLst>
                <a:ext uri="{FF2B5EF4-FFF2-40B4-BE49-F238E27FC236}">
                  <a16:creationId xmlns:a16="http://schemas.microsoft.com/office/drawing/2014/main" id="{BBCCFBA4-8D79-AAF7-CEA9-0026477BFE7F}"/>
                </a:ext>
              </a:extLst>
            </p:cNvPr>
            <p:cNvSpPr txBox="1">
              <a:spLocks/>
            </p:cNvSpPr>
            <p:nvPr/>
          </p:nvSpPr>
          <p:spPr>
            <a:xfrm>
              <a:off x="10115110" y="6099039"/>
              <a:ext cx="1697005" cy="323016"/>
            </a:xfrm>
            <a:prstGeom prst="rect">
              <a:avLst/>
            </a:prstGeom>
          </p:spPr>
          <p:txBody>
            <a:bodyPr vert="horz" wrap="square" lIns="0" tIns="10012" rIns="0" bIns="0" rtlCol="0" anchor="t">
              <a:sp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PL médio (12 meses): 2,4 bilhões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5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Data de início: 23/02/2005</a:t>
              </a: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787F54B9-13B8-53C8-983C-DFC579F559AC}"/>
              </a:ext>
            </a:extLst>
          </p:cNvPr>
          <p:cNvSpPr/>
          <p:nvPr/>
        </p:nvSpPr>
        <p:spPr>
          <a:xfrm>
            <a:off x="315194" y="3514728"/>
            <a:ext cx="8325885" cy="245708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+mn-cs"/>
              <a:sym typeface="Arial"/>
            </a:endParaRPr>
          </a:p>
        </p:txBody>
      </p:sp>
      <p:sp>
        <p:nvSpPr>
          <p:cNvPr id="34" name="object 38">
            <a:extLst>
              <a:ext uri="{FF2B5EF4-FFF2-40B4-BE49-F238E27FC236}">
                <a16:creationId xmlns:a16="http://schemas.microsoft.com/office/drawing/2014/main" id="{D69FD9C3-0E4A-1D0F-1A4C-D6BAC054E0C1}"/>
              </a:ext>
            </a:extLst>
          </p:cNvPr>
          <p:cNvSpPr txBox="1">
            <a:spLocks/>
          </p:cNvSpPr>
          <p:nvPr/>
        </p:nvSpPr>
        <p:spPr>
          <a:xfrm>
            <a:off x="315195" y="1278512"/>
            <a:ext cx="4571130" cy="22555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RENTABILIDADE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930E8F4-30E7-F7B0-7C5A-B0D73F253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610" y="374109"/>
            <a:ext cx="2906448" cy="346860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4D6F3A7D-D078-F060-29BF-BFB1BB79E87D}"/>
              </a:ext>
            </a:extLst>
          </p:cNvPr>
          <p:cNvGrpSpPr/>
          <p:nvPr/>
        </p:nvGrpSpPr>
        <p:grpSpPr>
          <a:xfrm>
            <a:off x="334960" y="1593190"/>
            <a:ext cx="8306119" cy="1771260"/>
            <a:chOff x="334962" y="1234439"/>
            <a:chExt cx="6801507" cy="207568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281B638-D644-8656-2389-26779A81EF1D}"/>
                </a:ext>
              </a:extLst>
            </p:cNvPr>
            <p:cNvSpPr/>
            <p:nvPr/>
          </p:nvSpPr>
          <p:spPr>
            <a:xfrm>
              <a:off x="334962" y="1234440"/>
              <a:ext cx="3342566" cy="2075688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12M</a:t>
              </a:r>
              <a:b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4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99</a:t>
              </a: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%</a:t>
              </a:r>
              <a:r>
                <a:rPr kumimoji="0" lang="pt-BR" sz="4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 </a:t>
              </a:r>
              <a: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do CDI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7C02B27C-DD4F-FE49-82B7-C07125FBBDD0}"/>
                </a:ext>
              </a:extLst>
            </p:cNvPr>
            <p:cNvGrpSpPr/>
            <p:nvPr/>
          </p:nvGrpSpPr>
          <p:grpSpPr>
            <a:xfrm>
              <a:off x="3793903" y="1234439"/>
              <a:ext cx="3342566" cy="2075687"/>
              <a:chOff x="3793903" y="1234440"/>
              <a:chExt cx="3342566" cy="1746881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1EA518C2-FC7D-507A-8DA4-C0332A60BE87}"/>
                  </a:ext>
                </a:extLst>
              </p:cNvPr>
              <p:cNvSpPr/>
              <p:nvPr/>
            </p:nvSpPr>
            <p:spPr>
              <a:xfrm>
                <a:off x="3793903" y="1234440"/>
                <a:ext cx="3342566" cy="795528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ANO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</a:br>
                <a:r>
                  <a:rPr kumimoji="0" lang="pt-BR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99</a:t>
                </a:r>
                <a:r>
                  <a:rPr kumimoji="0" lang="pt-BR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%</a:t>
                </a:r>
                <a:r>
                  <a:rPr kumimoji="0" lang="pt-BR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 </a:t>
                </a: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do CDI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7ADF39A2-3D03-6F3D-94F8-BA201DFCD32A}"/>
                  </a:ext>
                </a:extLst>
              </p:cNvPr>
              <p:cNvSpPr/>
              <p:nvPr/>
            </p:nvSpPr>
            <p:spPr>
              <a:xfrm>
                <a:off x="3793903" y="2185793"/>
                <a:ext cx="3342566" cy="795528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MÊS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</a:br>
                <a:r>
                  <a:rPr kumimoji="0" lang="pt-BR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95</a:t>
                </a:r>
                <a:r>
                  <a:rPr kumimoji="0" lang="pt-BR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%</a:t>
                </a:r>
                <a:r>
                  <a:rPr kumimoji="0" lang="pt-BR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 </a:t>
                </a: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do CDI</a:t>
                </a:r>
              </a:p>
            </p:txBody>
          </p:sp>
        </p:grp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273D65A-37DB-DB63-CDCD-4450CFBDEAF4}"/>
              </a:ext>
            </a:extLst>
          </p:cNvPr>
          <p:cNvGrpSpPr/>
          <p:nvPr/>
        </p:nvGrpSpPr>
        <p:grpSpPr>
          <a:xfrm>
            <a:off x="501907" y="3711761"/>
            <a:ext cx="8004784" cy="2063018"/>
            <a:chOff x="501907" y="4124515"/>
            <a:chExt cx="7376712" cy="1869508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EA1FDEE-FE17-2623-A353-BE2720047773}"/>
                </a:ext>
              </a:extLst>
            </p:cNvPr>
            <p:cNvSpPr/>
            <p:nvPr/>
          </p:nvSpPr>
          <p:spPr>
            <a:xfrm>
              <a:off x="501907" y="4131491"/>
              <a:ext cx="3386602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  <a:sym typeface="Arial"/>
                </a:rPr>
                <a:t>Alocação de crédito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4942221-60A1-0918-AEC4-29567735D3FB}"/>
                </a:ext>
              </a:extLst>
            </p:cNvPr>
            <p:cNvSpPr/>
            <p:nvPr/>
          </p:nvSpPr>
          <p:spPr>
            <a:xfrm>
              <a:off x="4055453" y="4124515"/>
              <a:ext cx="1828111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+mn-cs"/>
                  <a:sym typeface="Arial"/>
                </a:rPr>
                <a:t>Carrego bruto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CDI+ </a:t>
              </a:r>
              <a:r>
                <a:rPr kumimoji="0" lang="pt-BR" sz="4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0,43</a:t>
              </a:r>
              <a:r>
                <a:rPr kumimoji="0" lang="pt-BR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%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a.a.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2C538A4-E989-F09E-F652-C3197DFF65F1}"/>
                </a:ext>
              </a:extLst>
            </p:cNvPr>
            <p:cNvSpPr/>
            <p:nvPr/>
          </p:nvSpPr>
          <p:spPr>
            <a:xfrm>
              <a:off x="6050508" y="4124515"/>
              <a:ext cx="1828111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  <a:sym typeface="Arial"/>
                </a:rPr>
                <a:t>Duration</a:t>
              </a: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b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4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1,34</a:t>
              </a:r>
              <a:endPara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ano</a:t>
              </a:r>
            </a:p>
          </p:txBody>
        </p:sp>
      </p:grpSp>
      <p:sp>
        <p:nvSpPr>
          <p:cNvPr id="60" name="object 38">
            <a:extLst>
              <a:ext uri="{FF2B5EF4-FFF2-40B4-BE49-F238E27FC236}">
                <a16:creationId xmlns:a16="http://schemas.microsoft.com/office/drawing/2014/main" id="{E3443F91-05CA-430C-19A6-4970CA7A91A7}"/>
              </a:ext>
            </a:extLst>
          </p:cNvPr>
          <p:cNvSpPr txBox="1">
            <a:spLocks/>
          </p:cNvSpPr>
          <p:nvPr/>
        </p:nvSpPr>
        <p:spPr>
          <a:xfrm>
            <a:off x="593532" y="4612357"/>
            <a:ext cx="1588149" cy="748774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ctr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4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67</a:t>
            </a: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%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B056FF7-581B-BD9D-54C0-D753BD0C67AB}"/>
              </a:ext>
            </a:extLst>
          </p:cNvPr>
          <p:cNvCxnSpPr/>
          <p:nvPr/>
        </p:nvCxnSpPr>
        <p:spPr>
          <a:xfrm>
            <a:off x="2244436" y="4453414"/>
            <a:ext cx="0" cy="1114594"/>
          </a:xfrm>
          <a:prstGeom prst="line">
            <a:avLst/>
          </a:prstGeom>
          <a:ln>
            <a:gradFill>
              <a:gsLst>
                <a:gs pos="50000">
                  <a:schemeClr val="bg2">
                    <a:lumMod val="90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object 44">
            <a:extLst>
              <a:ext uri="{FF2B5EF4-FFF2-40B4-BE49-F238E27FC236}">
                <a16:creationId xmlns:a16="http://schemas.microsoft.com/office/drawing/2014/main" id="{D15ED607-B35B-EDFA-9AEB-30F4415A0932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5775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1D60167-4931-47E6-BA6A-407CBD079E47}" type="slidenum">
              <a:rPr kumimoji="0" lang="pt-BR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22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188" name="CaixaDeTexto 4">
            <a:extLst>
              <a:ext uri="{FF2B5EF4-FFF2-40B4-BE49-F238E27FC236}">
                <a16:creationId xmlns:a16="http://schemas.microsoft.com/office/drawing/2014/main" id="{F7535BC7-F5A7-1137-5853-EE6BE21500BB}"/>
              </a:ext>
            </a:extLst>
          </p:cNvPr>
          <p:cNvSpPr txBox="1"/>
          <p:nvPr/>
        </p:nvSpPr>
        <p:spPr>
          <a:xfrm>
            <a:off x="6810997" y="374109"/>
            <a:ext cx="1830082" cy="3468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06.866.051/0001-87</a:t>
            </a:r>
          </a:p>
        </p:txBody>
      </p:sp>
      <p:sp>
        <p:nvSpPr>
          <p:cNvPr id="3" name="database">
            <a:extLst>
              <a:ext uri="{FF2B5EF4-FFF2-40B4-BE49-F238E27FC236}">
                <a16:creationId xmlns:a16="http://schemas.microsoft.com/office/drawing/2014/main" id="{7BA809A5-0BA4-0947-1087-6F7FC0B179BA}"/>
              </a:ext>
            </a:extLst>
          </p:cNvPr>
          <p:cNvSpPr txBox="1"/>
          <p:nvPr/>
        </p:nvSpPr>
        <p:spPr>
          <a:xfrm>
            <a:off x="593653" y="6173912"/>
            <a:ext cx="8036114" cy="13080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877458" rtl="0" eaLnBrk="1" fontAlgn="auto" latinLnBrk="0" hangingPunct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pt-BR" sz="8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helvetica"/>
                <a:sym typeface="Arial"/>
              </a:rPr>
              <a:t>Data base: 30/09/2026</a:t>
            </a:r>
          </a:p>
        </p:txBody>
      </p:sp>
      <p:sp>
        <p:nvSpPr>
          <p:cNvPr id="40" name="numero-top3">
            <a:extLst>
              <a:ext uri="{FF2B5EF4-FFF2-40B4-BE49-F238E27FC236}">
                <a16:creationId xmlns:a16="http://schemas.microsoft.com/office/drawing/2014/main" id="{3038436B-A9BA-B3EB-DD51-3AD41606D831}"/>
              </a:ext>
            </a:extLst>
          </p:cNvPr>
          <p:cNvSpPr txBox="1"/>
          <p:nvPr/>
        </p:nvSpPr>
        <p:spPr>
          <a:xfrm>
            <a:off x="2334261" y="5253179"/>
            <a:ext cx="1980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2%</a:t>
            </a:r>
          </a:p>
        </p:txBody>
      </p:sp>
      <p:sp>
        <p:nvSpPr>
          <p:cNvPr id="41" name="numero-top2">
            <a:extLst>
              <a:ext uri="{FF2B5EF4-FFF2-40B4-BE49-F238E27FC236}">
                <a16:creationId xmlns:a16="http://schemas.microsoft.com/office/drawing/2014/main" id="{EB57F8D6-B964-9BCA-A6F4-88B26B4A8238}"/>
              </a:ext>
            </a:extLst>
          </p:cNvPr>
          <p:cNvSpPr txBox="1"/>
          <p:nvPr/>
        </p:nvSpPr>
        <p:spPr>
          <a:xfrm>
            <a:off x="2334261" y="4794721"/>
            <a:ext cx="1980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5%</a:t>
            </a:r>
          </a:p>
        </p:txBody>
      </p:sp>
      <p:sp>
        <p:nvSpPr>
          <p:cNvPr id="42" name="numero-top1">
            <a:extLst>
              <a:ext uri="{FF2B5EF4-FFF2-40B4-BE49-F238E27FC236}">
                <a16:creationId xmlns:a16="http://schemas.microsoft.com/office/drawing/2014/main" id="{831C41D9-8D8C-9A86-0D14-1CF2A034518C}"/>
              </a:ext>
            </a:extLst>
          </p:cNvPr>
          <p:cNvSpPr txBox="1"/>
          <p:nvPr/>
        </p:nvSpPr>
        <p:spPr>
          <a:xfrm>
            <a:off x="2334262" y="4338337"/>
            <a:ext cx="1980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50%</a:t>
            </a:r>
          </a:p>
        </p:txBody>
      </p:sp>
      <p:sp>
        <p:nvSpPr>
          <p:cNvPr id="43" name="nome-top3">
            <a:extLst>
              <a:ext uri="{FF2B5EF4-FFF2-40B4-BE49-F238E27FC236}">
                <a16:creationId xmlns:a16="http://schemas.microsoft.com/office/drawing/2014/main" id="{0E110D4F-98E8-42B8-AF5B-DBB93CF490F8}"/>
              </a:ext>
            </a:extLst>
          </p:cNvPr>
          <p:cNvSpPr txBox="1"/>
          <p:nvPr/>
        </p:nvSpPr>
        <p:spPr>
          <a:xfrm>
            <a:off x="3053338" y="5230096"/>
            <a:ext cx="106445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transporte </a:t>
            </a:r>
            <a:b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</a:b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e logística</a:t>
            </a:r>
          </a:p>
        </p:txBody>
      </p:sp>
      <p:sp>
        <p:nvSpPr>
          <p:cNvPr id="44" name="nome-top2">
            <a:extLst>
              <a:ext uri="{FF2B5EF4-FFF2-40B4-BE49-F238E27FC236}">
                <a16:creationId xmlns:a16="http://schemas.microsoft.com/office/drawing/2014/main" id="{CE421EDF-7F6B-99B5-4150-70E44832C5C2}"/>
              </a:ext>
            </a:extLst>
          </p:cNvPr>
          <p:cNvSpPr txBox="1"/>
          <p:nvPr/>
        </p:nvSpPr>
        <p:spPr>
          <a:xfrm>
            <a:off x="3053338" y="4771986"/>
            <a:ext cx="102345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energia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elétrica</a:t>
            </a:r>
          </a:p>
        </p:txBody>
      </p:sp>
      <p:sp>
        <p:nvSpPr>
          <p:cNvPr id="45" name="nome-top1">
            <a:extLst>
              <a:ext uri="{FF2B5EF4-FFF2-40B4-BE49-F238E27FC236}">
                <a16:creationId xmlns:a16="http://schemas.microsoft.com/office/drawing/2014/main" id="{966AB56F-C30B-AC42-32C2-68A53BCA50BC}"/>
              </a:ext>
            </a:extLst>
          </p:cNvPr>
          <p:cNvSpPr txBox="1"/>
          <p:nvPr/>
        </p:nvSpPr>
        <p:spPr>
          <a:xfrm>
            <a:off x="3163704" y="4396038"/>
            <a:ext cx="11676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financeiro</a:t>
            </a:r>
          </a:p>
        </p:txBody>
      </p:sp>
      <p:sp>
        <p:nvSpPr>
          <p:cNvPr id="46" name="nome-top1">
            <a:extLst>
              <a:ext uri="{FF2B5EF4-FFF2-40B4-BE49-F238E27FC236}">
                <a16:creationId xmlns:a16="http://schemas.microsoft.com/office/drawing/2014/main" id="{A84C6F2E-5716-ADB2-3EE7-88B17FB2B058}"/>
              </a:ext>
            </a:extLst>
          </p:cNvPr>
          <p:cNvSpPr txBox="1"/>
          <p:nvPr/>
        </p:nvSpPr>
        <p:spPr>
          <a:xfrm>
            <a:off x="2868126" y="4008008"/>
            <a:ext cx="7618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Top 3</a:t>
            </a:r>
          </a:p>
        </p:txBody>
      </p:sp>
    </p:spTree>
    <p:extLst>
      <p:ext uri="{BB962C8B-B14F-4D97-AF65-F5344CB8AC3E}">
        <p14:creationId xmlns:p14="http://schemas.microsoft.com/office/powerpoint/2010/main" val="2492642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C8D2F-564A-845E-9B24-2E940E142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28">
            <a:extLst>
              <a:ext uri="{FF2B5EF4-FFF2-40B4-BE49-F238E27FC236}">
                <a16:creationId xmlns:a16="http://schemas.microsoft.com/office/drawing/2014/main" id="{3B509566-8218-8F4D-019E-B7CCA0C5BCE1}"/>
              </a:ext>
            </a:extLst>
          </p:cNvPr>
          <p:cNvSpPr txBox="1"/>
          <p:nvPr/>
        </p:nvSpPr>
        <p:spPr>
          <a:xfrm>
            <a:off x="8832851" y="0"/>
            <a:ext cx="3359150" cy="6858000"/>
          </a:xfrm>
          <a:prstGeom prst="rect">
            <a:avLst/>
          </a:prstGeom>
          <a:blipFill dpi="0" rotWithShape="1">
            <a:blip r:embed="rId3" cstate="screen">
              <a:alphaModFix am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47942" r="-47942"/>
            </a:stretch>
          </a:blipFill>
          <a:ln>
            <a:noFill/>
          </a:ln>
          <a:effectLst/>
        </p:spPr>
        <p:txBody>
          <a:bodyPr vert="horz" wrap="square" lIns="0" tIns="5715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sp>
        <p:nvSpPr>
          <p:cNvPr id="138" name="object 44">
            <a:extLst>
              <a:ext uri="{FF2B5EF4-FFF2-40B4-BE49-F238E27FC236}">
                <a16:creationId xmlns:a16="http://schemas.microsoft.com/office/drawing/2014/main" id="{42FAAC69-DB44-1B8E-01AB-CEED4E574562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5775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1D60167-4931-47E6-BA6A-407CBD079E47}" type="slidenum">
              <a:rPr kumimoji="0" lang="pt-BR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23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66C4661-98A4-8C04-A04F-BB63833E6BD1}"/>
              </a:ext>
            </a:extLst>
          </p:cNvPr>
          <p:cNvGrpSpPr/>
          <p:nvPr/>
        </p:nvGrpSpPr>
        <p:grpSpPr>
          <a:xfrm>
            <a:off x="342610" y="374109"/>
            <a:ext cx="3272080" cy="347232"/>
            <a:chOff x="342610" y="844146"/>
            <a:chExt cx="3272080" cy="347232"/>
          </a:xfrm>
        </p:grpSpPr>
        <p:grpSp>
          <p:nvGrpSpPr>
            <p:cNvPr id="4" name="Graphic 18">
              <a:extLst>
                <a:ext uri="{FF2B5EF4-FFF2-40B4-BE49-F238E27FC236}">
                  <a16:creationId xmlns:a16="http://schemas.microsoft.com/office/drawing/2014/main" id="{4BC19507-237A-C91F-7F1A-EAC987135B7D}"/>
                </a:ext>
              </a:extLst>
            </p:cNvPr>
            <p:cNvGrpSpPr/>
            <p:nvPr/>
          </p:nvGrpSpPr>
          <p:grpSpPr>
            <a:xfrm>
              <a:off x="1168727" y="844146"/>
              <a:ext cx="2445963" cy="347232"/>
              <a:chOff x="1227798" y="844146"/>
              <a:chExt cx="2445963" cy="347232"/>
            </a:xfrm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589D4D3-FFB7-C798-DFDA-F58BB39849A0}"/>
                  </a:ext>
                </a:extLst>
              </p:cNvPr>
              <p:cNvSpPr/>
              <p:nvPr/>
            </p:nvSpPr>
            <p:spPr>
              <a:xfrm>
                <a:off x="1227798" y="844146"/>
                <a:ext cx="2099752" cy="347232"/>
              </a:xfrm>
              <a:custGeom>
                <a:avLst/>
                <a:gdLst>
                  <a:gd name="connsiteX0" fmla="*/ 0 w 2099752"/>
                  <a:gd name="connsiteY0" fmla="*/ 0 h 347232"/>
                  <a:gd name="connsiteX1" fmla="*/ 2099753 w 2099752"/>
                  <a:gd name="connsiteY1" fmla="*/ 0 h 347232"/>
                  <a:gd name="connsiteX2" fmla="*/ 2099753 w 2099752"/>
                  <a:gd name="connsiteY2" fmla="*/ 347233 h 347232"/>
                  <a:gd name="connsiteX3" fmla="*/ 0 w 2099752"/>
                  <a:gd name="connsiteY3" fmla="*/ 347233 h 347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99752" h="347232">
                    <a:moveTo>
                      <a:pt x="0" y="0"/>
                    </a:moveTo>
                    <a:lnTo>
                      <a:pt x="2099753" y="0"/>
                    </a:lnTo>
                    <a:lnTo>
                      <a:pt x="2099753" y="347233"/>
                    </a:lnTo>
                    <a:lnTo>
                      <a:pt x="0" y="347233"/>
                    </a:lnTo>
                    <a:close/>
                  </a:path>
                </a:pathLst>
              </a:custGeom>
              <a:solidFill>
                <a:srgbClr val="79949B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357163F0-0CE3-8743-5C0A-4F997DADEB45}"/>
                  </a:ext>
                </a:extLst>
              </p:cNvPr>
              <p:cNvSpPr/>
              <p:nvPr/>
            </p:nvSpPr>
            <p:spPr>
              <a:xfrm>
                <a:off x="1285700" y="934997"/>
                <a:ext cx="102396" cy="161741"/>
              </a:xfrm>
              <a:custGeom>
                <a:avLst/>
                <a:gdLst>
                  <a:gd name="connsiteX0" fmla="*/ 0 w 102396"/>
                  <a:gd name="connsiteY0" fmla="*/ 132399 h 161741"/>
                  <a:gd name="connsiteX1" fmla="*/ 35355 w 102396"/>
                  <a:gd name="connsiteY1" fmla="*/ 132399 h 161741"/>
                  <a:gd name="connsiteX2" fmla="*/ 35355 w 102396"/>
                  <a:gd name="connsiteY2" fmla="*/ 29342 h 161741"/>
                  <a:gd name="connsiteX3" fmla="*/ 0 w 102396"/>
                  <a:gd name="connsiteY3" fmla="*/ 29342 h 161741"/>
                  <a:gd name="connsiteX4" fmla="*/ 0 w 102396"/>
                  <a:gd name="connsiteY4" fmla="*/ 0 h 161741"/>
                  <a:gd name="connsiteX5" fmla="*/ 102396 w 102396"/>
                  <a:gd name="connsiteY5" fmla="*/ 0 h 161741"/>
                  <a:gd name="connsiteX6" fmla="*/ 102396 w 102396"/>
                  <a:gd name="connsiteY6" fmla="*/ 29342 h 161741"/>
                  <a:gd name="connsiteX7" fmla="*/ 67282 w 102396"/>
                  <a:gd name="connsiteY7" fmla="*/ 29342 h 161741"/>
                  <a:gd name="connsiteX8" fmla="*/ 67282 w 102396"/>
                  <a:gd name="connsiteY8" fmla="*/ 132399 h 161741"/>
                  <a:gd name="connsiteX9" fmla="*/ 102396 w 102396"/>
                  <a:gd name="connsiteY9" fmla="*/ 132399 h 161741"/>
                  <a:gd name="connsiteX10" fmla="*/ 102396 w 102396"/>
                  <a:gd name="connsiteY10" fmla="*/ 161741 h 161741"/>
                  <a:gd name="connsiteX11" fmla="*/ 0 w 102396"/>
                  <a:gd name="connsiteY11" fmla="*/ 161741 h 161741"/>
                  <a:gd name="connsiteX12" fmla="*/ 0 w 102396"/>
                  <a:gd name="connsiteY12" fmla="*/ 132399 h 161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2396" h="161741">
                    <a:moveTo>
                      <a:pt x="0" y="132399"/>
                    </a:moveTo>
                    <a:lnTo>
                      <a:pt x="35355" y="132399"/>
                    </a:lnTo>
                    <a:lnTo>
                      <a:pt x="35355" y="29342"/>
                    </a:lnTo>
                    <a:lnTo>
                      <a:pt x="0" y="29342"/>
                    </a:lnTo>
                    <a:lnTo>
                      <a:pt x="0" y="0"/>
                    </a:lnTo>
                    <a:lnTo>
                      <a:pt x="102396" y="0"/>
                    </a:lnTo>
                    <a:lnTo>
                      <a:pt x="102396" y="29342"/>
                    </a:lnTo>
                    <a:lnTo>
                      <a:pt x="67282" y="29342"/>
                    </a:lnTo>
                    <a:lnTo>
                      <a:pt x="67282" y="132399"/>
                    </a:lnTo>
                    <a:lnTo>
                      <a:pt x="102396" y="132399"/>
                    </a:lnTo>
                    <a:lnTo>
                      <a:pt x="102396" y="161741"/>
                    </a:lnTo>
                    <a:lnTo>
                      <a:pt x="0" y="161741"/>
                    </a:lnTo>
                    <a:lnTo>
                      <a:pt x="0" y="132399"/>
                    </a:ln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B6F07B8-2532-3C7E-5498-4CDFCAAFF37F}"/>
                  </a:ext>
                </a:extLst>
              </p:cNvPr>
              <p:cNvSpPr/>
              <p:nvPr/>
            </p:nvSpPr>
            <p:spPr>
              <a:xfrm>
                <a:off x="1411907" y="934937"/>
                <a:ext cx="145807" cy="161801"/>
              </a:xfrm>
              <a:custGeom>
                <a:avLst/>
                <a:gdLst>
                  <a:gd name="connsiteX0" fmla="*/ 0 w 145807"/>
                  <a:gd name="connsiteY0" fmla="*/ 0 h 161801"/>
                  <a:gd name="connsiteX1" fmla="*/ 58684 w 145807"/>
                  <a:gd name="connsiteY1" fmla="*/ 0 h 161801"/>
                  <a:gd name="connsiteX2" fmla="*/ 107928 w 145807"/>
                  <a:gd name="connsiteY2" fmla="*/ 133842 h 161801"/>
                  <a:gd name="connsiteX3" fmla="*/ 113941 w 145807"/>
                  <a:gd name="connsiteY3" fmla="*/ 133842 h 161801"/>
                  <a:gd name="connsiteX4" fmla="*/ 113941 w 145807"/>
                  <a:gd name="connsiteY4" fmla="*/ 0 h 161801"/>
                  <a:gd name="connsiteX5" fmla="*/ 145808 w 145807"/>
                  <a:gd name="connsiteY5" fmla="*/ 0 h 161801"/>
                  <a:gd name="connsiteX6" fmla="*/ 145808 w 145807"/>
                  <a:gd name="connsiteY6" fmla="*/ 161801 h 161801"/>
                  <a:gd name="connsiteX7" fmla="*/ 87124 w 145807"/>
                  <a:gd name="connsiteY7" fmla="*/ 161801 h 161801"/>
                  <a:gd name="connsiteX8" fmla="*/ 37880 w 145807"/>
                  <a:gd name="connsiteY8" fmla="*/ 27959 h 161801"/>
                  <a:gd name="connsiteX9" fmla="*/ 31867 w 145807"/>
                  <a:gd name="connsiteY9" fmla="*/ 27959 h 161801"/>
                  <a:gd name="connsiteX10" fmla="*/ 31867 w 145807"/>
                  <a:gd name="connsiteY10" fmla="*/ 161801 h 161801"/>
                  <a:gd name="connsiteX11" fmla="*/ 0 w 145807"/>
                  <a:gd name="connsiteY11" fmla="*/ 161801 h 161801"/>
                  <a:gd name="connsiteX12" fmla="*/ 0 w 145807"/>
                  <a:gd name="connsiteY12" fmla="*/ 0 h 161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5807" h="161801">
                    <a:moveTo>
                      <a:pt x="0" y="0"/>
                    </a:moveTo>
                    <a:lnTo>
                      <a:pt x="58684" y="0"/>
                    </a:lnTo>
                    <a:lnTo>
                      <a:pt x="107928" y="133842"/>
                    </a:lnTo>
                    <a:lnTo>
                      <a:pt x="113941" y="133842"/>
                    </a:lnTo>
                    <a:lnTo>
                      <a:pt x="113941" y="0"/>
                    </a:lnTo>
                    <a:lnTo>
                      <a:pt x="145808" y="0"/>
                    </a:lnTo>
                    <a:lnTo>
                      <a:pt x="145808" y="161801"/>
                    </a:lnTo>
                    <a:lnTo>
                      <a:pt x="87124" y="161801"/>
                    </a:lnTo>
                    <a:lnTo>
                      <a:pt x="37880" y="27959"/>
                    </a:lnTo>
                    <a:lnTo>
                      <a:pt x="31867" y="27959"/>
                    </a:lnTo>
                    <a:lnTo>
                      <a:pt x="31867" y="161801"/>
                    </a:lnTo>
                    <a:lnTo>
                      <a:pt x="0" y="16180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1673D709-5BB2-C1D6-88DC-E04F8A005065}"/>
                  </a:ext>
                </a:extLst>
              </p:cNvPr>
              <p:cNvSpPr/>
              <p:nvPr/>
            </p:nvSpPr>
            <p:spPr>
              <a:xfrm>
                <a:off x="1582487" y="932111"/>
                <a:ext cx="131437" cy="167333"/>
              </a:xfrm>
              <a:custGeom>
                <a:avLst/>
                <a:gdLst>
                  <a:gd name="connsiteX0" fmla="*/ 17437 w 131437"/>
                  <a:gd name="connsiteY0" fmla="*/ 151881 h 167333"/>
                  <a:gd name="connsiteX1" fmla="*/ 0 w 131437"/>
                  <a:gd name="connsiteY1" fmla="*/ 107026 h 167333"/>
                  <a:gd name="connsiteX2" fmla="*/ 31867 w 131437"/>
                  <a:gd name="connsiteY2" fmla="*/ 107026 h 167333"/>
                  <a:gd name="connsiteX3" fmla="*/ 41007 w 131437"/>
                  <a:gd name="connsiteY3" fmla="*/ 130836 h 167333"/>
                  <a:gd name="connsiteX4" fmla="*/ 67943 w 131437"/>
                  <a:gd name="connsiteY4" fmla="*/ 138953 h 167333"/>
                  <a:gd name="connsiteX5" fmla="*/ 90371 w 131437"/>
                  <a:gd name="connsiteY5" fmla="*/ 133542 h 167333"/>
                  <a:gd name="connsiteX6" fmla="*/ 98488 w 131437"/>
                  <a:gd name="connsiteY6" fmla="*/ 118149 h 167333"/>
                  <a:gd name="connsiteX7" fmla="*/ 92956 w 131437"/>
                  <a:gd name="connsiteY7" fmla="*/ 106966 h 167333"/>
                  <a:gd name="connsiteX8" fmla="*/ 73054 w 131437"/>
                  <a:gd name="connsiteY8" fmla="*/ 98969 h 167333"/>
                  <a:gd name="connsiteX9" fmla="*/ 45095 w 131437"/>
                  <a:gd name="connsiteY9" fmla="*/ 91573 h 167333"/>
                  <a:gd name="connsiteX10" fmla="*/ 13769 w 131437"/>
                  <a:gd name="connsiteY10" fmla="*/ 76181 h 167333"/>
                  <a:gd name="connsiteX11" fmla="*/ 3006 w 131437"/>
                  <a:gd name="connsiteY11" fmla="*/ 47861 h 167333"/>
                  <a:gd name="connsiteX12" fmla="*/ 10522 w 131437"/>
                  <a:gd name="connsiteY12" fmla="*/ 22788 h 167333"/>
                  <a:gd name="connsiteX13" fmla="*/ 32048 w 131437"/>
                  <a:gd name="connsiteY13" fmla="*/ 6013 h 167333"/>
                  <a:gd name="connsiteX14" fmla="*/ 64516 w 131437"/>
                  <a:gd name="connsiteY14" fmla="*/ 0 h 167333"/>
                  <a:gd name="connsiteX15" fmla="*/ 112618 w 131437"/>
                  <a:gd name="connsiteY15" fmla="*/ 14190 h 167333"/>
                  <a:gd name="connsiteX16" fmla="*/ 129032 w 131437"/>
                  <a:gd name="connsiteY16" fmla="*/ 54956 h 167333"/>
                  <a:gd name="connsiteX17" fmla="*/ 97165 w 131437"/>
                  <a:gd name="connsiteY17" fmla="*/ 54956 h 167333"/>
                  <a:gd name="connsiteX18" fmla="*/ 88988 w 131437"/>
                  <a:gd name="connsiteY18" fmla="*/ 35054 h 167333"/>
                  <a:gd name="connsiteX19" fmla="*/ 64396 w 131437"/>
                  <a:gd name="connsiteY19" fmla="*/ 28380 h 167333"/>
                  <a:gd name="connsiteX20" fmla="*/ 43051 w 131437"/>
                  <a:gd name="connsiteY20" fmla="*/ 33010 h 167333"/>
                  <a:gd name="connsiteX21" fmla="*/ 35294 w 131437"/>
                  <a:gd name="connsiteY21" fmla="*/ 45937 h 167333"/>
                  <a:gd name="connsiteX22" fmla="*/ 41187 w 131437"/>
                  <a:gd name="connsiteY22" fmla="*/ 57241 h 167333"/>
                  <a:gd name="connsiteX23" fmla="*/ 59105 w 131437"/>
                  <a:gd name="connsiteY23" fmla="*/ 64636 h 167333"/>
                  <a:gd name="connsiteX24" fmla="*/ 86823 w 131437"/>
                  <a:gd name="connsiteY24" fmla="*/ 71551 h 167333"/>
                  <a:gd name="connsiteX25" fmla="*/ 120134 w 131437"/>
                  <a:gd name="connsiteY25" fmla="*/ 86823 h 167333"/>
                  <a:gd name="connsiteX26" fmla="*/ 131437 w 131437"/>
                  <a:gd name="connsiteY26" fmla="*/ 117127 h 167333"/>
                  <a:gd name="connsiteX27" fmla="*/ 123681 w 131437"/>
                  <a:gd name="connsiteY27" fmla="*/ 143042 h 167333"/>
                  <a:gd name="connsiteX28" fmla="*/ 101494 w 131437"/>
                  <a:gd name="connsiteY28" fmla="*/ 160839 h 167333"/>
                  <a:gd name="connsiteX29" fmla="*/ 67883 w 131437"/>
                  <a:gd name="connsiteY29" fmla="*/ 167333 h 167333"/>
                  <a:gd name="connsiteX30" fmla="*/ 17617 w 131437"/>
                  <a:gd name="connsiteY30" fmla="*/ 151820 h 167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31437" h="167333">
                    <a:moveTo>
                      <a:pt x="17437" y="151881"/>
                    </a:moveTo>
                    <a:cubicBezTo>
                      <a:pt x="5832" y="141539"/>
                      <a:pt x="0" y="126627"/>
                      <a:pt x="0" y="107026"/>
                    </a:cubicBezTo>
                    <a:lnTo>
                      <a:pt x="31867" y="107026"/>
                    </a:lnTo>
                    <a:cubicBezTo>
                      <a:pt x="31867" y="117488"/>
                      <a:pt x="34934" y="125425"/>
                      <a:pt x="41007" y="130836"/>
                    </a:cubicBezTo>
                    <a:cubicBezTo>
                      <a:pt x="47079" y="136248"/>
                      <a:pt x="56038" y="138953"/>
                      <a:pt x="67943" y="138953"/>
                    </a:cubicBezTo>
                    <a:cubicBezTo>
                      <a:pt x="77504" y="138953"/>
                      <a:pt x="84959" y="137149"/>
                      <a:pt x="90371" y="133542"/>
                    </a:cubicBezTo>
                    <a:cubicBezTo>
                      <a:pt x="95782" y="129934"/>
                      <a:pt x="98488" y="124823"/>
                      <a:pt x="98488" y="118149"/>
                    </a:cubicBezTo>
                    <a:cubicBezTo>
                      <a:pt x="98488" y="113399"/>
                      <a:pt x="96624" y="109611"/>
                      <a:pt x="92956" y="106966"/>
                    </a:cubicBezTo>
                    <a:cubicBezTo>
                      <a:pt x="89228" y="104260"/>
                      <a:pt x="82614" y="101614"/>
                      <a:pt x="73054" y="98969"/>
                    </a:cubicBezTo>
                    <a:lnTo>
                      <a:pt x="45095" y="91573"/>
                    </a:lnTo>
                    <a:cubicBezTo>
                      <a:pt x="31386" y="88026"/>
                      <a:pt x="20924" y="82915"/>
                      <a:pt x="13769" y="76181"/>
                    </a:cubicBezTo>
                    <a:cubicBezTo>
                      <a:pt x="6614" y="69507"/>
                      <a:pt x="3006" y="60067"/>
                      <a:pt x="3006" y="47861"/>
                    </a:cubicBezTo>
                    <a:cubicBezTo>
                      <a:pt x="3006" y="38301"/>
                      <a:pt x="5532" y="29943"/>
                      <a:pt x="10522" y="22788"/>
                    </a:cubicBezTo>
                    <a:cubicBezTo>
                      <a:pt x="15513" y="15633"/>
                      <a:pt x="22668" y="10041"/>
                      <a:pt x="32048" y="6013"/>
                    </a:cubicBezTo>
                    <a:cubicBezTo>
                      <a:pt x="41367" y="1984"/>
                      <a:pt x="52190" y="0"/>
                      <a:pt x="64516" y="0"/>
                    </a:cubicBezTo>
                    <a:cubicBezTo>
                      <a:pt x="85621" y="0"/>
                      <a:pt x="101675" y="4750"/>
                      <a:pt x="112618" y="14190"/>
                    </a:cubicBezTo>
                    <a:cubicBezTo>
                      <a:pt x="123561" y="23690"/>
                      <a:pt x="129032" y="37279"/>
                      <a:pt x="129032" y="54956"/>
                    </a:cubicBezTo>
                    <a:lnTo>
                      <a:pt x="97165" y="54956"/>
                    </a:lnTo>
                    <a:cubicBezTo>
                      <a:pt x="97165" y="46177"/>
                      <a:pt x="94459" y="39563"/>
                      <a:pt x="88988" y="35054"/>
                    </a:cubicBezTo>
                    <a:cubicBezTo>
                      <a:pt x="83516" y="30605"/>
                      <a:pt x="75339" y="28380"/>
                      <a:pt x="64396" y="28380"/>
                    </a:cubicBezTo>
                    <a:cubicBezTo>
                      <a:pt x="55317" y="28380"/>
                      <a:pt x="48162" y="29943"/>
                      <a:pt x="43051" y="33010"/>
                    </a:cubicBezTo>
                    <a:cubicBezTo>
                      <a:pt x="37880" y="36076"/>
                      <a:pt x="35294" y="40405"/>
                      <a:pt x="35294" y="45937"/>
                    </a:cubicBezTo>
                    <a:cubicBezTo>
                      <a:pt x="35294" y="50567"/>
                      <a:pt x="37279" y="54355"/>
                      <a:pt x="41187" y="57241"/>
                    </a:cubicBezTo>
                    <a:cubicBezTo>
                      <a:pt x="45095" y="60187"/>
                      <a:pt x="51108" y="62652"/>
                      <a:pt x="59105" y="64636"/>
                    </a:cubicBezTo>
                    <a:lnTo>
                      <a:pt x="86823" y="71551"/>
                    </a:lnTo>
                    <a:cubicBezTo>
                      <a:pt x="101434" y="74918"/>
                      <a:pt x="112558" y="80029"/>
                      <a:pt x="120134" y="86823"/>
                    </a:cubicBezTo>
                    <a:cubicBezTo>
                      <a:pt x="127649" y="93618"/>
                      <a:pt x="131437" y="103719"/>
                      <a:pt x="131437" y="117127"/>
                    </a:cubicBezTo>
                    <a:cubicBezTo>
                      <a:pt x="131437" y="126808"/>
                      <a:pt x="128852" y="135466"/>
                      <a:pt x="123681" y="143042"/>
                    </a:cubicBezTo>
                    <a:cubicBezTo>
                      <a:pt x="118510" y="150618"/>
                      <a:pt x="111115" y="156510"/>
                      <a:pt x="101494" y="160839"/>
                    </a:cubicBezTo>
                    <a:cubicBezTo>
                      <a:pt x="91874" y="165169"/>
                      <a:pt x="80630" y="167333"/>
                      <a:pt x="67883" y="167333"/>
                    </a:cubicBezTo>
                    <a:cubicBezTo>
                      <a:pt x="45997" y="167333"/>
                      <a:pt x="29222" y="162162"/>
                      <a:pt x="17617" y="15182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DC4644B9-12E5-2CFD-D2E4-F7BC17313FEA}"/>
                  </a:ext>
                </a:extLst>
              </p:cNvPr>
              <p:cNvSpPr/>
              <p:nvPr/>
            </p:nvSpPr>
            <p:spPr>
              <a:xfrm>
                <a:off x="1728956" y="934937"/>
                <a:ext cx="137269" cy="161801"/>
              </a:xfrm>
              <a:custGeom>
                <a:avLst/>
                <a:gdLst>
                  <a:gd name="connsiteX0" fmla="*/ 52491 w 137269"/>
                  <a:gd name="connsiteY0" fmla="*/ 29342 h 161801"/>
                  <a:gd name="connsiteX1" fmla="*/ 0 w 137269"/>
                  <a:gd name="connsiteY1" fmla="*/ 29342 h 161801"/>
                  <a:gd name="connsiteX2" fmla="*/ 0 w 137269"/>
                  <a:gd name="connsiteY2" fmla="*/ 0 h 161801"/>
                  <a:gd name="connsiteX3" fmla="*/ 137270 w 137269"/>
                  <a:gd name="connsiteY3" fmla="*/ 0 h 161801"/>
                  <a:gd name="connsiteX4" fmla="*/ 137270 w 137269"/>
                  <a:gd name="connsiteY4" fmla="*/ 29342 h 161801"/>
                  <a:gd name="connsiteX5" fmla="*/ 84779 w 137269"/>
                  <a:gd name="connsiteY5" fmla="*/ 29342 h 161801"/>
                  <a:gd name="connsiteX6" fmla="*/ 84779 w 137269"/>
                  <a:gd name="connsiteY6" fmla="*/ 161801 h 161801"/>
                  <a:gd name="connsiteX7" fmla="*/ 52431 w 137269"/>
                  <a:gd name="connsiteY7" fmla="*/ 161801 h 161801"/>
                  <a:gd name="connsiteX8" fmla="*/ 52431 w 137269"/>
                  <a:gd name="connsiteY8" fmla="*/ 29342 h 161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269" h="161801">
                    <a:moveTo>
                      <a:pt x="52491" y="29342"/>
                    </a:moveTo>
                    <a:lnTo>
                      <a:pt x="0" y="29342"/>
                    </a:lnTo>
                    <a:lnTo>
                      <a:pt x="0" y="0"/>
                    </a:lnTo>
                    <a:lnTo>
                      <a:pt x="137270" y="0"/>
                    </a:lnTo>
                    <a:lnTo>
                      <a:pt x="137270" y="29342"/>
                    </a:lnTo>
                    <a:lnTo>
                      <a:pt x="84779" y="29342"/>
                    </a:lnTo>
                    <a:lnTo>
                      <a:pt x="84779" y="161801"/>
                    </a:lnTo>
                    <a:lnTo>
                      <a:pt x="52431" y="161801"/>
                    </a:lnTo>
                    <a:lnTo>
                      <a:pt x="52431" y="29342"/>
                    </a:ln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6CBEE1B-2266-C623-E126-24CF3666E66D}"/>
                  </a:ext>
                </a:extLst>
              </p:cNvPr>
              <p:cNvSpPr/>
              <p:nvPr/>
            </p:nvSpPr>
            <p:spPr>
              <a:xfrm>
                <a:off x="1883603" y="934997"/>
                <a:ext cx="102396" cy="161741"/>
              </a:xfrm>
              <a:custGeom>
                <a:avLst/>
                <a:gdLst>
                  <a:gd name="connsiteX0" fmla="*/ 0 w 102396"/>
                  <a:gd name="connsiteY0" fmla="*/ 132399 h 161741"/>
                  <a:gd name="connsiteX1" fmla="*/ 35355 w 102396"/>
                  <a:gd name="connsiteY1" fmla="*/ 132399 h 161741"/>
                  <a:gd name="connsiteX2" fmla="*/ 35355 w 102396"/>
                  <a:gd name="connsiteY2" fmla="*/ 29342 h 161741"/>
                  <a:gd name="connsiteX3" fmla="*/ 0 w 102396"/>
                  <a:gd name="connsiteY3" fmla="*/ 29342 h 161741"/>
                  <a:gd name="connsiteX4" fmla="*/ 0 w 102396"/>
                  <a:gd name="connsiteY4" fmla="*/ 0 h 161741"/>
                  <a:gd name="connsiteX5" fmla="*/ 102396 w 102396"/>
                  <a:gd name="connsiteY5" fmla="*/ 0 h 161741"/>
                  <a:gd name="connsiteX6" fmla="*/ 102396 w 102396"/>
                  <a:gd name="connsiteY6" fmla="*/ 29342 h 161741"/>
                  <a:gd name="connsiteX7" fmla="*/ 67282 w 102396"/>
                  <a:gd name="connsiteY7" fmla="*/ 29342 h 161741"/>
                  <a:gd name="connsiteX8" fmla="*/ 67282 w 102396"/>
                  <a:gd name="connsiteY8" fmla="*/ 132399 h 161741"/>
                  <a:gd name="connsiteX9" fmla="*/ 102396 w 102396"/>
                  <a:gd name="connsiteY9" fmla="*/ 132399 h 161741"/>
                  <a:gd name="connsiteX10" fmla="*/ 102396 w 102396"/>
                  <a:gd name="connsiteY10" fmla="*/ 161741 h 161741"/>
                  <a:gd name="connsiteX11" fmla="*/ 0 w 102396"/>
                  <a:gd name="connsiteY11" fmla="*/ 161741 h 161741"/>
                  <a:gd name="connsiteX12" fmla="*/ 0 w 102396"/>
                  <a:gd name="connsiteY12" fmla="*/ 132399 h 161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2396" h="161741">
                    <a:moveTo>
                      <a:pt x="0" y="132399"/>
                    </a:moveTo>
                    <a:lnTo>
                      <a:pt x="35355" y="132399"/>
                    </a:lnTo>
                    <a:lnTo>
                      <a:pt x="35355" y="29342"/>
                    </a:lnTo>
                    <a:lnTo>
                      <a:pt x="0" y="29342"/>
                    </a:lnTo>
                    <a:lnTo>
                      <a:pt x="0" y="0"/>
                    </a:lnTo>
                    <a:lnTo>
                      <a:pt x="102396" y="0"/>
                    </a:lnTo>
                    <a:lnTo>
                      <a:pt x="102396" y="29342"/>
                    </a:lnTo>
                    <a:lnTo>
                      <a:pt x="67282" y="29342"/>
                    </a:lnTo>
                    <a:lnTo>
                      <a:pt x="67282" y="132399"/>
                    </a:lnTo>
                    <a:lnTo>
                      <a:pt x="102396" y="132399"/>
                    </a:lnTo>
                    <a:lnTo>
                      <a:pt x="102396" y="161741"/>
                    </a:lnTo>
                    <a:lnTo>
                      <a:pt x="0" y="161741"/>
                    </a:lnTo>
                    <a:lnTo>
                      <a:pt x="0" y="132399"/>
                    </a:ln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37C7115-F60E-8B5B-8C34-5DA630CD4D09}"/>
                  </a:ext>
                </a:extLst>
              </p:cNvPr>
              <p:cNvSpPr/>
              <p:nvPr/>
            </p:nvSpPr>
            <p:spPr>
              <a:xfrm>
                <a:off x="2003315" y="934937"/>
                <a:ext cx="137269" cy="161801"/>
              </a:xfrm>
              <a:custGeom>
                <a:avLst/>
                <a:gdLst>
                  <a:gd name="connsiteX0" fmla="*/ 52491 w 137269"/>
                  <a:gd name="connsiteY0" fmla="*/ 29342 h 161801"/>
                  <a:gd name="connsiteX1" fmla="*/ 0 w 137269"/>
                  <a:gd name="connsiteY1" fmla="*/ 29342 h 161801"/>
                  <a:gd name="connsiteX2" fmla="*/ 0 w 137269"/>
                  <a:gd name="connsiteY2" fmla="*/ 0 h 161801"/>
                  <a:gd name="connsiteX3" fmla="*/ 137270 w 137269"/>
                  <a:gd name="connsiteY3" fmla="*/ 0 h 161801"/>
                  <a:gd name="connsiteX4" fmla="*/ 137270 w 137269"/>
                  <a:gd name="connsiteY4" fmla="*/ 29342 h 161801"/>
                  <a:gd name="connsiteX5" fmla="*/ 84779 w 137269"/>
                  <a:gd name="connsiteY5" fmla="*/ 29342 h 161801"/>
                  <a:gd name="connsiteX6" fmla="*/ 84779 w 137269"/>
                  <a:gd name="connsiteY6" fmla="*/ 161801 h 161801"/>
                  <a:gd name="connsiteX7" fmla="*/ 52431 w 137269"/>
                  <a:gd name="connsiteY7" fmla="*/ 161801 h 161801"/>
                  <a:gd name="connsiteX8" fmla="*/ 52431 w 137269"/>
                  <a:gd name="connsiteY8" fmla="*/ 29342 h 161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269" h="161801">
                    <a:moveTo>
                      <a:pt x="52491" y="29342"/>
                    </a:moveTo>
                    <a:lnTo>
                      <a:pt x="0" y="29342"/>
                    </a:lnTo>
                    <a:lnTo>
                      <a:pt x="0" y="0"/>
                    </a:lnTo>
                    <a:lnTo>
                      <a:pt x="137270" y="0"/>
                    </a:lnTo>
                    <a:lnTo>
                      <a:pt x="137270" y="29342"/>
                    </a:lnTo>
                    <a:lnTo>
                      <a:pt x="84779" y="29342"/>
                    </a:lnTo>
                    <a:lnTo>
                      <a:pt x="84779" y="161801"/>
                    </a:lnTo>
                    <a:lnTo>
                      <a:pt x="52431" y="161801"/>
                    </a:lnTo>
                    <a:lnTo>
                      <a:pt x="52431" y="29342"/>
                    </a:ln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461231D-6CD7-C6E7-A82A-C5F00C8085FF}"/>
                  </a:ext>
                </a:extLst>
              </p:cNvPr>
              <p:cNvSpPr/>
              <p:nvPr/>
            </p:nvSpPr>
            <p:spPr>
              <a:xfrm>
                <a:off x="2163253" y="934937"/>
                <a:ext cx="140336" cy="164507"/>
              </a:xfrm>
              <a:custGeom>
                <a:avLst/>
                <a:gdLst>
                  <a:gd name="connsiteX0" fmla="*/ 18158 w 140336"/>
                  <a:gd name="connsiteY0" fmla="*/ 147912 h 164507"/>
                  <a:gd name="connsiteX1" fmla="*/ 0 w 140336"/>
                  <a:gd name="connsiteY1" fmla="*/ 100051 h 164507"/>
                  <a:gd name="connsiteX2" fmla="*/ 0 w 140336"/>
                  <a:gd name="connsiteY2" fmla="*/ 0 h 164507"/>
                  <a:gd name="connsiteX3" fmla="*/ 32348 w 140336"/>
                  <a:gd name="connsiteY3" fmla="*/ 0 h 164507"/>
                  <a:gd name="connsiteX4" fmla="*/ 32348 w 140336"/>
                  <a:gd name="connsiteY4" fmla="*/ 99871 h 164507"/>
                  <a:gd name="connsiteX5" fmla="*/ 41728 w 140336"/>
                  <a:gd name="connsiteY5" fmla="*/ 125545 h 164507"/>
                  <a:gd name="connsiteX6" fmla="*/ 70048 w 140336"/>
                  <a:gd name="connsiteY6" fmla="*/ 134805 h 164507"/>
                  <a:gd name="connsiteX7" fmla="*/ 98488 w 140336"/>
                  <a:gd name="connsiteY7" fmla="*/ 125545 h 164507"/>
                  <a:gd name="connsiteX8" fmla="*/ 107988 w 140336"/>
                  <a:gd name="connsiteY8" fmla="*/ 99871 h 164507"/>
                  <a:gd name="connsiteX9" fmla="*/ 107988 w 140336"/>
                  <a:gd name="connsiteY9" fmla="*/ 0 h 164507"/>
                  <a:gd name="connsiteX10" fmla="*/ 140336 w 140336"/>
                  <a:gd name="connsiteY10" fmla="*/ 0 h 164507"/>
                  <a:gd name="connsiteX11" fmla="*/ 140336 w 140336"/>
                  <a:gd name="connsiteY11" fmla="*/ 100051 h 164507"/>
                  <a:gd name="connsiteX12" fmla="*/ 122659 w 140336"/>
                  <a:gd name="connsiteY12" fmla="*/ 147431 h 164507"/>
                  <a:gd name="connsiteX13" fmla="*/ 70108 w 140336"/>
                  <a:gd name="connsiteY13" fmla="*/ 164507 h 164507"/>
                  <a:gd name="connsiteX14" fmla="*/ 18218 w 140336"/>
                  <a:gd name="connsiteY14" fmla="*/ 147852 h 164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0336" h="164507">
                    <a:moveTo>
                      <a:pt x="18158" y="147912"/>
                    </a:moveTo>
                    <a:cubicBezTo>
                      <a:pt x="6073" y="136789"/>
                      <a:pt x="0" y="120855"/>
                      <a:pt x="0" y="100051"/>
                    </a:cubicBezTo>
                    <a:lnTo>
                      <a:pt x="0" y="0"/>
                    </a:lnTo>
                    <a:lnTo>
                      <a:pt x="32348" y="0"/>
                    </a:lnTo>
                    <a:lnTo>
                      <a:pt x="32348" y="99871"/>
                    </a:lnTo>
                    <a:cubicBezTo>
                      <a:pt x="32348" y="110814"/>
                      <a:pt x="35475" y="119352"/>
                      <a:pt x="41728" y="125545"/>
                    </a:cubicBezTo>
                    <a:cubicBezTo>
                      <a:pt x="47981" y="131738"/>
                      <a:pt x="57421" y="134805"/>
                      <a:pt x="70048" y="134805"/>
                    </a:cubicBezTo>
                    <a:cubicBezTo>
                      <a:pt x="82675" y="134805"/>
                      <a:pt x="92175" y="131738"/>
                      <a:pt x="98488" y="125545"/>
                    </a:cubicBezTo>
                    <a:cubicBezTo>
                      <a:pt x="104801" y="119412"/>
                      <a:pt x="107988" y="110814"/>
                      <a:pt x="107988" y="99871"/>
                    </a:cubicBezTo>
                    <a:lnTo>
                      <a:pt x="107988" y="0"/>
                    </a:lnTo>
                    <a:lnTo>
                      <a:pt x="140336" y="0"/>
                    </a:lnTo>
                    <a:lnTo>
                      <a:pt x="140336" y="100051"/>
                    </a:lnTo>
                    <a:cubicBezTo>
                      <a:pt x="140336" y="120254"/>
                      <a:pt x="134444" y="136007"/>
                      <a:pt x="122659" y="147431"/>
                    </a:cubicBezTo>
                    <a:cubicBezTo>
                      <a:pt x="110874" y="158855"/>
                      <a:pt x="93317" y="164507"/>
                      <a:pt x="70108" y="164507"/>
                    </a:cubicBezTo>
                    <a:cubicBezTo>
                      <a:pt x="46899" y="164507"/>
                      <a:pt x="30304" y="158976"/>
                      <a:pt x="18218" y="14785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91787CC-75A8-9FE6-8B87-F2D583F940FE}"/>
                  </a:ext>
                </a:extLst>
              </p:cNvPr>
              <p:cNvSpPr/>
              <p:nvPr/>
            </p:nvSpPr>
            <p:spPr>
              <a:xfrm>
                <a:off x="2330406" y="932111"/>
                <a:ext cx="153984" cy="167453"/>
              </a:xfrm>
              <a:custGeom>
                <a:avLst/>
                <a:gdLst>
                  <a:gd name="connsiteX0" fmla="*/ 36978 w 153984"/>
                  <a:gd name="connsiteY0" fmla="*/ 158134 h 167453"/>
                  <a:gd name="connsiteX1" fmla="*/ 9560 w 153984"/>
                  <a:gd name="connsiteY1" fmla="*/ 131678 h 167453"/>
                  <a:gd name="connsiteX2" fmla="*/ 0 w 153984"/>
                  <a:gd name="connsiteY2" fmla="*/ 91092 h 167453"/>
                  <a:gd name="connsiteX3" fmla="*/ 0 w 153984"/>
                  <a:gd name="connsiteY3" fmla="*/ 76061 h 167453"/>
                  <a:gd name="connsiteX4" fmla="*/ 9560 w 153984"/>
                  <a:gd name="connsiteY4" fmla="*/ 35595 h 167453"/>
                  <a:gd name="connsiteX5" fmla="*/ 36978 w 153984"/>
                  <a:gd name="connsiteY5" fmla="*/ 9260 h 167453"/>
                  <a:gd name="connsiteX6" fmla="*/ 79067 w 153984"/>
                  <a:gd name="connsiteY6" fmla="*/ 0 h 167453"/>
                  <a:gd name="connsiteX7" fmla="*/ 118931 w 153984"/>
                  <a:gd name="connsiteY7" fmla="*/ 7877 h 167453"/>
                  <a:gd name="connsiteX8" fmla="*/ 144966 w 153984"/>
                  <a:gd name="connsiteY8" fmla="*/ 30424 h 167453"/>
                  <a:gd name="connsiteX9" fmla="*/ 153985 w 153984"/>
                  <a:gd name="connsiteY9" fmla="*/ 65238 h 167453"/>
                  <a:gd name="connsiteX10" fmla="*/ 121637 w 153984"/>
                  <a:gd name="connsiteY10" fmla="*/ 65238 h 167453"/>
                  <a:gd name="connsiteX11" fmla="*/ 110453 w 153984"/>
                  <a:gd name="connsiteY11" fmla="*/ 39263 h 167453"/>
                  <a:gd name="connsiteX12" fmla="*/ 79127 w 153984"/>
                  <a:gd name="connsiteY12" fmla="*/ 30124 h 167453"/>
                  <a:gd name="connsiteX13" fmla="*/ 45035 w 153984"/>
                  <a:gd name="connsiteY13" fmla="*/ 41788 h 167453"/>
                  <a:gd name="connsiteX14" fmla="*/ 33130 w 153984"/>
                  <a:gd name="connsiteY14" fmla="*/ 74738 h 167453"/>
                  <a:gd name="connsiteX15" fmla="*/ 33130 w 153984"/>
                  <a:gd name="connsiteY15" fmla="*/ 91814 h 167453"/>
                  <a:gd name="connsiteX16" fmla="*/ 45035 w 153984"/>
                  <a:gd name="connsiteY16" fmla="*/ 125425 h 167453"/>
                  <a:gd name="connsiteX17" fmla="*/ 79127 w 153984"/>
                  <a:gd name="connsiteY17" fmla="*/ 137330 h 167453"/>
                  <a:gd name="connsiteX18" fmla="*/ 110453 w 153984"/>
                  <a:gd name="connsiteY18" fmla="*/ 127950 h 167453"/>
                  <a:gd name="connsiteX19" fmla="*/ 121637 w 153984"/>
                  <a:gd name="connsiteY19" fmla="*/ 101975 h 167453"/>
                  <a:gd name="connsiteX20" fmla="*/ 153985 w 153984"/>
                  <a:gd name="connsiteY20" fmla="*/ 101975 h 167453"/>
                  <a:gd name="connsiteX21" fmla="*/ 144846 w 153984"/>
                  <a:gd name="connsiteY21" fmla="*/ 136428 h 167453"/>
                  <a:gd name="connsiteX22" fmla="*/ 118751 w 153984"/>
                  <a:gd name="connsiteY22" fmla="*/ 159336 h 167453"/>
                  <a:gd name="connsiteX23" fmla="*/ 79127 w 153984"/>
                  <a:gd name="connsiteY23" fmla="*/ 167453 h 167453"/>
                  <a:gd name="connsiteX24" fmla="*/ 37038 w 153984"/>
                  <a:gd name="connsiteY24" fmla="*/ 158194 h 167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3984" h="167453">
                    <a:moveTo>
                      <a:pt x="36978" y="158134"/>
                    </a:moveTo>
                    <a:cubicBezTo>
                      <a:pt x="25133" y="152001"/>
                      <a:pt x="15994" y="143162"/>
                      <a:pt x="9560" y="131678"/>
                    </a:cubicBezTo>
                    <a:cubicBezTo>
                      <a:pt x="3187" y="120194"/>
                      <a:pt x="0" y="106665"/>
                      <a:pt x="0" y="91092"/>
                    </a:cubicBezTo>
                    <a:lnTo>
                      <a:pt x="0" y="76061"/>
                    </a:lnTo>
                    <a:cubicBezTo>
                      <a:pt x="0" y="60488"/>
                      <a:pt x="3187" y="47019"/>
                      <a:pt x="9560" y="35595"/>
                    </a:cubicBezTo>
                    <a:cubicBezTo>
                      <a:pt x="15934" y="24171"/>
                      <a:pt x="25073" y="15392"/>
                      <a:pt x="36978" y="9260"/>
                    </a:cubicBezTo>
                    <a:cubicBezTo>
                      <a:pt x="48823" y="3127"/>
                      <a:pt x="62893" y="0"/>
                      <a:pt x="79067" y="0"/>
                    </a:cubicBezTo>
                    <a:cubicBezTo>
                      <a:pt x="94339" y="0"/>
                      <a:pt x="107627" y="2646"/>
                      <a:pt x="118931" y="7877"/>
                    </a:cubicBezTo>
                    <a:cubicBezTo>
                      <a:pt x="130235" y="13108"/>
                      <a:pt x="138953" y="20624"/>
                      <a:pt x="144966" y="30424"/>
                    </a:cubicBezTo>
                    <a:cubicBezTo>
                      <a:pt x="150979" y="40225"/>
                      <a:pt x="153985" y="51829"/>
                      <a:pt x="153985" y="65238"/>
                    </a:cubicBezTo>
                    <a:lnTo>
                      <a:pt x="121637" y="65238"/>
                    </a:lnTo>
                    <a:cubicBezTo>
                      <a:pt x="121637" y="53994"/>
                      <a:pt x="117909" y="45336"/>
                      <a:pt x="110453" y="39263"/>
                    </a:cubicBezTo>
                    <a:cubicBezTo>
                      <a:pt x="102997" y="33190"/>
                      <a:pt x="92535" y="30124"/>
                      <a:pt x="79127" y="30124"/>
                    </a:cubicBezTo>
                    <a:cubicBezTo>
                      <a:pt x="64336" y="30124"/>
                      <a:pt x="52972" y="34032"/>
                      <a:pt x="45035" y="41788"/>
                    </a:cubicBezTo>
                    <a:cubicBezTo>
                      <a:pt x="37098" y="49545"/>
                      <a:pt x="33130" y="60548"/>
                      <a:pt x="33130" y="74738"/>
                    </a:cubicBezTo>
                    <a:lnTo>
                      <a:pt x="33130" y="91814"/>
                    </a:lnTo>
                    <a:cubicBezTo>
                      <a:pt x="33130" y="106304"/>
                      <a:pt x="37098" y="117488"/>
                      <a:pt x="45035" y="125425"/>
                    </a:cubicBezTo>
                    <a:cubicBezTo>
                      <a:pt x="52972" y="133361"/>
                      <a:pt x="64336" y="137330"/>
                      <a:pt x="79127" y="137330"/>
                    </a:cubicBezTo>
                    <a:cubicBezTo>
                      <a:pt x="92535" y="137330"/>
                      <a:pt x="102937" y="134203"/>
                      <a:pt x="110453" y="127950"/>
                    </a:cubicBezTo>
                    <a:cubicBezTo>
                      <a:pt x="117909" y="121697"/>
                      <a:pt x="121637" y="113039"/>
                      <a:pt x="121637" y="101975"/>
                    </a:cubicBezTo>
                    <a:lnTo>
                      <a:pt x="153985" y="101975"/>
                    </a:lnTo>
                    <a:cubicBezTo>
                      <a:pt x="153985" y="115083"/>
                      <a:pt x="150919" y="126567"/>
                      <a:pt x="144846" y="136428"/>
                    </a:cubicBezTo>
                    <a:cubicBezTo>
                      <a:pt x="138773" y="146289"/>
                      <a:pt x="130055" y="153925"/>
                      <a:pt x="118751" y="159336"/>
                    </a:cubicBezTo>
                    <a:cubicBezTo>
                      <a:pt x="107447" y="164748"/>
                      <a:pt x="94219" y="167453"/>
                      <a:pt x="79127" y="167453"/>
                    </a:cubicBezTo>
                    <a:cubicBezTo>
                      <a:pt x="62953" y="167453"/>
                      <a:pt x="48943" y="164387"/>
                      <a:pt x="37038" y="15819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FDF1112-273D-ED0C-9179-E593DF1E1543}"/>
                  </a:ext>
                </a:extLst>
              </p:cNvPr>
              <p:cNvSpPr/>
              <p:nvPr/>
            </p:nvSpPr>
            <p:spPr>
              <a:xfrm>
                <a:off x="2501407" y="934997"/>
                <a:ext cx="102396" cy="161741"/>
              </a:xfrm>
              <a:custGeom>
                <a:avLst/>
                <a:gdLst>
                  <a:gd name="connsiteX0" fmla="*/ 0 w 102396"/>
                  <a:gd name="connsiteY0" fmla="*/ 132399 h 161741"/>
                  <a:gd name="connsiteX1" fmla="*/ 35355 w 102396"/>
                  <a:gd name="connsiteY1" fmla="*/ 132399 h 161741"/>
                  <a:gd name="connsiteX2" fmla="*/ 35355 w 102396"/>
                  <a:gd name="connsiteY2" fmla="*/ 29342 h 161741"/>
                  <a:gd name="connsiteX3" fmla="*/ 0 w 102396"/>
                  <a:gd name="connsiteY3" fmla="*/ 29342 h 161741"/>
                  <a:gd name="connsiteX4" fmla="*/ 0 w 102396"/>
                  <a:gd name="connsiteY4" fmla="*/ 0 h 161741"/>
                  <a:gd name="connsiteX5" fmla="*/ 102396 w 102396"/>
                  <a:gd name="connsiteY5" fmla="*/ 0 h 161741"/>
                  <a:gd name="connsiteX6" fmla="*/ 102396 w 102396"/>
                  <a:gd name="connsiteY6" fmla="*/ 29342 h 161741"/>
                  <a:gd name="connsiteX7" fmla="*/ 67282 w 102396"/>
                  <a:gd name="connsiteY7" fmla="*/ 29342 h 161741"/>
                  <a:gd name="connsiteX8" fmla="*/ 67282 w 102396"/>
                  <a:gd name="connsiteY8" fmla="*/ 132399 h 161741"/>
                  <a:gd name="connsiteX9" fmla="*/ 102396 w 102396"/>
                  <a:gd name="connsiteY9" fmla="*/ 132399 h 161741"/>
                  <a:gd name="connsiteX10" fmla="*/ 102396 w 102396"/>
                  <a:gd name="connsiteY10" fmla="*/ 161741 h 161741"/>
                  <a:gd name="connsiteX11" fmla="*/ 0 w 102396"/>
                  <a:gd name="connsiteY11" fmla="*/ 161741 h 161741"/>
                  <a:gd name="connsiteX12" fmla="*/ 0 w 102396"/>
                  <a:gd name="connsiteY12" fmla="*/ 132399 h 161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2396" h="161741">
                    <a:moveTo>
                      <a:pt x="0" y="132399"/>
                    </a:moveTo>
                    <a:lnTo>
                      <a:pt x="35355" y="132399"/>
                    </a:lnTo>
                    <a:lnTo>
                      <a:pt x="35355" y="29342"/>
                    </a:lnTo>
                    <a:lnTo>
                      <a:pt x="0" y="29342"/>
                    </a:lnTo>
                    <a:lnTo>
                      <a:pt x="0" y="0"/>
                    </a:lnTo>
                    <a:lnTo>
                      <a:pt x="102396" y="0"/>
                    </a:lnTo>
                    <a:lnTo>
                      <a:pt x="102396" y="29342"/>
                    </a:lnTo>
                    <a:lnTo>
                      <a:pt x="67282" y="29342"/>
                    </a:lnTo>
                    <a:lnTo>
                      <a:pt x="67282" y="132399"/>
                    </a:lnTo>
                    <a:lnTo>
                      <a:pt x="102396" y="132399"/>
                    </a:lnTo>
                    <a:lnTo>
                      <a:pt x="102396" y="161741"/>
                    </a:lnTo>
                    <a:lnTo>
                      <a:pt x="0" y="161741"/>
                    </a:lnTo>
                    <a:lnTo>
                      <a:pt x="0" y="132399"/>
                    </a:ln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5C324E2-EBCB-83D3-EF7E-DE7E062DA69D}"/>
                  </a:ext>
                </a:extLst>
              </p:cNvPr>
              <p:cNvSpPr/>
              <p:nvPr/>
            </p:nvSpPr>
            <p:spPr>
              <a:xfrm>
                <a:off x="2620398" y="932171"/>
                <a:ext cx="156330" cy="167333"/>
              </a:xfrm>
              <a:custGeom>
                <a:avLst/>
                <a:gdLst>
                  <a:gd name="connsiteX0" fmla="*/ 36557 w 156330"/>
                  <a:gd name="connsiteY0" fmla="*/ 158194 h 167333"/>
                  <a:gd name="connsiteX1" fmla="*/ 9500 w 156330"/>
                  <a:gd name="connsiteY1" fmla="*/ 132099 h 167333"/>
                  <a:gd name="connsiteX2" fmla="*/ 0 w 156330"/>
                  <a:gd name="connsiteY2" fmla="*/ 92235 h 167333"/>
                  <a:gd name="connsiteX3" fmla="*/ 0 w 156330"/>
                  <a:gd name="connsiteY3" fmla="*/ 75339 h 167333"/>
                  <a:gd name="connsiteX4" fmla="*/ 9500 w 156330"/>
                  <a:gd name="connsiteY4" fmla="*/ 35355 h 167333"/>
                  <a:gd name="connsiteX5" fmla="*/ 36557 w 156330"/>
                  <a:gd name="connsiteY5" fmla="*/ 9139 h 167333"/>
                  <a:gd name="connsiteX6" fmla="*/ 78165 w 156330"/>
                  <a:gd name="connsiteY6" fmla="*/ 0 h 167333"/>
                  <a:gd name="connsiteX7" fmla="*/ 119773 w 156330"/>
                  <a:gd name="connsiteY7" fmla="*/ 9139 h 167333"/>
                  <a:gd name="connsiteX8" fmla="*/ 146830 w 156330"/>
                  <a:gd name="connsiteY8" fmla="*/ 35234 h 167333"/>
                  <a:gd name="connsiteX9" fmla="*/ 156330 w 156330"/>
                  <a:gd name="connsiteY9" fmla="*/ 75098 h 167333"/>
                  <a:gd name="connsiteX10" fmla="*/ 156330 w 156330"/>
                  <a:gd name="connsiteY10" fmla="*/ 91994 h 167333"/>
                  <a:gd name="connsiteX11" fmla="*/ 146830 w 156330"/>
                  <a:gd name="connsiteY11" fmla="*/ 131979 h 167333"/>
                  <a:gd name="connsiteX12" fmla="*/ 119773 w 156330"/>
                  <a:gd name="connsiteY12" fmla="*/ 158194 h 167333"/>
                  <a:gd name="connsiteX13" fmla="*/ 78165 w 156330"/>
                  <a:gd name="connsiteY13" fmla="*/ 167333 h 167333"/>
                  <a:gd name="connsiteX14" fmla="*/ 36557 w 156330"/>
                  <a:gd name="connsiteY14" fmla="*/ 158194 h 167333"/>
                  <a:gd name="connsiteX15" fmla="*/ 44734 w 156330"/>
                  <a:gd name="connsiteY15" fmla="*/ 125365 h 167333"/>
                  <a:gd name="connsiteX16" fmla="*/ 78105 w 156330"/>
                  <a:gd name="connsiteY16" fmla="*/ 137270 h 167333"/>
                  <a:gd name="connsiteX17" fmla="*/ 111475 w 156330"/>
                  <a:gd name="connsiteY17" fmla="*/ 125365 h 167333"/>
                  <a:gd name="connsiteX18" fmla="*/ 123140 w 156330"/>
                  <a:gd name="connsiteY18" fmla="*/ 91513 h 167333"/>
                  <a:gd name="connsiteX19" fmla="*/ 123140 w 156330"/>
                  <a:gd name="connsiteY19" fmla="*/ 75820 h 167333"/>
                  <a:gd name="connsiteX20" fmla="*/ 111475 w 156330"/>
                  <a:gd name="connsiteY20" fmla="*/ 42089 h 167333"/>
                  <a:gd name="connsiteX21" fmla="*/ 78105 w 156330"/>
                  <a:gd name="connsiteY21" fmla="*/ 30063 h 167333"/>
                  <a:gd name="connsiteX22" fmla="*/ 44614 w 156330"/>
                  <a:gd name="connsiteY22" fmla="*/ 41848 h 167333"/>
                  <a:gd name="connsiteX23" fmla="*/ 33070 w 156330"/>
                  <a:gd name="connsiteY23" fmla="*/ 75820 h 167333"/>
                  <a:gd name="connsiteX24" fmla="*/ 33070 w 156330"/>
                  <a:gd name="connsiteY24" fmla="*/ 91754 h 167333"/>
                  <a:gd name="connsiteX25" fmla="*/ 44734 w 156330"/>
                  <a:gd name="connsiteY25" fmla="*/ 125365 h 167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56330" h="167333">
                    <a:moveTo>
                      <a:pt x="36557" y="158194"/>
                    </a:moveTo>
                    <a:cubicBezTo>
                      <a:pt x="24832" y="152121"/>
                      <a:pt x="15813" y="143403"/>
                      <a:pt x="9500" y="132099"/>
                    </a:cubicBezTo>
                    <a:cubicBezTo>
                      <a:pt x="3187" y="120795"/>
                      <a:pt x="0" y="107507"/>
                      <a:pt x="0" y="92235"/>
                    </a:cubicBezTo>
                    <a:lnTo>
                      <a:pt x="0" y="75339"/>
                    </a:lnTo>
                    <a:cubicBezTo>
                      <a:pt x="0" y="60067"/>
                      <a:pt x="3127" y="46779"/>
                      <a:pt x="9500" y="35355"/>
                    </a:cubicBezTo>
                    <a:cubicBezTo>
                      <a:pt x="15813" y="23931"/>
                      <a:pt x="24832" y="15212"/>
                      <a:pt x="36557" y="9139"/>
                    </a:cubicBezTo>
                    <a:cubicBezTo>
                      <a:pt x="48282" y="3066"/>
                      <a:pt x="62111" y="0"/>
                      <a:pt x="78165" y="0"/>
                    </a:cubicBezTo>
                    <a:cubicBezTo>
                      <a:pt x="94219" y="0"/>
                      <a:pt x="108048" y="3066"/>
                      <a:pt x="119773" y="9139"/>
                    </a:cubicBezTo>
                    <a:cubicBezTo>
                      <a:pt x="131498" y="15212"/>
                      <a:pt x="140517" y="23931"/>
                      <a:pt x="146830" y="35234"/>
                    </a:cubicBezTo>
                    <a:cubicBezTo>
                      <a:pt x="153143" y="46538"/>
                      <a:pt x="156330" y="59826"/>
                      <a:pt x="156330" y="75098"/>
                    </a:cubicBezTo>
                    <a:lnTo>
                      <a:pt x="156330" y="91994"/>
                    </a:lnTo>
                    <a:cubicBezTo>
                      <a:pt x="156330" y="107266"/>
                      <a:pt x="153143" y="120554"/>
                      <a:pt x="146830" y="131979"/>
                    </a:cubicBezTo>
                    <a:cubicBezTo>
                      <a:pt x="140517" y="143403"/>
                      <a:pt x="131498" y="152121"/>
                      <a:pt x="119773" y="158194"/>
                    </a:cubicBezTo>
                    <a:cubicBezTo>
                      <a:pt x="108048" y="164267"/>
                      <a:pt x="94219" y="167333"/>
                      <a:pt x="78165" y="167333"/>
                    </a:cubicBezTo>
                    <a:cubicBezTo>
                      <a:pt x="62111" y="167333"/>
                      <a:pt x="48282" y="164267"/>
                      <a:pt x="36557" y="158194"/>
                    </a:cubicBezTo>
                    <a:close/>
                    <a:moveTo>
                      <a:pt x="44734" y="125365"/>
                    </a:moveTo>
                    <a:cubicBezTo>
                      <a:pt x="52491" y="133301"/>
                      <a:pt x="63675" y="137270"/>
                      <a:pt x="78105" y="137270"/>
                    </a:cubicBezTo>
                    <a:cubicBezTo>
                      <a:pt x="92535" y="137270"/>
                      <a:pt x="103719" y="133301"/>
                      <a:pt x="111475" y="125365"/>
                    </a:cubicBezTo>
                    <a:cubicBezTo>
                      <a:pt x="119232" y="117428"/>
                      <a:pt x="123140" y="106124"/>
                      <a:pt x="123140" y="91513"/>
                    </a:cubicBezTo>
                    <a:lnTo>
                      <a:pt x="123140" y="75820"/>
                    </a:lnTo>
                    <a:cubicBezTo>
                      <a:pt x="123140" y="61329"/>
                      <a:pt x="119232" y="50086"/>
                      <a:pt x="111475" y="42089"/>
                    </a:cubicBezTo>
                    <a:cubicBezTo>
                      <a:pt x="103719" y="34092"/>
                      <a:pt x="92535" y="30063"/>
                      <a:pt x="78105" y="30063"/>
                    </a:cubicBezTo>
                    <a:cubicBezTo>
                      <a:pt x="63675" y="30063"/>
                      <a:pt x="52311" y="33972"/>
                      <a:pt x="44614" y="41848"/>
                    </a:cubicBezTo>
                    <a:cubicBezTo>
                      <a:pt x="36918" y="49725"/>
                      <a:pt x="33070" y="61029"/>
                      <a:pt x="33070" y="75820"/>
                    </a:cubicBezTo>
                    <a:lnTo>
                      <a:pt x="33070" y="91754"/>
                    </a:lnTo>
                    <a:cubicBezTo>
                      <a:pt x="33070" y="106244"/>
                      <a:pt x="36978" y="117428"/>
                      <a:pt x="44734" y="1253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E725C681-1AAB-F042-F943-C26FCA5EC9B1}"/>
                  </a:ext>
                </a:extLst>
              </p:cNvPr>
              <p:cNvSpPr/>
              <p:nvPr/>
            </p:nvSpPr>
            <p:spPr>
              <a:xfrm>
                <a:off x="2804146" y="934937"/>
                <a:ext cx="145807" cy="161801"/>
              </a:xfrm>
              <a:custGeom>
                <a:avLst/>
                <a:gdLst>
                  <a:gd name="connsiteX0" fmla="*/ 0 w 145807"/>
                  <a:gd name="connsiteY0" fmla="*/ 0 h 161801"/>
                  <a:gd name="connsiteX1" fmla="*/ 58684 w 145807"/>
                  <a:gd name="connsiteY1" fmla="*/ 0 h 161801"/>
                  <a:gd name="connsiteX2" fmla="*/ 107928 w 145807"/>
                  <a:gd name="connsiteY2" fmla="*/ 133842 h 161801"/>
                  <a:gd name="connsiteX3" fmla="*/ 113940 w 145807"/>
                  <a:gd name="connsiteY3" fmla="*/ 133842 h 161801"/>
                  <a:gd name="connsiteX4" fmla="*/ 113940 w 145807"/>
                  <a:gd name="connsiteY4" fmla="*/ 0 h 161801"/>
                  <a:gd name="connsiteX5" fmla="*/ 145808 w 145807"/>
                  <a:gd name="connsiteY5" fmla="*/ 0 h 161801"/>
                  <a:gd name="connsiteX6" fmla="*/ 145808 w 145807"/>
                  <a:gd name="connsiteY6" fmla="*/ 161801 h 161801"/>
                  <a:gd name="connsiteX7" fmla="*/ 87124 w 145807"/>
                  <a:gd name="connsiteY7" fmla="*/ 161801 h 161801"/>
                  <a:gd name="connsiteX8" fmla="*/ 37880 w 145807"/>
                  <a:gd name="connsiteY8" fmla="*/ 27959 h 161801"/>
                  <a:gd name="connsiteX9" fmla="*/ 31867 w 145807"/>
                  <a:gd name="connsiteY9" fmla="*/ 27959 h 161801"/>
                  <a:gd name="connsiteX10" fmla="*/ 31867 w 145807"/>
                  <a:gd name="connsiteY10" fmla="*/ 161801 h 161801"/>
                  <a:gd name="connsiteX11" fmla="*/ 0 w 145807"/>
                  <a:gd name="connsiteY11" fmla="*/ 161801 h 161801"/>
                  <a:gd name="connsiteX12" fmla="*/ 0 w 145807"/>
                  <a:gd name="connsiteY12" fmla="*/ 0 h 161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5807" h="161801">
                    <a:moveTo>
                      <a:pt x="0" y="0"/>
                    </a:moveTo>
                    <a:lnTo>
                      <a:pt x="58684" y="0"/>
                    </a:lnTo>
                    <a:lnTo>
                      <a:pt x="107928" y="133842"/>
                    </a:lnTo>
                    <a:lnTo>
                      <a:pt x="113940" y="133842"/>
                    </a:lnTo>
                    <a:lnTo>
                      <a:pt x="113940" y="0"/>
                    </a:lnTo>
                    <a:lnTo>
                      <a:pt x="145808" y="0"/>
                    </a:lnTo>
                    <a:lnTo>
                      <a:pt x="145808" y="161801"/>
                    </a:lnTo>
                    <a:lnTo>
                      <a:pt x="87124" y="161801"/>
                    </a:lnTo>
                    <a:lnTo>
                      <a:pt x="37880" y="27959"/>
                    </a:lnTo>
                    <a:lnTo>
                      <a:pt x="31867" y="27959"/>
                    </a:lnTo>
                    <a:lnTo>
                      <a:pt x="31867" y="161801"/>
                    </a:lnTo>
                    <a:lnTo>
                      <a:pt x="0" y="16180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83EEB25-735E-5C2E-71DE-4CA90E6F61B2}"/>
                  </a:ext>
                </a:extLst>
              </p:cNvPr>
              <p:cNvSpPr/>
              <p:nvPr/>
            </p:nvSpPr>
            <p:spPr>
              <a:xfrm>
                <a:off x="2968954" y="934937"/>
                <a:ext cx="164327" cy="161801"/>
              </a:xfrm>
              <a:custGeom>
                <a:avLst/>
                <a:gdLst>
                  <a:gd name="connsiteX0" fmla="*/ 55678 w 164327"/>
                  <a:gd name="connsiteY0" fmla="*/ 0 h 161801"/>
                  <a:gd name="connsiteX1" fmla="*/ 108830 w 164327"/>
                  <a:gd name="connsiteY1" fmla="*/ 0 h 161801"/>
                  <a:gd name="connsiteX2" fmla="*/ 164327 w 164327"/>
                  <a:gd name="connsiteY2" fmla="*/ 161801 h 161801"/>
                  <a:gd name="connsiteX3" fmla="*/ 129874 w 164327"/>
                  <a:gd name="connsiteY3" fmla="*/ 161801 h 161801"/>
                  <a:gd name="connsiteX4" fmla="*/ 120194 w 164327"/>
                  <a:gd name="connsiteY4" fmla="*/ 132460 h 161801"/>
                  <a:gd name="connsiteX5" fmla="*/ 43893 w 164327"/>
                  <a:gd name="connsiteY5" fmla="*/ 132460 h 161801"/>
                  <a:gd name="connsiteX6" fmla="*/ 34212 w 164327"/>
                  <a:gd name="connsiteY6" fmla="*/ 161801 h 161801"/>
                  <a:gd name="connsiteX7" fmla="*/ 0 w 164327"/>
                  <a:gd name="connsiteY7" fmla="*/ 161801 h 161801"/>
                  <a:gd name="connsiteX8" fmla="*/ 55678 w 164327"/>
                  <a:gd name="connsiteY8" fmla="*/ 0 h 161801"/>
                  <a:gd name="connsiteX9" fmla="*/ 111896 w 164327"/>
                  <a:gd name="connsiteY9" fmla="*/ 105643 h 161801"/>
                  <a:gd name="connsiteX10" fmla="*/ 84839 w 164327"/>
                  <a:gd name="connsiteY10" fmla="*/ 24051 h 161801"/>
                  <a:gd name="connsiteX11" fmla="*/ 78827 w 164327"/>
                  <a:gd name="connsiteY11" fmla="*/ 24051 h 161801"/>
                  <a:gd name="connsiteX12" fmla="*/ 52250 w 164327"/>
                  <a:gd name="connsiteY12" fmla="*/ 105643 h 161801"/>
                  <a:gd name="connsiteX13" fmla="*/ 111896 w 164327"/>
                  <a:gd name="connsiteY13" fmla="*/ 105643 h 161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4327" h="161801">
                    <a:moveTo>
                      <a:pt x="55678" y="0"/>
                    </a:moveTo>
                    <a:lnTo>
                      <a:pt x="108830" y="0"/>
                    </a:lnTo>
                    <a:lnTo>
                      <a:pt x="164327" y="161801"/>
                    </a:lnTo>
                    <a:lnTo>
                      <a:pt x="129874" y="161801"/>
                    </a:lnTo>
                    <a:lnTo>
                      <a:pt x="120194" y="132460"/>
                    </a:lnTo>
                    <a:lnTo>
                      <a:pt x="43893" y="132460"/>
                    </a:lnTo>
                    <a:lnTo>
                      <a:pt x="34212" y="161801"/>
                    </a:lnTo>
                    <a:lnTo>
                      <a:pt x="0" y="161801"/>
                    </a:lnTo>
                    <a:lnTo>
                      <a:pt x="55678" y="0"/>
                    </a:lnTo>
                    <a:close/>
                    <a:moveTo>
                      <a:pt x="111896" y="105643"/>
                    </a:moveTo>
                    <a:lnTo>
                      <a:pt x="84839" y="24051"/>
                    </a:lnTo>
                    <a:lnTo>
                      <a:pt x="78827" y="24051"/>
                    </a:lnTo>
                    <a:lnTo>
                      <a:pt x="52250" y="105643"/>
                    </a:lnTo>
                    <a:lnTo>
                      <a:pt x="111896" y="105643"/>
                    </a:ln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B8849833-FDC8-5B41-9477-1338B4C895A2}"/>
                  </a:ext>
                </a:extLst>
              </p:cNvPr>
              <p:cNvSpPr/>
              <p:nvPr/>
            </p:nvSpPr>
            <p:spPr>
              <a:xfrm>
                <a:off x="3152221" y="934937"/>
                <a:ext cx="117427" cy="161801"/>
              </a:xfrm>
              <a:custGeom>
                <a:avLst/>
                <a:gdLst>
                  <a:gd name="connsiteX0" fmla="*/ 0 w 117427"/>
                  <a:gd name="connsiteY0" fmla="*/ 0 h 161801"/>
                  <a:gd name="connsiteX1" fmla="*/ 32348 w 117427"/>
                  <a:gd name="connsiteY1" fmla="*/ 0 h 161801"/>
                  <a:gd name="connsiteX2" fmla="*/ 32348 w 117427"/>
                  <a:gd name="connsiteY2" fmla="*/ 132460 h 161801"/>
                  <a:gd name="connsiteX3" fmla="*/ 117428 w 117427"/>
                  <a:gd name="connsiteY3" fmla="*/ 132460 h 161801"/>
                  <a:gd name="connsiteX4" fmla="*/ 117428 w 117427"/>
                  <a:gd name="connsiteY4" fmla="*/ 161801 h 161801"/>
                  <a:gd name="connsiteX5" fmla="*/ 0 w 117427"/>
                  <a:gd name="connsiteY5" fmla="*/ 161801 h 161801"/>
                  <a:gd name="connsiteX6" fmla="*/ 0 w 117427"/>
                  <a:gd name="connsiteY6" fmla="*/ 0 h 161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7427" h="161801">
                    <a:moveTo>
                      <a:pt x="0" y="0"/>
                    </a:moveTo>
                    <a:lnTo>
                      <a:pt x="32348" y="0"/>
                    </a:lnTo>
                    <a:lnTo>
                      <a:pt x="32348" y="132460"/>
                    </a:lnTo>
                    <a:lnTo>
                      <a:pt x="117428" y="132460"/>
                    </a:lnTo>
                    <a:lnTo>
                      <a:pt x="117428" y="161801"/>
                    </a:lnTo>
                    <a:lnTo>
                      <a:pt x="0" y="16180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0772BCFE-2239-0438-A923-B0D136810E14}"/>
                  </a:ext>
                </a:extLst>
              </p:cNvPr>
              <p:cNvSpPr/>
              <p:nvPr/>
            </p:nvSpPr>
            <p:spPr>
              <a:xfrm>
                <a:off x="3327551" y="844146"/>
                <a:ext cx="346210" cy="346872"/>
              </a:xfrm>
              <a:custGeom>
                <a:avLst/>
                <a:gdLst>
                  <a:gd name="connsiteX0" fmla="*/ 0 w 346210"/>
                  <a:gd name="connsiteY0" fmla="*/ 0 h 346872"/>
                  <a:gd name="connsiteX1" fmla="*/ 346211 w 346210"/>
                  <a:gd name="connsiteY1" fmla="*/ 0 h 346872"/>
                  <a:gd name="connsiteX2" fmla="*/ 346211 w 346210"/>
                  <a:gd name="connsiteY2" fmla="*/ 346872 h 346872"/>
                  <a:gd name="connsiteX3" fmla="*/ 0 w 346210"/>
                  <a:gd name="connsiteY3" fmla="*/ 346872 h 346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6210" h="346872">
                    <a:moveTo>
                      <a:pt x="0" y="0"/>
                    </a:moveTo>
                    <a:lnTo>
                      <a:pt x="346211" y="0"/>
                    </a:lnTo>
                    <a:lnTo>
                      <a:pt x="346211" y="346872"/>
                    </a:lnTo>
                    <a:lnTo>
                      <a:pt x="0" y="346872"/>
                    </a:ln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grpSp>
            <p:nvGrpSpPr>
              <p:cNvPr id="30" name="Graphic 18">
                <a:extLst>
                  <a:ext uri="{FF2B5EF4-FFF2-40B4-BE49-F238E27FC236}">
                    <a16:creationId xmlns:a16="http://schemas.microsoft.com/office/drawing/2014/main" id="{5A016D91-EFAB-11F3-88E2-E0817B7C3953}"/>
                  </a:ext>
                </a:extLst>
              </p:cNvPr>
              <p:cNvGrpSpPr/>
              <p:nvPr/>
            </p:nvGrpSpPr>
            <p:grpSpPr>
              <a:xfrm>
                <a:off x="3400305" y="934817"/>
                <a:ext cx="200703" cy="150738"/>
                <a:chOff x="3400305" y="934817"/>
                <a:chExt cx="200703" cy="150738"/>
              </a:xfrm>
              <a:solidFill>
                <a:srgbClr val="000000"/>
              </a:solidFill>
            </p:grpSpPr>
            <p:sp>
              <p:nvSpPr>
                <p:cNvPr id="31" name="Freeform: Shape 30">
                  <a:extLst>
                    <a:ext uri="{FF2B5EF4-FFF2-40B4-BE49-F238E27FC236}">
                      <a16:creationId xmlns:a16="http://schemas.microsoft.com/office/drawing/2014/main" id="{B0350328-6EA2-AED3-E54B-C539819D6E95}"/>
                    </a:ext>
                  </a:extLst>
                </p:cNvPr>
                <p:cNvSpPr/>
                <p:nvPr/>
              </p:nvSpPr>
              <p:spPr>
                <a:xfrm>
                  <a:off x="3400305" y="934817"/>
                  <a:ext cx="60908" cy="148272"/>
                </a:xfrm>
                <a:custGeom>
                  <a:avLst/>
                  <a:gdLst>
                    <a:gd name="connsiteX0" fmla="*/ 31687 w 60908"/>
                    <a:gd name="connsiteY0" fmla="*/ 27719 h 148272"/>
                    <a:gd name="connsiteX1" fmla="*/ 0 w 60908"/>
                    <a:gd name="connsiteY1" fmla="*/ 27719 h 148272"/>
                    <a:gd name="connsiteX2" fmla="*/ 0 w 60908"/>
                    <a:gd name="connsiteY2" fmla="*/ 2285 h 148272"/>
                    <a:gd name="connsiteX3" fmla="*/ 34814 w 60908"/>
                    <a:gd name="connsiteY3" fmla="*/ 0 h 148272"/>
                    <a:gd name="connsiteX4" fmla="*/ 54836 w 60908"/>
                    <a:gd name="connsiteY4" fmla="*/ 4690 h 148272"/>
                    <a:gd name="connsiteX5" fmla="*/ 60908 w 60908"/>
                    <a:gd name="connsiteY5" fmla="*/ 20383 h 148272"/>
                    <a:gd name="connsiteX6" fmla="*/ 60908 w 60908"/>
                    <a:gd name="connsiteY6" fmla="*/ 148273 h 148272"/>
                    <a:gd name="connsiteX7" fmla="*/ 31747 w 60908"/>
                    <a:gd name="connsiteY7" fmla="*/ 148273 h 148272"/>
                    <a:gd name="connsiteX8" fmla="*/ 31747 w 60908"/>
                    <a:gd name="connsiteY8" fmla="*/ 27719 h 1482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0908" h="148272">
                      <a:moveTo>
                        <a:pt x="31687" y="27719"/>
                      </a:moveTo>
                      <a:lnTo>
                        <a:pt x="0" y="27719"/>
                      </a:lnTo>
                      <a:lnTo>
                        <a:pt x="0" y="2285"/>
                      </a:lnTo>
                      <a:cubicBezTo>
                        <a:pt x="10582" y="782"/>
                        <a:pt x="22187" y="0"/>
                        <a:pt x="34814" y="0"/>
                      </a:cubicBezTo>
                      <a:cubicBezTo>
                        <a:pt x="44133" y="0"/>
                        <a:pt x="50807" y="1563"/>
                        <a:pt x="54836" y="4690"/>
                      </a:cubicBezTo>
                      <a:cubicBezTo>
                        <a:pt x="58864" y="7816"/>
                        <a:pt x="60908" y="13048"/>
                        <a:pt x="60908" y="20383"/>
                      </a:cubicBezTo>
                      <a:lnTo>
                        <a:pt x="60908" y="148273"/>
                      </a:lnTo>
                      <a:lnTo>
                        <a:pt x="31747" y="148273"/>
                      </a:lnTo>
                      <a:lnTo>
                        <a:pt x="31747" y="2771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60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E744A7B1-04F6-F2EB-58B2-DC376D170462}"/>
                    </a:ext>
                  </a:extLst>
                </p:cNvPr>
                <p:cNvSpPr/>
                <p:nvPr/>
              </p:nvSpPr>
              <p:spPr>
                <a:xfrm>
                  <a:off x="3486827" y="937342"/>
                  <a:ext cx="114180" cy="148212"/>
                </a:xfrm>
                <a:custGeom>
                  <a:avLst/>
                  <a:gdLst>
                    <a:gd name="connsiteX0" fmla="*/ 26877 w 114180"/>
                    <a:gd name="connsiteY0" fmla="*/ 142561 h 148212"/>
                    <a:gd name="connsiteX1" fmla="*/ 7095 w 114180"/>
                    <a:gd name="connsiteY1" fmla="*/ 126447 h 148212"/>
                    <a:gd name="connsiteX2" fmla="*/ 0 w 114180"/>
                    <a:gd name="connsiteY2" fmla="*/ 102937 h 148212"/>
                    <a:gd name="connsiteX3" fmla="*/ 28560 w 114180"/>
                    <a:gd name="connsiteY3" fmla="*/ 102937 h 148212"/>
                    <a:gd name="connsiteX4" fmla="*/ 36497 w 114180"/>
                    <a:gd name="connsiteY4" fmla="*/ 117007 h 148212"/>
                    <a:gd name="connsiteX5" fmla="*/ 56519 w 114180"/>
                    <a:gd name="connsiteY5" fmla="*/ 122539 h 148212"/>
                    <a:gd name="connsiteX6" fmla="*/ 78405 w 114180"/>
                    <a:gd name="connsiteY6" fmla="*/ 115444 h 148212"/>
                    <a:gd name="connsiteX7" fmla="*/ 85501 w 114180"/>
                    <a:gd name="connsiteY7" fmla="*/ 96684 h 148212"/>
                    <a:gd name="connsiteX8" fmla="*/ 77985 w 114180"/>
                    <a:gd name="connsiteY8" fmla="*/ 79488 h 148212"/>
                    <a:gd name="connsiteX9" fmla="*/ 56940 w 114180"/>
                    <a:gd name="connsiteY9" fmla="*/ 73114 h 148212"/>
                    <a:gd name="connsiteX10" fmla="*/ 41067 w 114180"/>
                    <a:gd name="connsiteY10" fmla="*/ 76121 h 148212"/>
                    <a:gd name="connsiteX11" fmla="*/ 30003 w 114180"/>
                    <a:gd name="connsiteY11" fmla="*/ 85200 h 148212"/>
                    <a:gd name="connsiteX12" fmla="*/ 842 w 114180"/>
                    <a:gd name="connsiteY12" fmla="*/ 85200 h 148212"/>
                    <a:gd name="connsiteX13" fmla="*/ 10402 w 114180"/>
                    <a:gd name="connsiteY13" fmla="*/ 0 h 148212"/>
                    <a:gd name="connsiteX14" fmla="*/ 105042 w 114180"/>
                    <a:gd name="connsiteY14" fmla="*/ 0 h 148212"/>
                    <a:gd name="connsiteX15" fmla="*/ 105042 w 114180"/>
                    <a:gd name="connsiteY15" fmla="*/ 26215 h 148212"/>
                    <a:gd name="connsiteX16" fmla="*/ 34333 w 114180"/>
                    <a:gd name="connsiteY16" fmla="*/ 26215 h 148212"/>
                    <a:gd name="connsiteX17" fmla="*/ 29523 w 114180"/>
                    <a:gd name="connsiteY17" fmla="*/ 68725 h 148212"/>
                    <a:gd name="connsiteX18" fmla="*/ 30364 w 114180"/>
                    <a:gd name="connsiteY18" fmla="*/ 68725 h 148212"/>
                    <a:gd name="connsiteX19" fmla="*/ 44674 w 114180"/>
                    <a:gd name="connsiteY19" fmla="*/ 54535 h 148212"/>
                    <a:gd name="connsiteX20" fmla="*/ 67943 w 114180"/>
                    <a:gd name="connsiteY20" fmla="*/ 49304 h 148212"/>
                    <a:gd name="connsiteX21" fmla="*/ 101795 w 114180"/>
                    <a:gd name="connsiteY21" fmla="*/ 61991 h 148212"/>
                    <a:gd name="connsiteX22" fmla="*/ 114181 w 114180"/>
                    <a:gd name="connsiteY22" fmla="*/ 96383 h 148212"/>
                    <a:gd name="connsiteX23" fmla="*/ 107086 w 114180"/>
                    <a:gd name="connsiteY23" fmla="*/ 123741 h 148212"/>
                    <a:gd name="connsiteX24" fmla="*/ 86944 w 114180"/>
                    <a:gd name="connsiteY24" fmla="*/ 141839 h 148212"/>
                    <a:gd name="connsiteX25" fmla="*/ 56159 w 114180"/>
                    <a:gd name="connsiteY25" fmla="*/ 148213 h 148212"/>
                    <a:gd name="connsiteX26" fmla="*/ 26757 w 114180"/>
                    <a:gd name="connsiteY26" fmla="*/ 142501 h 1482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4180" h="148212">
                      <a:moveTo>
                        <a:pt x="26877" y="142561"/>
                      </a:moveTo>
                      <a:cubicBezTo>
                        <a:pt x="18399" y="138773"/>
                        <a:pt x="11785" y="133361"/>
                        <a:pt x="7095" y="126447"/>
                      </a:cubicBezTo>
                      <a:cubicBezTo>
                        <a:pt x="2345" y="119532"/>
                        <a:pt x="0" y="111656"/>
                        <a:pt x="0" y="102937"/>
                      </a:cubicBezTo>
                      <a:lnTo>
                        <a:pt x="28560" y="102937"/>
                      </a:lnTo>
                      <a:cubicBezTo>
                        <a:pt x="28861" y="108649"/>
                        <a:pt x="31506" y="113339"/>
                        <a:pt x="36497" y="117007"/>
                      </a:cubicBezTo>
                      <a:cubicBezTo>
                        <a:pt x="41488" y="120675"/>
                        <a:pt x="48162" y="122539"/>
                        <a:pt x="56519" y="122539"/>
                      </a:cubicBezTo>
                      <a:cubicBezTo>
                        <a:pt x="66380" y="122539"/>
                        <a:pt x="73716" y="120194"/>
                        <a:pt x="78405" y="115444"/>
                      </a:cubicBezTo>
                      <a:cubicBezTo>
                        <a:pt x="83156" y="110754"/>
                        <a:pt x="85501" y="104501"/>
                        <a:pt x="85501" y="96684"/>
                      </a:cubicBezTo>
                      <a:cubicBezTo>
                        <a:pt x="85501" y="89469"/>
                        <a:pt x="82975" y="83757"/>
                        <a:pt x="77985" y="79488"/>
                      </a:cubicBezTo>
                      <a:cubicBezTo>
                        <a:pt x="72994" y="75279"/>
                        <a:pt x="65959" y="73114"/>
                        <a:pt x="56940" y="73114"/>
                      </a:cubicBezTo>
                      <a:cubicBezTo>
                        <a:pt x="50988" y="73114"/>
                        <a:pt x="45697" y="74136"/>
                        <a:pt x="41067" y="76121"/>
                      </a:cubicBezTo>
                      <a:cubicBezTo>
                        <a:pt x="36497" y="78105"/>
                        <a:pt x="32769" y="81171"/>
                        <a:pt x="30003" y="85200"/>
                      </a:cubicBezTo>
                      <a:lnTo>
                        <a:pt x="842" y="85200"/>
                      </a:lnTo>
                      <a:lnTo>
                        <a:pt x="10402" y="0"/>
                      </a:lnTo>
                      <a:lnTo>
                        <a:pt x="105042" y="0"/>
                      </a:lnTo>
                      <a:lnTo>
                        <a:pt x="105042" y="26215"/>
                      </a:lnTo>
                      <a:lnTo>
                        <a:pt x="34333" y="26215"/>
                      </a:lnTo>
                      <a:lnTo>
                        <a:pt x="29523" y="68725"/>
                      </a:lnTo>
                      <a:lnTo>
                        <a:pt x="30364" y="68725"/>
                      </a:lnTo>
                      <a:cubicBezTo>
                        <a:pt x="33551" y="62772"/>
                        <a:pt x="38301" y="58022"/>
                        <a:pt x="44674" y="54535"/>
                      </a:cubicBezTo>
                      <a:cubicBezTo>
                        <a:pt x="50988" y="51048"/>
                        <a:pt x="58744" y="49304"/>
                        <a:pt x="67943" y="49304"/>
                      </a:cubicBezTo>
                      <a:cubicBezTo>
                        <a:pt x="82254" y="49304"/>
                        <a:pt x="93557" y="53513"/>
                        <a:pt x="101795" y="61991"/>
                      </a:cubicBezTo>
                      <a:cubicBezTo>
                        <a:pt x="110092" y="70469"/>
                        <a:pt x="114181" y="81893"/>
                        <a:pt x="114181" y="96383"/>
                      </a:cubicBezTo>
                      <a:cubicBezTo>
                        <a:pt x="114181" y="106785"/>
                        <a:pt x="111836" y="115925"/>
                        <a:pt x="107086" y="123741"/>
                      </a:cubicBezTo>
                      <a:cubicBezTo>
                        <a:pt x="102336" y="131558"/>
                        <a:pt x="95662" y="137630"/>
                        <a:pt x="86944" y="141839"/>
                      </a:cubicBezTo>
                      <a:cubicBezTo>
                        <a:pt x="78225" y="146048"/>
                        <a:pt x="68004" y="148213"/>
                        <a:pt x="56159" y="148213"/>
                      </a:cubicBezTo>
                      <a:cubicBezTo>
                        <a:pt x="45035" y="148213"/>
                        <a:pt x="35234" y="146289"/>
                        <a:pt x="26757" y="142501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60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Tx/>
                    <a:buFont typeface="Arial"/>
                    <a:buNone/>
                    <a:tabLst/>
                    <a:defRPr/>
                  </a:pPr>
                  <a:endPara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" name="Graphic 18">
              <a:extLst>
                <a:ext uri="{FF2B5EF4-FFF2-40B4-BE49-F238E27FC236}">
                  <a16:creationId xmlns:a16="http://schemas.microsoft.com/office/drawing/2014/main" id="{1F8EAD5B-08DF-082B-8021-A94DFFB9D759}"/>
                </a:ext>
              </a:extLst>
            </p:cNvPr>
            <p:cNvGrpSpPr/>
            <p:nvPr/>
          </p:nvGrpSpPr>
          <p:grpSpPr>
            <a:xfrm>
              <a:off x="342610" y="924956"/>
              <a:ext cx="763852" cy="183747"/>
              <a:chOff x="342610" y="924956"/>
              <a:chExt cx="763852" cy="183747"/>
            </a:xfrm>
            <a:solidFill>
              <a:srgbClr val="FFFFFF"/>
            </a:solidFill>
          </p:grpSpPr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F8C50914-B240-4844-2139-CD67BC92A36E}"/>
                  </a:ext>
                </a:extLst>
              </p:cNvPr>
              <p:cNvSpPr/>
              <p:nvPr/>
            </p:nvSpPr>
            <p:spPr>
              <a:xfrm>
                <a:off x="342610" y="927421"/>
                <a:ext cx="146048" cy="178697"/>
              </a:xfrm>
              <a:custGeom>
                <a:avLst/>
                <a:gdLst>
                  <a:gd name="connsiteX0" fmla="*/ 61510 w 146048"/>
                  <a:gd name="connsiteY0" fmla="*/ 21706 h 178697"/>
                  <a:gd name="connsiteX1" fmla="*/ 0 w 146048"/>
                  <a:gd name="connsiteY1" fmla="*/ 21706 h 178697"/>
                  <a:gd name="connsiteX2" fmla="*/ 0 w 146048"/>
                  <a:gd name="connsiteY2" fmla="*/ 0 h 178697"/>
                  <a:gd name="connsiteX3" fmla="*/ 146048 w 146048"/>
                  <a:gd name="connsiteY3" fmla="*/ 0 h 178697"/>
                  <a:gd name="connsiteX4" fmla="*/ 146048 w 146048"/>
                  <a:gd name="connsiteY4" fmla="*/ 21706 h 178697"/>
                  <a:gd name="connsiteX5" fmla="*/ 84538 w 146048"/>
                  <a:gd name="connsiteY5" fmla="*/ 21706 h 178697"/>
                  <a:gd name="connsiteX6" fmla="*/ 84538 w 146048"/>
                  <a:gd name="connsiteY6" fmla="*/ 178697 h 178697"/>
                  <a:gd name="connsiteX7" fmla="*/ 61570 w 146048"/>
                  <a:gd name="connsiteY7" fmla="*/ 178697 h 178697"/>
                  <a:gd name="connsiteX8" fmla="*/ 61570 w 146048"/>
                  <a:gd name="connsiteY8" fmla="*/ 21706 h 178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6048" h="178697">
                    <a:moveTo>
                      <a:pt x="61510" y="21706"/>
                    </a:moveTo>
                    <a:lnTo>
                      <a:pt x="0" y="21706"/>
                    </a:lnTo>
                    <a:lnTo>
                      <a:pt x="0" y="0"/>
                    </a:lnTo>
                    <a:lnTo>
                      <a:pt x="146048" y="0"/>
                    </a:lnTo>
                    <a:lnTo>
                      <a:pt x="146048" y="21706"/>
                    </a:lnTo>
                    <a:lnTo>
                      <a:pt x="84538" y="21706"/>
                    </a:lnTo>
                    <a:lnTo>
                      <a:pt x="84538" y="178697"/>
                    </a:lnTo>
                    <a:lnTo>
                      <a:pt x="61570" y="178697"/>
                    </a:lnTo>
                    <a:lnTo>
                      <a:pt x="61570" y="21706"/>
                    </a:ln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39F6A614-833E-01C8-9DED-6604E5B428AD}"/>
                  </a:ext>
                </a:extLst>
              </p:cNvPr>
              <p:cNvSpPr/>
              <p:nvPr/>
            </p:nvSpPr>
            <p:spPr>
              <a:xfrm>
                <a:off x="510364" y="927481"/>
                <a:ext cx="105703" cy="178697"/>
              </a:xfrm>
              <a:custGeom>
                <a:avLst/>
                <a:gdLst>
                  <a:gd name="connsiteX0" fmla="*/ 0 w 105703"/>
                  <a:gd name="connsiteY0" fmla="*/ 156991 h 178697"/>
                  <a:gd name="connsiteX1" fmla="*/ 41367 w 105703"/>
                  <a:gd name="connsiteY1" fmla="*/ 156991 h 178697"/>
                  <a:gd name="connsiteX2" fmla="*/ 41367 w 105703"/>
                  <a:gd name="connsiteY2" fmla="*/ 21706 h 178697"/>
                  <a:gd name="connsiteX3" fmla="*/ 0 w 105703"/>
                  <a:gd name="connsiteY3" fmla="*/ 21706 h 178697"/>
                  <a:gd name="connsiteX4" fmla="*/ 0 w 105703"/>
                  <a:gd name="connsiteY4" fmla="*/ 0 h 178697"/>
                  <a:gd name="connsiteX5" fmla="*/ 105703 w 105703"/>
                  <a:gd name="connsiteY5" fmla="*/ 0 h 178697"/>
                  <a:gd name="connsiteX6" fmla="*/ 105703 w 105703"/>
                  <a:gd name="connsiteY6" fmla="*/ 21706 h 178697"/>
                  <a:gd name="connsiteX7" fmla="*/ 64336 w 105703"/>
                  <a:gd name="connsiteY7" fmla="*/ 21706 h 178697"/>
                  <a:gd name="connsiteX8" fmla="*/ 64336 w 105703"/>
                  <a:gd name="connsiteY8" fmla="*/ 156991 h 178697"/>
                  <a:gd name="connsiteX9" fmla="*/ 105703 w 105703"/>
                  <a:gd name="connsiteY9" fmla="*/ 156991 h 178697"/>
                  <a:gd name="connsiteX10" fmla="*/ 105703 w 105703"/>
                  <a:gd name="connsiteY10" fmla="*/ 178697 h 178697"/>
                  <a:gd name="connsiteX11" fmla="*/ 0 w 105703"/>
                  <a:gd name="connsiteY11" fmla="*/ 178697 h 178697"/>
                  <a:gd name="connsiteX12" fmla="*/ 0 w 105703"/>
                  <a:gd name="connsiteY12" fmla="*/ 156991 h 178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5703" h="178697">
                    <a:moveTo>
                      <a:pt x="0" y="156991"/>
                    </a:moveTo>
                    <a:lnTo>
                      <a:pt x="41367" y="156991"/>
                    </a:lnTo>
                    <a:lnTo>
                      <a:pt x="41367" y="21706"/>
                    </a:lnTo>
                    <a:lnTo>
                      <a:pt x="0" y="21706"/>
                    </a:lnTo>
                    <a:lnTo>
                      <a:pt x="0" y="0"/>
                    </a:lnTo>
                    <a:lnTo>
                      <a:pt x="105703" y="0"/>
                    </a:lnTo>
                    <a:lnTo>
                      <a:pt x="105703" y="21706"/>
                    </a:lnTo>
                    <a:lnTo>
                      <a:pt x="64336" y="21706"/>
                    </a:lnTo>
                    <a:lnTo>
                      <a:pt x="64336" y="156991"/>
                    </a:lnTo>
                    <a:lnTo>
                      <a:pt x="105703" y="156991"/>
                    </a:lnTo>
                    <a:lnTo>
                      <a:pt x="105703" y="178697"/>
                    </a:lnTo>
                    <a:lnTo>
                      <a:pt x="0" y="178697"/>
                    </a:lnTo>
                    <a:lnTo>
                      <a:pt x="0" y="156991"/>
                    </a:ln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334CCF94-B0A7-F8BC-EC19-29668CFDF230}"/>
                  </a:ext>
                </a:extLst>
              </p:cNvPr>
              <p:cNvSpPr/>
              <p:nvPr/>
            </p:nvSpPr>
            <p:spPr>
              <a:xfrm>
                <a:off x="635187" y="927421"/>
                <a:ext cx="162162" cy="178697"/>
              </a:xfrm>
              <a:custGeom>
                <a:avLst/>
                <a:gdLst>
                  <a:gd name="connsiteX0" fmla="*/ 0 w 162162"/>
                  <a:gd name="connsiteY0" fmla="*/ 0 h 178697"/>
                  <a:gd name="connsiteX1" fmla="*/ 25554 w 162162"/>
                  <a:gd name="connsiteY1" fmla="*/ 0 h 178697"/>
                  <a:gd name="connsiteX2" fmla="*/ 77925 w 162162"/>
                  <a:gd name="connsiteY2" fmla="*/ 159577 h 178697"/>
                  <a:gd name="connsiteX3" fmla="*/ 84538 w 162162"/>
                  <a:gd name="connsiteY3" fmla="*/ 159577 h 178697"/>
                  <a:gd name="connsiteX4" fmla="*/ 136608 w 162162"/>
                  <a:gd name="connsiteY4" fmla="*/ 0 h 178697"/>
                  <a:gd name="connsiteX5" fmla="*/ 162162 w 162162"/>
                  <a:gd name="connsiteY5" fmla="*/ 0 h 178697"/>
                  <a:gd name="connsiteX6" fmla="*/ 101675 w 162162"/>
                  <a:gd name="connsiteY6" fmla="*/ 178697 h 178697"/>
                  <a:gd name="connsiteX7" fmla="*/ 60548 w 162162"/>
                  <a:gd name="connsiteY7" fmla="*/ 178697 h 178697"/>
                  <a:gd name="connsiteX8" fmla="*/ 60 w 162162"/>
                  <a:gd name="connsiteY8" fmla="*/ 0 h 178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2162" h="178697">
                    <a:moveTo>
                      <a:pt x="0" y="0"/>
                    </a:moveTo>
                    <a:lnTo>
                      <a:pt x="25554" y="0"/>
                    </a:lnTo>
                    <a:lnTo>
                      <a:pt x="77925" y="159577"/>
                    </a:lnTo>
                    <a:lnTo>
                      <a:pt x="84538" y="159577"/>
                    </a:lnTo>
                    <a:lnTo>
                      <a:pt x="136608" y="0"/>
                    </a:lnTo>
                    <a:lnTo>
                      <a:pt x="162162" y="0"/>
                    </a:lnTo>
                    <a:lnTo>
                      <a:pt x="101675" y="178697"/>
                    </a:lnTo>
                    <a:lnTo>
                      <a:pt x="60548" y="178697"/>
                    </a:lnTo>
                    <a:lnTo>
                      <a:pt x="60" y="0"/>
                    </a:ln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8505A2F9-4F5F-EB11-1FAB-2C53EACBB1C6}"/>
                  </a:ext>
                </a:extLst>
              </p:cNvPr>
              <p:cNvSpPr/>
              <p:nvPr/>
            </p:nvSpPr>
            <p:spPr>
              <a:xfrm>
                <a:off x="816470" y="927481"/>
                <a:ext cx="105703" cy="178697"/>
              </a:xfrm>
              <a:custGeom>
                <a:avLst/>
                <a:gdLst>
                  <a:gd name="connsiteX0" fmla="*/ 0 w 105703"/>
                  <a:gd name="connsiteY0" fmla="*/ 156991 h 178697"/>
                  <a:gd name="connsiteX1" fmla="*/ 41367 w 105703"/>
                  <a:gd name="connsiteY1" fmla="*/ 156991 h 178697"/>
                  <a:gd name="connsiteX2" fmla="*/ 41367 w 105703"/>
                  <a:gd name="connsiteY2" fmla="*/ 21706 h 178697"/>
                  <a:gd name="connsiteX3" fmla="*/ 0 w 105703"/>
                  <a:gd name="connsiteY3" fmla="*/ 21706 h 178697"/>
                  <a:gd name="connsiteX4" fmla="*/ 0 w 105703"/>
                  <a:gd name="connsiteY4" fmla="*/ 0 h 178697"/>
                  <a:gd name="connsiteX5" fmla="*/ 105703 w 105703"/>
                  <a:gd name="connsiteY5" fmla="*/ 0 h 178697"/>
                  <a:gd name="connsiteX6" fmla="*/ 105703 w 105703"/>
                  <a:gd name="connsiteY6" fmla="*/ 21706 h 178697"/>
                  <a:gd name="connsiteX7" fmla="*/ 64336 w 105703"/>
                  <a:gd name="connsiteY7" fmla="*/ 21706 h 178697"/>
                  <a:gd name="connsiteX8" fmla="*/ 64336 w 105703"/>
                  <a:gd name="connsiteY8" fmla="*/ 156991 h 178697"/>
                  <a:gd name="connsiteX9" fmla="*/ 105703 w 105703"/>
                  <a:gd name="connsiteY9" fmla="*/ 156991 h 178697"/>
                  <a:gd name="connsiteX10" fmla="*/ 105703 w 105703"/>
                  <a:gd name="connsiteY10" fmla="*/ 178697 h 178697"/>
                  <a:gd name="connsiteX11" fmla="*/ 0 w 105703"/>
                  <a:gd name="connsiteY11" fmla="*/ 178697 h 178697"/>
                  <a:gd name="connsiteX12" fmla="*/ 0 w 105703"/>
                  <a:gd name="connsiteY12" fmla="*/ 156991 h 178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5703" h="178697">
                    <a:moveTo>
                      <a:pt x="0" y="156991"/>
                    </a:moveTo>
                    <a:lnTo>
                      <a:pt x="41367" y="156991"/>
                    </a:lnTo>
                    <a:lnTo>
                      <a:pt x="41367" y="21706"/>
                    </a:lnTo>
                    <a:lnTo>
                      <a:pt x="0" y="21706"/>
                    </a:lnTo>
                    <a:lnTo>
                      <a:pt x="0" y="0"/>
                    </a:lnTo>
                    <a:lnTo>
                      <a:pt x="105703" y="0"/>
                    </a:lnTo>
                    <a:lnTo>
                      <a:pt x="105703" y="21706"/>
                    </a:lnTo>
                    <a:lnTo>
                      <a:pt x="64336" y="21706"/>
                    </a:lnTo>
                    <a:lnTo>
                      <a:pt x="64336" y="156991"/>
                    </a:lnTo>
                    <a:lnTo>
                      <a:pt x="105703" y="156991"/>
                    </a:lnTo>
                    <a:lnTo>
                      <a:pt x="105703" y="178697"/>
                    </a:lnTo>
                    <a:lnTo>
                      <a:pt x="0" y="178697"/>
                    </a:lnTo>
                    <a:lnTo>
                      <a:pt x="0" y="156991"/>
                    </a:ln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CF0CC9FA-C915-E254-E220-4A896E3FDD5E}"/>
                  </a:ext>
                </a:extLst>
              </p:cNvPr>
              <p:cNvSpPr/>
              <p:nvPr/>
            </p:nvSpPr>
            <p:spPr>
              <a:xfrm>
                <a:off x="942556" y="924956"/>
                <a:ext cx="163906" cy="183747"/>
              </a:xfrm>
              <a:custGeom>
                <a:avLst/>
                <a:gdLst>
                  <a:gd name="connsiteX0" fmla="*/ 38421 w 163906"/>
                  <a:gd name="connsiteY0" fmla="*/ 174188 h 183747"/>
                  <a:gd name="connsiteX1" fmla="*/ 9981 w 163906"/>
                  <a:gd name="connsiteY1" fmla="*/ 146469 h 183747"/>
                  <a:gd name="connsiteX2" fmla="*/ 0 w 163906"/>
                  <a:gd name="connsiteY2" fmla="*/ 103599 h 183747"/>
                  <a:gd name="connsiteX3" fmla="*/ 0 w 163906"/>
                  <a:gd name="connsiteY3" fmla="*/ 80390 h 183747"/>
                  <a:gd name="connsiteX4" fmla="*/ 9981 w 163906"/>
                  <a:gd name="connsiteY4" fmla="*/ 37760 h 183747"/>
                  <a:gd name="connsiteX5" fmla="*/ 38421 w 163906"/>
                  <a:gd name="connsiteY5" fmla="*/ 9801 h 183747"/>
                  <a:gd name="connsiteX6" fmla="*/ 81953 w 163906"/>
                  <a:gd name="connsiteY6" fmla="*/ 0 h 183747"/>
                  <a:gd name="connsiteX7" fmla="*/ 125485 w 163906"/>
                  <a:gd name="connsiteY7" fmla="*/ 9560 h 183747"/>
                  <a:gd name="connsiteX8" fmla="*/ 153925 w 163906"/>
                  <a:gd name="connsiteY8" fmla="*/ 37279 h 183747"/>
                  <a:gd name="connsiteX9" fmla="*/ 163906 w 163906"/>
                  <a:gd name="connsiteY9" fmla="*/ 80149 h 183747"/>
                  <a:gd name="connsiteX10" fmla="*/ 163906 w 163906"/>
                  <a:gd name="connsiteY10" fmla="*/ 103358 h 183747"/>
                  <a:gd name="connsiteX11" fmla="*/ 153925 w 163906"/>
                  <a:gd name="connsiteY11" fmla="*/ 145988 h 183747"/>
                  <a:gd name="connsiteX12" fmla="*/ 125485 w 163906"/>
                  <a:gd name="connsiteY12" fmla="*/ 173947 h 183747"/>
                  <a:gd name="connsiteX13" fmla="*/ 81953 w 163906"/>
                  <a:gd name="connsiteY13" fmla="*/ 183748 h 183747"/>
                  <a:gd name="connsiteX14" fmla="*/ 38421 w 163906"/>
                  <a:gd name="connsiteY14" fmla="*/ 174188 h 183747"/>
                  <a:gd name="connsiteX15" fmla="*/ 39443 w 163906"/>
                  <a:gd name="connsiteY15" fmla="*/ 146108 h 183747"/>
                  <a:gd name="connsiteX16" fmla="*/ 81953 w 163906"/>
                  <a:gd name="connsiteY16" fmla="*/ 161320 h 183747"/>
                  <a:gd name="connsiteX17" fmla="*/ 124583 w 163906"/>
                  <a:gd name="connsiteY17" fmla="*/ 146289 h 183747"/>
                  <a:gd name="connsiteX18" fmla="*/ 139615 w 163906"/>
                  <a:gd name="connsiteY18" fmla="*/ 103418 h 183747"/>
                  <a:gd name="connsiteX19" fmla="*/ 139615 w 163906"/>
                  <a:gd name="connsiteY19" fmla="*/ 80209 h 183747"/>
                  <a:gd name="connsiteX20" fmla="*/ 124403 w 163906"/>
                  <a:gd name="connsiteY20" fmla="*/ 37700 h 183747"/>
                  <a:gd name="connsiteX21" fmla="*/ 81893 w 163906"/>
                  <a:gd name="connsiteY21" fmla="*/ 22487 h 183747"/>
                  <a:gd name="connsiteX22" fmla="*/ 39263 w 163906"/>
                  <a:gd name="connsiteY22" fmla="*/ 37579 h 183747"/>
                  <a:gd name="connsiteX23" fmla="*/ 24231 w 163906"/>
                  <a:gd name="connsiteY23" fmla="*/ 80450 h 183747"/>
                  <a:gd name="connsiteX24" fmla="*/ 24231 w 163906"/>
                  <a:gd name="connsiteY24" fmla="*/ 103659 h 183747"/>
                  <a:gd name="connsiteX25" fmla="*/ 39443 w 163906"/>
                  <a:gd name="connsiteY25" fmla="*/ 146168 h 183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63906" h="183747">
                    <a:moveTo>
                      <a:pt x="38421" y="174188"/>
                    </a:moveTo>
                    <a:cubicBezTo>
                      <a:pt x="26095" y="167814"/>
                      <a:pt x="16595" y="158555"/>
                      <a:pt x="9981" y="146469"/>
                    </a:cubicBezTo>
                    <a:cubicBezTo>
                      <a:pt x="3367" y="134384"/>
                      <a:pt x="0" y="120073"/>
                      <a:pt x="0" y="103599"/>
                    </a:cubicBezTo>
                    <a:lnTo>
                      <a:pt x="0" y="80390"/>
                    </a:lnTo>
                    <a:cubicBezTo>
                      <a:pt x="0" y="64035"/>
                      <a:pt x="3307" y="49845"/>
                      <a:pt x="9981" y="37760"/>
                    </a:cubicBezTo>
                    <a:cubicBezTo>
                      <a:pt x="16595" y="25674"/>
                      <a:pt x="26095" y="16355"/>
                      <a:pt x="38421" y="9801"/>
                    </a:cubicBezTo>
                    <a:cubicBezTo>
                      <a:pt x="50747" y="3247"/>
                      <a:pt x="65238" y="0"/>
                      <a:pt x="81953" y="0"/>
                    </a:cubicBezTo>
                    <a:cubicBezTo>
                      <a:pt x="98668" y="0"/>
                      <a:pt x="113159" y="3187"/>
                      <a:pt x="125485" y="9560"/>
                    </a:cubicBezTo>
                    <a:cubicBezTo>
                      <a:pt x="137811" y="15934"/>
                      <a:pt x="147311" y="25193"/>
                      <a:pt x="153925" y="37279"/>
                    </a:cubicBezTo>
                    <a:cubicBezTo>
                      <a:pt x="160539" y="49364"/>
                      <a:pt x="163906" y="63674"/>
                      <a:pt x="163906" y="80149"/>
                    </a:cubicBezTo>
                    <a:lnTo>
                      <a:pt x="163906" y="103358"/>
                    </a:lnTo>
                    <a:cubicBezTo>
                      <a:pt x="163906" y="119713"/>
                      <a:pt x="160599" y="133903"/>
                      <a:pt x="153925" y="145988"/>
                    </a:cubicBezTo>
                    <a:cubicBezTo>
                      <a:pt x="147311" y="158074"/>
                      <a:pt x="137811" y="167393"/>
                      <a:pt x="125485" y="173947"/>
                    </a:cubicBezTo>
                    <a:cubicBezTo>
                      <a:pt x="113159" y="180501"/>
                      <a:pt x="98608" y="183748"/>
                      <a:pt x="81953" y="183748"/>
                    </a:cubicBezTo>
                    <a:cubicBezTo>
                      <a:pt x="65298" y="183748"/>
                      <a:pt x="50747" y="180561"/>
                      <a:pt x="38421" y="174188"/>
                    </a:cubicBezTo>
                    <a:close/>
                    <a:moveTo>
                      <a:pt x="39443" y="146108"/>
                    </a:moveTo>
                    <a:cubicBezTo>
                      <a:pt x="49545" y="156210"/>
                      <a:pt x="63735" y="161320"/>
                      <a:pt x="81953" y="161320"/>
                    </a:cubicBezTo>
                    <a:cubicBezTo>
                      <a:pt x="100171" y="161320"/>
                      <a:pt x="114542" y="156330"/>
                      <a:pt x="124583" y="146289"/>
                    </a:cubicBezTo>
                    <a:cubicBezTo>
                      <a:pt x="134624" y="136248"/>
                      <a:pt x="139615" y="121937"/>
                      <a:pt x="139615" y="103418"/>
                    </a:cubicBezTo>
                    <a:lnTo>
                      <a:pt x="139615" y="80209"/>
                    </a:lnTo>
                    <a:cubicBezTo>
                      <a:pt x="139615" y="61991"/>
                      <a:pt x="134564" y="47801"/>
                      <a:pt x="124403" y="37700"/>
                    </a:cubicBezTo>
                    <a:cubicBezTo>
                      <a:pt x="114301" y="27598"/>
                      <a:pt x="100111" y="22487"/>
                      <a:pt x="81893" y="22487"/>
                    </a:cubicBezTo>
                    <a:cubicBezTo>
                      <a:pt x="63674" y="22487"/>
                      <a:pt x="49304" y="27478"/>
                      <a:pt x="39263" y="37579"/>
                    </a:cubicBezTo>
                    <a:cubicBezTo>
                      <a:pt x="29222" y="47621"/>
                      <a:pt x="24231" y="61931"/>
                      <a:pt x="24231" y="80450"/>
                    </a:cubicBezTo>
                    <a:lnTo>
                      <a:pt x="24231" y="103659"/>
                    </a:lnTo>
                    <a:cubicBezTo>
                      <a:pt x="24231" y="121877"/>
                      <a:pt x="29282" y="136067"/>
                      <a:pt x="39443" y="14616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0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+mn-ea"/>
                  <a:cs typeface="Arial"/>
                  <a:sym typeface="Arial"/>
                </a:endParaRPr>
              </a:p>
            </p:txBody>
          </p:sp>
        </p:grpSp>
      </p:grpSp>
      <p:sp>
        <p:nvSpPr>
          <p:cNvPr id="33" name="object 38">
            <a:extLst>
              <a:ext uri="{FF2B5EF4-FFF2-40B4-BE49-F238E27FC236}">
                <a16:creationId xmlns:a16="http://schemas.microsoft.com/office/drawing/2014/main" id="{28EBAC31-DFF7-C91B-4A56-9C15903E40EB}"/>
              </a:ext>
            </a:extLst>
          </p:cNvPr>
          <p:cNvSpPr txBox="1">
            <a:spLocks/>
          </p:cNvSpPr>
          <p:nvPr/>
        </p:nvSpPr>
        <p:spPr>
          <a:xfrm>
            <a:off x="8997379" y="3740516"/>
            <a:ext cx="2858447" cy="22555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CARACTERÍSTICAS GERAIS</a:t>
            </a:r>
          </a:p>
        </p:txBody>
      </p:sp>
      <p:sp>
        <p:nvSpPr>
          <p:cNvPr id="35" name="object 38">
            <a:extLst>
              <a:ext uri="{FF2B5EF4-FFF2-40B4-BE49-F238E27FC236}">
                <a16:creationId xmlns:a16="http://schemas.microsoft.com/office/drawing/2014/main" id="{79C6021D-A843-713B-B925-3F952D14303F}"/>
              </a:ext>
            </a:extLst>
          </p:cNvPr>
          <p:cNvSpPr txBox="1">
            <a:spLocks/>
          </p:cNvSpPr>
          <p:nvPr/>
        </p:nvSpPr>
        <p:spPr>
          <a:xfrm>
            <a:off x="8997379" y="946423"/>
            <a:ext cx="2858447" cy="564108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Por que o TIVIO</a:t>
            </a:r>
            <a:b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9BB7C7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INSTITUCIONAL </a:t>
            </a: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15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?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</p:txBody>
      </p:sp>
      <p:sp>
        <p:nvSpPr>
          <p:cNvPr id="36" name="object 38">
            <a:extLst>
              <a:ext uri="{FF2B5EF4-FFF2-40B4-BE49-F238E27FC236}">
                <a16:creationId xmlns:a16="http://schemas.microsoft.com/office/drawing/2014/main" id="{EC1F9150-604F-64E9-7DC8-5EC917CC2C86}"/>
              </a:ext>
            </a:extLst>
          </p:cNvPr>
          <p:cNvSpPr txBox="1">
            <a:spLocks/>
          </p:cNvSpPr>
          <p:nvPr/>
        </p:nvSpPr>
        <p:spPr>
          <a:xfrm>
            <a:off x="8997378" y="1661994"/>
            <a:ext cx="2858447" cy="1590029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Identifica oportunidades em ativos de crédito high grade/</a:t>
            </a:r>
            <a:r>
              <a:rPr kumimoji="0" lang="pt-BR" sz="12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mid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 grade (Bancário</a:t>
            </a: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, 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Corporativo e FIDC)</a:t>
            </a:r>
            <a:endParaRPr kumimoji="0" lang="pt-BR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 Light"/>
              <a:ea typeface="+mj-ea"/>
              <a:cs typeface="+mj-cs"/>
              <a:sym typeface="Arial"/>
            </a:endParaRP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Carrego atrativo</a:t>
            </a: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, 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refletindo a qualidade dos ativos e </a:t>
            </a: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a </a:t>
            </a:r>
            <a:b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eficiência da gestão 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Rentabilidade consistente</a:t>
            </a: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, </a:t>
            </a:r>
            <a:b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com retornos acima do CDI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 Light"/>
              <a:ea typeface="+mj-ea"/>
              <a:cs typeface="+mj-cs"/>
              <a:sym typeface="Arial"/>
            </a:endParaRPr>
          </a:p>
        </p:txBody>
      </p:sp>
      <p:sp>
        <p:nvSpPr>
          <p:cNvPr id="37" name="object 38">
            <a:extLst>
              <a:ext uri="{FF2B5EF4-FFF2-40B4-BE49-F238E27FC236}">
                <a16:creationId xmlns:a16="http://schemas.microsoft.com/office/drawing/2014/main" id="{5DA05C01-8B79-3428-781A-5627857809D3}"/>
              </a:ext>
            </a:extLst>
          </p:cNvPr>
          <p:cNvSpPr txBox="1">
            <a:spLocks/>
          </p:cNvSpPr>
          <p:nvPr/>
        </p:nvSpPr>
        <p:spPr>
          <a:xfrm>
            <a:off x="8997377" y="4081329"/>
            <a:ext cx="2859661" cy="1610548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Aplicação Mínima Inicial: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R$ 1.000,00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Movimentação Mínima: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R$ 1.000,00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Aplicação: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Cotização do resgate: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D+16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Pagamento do resgate após solicitação: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D+16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de administração: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0,50% a.a.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de performance: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20% </a:t>
            </a:r>
            <a:b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</a:br>
            <a:r>
              <a:rPr kumimoji="0" lang="pt-BR" sz="8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do que exceder 102,50% do CDI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7FABB74-B42F-38BB-F30E-8A4D0AC01422}"/>
              </a:ext>
            </a:extLst>
          </p:cNvPr>
          <p:cNvGrpSpPr/>
          <p:nvPr/>
        </p:nvGrpSpPr>
        <p:grpSpPr>
          <a:xfrm>
            <a:off x="8997377" y="5692483"/>
            <a:ext cx="3022973" cy="505117"/>
            <a:chOff x="8997377" y="5916938"/>
            <a:chExt cx="3022973" cy="505117"/>
          </a:xfrm>
        </p:grpSpPr>
        <p:sp>
          <p:nvSpPr>
            <p:cNvPr id="39" name="object 38">
              <a:extLst>
                <a:ext uri="{FF2B5EF4-FFF2-40B4-BE49-F238E27FC236}">
                  <a16:creationId xmlns:a16="http://schemas.microsoft.com/office/drawing/2014/main" id="{913C3A87-F414-940D-732A-4213A110F06F}"/>
                </a:ext>
              </a:extLst>
            </p:cNvPr>
            <p:cNvSpPr txBox="1">
              <a:spLocks/>
            </p:cNvSpPr>
            <p:nvPr/>
          </p:nvSpPr>
          <p:spPr>
            <a:xfrm>
              <a:off x="8997377" y="5916938"/>
              <a:ext cx="2858448" cy="505117"/>
            </a:xfrm>
            <a:prstGeom prst="rect">
              <a:avLst/>
            </a:prstGeom>
          </p:spPr>
          <p:txBody>
            <a:bodyPr vert="horz" wrap="square" lIns="0" tIns="10012" rIns="0" bIns="0" rtlCol="0" anchor="t">
              <a:sp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Público-alvo: Investidores em geral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PL: R$ 156 milhões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Gestor: Tivio Capital</a:t>
              </a:r>
            </a:p>
          </p:txBody>
        </p:sp>
        <p:sp>
          <p:nvSpPr>
            <p:cNvPr id="40" name="object 38">
              <a:extLst>
                <a:ext uri="{FF2B5EF4-FFF2-40B4-BE49-F238E27FC236}">
                  <a16:creationId xmlns:a16="http://schemas.microsoft.com/office/drawing/2014/main" id="{0004F1AE-DB58-3B6F-C493-9DF0EC6C6776}"/>
                </a:ext>
              </a:extLst>
            </p:cNvPr>
            <p:cNvSpPr txBox="1">
              <a:spLocks/>
            </p:cNvSpPr>
            <p:nvPr/>
          </p:nvSpPr>
          <p:spPr>
            <a:xfrm>
              <a:off x="10115109" y="6099039"/>
              <a:ext cx="1905241" cy="323016"/>
            </a:xfrm>
            <a:prstGeom prst="rect">
              <a:avLst/>
            </a:prstGeom>
          </p:spPr>
          <p:txBody>
            <a:bodyPr vert="horz" wrap="square" lIns="0" tIns="10012" rIns="0" bIns="0" rtlCol="0" anchor="t">
              <a:sp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PL médio (12 meses): 151 milhões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Data de início: 18/03/2005</a:t>
              </a:r>
            </a:p>
          </p:txBody>
        </p:sp>
      </p:grpSp>
      <p:sp>
        <p:nvSpPr>
          <p:cNvPr id="193" name="CaixaDeTexto 4">
            <a:extLst>
              <a:ext uri="{FF2B5EF4-FFF2-40B4-BE49-F238E27FC236}">
                <a16:creationId xmlns:a16="http://schemas.microsoft.com/office/drawing/2014/main" id="{01DBAE4E-EA2F-0DA8-1EF5-92D2D1E7311B}"/>
              </a:ext>
            </a:extLst>
          </p:cNvPr>
          <p:cNvSpPr txBox="1"/>
          <p:nvPr/>
        </p:nvSpPr>
        <p:spPr>
          <a:xfrm>
            <a:off x="6810997" y="374109"/>
            <a:ext cx="1830082" cy="3468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04.240.128/0001-83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8954F4-CE9A-5906-3D81-3DC631D6B46D}"/>
              </a:ext>
            </a:extLst>
          </p:cNvPr>
          <p:cNvSpPr/>
          <p:nvPr/>
        </p:nvSpPr>
        <p:spPr>
          <a:xfrm>
            <a:off x="315194" y="3514728"/>
            <a:ext cx="8325885" cy="245708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+mn-cs"/>
              <a:sym typeface="Arial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AA0F965-0634-0754-E458-B469848C57B3}"/>
              </a:ext>
            </a:extLst>
          </p:cNvPr>
          <p:cNvGrpSpPr/>
          <p:nvPr/>
        </p:nvGrpSpPr>
        <p:grpSpPr>
          <a:xfrm>
            <a:off x="334960" y="1593191"/>
            <a:ext cx="8306119" cy="1771259"/>
            <a:chOff x="334962" y="1234440"/>
            <a:chExt cx="6801507" cy="207568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AF06BC0-5DCE-4812-41A7-95F61EC89251}"/>
                </a:ext>
              </a:extLst>
            </p:cNvPr>
            <p:cNvSpPr/>
            <p:nvPr/>
          </p:nvSpPr>
          <p:spPr>
            <a:xfrm>
              <a:off x="334962" y="1234440"/>
              <a:ext cx="3342566" cy="2075688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12M</a:t>
              </a:r>
              <a:b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4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102</a:t>
              </a: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%</a:t>
              </a:r>
              <a:r>
                <a:rPr kumimoji="0" lang="pt-BR" sz="4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 </a:t>
              </a:r>
              <a: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do CDI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30B2D5C3-FE1F-B1E7-DBEF-F276B4A5EA53}"/>
                </a:ext>
              </a:extLst>
            </p:cNvPr>
            <p:cNvGrpSpPr/>
            <p:nvPr/>
          </p:nvGrpSpPr>
          <p:grpSpPr>
            <a:xfrm>
              <a:off x="3793903" y="1234440"/>
              <a:ext cx="3342566" cy="2075688"/>
              <a:chOff x="3793903" y="1234440"/>
              <a:chExt cx="3342566" cy="1746881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7870420-7C2C-5FC5-9E8E-4811D98963CE}"/>
                  </a:ext>
                </a:extLst>
              </p:cNvPr>
              <p:cNvSpPr/>
              <p:nvPr/>
            </p:nvSpPr>
            <p:spPr>
              <a:xfrm>
                <a:off x="3793903" y="1234440"/>
                <a:ext cx="3342566" cy="795528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ANO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</a:br>
                <a:r>
                  <a:rPr kumimoji="0" lang="pt-BR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102</a:t>
                </a:r>
                <a:r>
                  <a:rPr kumimoji="0" lang="pt-BR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%</a:t>
                </a:r>
                <a:r>
                  <a:rPr kumimoji="0" lang="pt-BR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 </a:t>
                </a: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do CDI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1D19EF4-94AC-96F5-5574-78652D8431F0}"/>
                  </a:ext>
                </a:extLst>
              </p:cNvPr>
              <p:cNvSpPr/>
              <p:nvPr/>
            </p:nvSpPr>
            <p:spPr>
              <a:xfrm>
                <a:off x="3793903" y="2185793"/>
                <a:ext cx="3342566" cy="795528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MÊS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</a:br>
                <a:r>
                  <a:rPr kumimoji="0" lang="pt-BR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101</a:t>
                </a:r>
                <a:r>
                  <a:rPr kumimoji="0" lang="pt-BR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%</a:t>
                </a:r>
                <a:r>
                  <a:rPr kumimoji="0" lang="pt-BR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 </a:t>
                </a: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do CDI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9AA015E-AD59-B8FD-ECC1-DD70DA5D7462}"/>
              </a:ext>
            </a:extLst>
          </p:cNvPr>
          <p:cNvGrpSpPr/>
          <p:nvPr/>
        </p:nvGrpSpPr>
        <p:grpSpPr>
          <a:xfrm>
            <a:off x="501907" y="3711761"/>
            <a:ext cx="8004784" cy="2063018"/>
            <a:chOff x="501907" y="4124515"/>
            <a:chExt cx="7376712" cy="186950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A1E6EDD-D9DA-B97E-1D41-8B1BF48C7C68}"/>
                </a:ext>
              </a:extLst>
            </p:cNvPr>
            <p:cNvSpPr/>
            <p:nvPr/>
          </p:nvSpPr>
          <p:spPr>
            <a:xfrm>
              <a:off x="501907" y="4131491"/>
              <a:ext cx="3386602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  <a:sym typeface="Arial"/>
                </a:rPr>
                <a:t>Alocação de crédito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0EF3836-8F7A-AD28-563C-F6F3087F4994}"/>
                </a:ext>
              </a:extLst>
            </p:cNvPr>
            <p:cNvSpPr/>
            <p:nvPr/>
          </p:nvSpPr>
          <p:spPr>
            <a:xfrm>
              <a:off x="4055453" y="4124515"/>
              <a:ext cx="1828111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+mn-cs"/>
                  <a:sym typeface="Arial"/>
                </a:rPr>
                <a:t>Carrego bruto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CDI+ </a:t>
              </a:r>
              <a:b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</a:br>
              <a:r>
                <a:rPr kumimoji="0" lang="pt-BR" sz="4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0,91</a:t>
              </a:r>
              <a:r>
                <a:rPr kumimoji="0" lang="pt-BR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%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a.a.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A558413-C511-469D-E72F-675A4F79A465}"/>
                </a:ext>
              </a:extLst>
            </p:cNvPr>
            <p:cNvSpPr/>
            <p:nvPr/>
          </p:nvSpPr>
          <p:spPr>
            <a:xfrm>
              <a:off x="6050508" y="4124515"/>
              <a:ext cx="1828111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  <a:sym typeface="Arial"/>
                </a:rPr>
                <a:t>Duration</a:t>
              </a: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b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4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1,74</a:t>
              </a:r>
              <a:endPara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anos</a:t>
              </a:r>
            </a:p>
          </p:txBody>
        </p:sp>
      </p:grpSp>
      <p:sp>
        <p:nvSpPr>
          <p:cNvPr id="48" name="object 38">
            <a:extLst>
              <a:ext uri="{FF2B5EF4-FFF2-40B4-BE49-F238E27FC236}">
                <a16:creationId xmlns:a16="http://schemas.microsoft.com/office/drawing/2014/main" id="{EB959031-A533-AA0B-669C-32C43FE75EE7}"/>
              </a:ext>
            </a:extLst>
          </p:cNvPr>
          <p:cNvSpPr txBox="1">
            <a:spLocks/>
          </p:cNvSpPr>
          <p:nvPr/>
        </p:nvSpPr>
        <p:spPr>
          <a:xfrm>
            <a:off x="656287" y="4612357"/>
            <a:ext cx="1588149" cy="748774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ctr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4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70</a:t>
            </a: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%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AB26586-6D48-9C7C-75C8-EF0BF7D62FB7}"/>
              </a:ext>
            </a:extLst>
          </p:cNvPr>
          <p:cNvCxnSpPr/>
          <p:nvPr/>
        </p:nvCxnSpPr>
        <p:spPr>
          <a:xfrm>
            <a:off x="2244436" y="4453414"/>
            <a:ext cx="0" cy="1114594"/>
          </a:xfrm>
          <a:prstGeom prst="line">
            <a:avLst/>
          </a:prstGeom>
          <a:ln>
            <a:gradFill>
              <a:gsLst>
                <a:gs pos="50000">
                  <a:schemeClr val="bg2">
                    <a:lumMod val="90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database">
            <a:extLst>
              <a:ext uri="{FF2B5EF4-FFF2-40B4-BE49-F238E27FC236}">
                <a16:creationId xmlns:a16="http://schemas.microsoft.com/office/drawing/2014/main" id="{03F93513-AE30-083D-27BB-82A23AEE5F79}"/>
              </a:ext>
            </a:extLst>
          </p:cNvPr>
          <p:cNvSpPr txBox="1"/>
          <p:nvPr/>
        </p:nvSpPr>
        <p:spPr>
          <a:xfrm>
            <a:off x="593653" y="6173912"/>
            <a:ext cx="8036114" cy="13080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877458" rtl="0" eaLnBrk="1" fontAlgn="auto" latinLnBrk="0" hangingPunct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pt-BR" sz="8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helvetica"/>
                <a:sym typeface="Arial"/>
              </a:rPr>
              <a:t>Data base: 31/08/2026</a:t>
            </a:r>
          </a:p>
        </p:txBody>
      </p:sp>
      <p:sp>
        <p:nvSpPr>
          <p:cNvPr id="51" name="numero-top3">
            <a:extLst>
              <a:ext uri="{FF2B5EF4-FFF2-40B4-BE49-F238E27FC236}">
                <a16:creationId xmlns:a16="http://schemas.microsoft.com/office/drawing/2014/main" id="{5A91F56D-F8BA-B29A-6E62-864BC1D6B156}"/>
              </a:ext>
            </a:extLst>
          </p:cNvPr>
          <p:cNvSpPr txBox="1"/>
          <p:nvPr/>
        </p:nvSpPr>
        <p:spPr>
          <a:xfrm>
            <a:off x="2334261" y="5305830"/>
            <a:ext cx="1980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7%</a:t>
            </a:r>
          </a:p>
        </p:txBody>
      </p:sp>
      <p:sp>
        <p:nvSpPr>
          <p:cNvPr id="52" name="numero-top2">
            <a:extLst>
              <a:ext uri="{FF2B5EF4-FFF2-40B4-BE49-F238E27FC236}">
                <a16:creationId xmlns:a16="http://schemas.microsoft.com/office/drawing/2014/main" id="{8A109E4D-4104-3D58-DAF7-F955920DBA0C}"/>
              </a:ext>
            </a:extLst>
          </p:cNvPr>
          <p:cNvSpPr txBox="1"/>
          <p:nvPr/>
        </p:nvSpPr>
        <p:spPr>
          <a:xfrm>
            <a:off x="2334261" y="4847372"/>
            <a:ext cx="1980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13%</a:t>
            </a:r>
          </a:p>
        </p:txBody>
      </p:sp>
      <p:sp>
        <p:nvSpPr>
          <p:cNvPr id="53" name="numero-top1">
            <a:extLst>
              <a:ext uri="{FF2B5EF4-FFF2-40B4-BE49-F238E27FC236}">
                <a16:creationId xmlns:a16="http://schemas.microsoft.com/office/drawing/2014/main" id="{92A279AA-1B49-A4E1-6BED-DC4D3FC8DA77}"/>
              </a:ext>
            </a:extLst>
          </p:cNvPr>
          <p:cNvSpPr txBox="1"/>
          <p:nvPr/>
        </p:nvSpPr>
        <p:spPr>
          <a:xfrm>
            <a:off x="2334262" y="4390988"/>
            <a:ext cx="1980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28%</a:t>
            </a:r>
          </a:p>
        </p:txBody>
      </p:sp>
      <p:sp>
        <p:nvSpPr>
          <p:cNvPr id="54" name="nome-top3">
            <a:extLst>
              <a:ext uri="{FF2B5EF4-FFF2-40B4-BE49-F238E27FC236}">
                <a16:creationId xmlns:a16="http://schemas.microsoft.com/office/drawing/2014/main" id="{276CB2A4-4115-1EAE-C95C-1BA5FA5B163E}"/>
              </a:ext>
            </a:extLst>
          </p:cNvPr>
          <p:cNvSpPr txBox="1"/>
          <p:nvPr/>
        </p:nvSpPr>
        <p:spPr>
          <a:xfrm>
            <a:off x="3009161" y="5220487"/>
            <a:ext cx="106445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energia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elétrica</a:t>
            </a:r>
          </a:p>
        </p:txBody>
      </p:sp>
      <p:sp>
        <p:nvSpPr>
          <p:cNvPr id="55" name="nome-top2">
            <a:extLst>
              <a:ext uri="{FF2B5EF4-FFF2-40B4-BE49-F238E27FC236}">
                <a16:creationId xmlns:a16="http://schemas.microsoft.com/office/drawing/2014/main" id="{C871B562-230A-E1DA-5F0F-5877E94B7B07}"/>
              </a:ext>
            </a:extLst>
          </p:cNvPr>
          <p:cNvSpPr txBox="1"/>
          <p:nvPr/>
        </p:nvSpPr>
        <p:spPr>
          <a:xfrm>
            <a:off x="3009160" y="4852429"/>
            <a:ext cx="10644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FIDC</a:t>
            </a:r>
          </a:p>
        </p:txBody>
      </p:sp>
      <p:sp>
        <p:nvSpPr>
          <p:cNvPr id="56" name="nome-top1">
            <a:extLst>
              <a:ext uri="{FF2B5EF4-FFF2-40B4-BE49-F238E27FC236}">
                <a16:creationId xmlns:a16="http://schemas.microsoft.com/office/drawing/2014/main" id="{58A62A88-6794-9A20-BD30-E9AC085F16FD}"/>
              </a:ext>
            </a:extLst>
          </p:cNvPr>
          <p:cNvSpPr txBox="1"/>
          <p:nvPr/>
        </p:nvSpPr>
        <p:spPr>
          <a:xfrm>
            <a:off x="3009161" y="4401480"/>
            <a:ext cx="16845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financeiro</a:t>
            </a:r>
          </a:p>
        </p:txBody>
      </p:sp>
      <p:sp>
        <p:nvSpPr>
          <p:cNvPr id="57" name="nome-top1">
            <a:extLst>
              <a:ext uri="{FF2B5EF4-FFF2-40B4-BE49-F238E27FC236}">
                <a16:creationId xmlns:a16="http://schemas.microsoft.com/office/drawing/2014/main" id="{0C868F51-72A9-9B93-1E0F-16426686507A}"/>
              </a:ext>
            </a:extLst>
          </p:cNvPr>
          <p:cNvSpPr txBox="1"/>
          <p:nvPr/>
        </p:nvSpPr>
        <p:spPr>
          <a:xfrm>
            <a:off x="2868126" y="4008008"/>
            <a:ext cx="7618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Top 3</a:t>
            </a:r>
          </a:p>
        </p:txBody>
      </p:sp>
      <p:sp>
        <p:nvSpPr>
          <p:cNvPr id="58" name="object 38">
            <a:extLst>
              <a:ext uri="{FF2B5EF4-FFF2-40B4-BE49-F238E27FC236}">
                <a16:creationId xmlns:a16="http://schemas.microsoft.com/office/drawing/2014/main" id="{DA4C54DD-79B1-11F0-42FF-1A8AC2D3FEBD}"/>
              </a:ext>
            </a:extLst>
          </p:cNvPr>
          <p:cNvSpPr txBox="1">
            <a:spLocks/>
          </p:cNvSpPr>
          <p:nvPr/>
        </p:nvSpPr>
        <p:spPr>
          <a:xfrm>
            <a:off x="315195" y="1278512"/>
            <a:ext cx="4571130" cy="22555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RENTABILIDADE</a:t>
            </a:r>
          </a:p>
        </p:txBody>
      </p:sp>
    </p:spTree>
    <p:extLst>
      <p:ext uri="{BB962C8B-B14F-4D97-AF65-F5344CB8AC3E}">
        <p14:creationId xmlns:p14="http://schemas.microsoft.com/office/powerpoint/2010/main" val="6647286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FFBAF-3B59-8180-BAEB-6E6085416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075A21-5306-DD86-6242-9BAA438B3A5A}"/>
              </a:ext>
            </a:extLst>
          </p:cNvPr>
          <p:cNvSpPr/>
          <p:nvPr/>
        </p:nvSpPr>
        <p:spPr>
          <a:xfrm>
            <a:off x="315194" y="3514728"/>
            <a:ext cx="8325885" cy="245708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+mn-cs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6F7C0-FB29-3336-C478-ACA4A352A502}"/>
              </a:ext>
            </a:extLst>
          </p:cNvPr>
          <p:cNvSpPr/>
          <p:nvPr/>
        </p:nvSpPr>
        <p:spPr>
          <a:xfrm>
            <a:off x="8845826" y="0"/>
            <a:ext cx="336259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8DFF0ED-3F68-7257-52B3-B2AC5187DC5F}"/>
              </a:ext>
            </a:extLst>
          </p:cNvPr>
          <p:cNvSpPr txBox="1"/>
          <p:nvPr/>
        </p:nvSpPr>
        <p:spPr>
          <a:xfrm>
            <a:off x="8832851" y="0"/>
            <a:ext cx="3359150" cy="6858000"/>
          </a:xfrm>
          <a:prstGeom prst="rect">
            <a:avLst/>
          </a:prstGeom>
          <a:blipFill dpi="0" rotWithShape="1">
            <a:blip r:embed="rId3" cstate="screen">
              <a:alphaModFix am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239622" t="-4240" r="143738" b="4240"/>
            </a:stretch>
          </a:blipFill>
          <a:ln>
            <a:noFill/>
          </a:ln>
          <a:effectLst/>
        </p:spPr>
        <p:txBody>
          <a:bodyPr vert="horz" wrap="square" lIns="0" tIns="5715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sp>
        <p:nvSpPr>
          <p:cNvPr id="138" name="object 44">
            <a:extLst>
              <a:ext uri="{FF2B5EF4-FFF2-40B4-BE49-F238E27FC236}">
                <a16:creationId xmlns:a16="http://schemas.microsoft.com/office/drawing/2014/main" id="{C8E72E48-1878-ADC3-84C7-CB9B2C3A4C0C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5775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1D60167-4931-47E6-BA6A-407CBD079E47}" type="slidenum">
              <a:rPr kumimoji="0" lang="pt-BR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24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33" name="object 38">
            <a:extLst>
              <a:ext uri="{FF2B5EF4-FFF2-40B4-BE49-F238E27FC236}">
                <a16:creationId xmlns:a16="http://schemas.microsoft.com/office/drawing/2014/main" id="{7C9FAE39-7AE7-71F3-339F-73CA9FC6DB1D}"/>
              </a:ext>
            </a:extLst>
          </p:cNvPr>
          <p:cNvSpPr txBox="1">
            <a:spLocks/>
          </p:cNvSpPr>
          <p:nvPr/>
        </p:nvSpPr>
        <p:spPr>
          <a:xfrm>
            <a:off x="8997379" y="3514728"/>
            <a:ext cx="2858447" cy="22555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CARACTERÍSTICAS GERAIS</a:t>
            </a:r>
          </a:p>
        </p:txBody>
      </p:sp>
      <p:sp>
        <p:nvSpPr>
          <p:cNvPr id="35" name="object 38">
            <a:extLst>
              <a:ext uri="{FF2B5EF4-FFF2-40B4-BE49-F238E27FC236}">
                <a16:creationId xmlns:a16="http://schemas.microsoft.com/office/drawing/2014/main" id="{4192B543-BEC3-B1E7-830B-B7035FAD2A16}"/>
              </a:ext>
            </a:extLst>
          </p:cNvPr>
          <p:cNvSpPr txBox="1">
            <a:spLocks/>
          </p:cNvSpPr>
          <p:nvPr/>
        </p:nvSpPr>
        <p:spPr>
          <a:xfrm>
            <a:off x="8997379" y="946423"/>
            <a:ext cx="2858447" cy="564108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Por que o TIVIO</a:t>
            </a:r>
            <a:b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9BB7C7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INSTITUCIONAL </a:t>
            </a: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30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?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</p:txBody>
      </p:sp>
      <p:sp>
        <p:nvSpPr>
          <p:cNvPr id="36" name="object 38">
            <a:extLst>
              <a:ext uri="{FF2B5EF4-FFF2-40B4-BE49-F238E27FC236}">
                <a16:creationId xmlns:a16="http://schemas.microsoft.com/office/drawing/2014/main" id="{8164BDDD-14B9-F5D0-8E4E-DC6A768DFE14}"/>
              </a:ext>
            </a:extLst>
          </p:cNvPr>
          <p:cNvSpPr txBox="1">
            <a:spLocks/>
          </p:cNvSpPr>
          <p:nvPr/>
        </p:nvSpPr>
        <p:spPr>
          <a:xfrm>
            <a:off x="8997378" y="1661994"/>
            <a:ext cx="2858447" cy="1774695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Carteira focada em ativos de 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crédito de alta qualidade, com seleção criteriosa de emissores.</a:t>
            </a: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Estratégia voltada à busca de retornos consistentes acima 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do CDI no longo prazo.</a:t>
            </a: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Gestão ativa e disciplinada, com monitoramento contínuo do mercado e das oportunidades de crédito.</a:t>
            </a: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 Light"/>
              <a:ea typeface="+mj-ea"/>
              <a:cs typeface="+mj-cs"/>
              <a:sym typeface="Arial"/>
            </a:endParaRPr>
          </a:p>
        </p:txBody>
      </p:sp>
      <p:sp>
        <p:nvSpPr>
          <p:cNvPr id="37" name="object 38">
            <a:extLst>
              <a:ext uri="{FF2B5EF4-FFF2-40B4-BE49-F238E27FC236}">
                <a16:creationId xmlns:a16="http://schemas.microsoft.com/office/drawing/2014/main" id="{B2DFCB4A-FD53-3792-7965-440CC1C4A7D4}"/>
              </a:ext>
            </a:extLst>
          </p:cNvPr>
          <p:cNvSpPr txBox="1">
            <a:spLocks/>
          </p:cNvSpPr>
          <p:nvPr/>
        </p:nvSpPr>
        <p:spPr>
          <a:xfrm>
            <a:off x="8997377" y="3855541"/>
            <a:ext cx="3022973" cy="1610548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Aplicação Mínima Inicial: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R$ 1.000,00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Movimentação Mínima: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R$ 1.000,00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Aplicação: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D+0</a:t>
            </a:r>
          </a:p>
          <a:p>
            <a:pPr lvl="0"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Cotização do resgate: </a:t>
            </a:r>
            <a:r>
              <a:rPr lang="pt-BR" sz="1050" b="1" kern="0">
                <a:solidFill>
                  <a:srgbClr val="FFFFFF"/>
                </a:solidFill>
                <a:latin typeface="Versos" panose="020B0503020204030204" pitchFamily="34" charset="0"/>
                <a:sym typeface="Arial"/>
              </a:rPr>
              <a:t>D+30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Pagamento do resgate após solicitação: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</a:t>
            </a:r>
            <a:r>
              <a:rPr lang="pt-BR" sz="1050" b="1" kern="0">
                <a:solidFill>
                  <a:srgbClr val="FFFFFF"/>
                </a:solidFill>
                <a:latin typeface="Versos" panose="020B0503020204030204" pitchFamily="34" charset="0"/>
                <a:sym typeface="Arial"/>
              </a:rPr>
              <a:t>30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j-ea"/>
              <a:cs typeface="+mj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de administração: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0,63% a.a.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de performance:</a:t>
            </a:r>
            <a:b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</a:b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20% do que exceder o CDI.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4799CF5-DF5A-BA82-068E-7C0DB8AB6BDA}"/>
              </a:ext>
            </a:extLst>
          </p:cNvPr>
          <p:cNvGrpSpPr/>
          <p:nvPr/>
        </p:nvGrpSpPr>
        <p:grpSpPr>
          <a:xfrm>
            <a:off x="8997377" y="5692483"/>
            <a:ext cx="3022973" cy="505117"/>
            <a:chOff x="8997377" y="5916938"/>
            <a:chExt cx="3022973" cy="505117"/>
          </a:xfrm>
        </p:grpSpPr>
        <p:sp>
          <p:nvSpPr>
            <p:cNvPr id="39" name="object 38">
              <a:extLst>
                <a:ext uri="{FF2B5EF4-FFF2-40B4-BE49-F238E27FC236}">
                  <a16:creationId xmlns:a16="http://schemas.microsoft.com/office/drawing/2014/main" id="{1661534B-BC4E-09B7-AB5A-B601C7183B78}"/>
                </a:ext>
              </a:extLst>
            </p:cNvPr>
            <p:cNvSpPr txBox="1">
              <a:spLocks/>
            </p:cNvSpPr>
            <p:nvPr/>
          </p:nvSpPr>
          <p:spPr>
            <a:xfrm>
              <a:off x="8997377" y="5916938"/>
              <a:ext cx="2858448" cy="505117"/>
            </a:xfrm>
            <a:prstGeom prst="rect">
              <a:avLst/>
            </a:prstGeom>
          </p:spPr>
          <p:txBody>
            <a:bodyPr vert="horz" wrap="square" lIns="0" tIns="10012" rIns="0" bIns="0" rtlCol="0" anchor="t">
              <a:sp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Público-alvo: Investidores em geral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PL: R$ 138 milhões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Gestor: Tivio Capital</a:t>
              </a:r>
            </a:p>
          </p:txBody>
        </p:sp>
        <p:sp>
          <p:nvSpPr>
            <p:cNvPr id="40" name="object 38">
              <a:extLst>
                <a:ext uri="{FF2B5EF4-FFF2-40B4-BE49-F238E27FC236}">
                  <a16:creationId xmlns:a16="http://schemas.microsoft.com/office/drawing/2014/main" id="{E81162D7-048F-1C2F-BDD1-F40F0419891E}"/>
                </a:ext>
              </a:extLst>
            </p:cNvPr>
            <p:cNvSpPr txBox="1">
              <a:spLocks/>
            </p:cNvSpPr>
            <p:nvPr/>
          </p:nvSpPr>
          <p:spPr>
            <a:xfrm>
              <a:off x="10115109" y="6099039"/>
              <a:ext cx="1905241" cy="323016"/>
            </a:xfrm>
            <a:prstGeom prst="rect">
              <a:avLst/>
            </a:prstGeom>
          </p:spPr>
          <p:txBody>
            <a:bodyPr vert="horz" wrap="square" lIns="0" tIns="10012" rIns="0" bIns="0" rtlCol="0" anchor="t">
              <a:sp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PL médio (12 meses): 162 milhões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Data de início: 11/12/2024</a:t>
              </a:r>
            </a:p>
          </p:txBody>
        </p:sp>
      </p:grpSp>
      <p:sp>
        <p:nvSpPr>
          <p:cNvPr id="193" name="CaixaDeTexto 4">
            <a:extLst>
              <a:ext uri="{FF2B5EF4-FFF2-40B4-BE49-F238E27FC236}">
                <a16:creationId xmlns:a16="http://schemas.microsoft.com/office/drawing/2014/main" id="{6A4D245F-F214-90DD-BB2A-A23290B3947C}"/>
              </a:ext>
            </a:extLst>
          </p:cNvPr>
          <p:cNvSpPr txBox="1"/>
          <p:nvPr/>
        </p:nvSpPr>
        <p:spPr>
          <a:xfrm>
            <a:off x="6810997" y="374109"/>
            <a:ext cx="1830082" cy="3468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58.290.160/0001-00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57DB48-FA0C-8B3B-08CD-8A950E113F4B}"/>
              </a:ext>
            </a:extLst>
          </p:cNvPr>
          <p:cNvGrpSpPr/>
          <p:nvPr/>
        </p:nvGrpSpPr>
        <p:grpSpPr>
          <a:xfrm>
            <a:off x="334960" y="1593191"/>
            <a:ext cx="8306119" cy="1771259"/>
            <a:chOff x="334962" y="1234440"/>
            <a:chExt cx="6801507" cy="2075688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130E2B5-AA05-1F11-BF82-C5E85B4ED0E5}"/>
                </a:ext>
              </a:extLst>
            </p:cNvPr>
            <p:cNvSpPr/>
            <p:nvPr/>
          </p:nvSpPr>
          <p:spPr>
            <a:xfrm>
              <a:off x="334962" y="1234440"/>
              <a:ext cx="3342566" cy="2075688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12M</a:t>
              </a:r>
              <a:b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4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100</a:t>
              </a:r>
              <a:r>
                <a:rPr kumimoji="0" lang="pt-BR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%</a:t>
              </a:r>
              <a:r>
                <a:rPr kumimoji="0" lang="pt-BR" sz="4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 </a:t>
              </a:r>
              <a:r>
                <a:rPr kumimoji="0" lang="pt-BR" sz="3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do CDI</a:t>
              </a: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FAD71F27-65BD-3D7E-6EC3-2CE699A50772}"/>
                </a:ext>
              </a:extLst>
            </p:cNvPr>
            <p:cNvGrpSpPr/>
            <p:nvPr/>
          </p:nvGrpSpPr>
          <p:grpSpPr>
            <a:xfrm>
              <a:off x="3793903" y="1234440"/>
              <a:ext cx="3342566" cy="2075688"/>
              <a:chOff x="3793903" y="1234440"/>
              <a:chExt cx="3342566" cy="1746881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9CE0A2A-E018-2738-F171-82E870BFC6B0}"/>
                  </a:ext>
                </a:extLst>
              </p:cNvPr>
              <p:cNvSpPr/>
              <p:nvPr/>
            </p:nvSpPr>
            <p:spPr>
              <a:xfrm>
                <a:off x="3793903" y="1234440"/>
                <a:ext cx="3342566" cy="795528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ANO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</a:b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101</a:t>
                </a:r>
                <a:r>
                  <a:rPr kumimoji="0" lang="pt-BR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%</a:t>
                </a: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 </a:t>
                </a: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do CDI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9E4114D0-E611-E1A0-E095-178F2933CF6D}"/>
                  </a:ext>
                </a:extLst>
              </p:cNvPr>
              <p:cNvSpPr/>
              <p:nvPr/>
            </p:nvSpPr>
            <p:spPr>
              <a:xfrm>
                <a:off x="3793903" y="2185793"/>
                <a:ext cx="3342566" cy="795528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MÊS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</a:b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102</a:t>
                </a:r>
                <a:r>
                  <a:rPr kumimoji="0" lang="pt-BR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%</a:t>
                </a: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 </a:t>
                </a: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  <a:t>do CDI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749E186-E22F-6741-22FE-5B40C442EE66}"/>
              </a:ext>
            </a:extLst>
          </p:cNvPr>
          <p:cNvGrpSpPr/>
          <p:nvPr/>
        </p:nvGrpSpPr>
        <p:grpSpPr>
          <a:xfrm>
            <a:off x="501907" y="3711761"/>
            <a:ext cx="8004784" cy="2063018"/>
            <a:chOff x="501907" y="4124515"/>
            <a:chExt cx="7376712" cy="1869508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0357FEDC-7718-20BD-CDAB-B962B8DDB8FF}"/>
                </a:ext>
              </a:extLst>
            </p:cNvPr>
            <p:cNvSpPr/>
            <p:nvPr/>
          </p:nvSpPr>
          <p:spPr>
            <a:xfrm>
              <a:off x="501907" y="4131491"/>
              <a:ext cx="3386602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  <a:sym typeface="Arial"/>
                </a:rPr>
                <a:t>Alocação de crédito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03C7488-EDD1-E06F-8AFA-4A095F4130C1}"/>
                </a:ext>
              </a:extLst>
            </p:cNvPr>
            <p:cNvSpPr/>
            <p:nvPr/>
          </p:nvSpPr>
          <p:spPr>
            <a:xfrm>
              <a:off x="4055453" y="4124515"/>
              <a:ext cx="1828111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+mn-cs"/>
                  <a:sym typeface="Arial"/>
                </a:rPr>
                <a:t>Carrego bruto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CDI+ </a:t>
              </a:r>
              <a:b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</a:br>
              <a:r>
                <a:rPr kumimoji="0" lang="pt-BR" sz="4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1,02</a:t>
              </a:r>
              <a:r>
                <a:rPr kumimoji="0" lang="pt-BR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%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a.a.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76CD790-5FB6-7431-2EB9-08CAB73BECE8}"/>
                </a:ext>
              </a:extLst>
            </p:cNvPr>
            <p:cNvSpPr/>
            <p:nvPr/>
          </p:nvSpPr>
          <p:spPr>
            <a:xfrm>
              <a:off x="6050508" y="4124515"/>
              <a:ext cx="1828111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  <a:sym typeface="Arial"/>
                </a:rPr>
                <a:t>Duration</a:t>
              </a: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b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4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1,79</a:t>
              </a:r>
              <a:endPara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anos</a:t>
              </a:r>
            </a:p>
          </p:txBody>
        </p:sp>
      </p:grpSp>
      <p:sp>
        <p:nvSpPr>
          <p:cNvPr id="48" name="object 38">
            <a:extLst>
              <a:ext uri="{FF2B5EF4-FFF2-40B4-BE49-F238E27FC236}">
                <a16:creationId xmlns:a16="http://schemas.microsoft.com/office/drawing/2014/main" id="{BF59DAAF-8DF2-316F-6B1F-274CEBF676E7}"/>
              </a:ext>
            </a:extLst>
          </p:cNvPr>
          <p:cNvSpPr txBox="1">
            <a:spLocks/>
          </p:cNvSpPr>
          <p:nvPr/>
        </p:nvSpPr>
        <p:spPr>
          <a:xfrm>
            <a:off x="656287" y="4612357"/>
            <a:ext cx="1588149" cy="748774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ctr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4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79</a:t>
            </a: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%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A1B66AC-0377-4519-9721-074127FC23A8}"/>
              </a:ext>
            </a:extLst>
          </p:cNvPr>
          <p:cNvCxnSpPr/>
          <p:nvPr/>
        </p:nvCxnSpPr>
        <p:spPr>
          <a:xfrm>
            <a:off x="2244436" y="4453414"/>
            <a:ext cx="0" cy="1114594"/>
          </a:xfrm>
          <a:prstGeom prst="line">
            <a:avLst/>
          </a:prstGeom>
          <a:ln>
            <a:gradFill>
              <a:gsLst>
                <a:gs pos="50000">
                  <a:schemeClr val="bg2">
                    <a:lumMod val="90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database">
            <a:extLst>
              <a:ext uri="{FF2B5EF4-FFF2-40B4-BE49-F238E27FC236}">
                <a16:creationId xmlns:a16="http://schemas.microsoft.com/office/drawing/2014/main" id="{4B4FA138-07B7-0BE6-24C5-BA0A04DAB300}"/>
              </a:ext>
            </a:extLst>
          </p:cNvPr>
          <p:cNvSpPr txBox="1"/>
          <p:nvPr/>
        </p:nvSpPr>
        <p:spPr>
          <a:xfrm>
            <a:off x="593653" y="6173912"/>
            <a:ext cx="8036114" cy="13080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877458" rtl="0" eaLnBrk="1" fontAlgn="auto" latinLnBrk="0" hangingPunct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pt-BR" sz="8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helvetica"/>
                <a:sym typeface="Arial"/>
              </a:rPr>
              <a:t>Data base: 30/09/2026</a:t>
            </a:r>
          </a:p>
        </p:txBody>
      </p:sp>
      <p:sp>
        <p:nvSpPr>
          <p:cNvPr id="51" name="numero-top3">
            <a:extLst>
              <a:ext uri="{FF2B5EF4-FFF2-40B4-BE49-F238E27FC236}">
                <a16:creationId xmlns:a16="http://schemas.microsoft.com/office/drawing/2014/main" id="{3E63CA84-0711-E9A4-FFF0-2AD43B5FBECC}"/>
              </a:ext>
            </a:extLst>
          </p:cNvPr>
          <p:cNvSpPr txBox="1"/>
          <p:nvPr/>
        </p:nvSpPr>
        <p:spPr>
          <a:xfrm>
            <a:off x="2334261" y="5327044"/>
            <a:ext cx="1980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8%</a:t>
            </a:r>
          </a:p>
        </p:txBody>
      </p:sp>
      <p:sp>
        <p:nvSpPr>
          <p:cNvPr id="52" name="numero-top2">
            <a:extLst>
              <a:ext uri="{FF2B5EF4-FFF2-40B4-BE49-F238E27FC236}">
                <a16:creationId xmlns:a16="http://schemas.microsoft.com/office/drawing/2014/main" id="{6DD654DA-EA66-B6F6-6872-AD4CDAC22F20}"/>
              </a:ext>
            </a:extLst>
          </p:cNvPr>
          <p:cNvSpPr txBox="1"/>
          <p:nvPr/>
        </p:nvSpPr>
        <p:spPr>
          <a:xfrm>
            <a:off x="2334261" y="4868586"/>
            <a:ext cx="1980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15%</a:t>
            </a:r>
          </a:p>
        </p:txBody>
      </p:sp>
      <p:sp>
        <p:nvSpPr>
          <p:cNvPr id="53" name="numero-top1">
            <a:extLst>
              <a:ext uri="{FF2B5EF4-FFF2-40B4-BE49-F238E27FC236}">
                <a16:creationId xmlns:a16="http://schemas.microsoft.com/office/drawing/2014/main" id="{3F83973F-507A-4BBC-E5F1-1D31510DD81A}"/>
              </a:ext>
            </a:extLst>
          </p:cNvPr>
          <p:cNvSpPr txBox="1"/>
          <p:nvPr/>
        </p:nvSpPr>
        <p:spPr>
          <a:xfrm>
            <a:off x="2334262" y="4412202"/>
            <a:ext cx="19807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31%</a:t>
            </a:r>
          </a:p>
        </p:txBody>
      </p:sp>
      <p:sp>
        <p:nvSpPr>
          <p:cNvPr id="54" name="nome-top3">
            <a:extLst>
              <a:ext uri="{FF2B5EF4-FFF2-40B4-BE49-F238E27FC236}">
                <a16:creationId xmlns:a16="http://schemas.microsoft.com/office/drawing/2014/main" id="{A03B2569-7124-34B1-212D-74B869AFC14C}"/>
              </a:ext>
            </a:extLst>
          </p:cNvPr>
          <p:cNvSpPr txBox="1"/>
          <p:nvPr/>
        </p:nvSpPr>
        <p:spPr>
          <a:xfrm>
            <a:off x="3009161" y="5220487"/>
            <a:ext cx="106445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energia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elétrica</a:t>
            </a:r>
          </a:p>
        </p:txBody>
      </p:sp>
      <p:sp>
        <p:nvSpPr>
          <p:cNvPr id="55" name="nome-top2">
            <a:extLst>
              <a:ext uri="{FF2B5EF4-FFF2-40B4-BE49-F238E27FC236}">
                <a16:creationId xmlns:a16="http://schemas.microsoft.com/office/drawing/2014/main" id="{BD5FA1BC-D59B-2001-F4FD-29549CD20EE9}"/>
              </a:ext>
            </a:extLst>
          </p:cNvPr>
          <p:cNvSpPr txBox="1"/>
          <p:nvPr/>
        </p:nvSpPr>
        <p:spPr>
          <a:xfrm>
            <a:off x="3009160" y="4852429"/>
            <a:ext cx="10644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FIDC</a:t>
            </a:r>
          </a:p>
        </p:txBody>
      </p:sp>
      <p:sp>
        <p:nvSpPr>
          <p:cNvPr id="56" name="nome-top1">
            <a:extLst>
              <a:ext uri="{FF2B5EF4-FFF2-40B4-BE49-F238E27FC236}">
                <a16:creationId xmlns:a16="http://schemas.microsoft.com/office/drawing/2014/main" id="{6ED17BD3-0B8A-E781-4E1A-234DC38CB335}"/>
              </a:ext>
            </a:extLst>
          </p:cNvPr>
          <p:cNvSpPr txBox="1"/>
          <p:nvPr/>
        </p:nvSpPr>
        <p:spPr>
          <a:xfrm>
            <a:off x="3009161" y="4401480"/>
            <a:ext cx="168455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financeiro</a:t>
            </a:r>
          </a:p>
        </p:txBody>
      </p:sp>
      <p:sp>
        <p:nvSpPr>
          <p:cNvPr id="57" name="nome-top1">
            <a:extLst>
              <a:ext uri="{FF2B5EF4-FFF2-40B4-BE49-F238E27FC236}">
                <a16:creationId xmlns:a16="http://schemas.microsoft.com/office/drawing/2014/main" id="{3445D456-1053-5478-D660-1D1DD9C51E8B}"/>
              </a:ext>
            </a:extLst>
          </p:cNvPr>
          <p:cNvSpPr txBox="1"/>
          <p:nvPr/>
        </p:nvSpPr>
        <p:spPr>
          <a:xfrm>
            <a:off x="2868126" y="4008008"/>
            <a:ext cx="76186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Top 3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1ABC48A1-ECC0-F069-0B5B-0F17E703B2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4078" y="381600"/>
            <a:ext cx="3241561" cy="339369"/>
          </a:xfrm>
          <a:prstGeom prst="rect">
            <a:avLst/>
          </a:prstGeom>
        </p:spPr>
      </p:pic>
      <p:sp>
        <p:nvSpPr>
          <p:cNvPr id="7" name="object 38">
            <a:extLst>
              <a:ext uri="{FF2B5EF4-FFF2-40B4-BE49-F238E27FC236}">
                <a16:creationId xmlns:a16="http://schemas.microsoft.com/office/drawing/2014/main" id="{F7546FC4-301C-782C-EFF3-A9727F57412F}"/>
              </a:ext>
            </a:extLst>
          </p:cNvPr>
          <p:cNvSpPr txBox="1">
            <a:spLocks/>
          </p:cNvSpPr>
          <p:nvPr/>
        </p:nvSpPr>
        <p:spPr>
          <a:xfrm>
            <a:off x="315195" y="1229564"/>
            <a:ext cx="7850404" cy="22555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RENTABILIDADE</a:t>
            </a:r>
          </a:p>
        </p:txBody>
      </p:sp>
    </p:spTree>
    <p:extLst>
      <p:ext uri="{BB962C8B-B14F-4D97-AF65-F5344CB8AC3E}">
        <p14:creationId xmlns:p14="http://schemas.microsoft.com/office/powerpoint/2010/main" val="14431472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4E602-86DB-B74E-6E0C-C6FFBF3C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0D570E83-50E4-9D47-1BD7-8025B7F43058}"/>
              </a:ext>
            </a:extLst>
          </p:cNvPr>
          <p:cNvSpPr/>
          <p:nvPr/>
        </p:nvSpPr>
        <p:spPr>
          <a:xfrm>
            <a:off x="315194" y="3583531"/>
            <a:ext cx="8325885" cy="245708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+mn-cs"/>
              <a:sym typeface="Arial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E1C6A72-2661-D2FA-C2EB-9398DDC821F2}"/>
              </a:ext>
            </a:extLst>
          </p:cNvPr>
          <p:cNvSpPr txBox="1"/>
          <p:nvPr/>
        </p:nvSpPr>
        <p:spPr>
          <a:xfrm>
            <a:off x="8832851" y="0"/>
            <a:ext cx="3359150" cy="6858000"/>
          </a:xfrm>
          <a:prstGeom prst="rect">
            <a:avLst/>
          </a:prstGeom>
          <a:blipFill dpi="0" rotWithShape="1">
            <a:blip r:embed="rId3" cstate="screen">
              <a:alphaModFix am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47942" r="-47942"/>
            </a:stretch>
          </a:blipFill>
          <a:ln>
            <a:noFill/>
          </a:ln>
          <a:effectLst/>
        </p:spPr>
        <p:txBody>
          <a:bodyPr vert="horz" wrap="square" lIns="0" tIns="5715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sp>
        <p:nvSpPr>
          <p:cNvPr id="34" name="object 38">
            <a:extLst>
              <a:ext uri="{FF2B5EF4-FFF2-40B4-BE49-F238E27FC236}">
                <a16:creationId xmlns:a16="http://schemas.microsoft.com/office/drawing/2014/main" id="{83A5B9A1-4FA9-6747-A943-9FEBCF00C96B}"/>
              </a:ext>
            </a:extLst>
          </p:cNvPr>
          <p:cNvSpPr txBox="1">
            <a:spLocks/>
          </p:cNvSpPr>
          <p:nvPr/>
        </p:nvSpPr>
        <p:spPr>
          <a:xfrm>
            <a:off x="315195" y="1229564"/>
            <a:ext cx="7850404" cy="22555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RENTABILIDADE</a:t>
            </a:r>
          </a:p>
        </p:txBody>
      </p:sp>
      <p:sp>
        <p:nvSpPr>
          <p:cNvPr id="128" name="object 38">
            <a:extLst>
              <a:ext uri="{FF2B5EF4-FFF2-40B4-BE49-F238E27FC236}">
                <a16:creationId xmlns:a16="http://schemas.microsoft.com/office/drawing/2014/main" id="{AACE4B9B-D541-A70E-F854-65A46FFBBF96}"/>
              </a:ext>
            </a:extLst>
          </p:cNvPr>
          <p:cNvSpPr txBox="1">
            <a:spLocks/>
          </p:cNvSpPr>
          <p:nvPr/>
        </p:nvSpPr>
        <p:spPr>
          <a:xfrm>
            <a:off x="501907" y="3421286"/>
            <a:ext cx="2299307" cy="117832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*Benchmark: IMA-B 5.</a:t>
            </a:r>
            <a:endParaRPr kumimoji="0" lang="pt-BR" sz="7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j-ea"/>
              <a:cs typeface="+mj-cs"/>
              <a:sym typeface="Arial"/>
            </a:endParaRPr>
          </a:p>
        </p:txBody>
      </p:sp>
      <p:sp>
        <p:nvSpPr>
          <p:cNvPr id="138" name="object 44">
            <a:extLst>
              <a:ext uri="{FF2B5EF4-FFF2-40B4-BE49-F238E27FC236}">
                <a16:creationId xmlns:a16="http://schemas.microsoft.com/office/drawing/2014/main" id="{A3719C3C-5B84-4872-DA51-A6DDB05EE9B6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5775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1D60167-4931-47E6-BA6A-407CBD079E47}" type="slidenum">
              <a:rPr kumimoji="0" lang="pt-BR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25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35" name="object 38">
            <a:extLst>
              <a:ext uri="{FF2B5EF4-FFF2-40B4-BE49-F238E27FC236}">
                <a16:creationId xmlns:a16="http://schemas.microsoft.com/office/drawing/2014/main" id="{E2C5190D-5569-EDFC-A76E-A0A0F1612139}"/>
              </a:ext>
            </a:extLst>
          </p:cNvPr>
          <p:cNvSpPr txBox="1">
            <a:spLocks/>
          </p:cNvSpPr>
          <p:nvPr/>
        </p:nvSpPr>
        <p:spPr>
          <a:xfrm>
            <a:off x="8997379" y="946423"/>
            <a:ext cx="2858447" cy="564108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Por que o TIVIO</a:t>
            </a:r>
            <a:b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9BB7C7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INFRA </a:t>
            </a: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PLUS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?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</p:txBody>
      </p:sp>
      <p:sp>
        <p:nvSpPr>
          <p:cNvPr id="36" name="object 38">
            <a:extLst>
              <a:ext uri="{FF2B5EF4-FFF2-40B4-BE49-F238E27FC236}">
                <a16:creationId xmlns:a16="http://schemas.microsoft.com/office/drawing/2014/main" id="{5047409F-DB96-1812-2874-A0129FE233CD}"/>
              </a:ext>
            </a:extLst>
          </p:cNvPr>
          <p:cNvSpPr txBox="1">
            <a:spLocks/>
          </p:cNvSpPr>
          <p:nvPr/>
        </p:nvSpPr>
        <p:spPr>
          <a:xfrm>
            <a:off x="8997378" y="1661994"/>
            <a:ext cx="2859660" cy="2010657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Fundo focado em debêntures incentivadas de infraestrutura, com benefício fiscal para pessoa física</a:t>
            </a: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Estratégia voltada para superar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ativos indexados à inflação</a:t>
            </a: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Carteira com emissores 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sólidos e setores essenciais</a:t>
            </a: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Gestão ativa, com ajustes de </a:t>
            </a:r>
            <a:r>
              <a:rPr kumimoji="0" lang="pt-BR" sz="1200" b="0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duration</a:t>
            </a:r>
            <a:r>
              <a:rPr kumimoji="0" lang="pt-BR" sz="12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 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e seleção criteriosa de ativos para otimizar risco e retorno</a:t>
            </a:r>
          </a:p>
        </p:txBody>
      </p:sp>
      <p:sp>
        <p:nvSpPr>
          <p:cNvPr id="193" name="CaixaDeTexto 4">
            <a:extLst>
              <a:ext uri="{FF2B5EF4-FFF2-40B4-BE49-F238E27FC236}">
                <a16:creationId xmlns:a16="http://schemas.microsoft.com/office/drawing/2014/main" id="{A0386E5A-D49B-83D9-73AD-D2DE204F4286}"/>
              </a:ext>
            </a:extLst>
          </p:cNvPr>
          <p:cNvSpPr txBox="1"/>
          <p:nvPr/>
        </p:nvSpPr>
        <p:spPr>
          <a:xfrm>
            <a:off x="6810997" y="374109"/>
            <a:ext cx="1830082" cy="3468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32.485.590/0001-86</a:t>
            </a:r>
          </a:p>
        </p:txBody>
      </p:sp>
      <p:sp>
        <p:nvSpPr>
          <p:cNvPr id="20" name="object 38">
            <a:extLst>
              <a:ext uri="{FF2B5EF4-FFF2-40B4-BE49-F238E27FC236}">
                <a16:creationId xmlns:a16="http://schemas.microsoft.com/office/drawing/2014/main" id="{38FE7B02-BFC2-2360-BB25-87EDAE7CBCB4}"/>
              </a:ext>
            </a:extLst>
          </p:cNvPr>
          <p:cNvSpPr txBox="1">
            <a:spLocks/>
          </p:cNvSpPr>
          <p:nvPr/>
        </p:nvSpPr>
        <p:spPr>
          <a:xfrm>
            <a:off x="8997379" y="3740516"/>
            <a:ext cx="2858447" cy="22555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CARACTERÍSTICAS GERAIS</a:t>
            </a:r>
          </a:p>
        </p:txBody>
      </p:sp>
      <p:sp>
        <p:nvSpPr>
          <p:cNvPr id="23" name="object 38">
            <a:extLst>
              <a:ext uri="{FF2B5EF4-FFF2-40B4-BE49-F238E27FC236}">
                <a16:creationId xmlns:a16="http://schemas.microsoft.com/office/drawing/2014/main" id="{D854E8C9-0082-166C-A43A-DF10631FC054}"/>
              </a:ext>
            </a:extLst>
          </p:cNvPr>
          <p:cNvSpPr txBox="1">
            <a:spLocks/>
          </p:cNvSpPr>
          <p:nvPr/>
        </p:nvSpPr>
        <p:spPr>
          <a:xfrm>
            <a:off x="8997377" y="4081329"/>
            <a:ext cx="2859661" cy="1448965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Aplicação Mínima Inicial: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R$ 1.000,00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Movimentação Mínima: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R$ 1.000,00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Aplicação: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Cotização do resgate: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D+31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Pagamento do resgate após solicitação: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D+31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de administração: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0,75% a.a.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de performance: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-</a:t>
            </a:r>
            <a:endParaRPr kumimoji="0" lang="pt-BR" sz="8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j-ea"/>
              <a:cs typeface="+mj-cs"/>
              <a:sym typeface="Arial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8F71F7C-3D12-DEE5-3FC7-ED7AE2A1BBEB}"/>
              </a:ext>
            </a:extLst>
          </p:cNvPr>
          <p:cNvGrpSpPr/>
          <p:nvPr/>
        </p:nvGrpSpPr>
        <p:grpSpPr>
          <a:xfrm>
            <a:off x="8997377" y="5692483"/>
            <a:ext cx="2894585" cy="505117"/>
            <a:chOff x="8997377" y="5916938"/>
            <a:chExt cx="2894585" cy="505117"/>
          </a:xfrm>
        </p:grpSpPr>
        <p:sp>
          <p:nvSpPr>
            <p:cNvPr id="28" name="object 38">
              <a:extLst>
                <a:ext uri="{FF2B5EF4-FFF2-40B4-BE49-F238E27FC236}">
                  <a16:creationId xmlns:a16="http://schemas.microsoft.com/office/drawing/2014/main" id="{0EA3CEC2-40F9-EC91-63A1-567AAD0B9697}"/>
                </a:ext>
              </a:extLst>
            </p:cNvPr>
            <p:cNvSpPr txBox="1">
              <a:spLocks/>
            </p:cNvSpPr>
            <p:nvPr/>
          </p:nvSpPr>
          <p:spPr>
            <a:xfrm>
              <a:off x="8997377" y="5916938"/>
              <a:ext cx="2858448" cy="505117"/>
            </a:xfrm>
            <a:prstGeom prst="rect">
              <a:avLst/>
            </a:prstGeom>
          </p:spPr>
          <p:txBody>
            <a:bodyPr vert="horz" wrap="square" lIns="0" tIns="10012" rIns="0" bIns="0" rtlCol="0" anchor="t">
              <a:sp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Público-alvo: Investidores em geral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PL: R$ </a:t>
              </a:r>
              <a:r>
                <a:rPr lang="pt-BR" sz="850" kern="0">
                  <a:solidFill>
                    <a:srgbClr val="FFFFFF"/>
                  </a:solidFill>
                  <a:latin typeface="Versos Light" panose="020B0403020204030204" pitchFamily="34" charset="0"/>
                  <a:sym typeface="Arial"/>
                </a:rPr>
                <a:t>37 </a:t>
              </a: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milhões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Gestor: Tivio Capital</a:t>
              </a:r>
            </a:p>
          </p:txBody>
        </p:sp>
        <p:sp>
          <p:nvSpPr>
            <p:cNvPr id="41" name="object 38">
              <a:extLst>
                <a:ext uri="{FF2B5EF4-FFF2-40B4-BE49-F238E27FC236}">
                  <a16:creationId xmlns:a16="http://schemas.microsoft.com/office/drawing/2014/main" id="{74AA53B9-330B-7CC6-CF66-4D3AADB08EFA}"/>
                </a:ext>
              </a:extLst>
            </p:cNvPr>
            <p:cNvSpPr txBox="1">
              <a:spLocks/>
            </p:cNvSpPr>
            <p:nvPr/>
          </p:nvSpPr>
          <p:spPr>
            <a:xfrm>
              <a:off x="10115110" y="6099039"/>
              <a:ext cx="1776852" cy="323016"/>
            </a:xfrm>
            <a:prstGeom prst="rect">
              <a:avLst/>
            </a:prstGeom>
          </p:spPr>
          <p:txBody>
            <a:bodyPr vert="horz" wrap="square" lIns="0" tIns="10012" rIns="0" bIns="0" rtlCol="0" anchor="t">
              <a:sp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PL médio (12 meses): 46 milhões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Data de início: 15/07/2019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D7D43C9-DC28-8925-D6C1-9B91AF9F893A}"/>
              </a:ext>
            </a:extLst>
          </p:cNvPr>
          <p:cNvGrpSpPr/>
          <p:nvPr/>
        </p:nvGrpSpPr>
        <p:grpSpPr>
          <a:xfrm>
            <a:off x="501907" y="1607129"/>
            <a:ext cx="8139172" cy="1771260"/>
            <a:chOff x="334962" y="1234439"/>
            <a:chExt cx="6801507" cy="207568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1142E70-FB43-9CAA-E8FD-663295FF18E3}"/>
                </a:ext>
              </a:extLst>
            </p:cNvPr>
            <p:cNvSpPr/>
            <p:nvPr/>
          </p:nvSpPr>
          <p:spPr>
            <a:xfrm>
              <a:off x="334962" y="1234440"/>
              <a:ext cx="3342566" cy="2075688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12M</a:t>
              </a:r>
              <a:b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4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9,10%</a:t>
              </a:r>
              <a:br>
                <a:rPr kumimoji="0" lang="pt-BR" sz="6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</a:b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*Alfa: -5,70%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66F67D57-24E2-C667-5308-E2AB7782B1CB}"/>
                </a:ext>
              </a:extLst>
            </p:cNvPr>
            <p:cNvGrpSpPr/>
            <p:nvPr/>
          </p:nvGrpSpPr>
          <p:grpSpPr>
            <a:xfrm>
              <a:off x="3793903" y="1234439"/>
              <a:ext cx="3342566" cy="2075687"/>
              <a:chOff x="3793903" y="1234440"/>
              <a:chExt cx="3342566" cy="1746881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82C59CF-C08C-BEC5-C455-D1FCCCAEB18A}"/>
                  </a:ext>
                </a:extLst>
              </p:cNvPr>
              <p:cNvSpPr/>
              <p:nvPr/>
            </p:nvSpPr>
            <p:spPr>
              <a:xfrm>
                <a:off x="3793903" y="1234440"/>
                <a:ext cx="3342566" cy="795528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ANO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</a:b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7,05</a:t>
                </a:r>
                <a:r>
                  <a:rPr kumimoji="0" lang="pt-BR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%</a:t>
                </a:r>
                <a:br>
                  <a:rPr kumimoji="0" lang="pt-BR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</a:b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*Alfa: -3,20%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5C129A2-CCAF-5352-8ECC-52CAB0D5314F}"/>
                  </a:ext>
                </a:extLst>
              </p:cNvPr>
              <p:cNvSpPr/>
              <p:nvPr/>
            </p:nvSpPr>
            <p:spPr>
              <a:xfrm>
                <a:off x="3793903" y="2185793"/>
                <a:ext cx="3342566" cy="795528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MÊS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</a:b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1,01% </a:t>
                </a:r>
                <a:b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</a:b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*Alfa: -</a:t>
                </a:r>
                <a:r>
                  <a:rPr lang="pt-BR" sz="1200" kern="0">
                    <a:solidFill>
                      <a:srgbClr val="FFFFFF"/>
                    </a:solidFill>
                    <a:latin typeface="Versos"/>
                    <a:sym typeface="Arial"/>
                  </a:rPr>
                  <a:t>1,00</a:t>
                </a: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’%</a:t>
                </a:r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5373CA6-D10E-9FF0-7044-004EF52D465B}"/>
              </a:ext>
            </a:extLst>
          </p:cNvPr>
          <p:cNvGrpSpPr/>
          <p:nvPr/>
        </p:nvGrpSpPr>
        <p:grpSpPr>
          <a:xfrm>
            <a:off x="501907" y="3758040"/>
            <a:ext cx="8004784" cy="2063018"/>
            <a:chOff x="501907" y="4124515"/>
            <a:chExt cx="7376712" cy="186950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A476F26-76CA-A10B-2BC1-483C8A9E9EE3}"/>
                </a:ext>
              </a:extLst>
            </p:cNvPr>
            <p:cNvSpPr/>
            <p:nvPr/>
          </p:nvSpPr>
          <p:spPr>
            <a:xfrm>
              <a:off x="501907" y="4131491"/>
              <a:ext cx="3386602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  <a:sym typeface="Arial"/>
                </a:rPr>
                <a:t>Alocação de crédito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12320B3-8BC3-6DAE-5DF1-F04BFEA97EE0}"/>
                </a:ext>
              </a:extLst>
            </p:cNvPr>
            <p:cNvSpPr/>
            <p:nvPr/>
          </p:nvSpPr>
          <p:spPr>
            <a:xfrm>
              <a:off x="4055453" y="4124515"/>
              <a:ext cx="1828111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+mn-cs"/>
                  <a:sym typeface="Arial"/>
                </a:rPr>
                <a:t>Carrego bruto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IPCA+       </a:t>
              </a:r>
              <a:r>
                <a:rPr kumimoji="0" lang="pt-BR" sz="4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8,11</a:t>
              </a:r>
              <a:r>
                <a:rPr kumimoji="0" lang="pt-BR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%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a.a.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37A6200-0D95-B246-B216-8538241F45D5}"/>
                </a:ext>
              </a:extLst>
            </p:cNvPr>
            <p:cNvSpPr/>
            <p:nvPr/>
          </p:nvSpPr>
          <p:spPr>
            <a:xfrm>
              <a:off x="6050508" y="4124515"/>
              <a:ext cx="1828111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  <a:sym typeface="Arial"/>
                </a:rPr>
                <a:t>Duration</a:t>
              </a: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4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3,99 </a:t>
              </a:r>
              <a:br>
                <a:rPr kumimoji="0" lang="pt-BR" sz="4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</a:b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anos</a:t>
              </a:r>
            </a:p>
          </p:txBody>
        </p:sp>
      </p:grpSp>
      <p:sp>
        <p:nvSpPr>
          <p:cNvPr id="3" name="database">
            <a:extLst>
              <a:ext uri="{FF2B5EF4-FFF2-40B4-BE49-F238E27FC236}">
                <a16:creationId xmlns:a16="http://schemas.microsoft.com/office/drawing/2014/main" id="{1F0BCBED-1531-E49C-1078-E19233309211}"/>
              </a:ext>
            </a:extLst>
          </p:cNvPr>
          <p:cNvSpPr txBox="1"/>
          <p:nvPr/>
        </p:nvSpPr>
        <p:spPr>
          <a:xfrm>
            <a:off x="593653" y="6173912"/>
            <a:ext cx="8036114" cy="13080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877458" rtl="0" eaLnBrk="1" fontAlgn="auto" latinLnBrk="0" hangingPunct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pt-BR" sz="8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helvetica"/>
                <a:sym typeface="Arial"/>
              </a:rPr>
              <a:t>Data base: 30/09/2026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68F239E-A47C-8D52-075B-FF69DBF270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610" y="407989"/>
            <a:ext cx="2381413" cy="265242"/>
          </a:xfrm>
          <a:prstGeom prst="rect">
            <a:avLst/>
          </a:prstGeom>
        </p:spPr>
      </p:pic>
      <p:sp>
        <p:nvSpPr>
          <p:cNvPr id="7" name="object 38">
            <a:extLst>
              <a:ext uri="{FF2B5EF4-FFF2-40B4-BE49-F238E27FC236}">
                <a16:creationId xmlns:a16="http://schemas.microsoft.com/office/drawing/2014/main" id="{FB961272-268E-F3F6-6D32-F2C92129212E}"/>
              </a:ext>
            </a:extLst>
          </p:cNvPr>
          <p:cNvSpPr txBox="1">
            <a:spLocks/>
          </p:cNvSpPr>
          <p:nvPr/>
        </p:nvSpPr>
        <p:spPr>
          <a:xfrm>
            <a:off x="656287" y="4612357"/>
            <a:ext cx="1588149" cy="748774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ctr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4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97</a:t>
            </a: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%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783D68E-DDFE-2EF3-34C9-D97E1D696692}"/>
              </a:ext>
            </a:extLst>
          </p:cNvPr>
          <p:cNvCxnSpPr/>
          <p:nvPr/>
        </p:nvCxnSpPr>
        <p:spPr>
          <a:xfrm>
            <a:off x="2244436" y="4453414"/>
            <a:ext cx="0" cy="1114594"/>
          </a:xfrm>
          <a:prstGeom prst="line">
            <a:avLst/>
          </a:prstGeom>
          <a:ln>
            <a:gradFill>
              <a:gsLst>
                <a:gs pos="50000">
                  <a:schemeClr val="bg2">
                    <a:lumMod val="90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numero-top3">
            <a:extLst>
              <a:ext uri="{FF2B5EF4-FFF2-40B4-BE49-F238E27FC236}">
                <a16:creationId xmlns:a16="http://schemas.microsoft.com/office/drawing/2014/main" id="{F7649185-46A3-10D1-EADD-AD12DB7BBFBE}"/>
              </a:ext>
            </a:extLst>
          </p:cNvPr>
          <p:cNvSpPr txBox="1"/>
          <p:nvPr/>
        </p:nvSpPr>
        <p:spPr>
          <a:xfrm>
            <a:off x="2334262" y="5253179"/>
            <a:ext cx="746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8%</a:t>
            </a:r>
          </a:p>
        </p:txBody>
      </p:sp>
      <p:sp>
        <p:nvSpPr>
          <p:cNvPr id="10" name="numero-top2">
            <a:extLst>
              <a:ext uri="{FF2B5EF4-FFF2-40B4-BE49-F238E27FC236}">
                <a16:creationId xmlns:a16="http://schemas.microsoft.com/office/drawing/2014/main" id="{E78973C0-4FA4-7B21-B813-120B048C9F45}"/>
              </a:ext>
            </a:extLst>
          </p:cNvPr>
          <p:cNvSpPr txBox="1"/>
          <p:nvPr/>
        </p:nvSpPr>
        <p:spPr>
          <a:xfrm>
            <a:off x="2334262" y="4794721"/>
            <a:ext cx="746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14%</a:t>
            </a:r>
          </a:p>
        </p:txBody>
      </p:sp>
      <p:sp>
        <p:nvSpPr>
          <p:cNvPr id="11" name="numero-top1">
            <a:extLst>
              <a:ext uri="{FF2B5EF4-FFF2-40B4-BE49-F238E27FC236}">
                <a16:creationId xmlns:a16="http://schemas.microsoft.com/office/drawing/2014/main" id="{FCD52ADC-09F4-6B88-233F-4A01A5FEA0D5}"/>
              </a:ext>
            </a:extLst>
          </p:cNvPr>
          <p:cNvSpPr txBox="1"/>
          <p:nvPr/>
        </p:nvSpPr>
        <p:spPr>
          <a:xfrm>
            <a:off x="2334263" y="4338337"/>
            <a:ext cx="746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53%</a:t>
            </a:r>
          </a:p>
        </p:txBody>
      </p:sp>
      <p:sp>
        <p:nvSpPr>
          <p:cNvPr id="12" name="nome-top3">
            <a:extLst>
              <a:ext uri="{FF2B5EF4-FFF2-40B4-BE49-F238E27FC236}">
                <a16:creationId xmlns:a16="http://schemas.microsoft.com/office/drawing/2014/main" id="{B4C23B86-FF5D-0655-BDBE-F10E9557764C}"/>
              </a:ext>
            </a:extLst>
          </p:cNvPr>
          <p:cNvSpPr txBox="1"/>
          <p:nvPr/>
        </p:nvSpPr>
        <p:spPr>
          <a:xfrm>
            <a:off x="3009161" y="5308286"/>
            <a:ext cx="10644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saneamento</a:t>
            </a:r>
          </a:p>
        </p:txBody>
      </p:sp>
      <p:sp>
        <p:nvSpPr>
          <p:cNvPr id="13" name="nome-top2">
            <a:extLst>
              <a:ext uri="{FF2B5EF4-FFF2-40B4-BE49-F238E27FC236}">
                <a16:creationId xmlns:a16="http://schemas.microsoft.com/office/drawing/2014/main" id="{94690646-05F7-D958-66BF-C8FEE0255141}"/>
              </a:ext>
            </a:extLst>
          </p:cNvPr>
          <p:cNvSpPr txBox="1"/>
          <p:nvPr/>
        </p:nvSpPr>
        <p:spPr>
          <a:xfrm>
            <a:off x="3009160" y="4852429"/>
            <a:ext cx="10644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transporte </a:t>
            </a:r>
            <a:b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</a:b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e l</a:t>
            </a:r>
            <a:r>
              <a:rPr kumimoji="0" lang="pt-BR" sz="105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ogística</a:t>
            </a:r>
            <a:endParaRPr kumimoji="0" lang="pt-BR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4" name="nome-top1">
            <a:extLst>
              <a:ext uri="{FF2B5EF4-FFF2-40B4-BE49-F238E27FC236}">
                <a16:creationId xmlns:a16="http://schemas.microsoft.com/office/drawing/2014/main" id="{C1FE6C80-6DBA-944A-D0A4-489855F54678}"/>
              </a:ext>
            </a:extLst>
          </p:cNvPr>
          <p:cNvSpPr txBox="1"/>
          <p:nvPr/>
        </p:nvSpPr>
        <p:spPr>
          <a:xfrm>
            <a:off x="3009162" y="4401480"/>
            <a:ext cx="10644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energia elétrica</a:t>
            </a:r>
          </a:p>
        </p:txBody>
      </p:sp>
    </p:spTree>
    <p:extLst>
      <p:ext uri="{BB962C8B-B14F-4D97-AF65-F5344CB8AC3E}">
        <p14:creationId xmlns:p14="http://schemas.microsoft.com/office/powerpoint/2010/main" val="2090996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99FFC-AE6E-A29A-1898-C39F96978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64B41D39-A7F8-4177-AA89-55ED6EEA3069}"/>
              </a:ext>
            </a:extLst>
          </p:cNvPr>
          <p:cNvSpPr/>
          <p:nvPr/>
        </p:nvSpPr>
        <p:spPr>
          <a:xfrm>
            <a:off x="315194" y="3583531"/>
            <a:ext cx="8325885" cy="2457084"/>
          </a:xfrm>
          <a:prstGeom prst="rect">
            <a:avLst/>
          </a:prstGeom>
          <a:solidFill>
            <a:schemeClr val="bg2">
              <a:lumMod val="1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+mn-cs"/>
              <a:sym typeface="Arial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141E622-073D-0669-65C6-F262CD288A8E}"/>
              </a:ext>
            </a:extLst>
          </p:cNvPr>
          <p:cNvSpPr txBox="1"/>
          <p:nvPr/>
        </p:nvSpPr>
        <p:spPr>
          <a:xfrm>
            <a:off x="8832851" y="0"/>
            <a:ext cx="3359150" cy="6858000"/>
          </a:xfrm>
          <a:prstGeom prst="rect">
            <a:avLst/>
          </a:prstGeom>
          <a:blipFill dpi="0" rotWithShape="1">
            <a:blip r:embed="rId3" cstate="screen">
              <a:alphaModFix am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47942" r="-47942"/>
            </a:stretch>
          </a:blipFill>
          <a:ln>
            <a:noFill/>
          </a:ln>
          <a:effectLst/>
        </p:spPr>
        <p:txBody>
          <a:bodyPr vert="horz" wrap="square" lIns="0" tIns="5715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1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sp>
        <p:nvSpPr>
          <p:cNvPr id="34" name="object 38">
            <a:extLst>
              <a:ext uri="{FF2B5EF4-FFF2-40B4-BE49-F238E27FC236}">
                <a16:creationId xmlns:a16="http://schemas.microsoft.com/office/drawing/2014/main" id="{A4D49EC9-A05C-52FD-5391-D3086C3D2BEB}"/>
              </a:ext>
            </a:extLst>
          </p:cNvPr>
          <p:cNvSpPr txBox="1">
            <a:spLocks/>
          </p:cNvSpPr>
          <p:nvPr/>
        </p:nvSpPr>
        <p:spPr>
          <a:xfrm>
            <a:off x="315195" y="1229564"/>
            <a:ext cx="7850404" cy="22555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RENTABILIDADE</a:t>
            </a:r>
          </a:p>
        </p:txBody>
      </p:sp>
      <p:sp>
        <p:nvSpPr>
          <p:cNvPr id="128" name="object 38">
            <a:extLst>
              <a:ext uri="{FF2B5EF4-FFF2-40B4-BE49-F238E27FC236}">
                <a16:creationId xmlns:a16="http://schemas.microsoft.com/office/drawing/2014/main" id="{18D40AF1-9FA0-DCA7-9918-98169253C035}"/>
              </a:ext>
            </a:extLst>
          </p:cNvPr>
          <p:cNvSpPr txBox="1">
            <a:spLocks/>
          </p:cNvSpPr>
          <p:nvPr/>
        </p:nvSpPr>
        <p:spPr>
          <a:xfrm>
            <a:off x="501907" y="3421286"/>
            <a:ext cx="2299307" cy="117832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de-DE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*Benchmark: IMA-B 5.</a:t>
            </a:r>
            <a:endParaRPr kumimoji="0" lang="pt-BR" sz="7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j-ea"/>
              <a:cs typeface="+mj-cs"/>
              <a:sym typeface="Arial"/>
            </a:endParaRPr>
          </a:p>
        </p:txBody>
      </p:sp>
      <p:sp>
        <p:nvSpPr>
          <p:cNvPr id="138" name="object 44">
            <a:extLst>
              <a:ext uri="{FF2B5EF4-FFF2-40B4-BE49-F238E27FC236}">
                <a16:creationId xmlns:a16="http://schemas.microsoft.com/office/drawing/2014/main" id="{0BA3330D-10DA-3D2D-2203-C221260BCA30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/>
        <p:txBody>
          <a:bodyPr vert="horz" wrap="square" lIns="0" tIns="5775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1D60167-4931-47E6-BA6A-407CBD079E47}" type="slidenum">
              <a:rPr kumimoji="0" lang="pt-BR" sz="11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26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sp>
        <p:nvSpPr>
          <p:cNvPr id="35" name="object 38">
            <a:extLst>
              <a:ext uri="{FF2B5EF4-FFF2-40B4-BE49-F238E27FC236}">
                <a16:creationId xmlns:a16="http://schemas.microsoft.com/office/drawing/2014/main" id="{7ACE6BDC-BC9F-053C-7952-26E297FB6E49}"/>
              </a:ext>
            </a:extLst>
          </p:cNvPr>
          <p:cNvSpPr txBox="1">
            <a:spLocks/>
          </p:cNvSpPr>
          <p:nvPr/>
        </p:nvSpPr>
        <p:spPr>
          <a:xfrm>
            <a:off x="8997379" y="946423"/>
            <a:ext cx="2858447" cy="564108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Por que o TIVIO</a:t>
            </a:r>
            <a:b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9BB7C7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INFRA </a:t>
            </a: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PLUS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?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</p:txBody>
      </p:sp>
      <p:sp>
        <p:nvSpPr>
          <p:cNvPr id="36" name="object 38">
            <a:extLst>
              <a:ext uri="{FF2B5EF4-FFF2-40B4-BE49-F238E27FC236}">
                <a16:creationId xmlns:a16="http://schemas.microsoft.com/office/drawing/2014/main" id="{84401456-756E-C084-FDA1-609FC78BA86E}"/>
              </a:ext>
            </a:extLst>
          </p:cNvPr>
          <p:cNvSpPr txBox="1">
            <a:spLocks/>
          </p:cNvSpPr>
          <p:nvPr/>
        </p:nvSpPr>
        <p:spPr>
          <a:xfrm>
            <a:off x="8997378" y="1661994"/>
            <a:ext cx="2859660" cy="2010657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Fundo focado em debêntures incentivadas de infraestrutura, com benefício fiscal para pessoa física</a:t>
            </a: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Estratégia voltada para superar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ativos indexados à inflação</a:t>
            </a: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Carteira com emissores 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</a:b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sólidos e setores essenciais</a:t>
            </a:r>
          </a:p>
          <a:p>
            <a:pPr marL="143510" marR="0" lvl="0" indent="-14351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Tx/>
              <a:buFont typeface="Wingdings,Sans-Serif" panose="05000000000000000000" pitchFamily="2" charset="2"/>
              <a:buChar char="§"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Gestão ativa, com ajustes de </a:t>
            </a:r>
            <a:r>
              <a:rPr kumimoji="0" lang="pt-BR" sz="1200" b="0" i="1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duration</a:t>
            </a:r>
            <a:r>
              <a:rPr kumimoji="0" lang="pt-BR" sz="12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 </a:t>
            </a: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e seleção criteriosa de ativos para otimizar risco e retorno</a:t>
            </a:r>
          </a:p>
        </p:txBody>
      </p:sp>
      <p:sp>
        <p:nvSpPr>
          <p:cNvPr id="193" name="CaixaDeTexto 4">
            <a:extLst>
              <a:ext uri="{FF2B5EF4-FFF2-40B4-BE49-F238E27FC236}">
                <a16:creationId xmlns:a16="http://schemas.microsoft.com/office/drawing/2014/main" id="{E54477F8-12F7-628E-19CF-7BDEBEBBCB10}"/>
              </a:ext>
            </a:extLst>
          </p:cNvPr>
          <p:cNvSpPr txBox="1"/>
          <p:nvPr/>
        </p:nvSpPr>
        <p:spPr>
          <a:xfrm>
            <a:off x="6810997" y="374109"/>
            <a:ext cx="1830082" cy="3468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32.485.590/0001-86</a:t>
            </a:r>
          </a:p>
        </p:txBody>
      </p:sp>
      <p:sp>
        <p:nvSpPr>
          <p:cNvPr id="20" name="object 38">
            <a:extLst>
              <a:ext uri="{FF2B5EF4-FFF2-40B4-BE49-F238E27FC236}">
                <a16:creationId xmlns:a16="http://schemas.microsoft.com/office/drawing/2014/main" id="{CBDF53FC-2EE3-F351-1E02-78E29FFCF609}"/>
              </a:ext>
            </a:extLst>
          </p:cNvPr>
          <p:cNvSpPr txBox="1">
            <a:spLocks/>
          </p:cNvSpPr>
          <p:nvPr/>
        </p:nvSpPr>
        <p:spPr>
          <a:xfrm>
            <a:off x="8997379" y="3740516"/>
            <a:ext cx="2858447" cy="22555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CARACTERÍSTICAS GERAIS</a:t>
            </a:r>
          </a:p>
        </p:txBody>
      </p:sp>
      <p:sp>
        <p:nvSpPr>
          <p:cNvPr id="23" name="object 38">
            <a:extLst>
              <a:ext uri="{FF2B5EF4-FFF2-40B4-BE49-F238E27FC236}">
                <a16:creationId xmlns:a16="http://schemas.microsoft.com/office/drawing/2014/main" id="{C190DCD3-4FD1-6C19-A25A-2E7B63EFFE26}"/>
              </a:ext>
            </a:extLst>
          </p:cNvPr>
          <p:cNvSpPr txBox="1">
            <a:spLocks/>
          </p:cNvSpPr>
          <p:nvPr/>
        </p:nvSpPr>
        <p:spPr>
          <a:xfrm>
            <a:off x="8997377" y="4081329"/>
            <a:ext cx="2859661" cy="1448965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Aplicação Mínima Inicial: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R$ 1.000,00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Movimentação Mínima: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R$ 1.000,00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Aplicação: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Cotização do resgate: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D+31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Pagamento do resgate após solicitação: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D+31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de administração: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0,75% a.a.</a:t>
            </a:r>
            <a:endParaRPr kumimoji="0" lang="pt-BR" sz="105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Taxa de performance: </a:t>
            </a:r>
            <a:r>
              <a:rPr kumimoji="0" lang="pt-BR" sz="105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-</a:t>
            </a:r>
            <a:endParaRPr kumimoji="0" lang="pt-BR" sz="8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j-ea"/>
              <a:cs typeface="+mj-cs"/>
              <a:sym typeface="Arial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95B61A2-558D-3448-A20D-565CFC038CC4}"/>
              </a:ext>
            </a:extLst>
          </p:cNvPr>
          <p:cNvGrpSpPr/>
          <p:nvPr/>
        </p:nvGrpSpPr>
        <p:grpSpPr>
          <a:xfrm>
            <a:off x="8997377" y="5692483"/>
            <a:ext cx="2894585" cy="505117"/>
            <a:chOff x="8997377" y="5916938"/>
            <a:chExt cx="2894585" cy="505117"/>
          </a:xfrm>
        </p:grpSpPr>
        <p:sp>
          <p:nvSpPr>
            <p:cNvPr id="28" name="object 38">
              <a:extLst>
                <a:ext uri="{FF2B5EF4-FFF2-40B4-BE49-F238E27FC236}">
                  <a16:creationId xmlns:a16="http://schemas.microsoft.com/office/drawing/2014/main" id="{939CF00D-0BCC-BDF4-8063-749BED03A0E1}"/>
                </a:ext>
              </a:extLst>
            </p:cNvPr>
            <p:cNvSpPr txBox="1">
              <a:spLocks/>
            </p:cNvSpPr>
            <p:nvPr/>
          </p:nvSpPr>
          <p:spPr>
            <a:xfrm>
              <a:off x="8997377" y="5916938"/>
              <a:ext cx="2858448" cy="505117"/>
            </a:xfrm>
            <a:prstGeom prst="rect">
              <a:avLst/>
            </a:prstGeom>
          </p:spPr>
          <p:txBody>
            <a:bodyPr vert="horz" wrap="square" lIns="0" tIns="10012" rIns="0" bIns="0" rtlCol="0" anchor="t">
              <a:sp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Público-alvo: Investidores em geral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PL: R$ 44 milhões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Gestor: Tivio Capital</a:t>
              </a:r>
            </a:p>
          </p:txBody>
        </p:sp>
        <p:sp>
          <p:nvSpPr>
            <p:cNvPr id="41" name="object 38">
              <a:extLst>
                <a:ext uri="{FF2B5EF4-FFF2-40B4-BE49-F238E27FC236}">
                  <a16:creationId xmlns:a16="http://schemas.microsoft.com/office/drawing/2014/main" id="{ECD2E753-9633-1A5C-BEAD-A304D99CF5CE}"/>
                </a:ext>
              </a:extLst>
            </p:cNvPr>
            <p:cNvSpPr txBox="1">
              <a:spLocks/>
            </p:cNvSpPr>
            <p:nvPr/>
          </p:nvSpPr>
          <p:spPr>
            <a:xfrm>
              <a:off x="10115110" y="6099039"/>
              <a:ext cx="1776852" cy="323016"/>
            </a:xfrm>
            <a:prstGeom prst="rect">
              <a:avLst/>
            </a:prstGeom>
          </p:spPr>
          <p:txBody>
            <a:bodyPr vert="horz" wrap="square" lIns="0" tIns="10012" rIns="0" bIns="0" rtlCol="0" anchor="t">
              <a:sp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PL médio (12 meses): 37 milhões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8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Data de início: 15/07/2019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C6AEC57-F96B-57B4-19ED-526500B4C3DA}"/>
              </a:ext>
            </a:extLst>
          </p:cNvPr>
          <p:cNvGrpSpPr/>
          <p:nvPr/>
        </p:nvGrpSpPr>
        <p:grpSpPr>
          <a:xfrm>
            <a:off x="501907" y="1607129"/>
            <a:ext cx="8139172" cy="1771260"/>
            <a:chOff x="334962" y="1234439"/>
            <a:chExt cx="6801507" cy="2075689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7F18FDC-572E-E045-ED1A-6411FCB0926B}"/>
                </a:ext>
              </a:extLst>
            </p:cNvPr>
            <p:cNvSpPr/>
            <p:nvPr/>
          </p:nvSpPr>
          <p:spPr>
            <a:xfrm>
              <a:off x="334962" y="1234440"/>
              <a:ext cx="3342566" cy="2075688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12M</a:t>
              </a:r>
              <a:br>
                <a:rPr kumimoji="0" lang="pt-BR" sz="3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4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11,94%</a:t>
              </a:r>
              <a:br>
                <a:rPr kumimoji="0" lang="pt-BR" sz="6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</a:br>
              <a:r>
                <a:rPr kumimoji="0" lang="pt-BR" sz="2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*Alfa: -1,66%</a:t>
              </a:r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344E275-0175-D5BB-FF35-BD2CB46EA731}"/>
                </a:ext>
              </a:extLst>
            </p:cNvPr>
            <p:cNvGrpSpPr/>
            <p:nvPr/>
          </p:nvGrpSpPr>
          <p:grpSpPr>
            <a:xfrm>
              <a:off x="3793903" y="1234439"/>
              <a:ext cx="3342566" cy="2075687"/>
              <a:chOff x="3793903" y="1234440"/>
              <a:chExt cx="3342566" cy="1746881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91AE10C-83BF-DBA1-2A3A-C20AC716E8CF}"/>
                  </a:ext>
                </a:extLst>
              </p:cNvPr>
              <p:cNvSpPr/>
              <p:nvPr/>
            </p:nvSpPr>
            <p:spPr>
              <a:xfrm>
                <a:off x="3793903" y="1234440"/>
                <a:ext cx="3342566" cy="795528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ANO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</a:b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8,64</a:t>
                </a:r>
                <a:r>
                  <a:rPr kumimoji="0" lang="pt-BR" sz="20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%</a:t>
                </a:r>
                <a:br>
                  <a:rPr kumimoji="0" lang="pt-BR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</a:b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*Alfa: -1,87%</a:t>
                </a:r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17F0D3FA-9650-ED68-D663-58AF5C6C41B7}"/>
                  </a:ext>
                </a:extLst>
              </p:cNvPr>
              <p:cNvSpPr/>
              <p:nvPr/>
            </p:nvSpPr>
            <p:spPr>
              <a:xfrm>
                <a:off x="3793903" y="2185793"/>
                <a:ext cx="3342566" cy="795528"/>
              </a:xfrm>
              <a:prstGeom prst="rect">
                <a:avLst/>
              </a:prstGeom>
              <a:noFill/>
              <a:ln w="12700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MÊS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rPr>
                </a:b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1,26% </a:t>
                </a:r>
                <a:b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</a:b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*Alfa: -13,51’%</a:t>
                </a:r>
              </a:p>
            </p:txBody>
          </p:sp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D2B4F87-5F2E-96C2-AFF6-551AEF3BD360}"/>
              </a:ext>
            </a:extLst>
          </p:cNvPr>
          <p:cNvGrpSpPr/>
          <p:nvPr/>
        </p:nvGrpSpPr>
        <p:grpSpPr>
          <a:xfrm>
            <a:off x="501907" y="3758040"/>
            <a:ext cx="8004784" cy="2063018"/>
            <a:chOff x="501907" y="4124515"/>
            <a:chExt cx="7376712" cy="1869508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7F25CB9-3AA9-61E6-7E0C-CB0A8662A199}"/>
                </a:ext>
              </a:extLst>
            </p:cNvPr>
            <p:cNvSpPr/>
            <p:nvPr/>
          </p:nvSpPr>
          <p:spPr>
            <a:xfrm>
              <a:off x="501907" y="4131491"/>
              <a:ext cx="3386602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  <a:sym typeface="Arial"/>
                </a:rPr>
                <a:t>Alocação de crédito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B94C6A6-A3AB-C36E-95E3-69AB88C4FA9C}"/>
                </a:ext>
              </a:extLst>
            </p:cNvPr>
            <p:cNvSpPr/>
            <p:nvPr/>
          </p:nvSpPr>
          <p:spPr>
            <a:xfrm>
              <a:off x="4055453" y="4124515"/>
              <a:ext cx="1828111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/>
                  <a:ea typeface="+mn-ea"/>
                  <a:cs typeface="+mn-cs"/>
                  <a:sym typeface="Arial"/>
                </a:rPr>
                <a:t>Carrego bruto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12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IPCA+       </a:t>
              </a:r>
              <a:r>
                <a:rPr kumimoji="0" lang="pt-BR" sz="4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8,23</a:t>
              </a:r>
              <a:r>
                <a:rPr kumimoji="0" lang="pt-BR" sz="2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%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a.a.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C2AF36F-3F79-56A2-E88A-D38492A8E8ED}"/>
                </a:ext>
              </a:extLst>
            </p:cNvPr>
            <p:cNvSpPr/>
            <p:nvPr/>
          </p:nvSpPr>
          <p:spPr>
            <a:xfrm>
              <a:off x="6050508" y="4124515"/>
              <a:ext cx="1828111" cy="1862532"/>
            </a:xfrm>
            <a:prstGeom prst="rect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+mn-cs"/>
                  <a:sym typeface="Arial"/>
                </a:rPr>
                <a:t>Duration</a:t>
              </a: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pt-BR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4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3,98 </a:t>
              </a:r>
              <a:br>
                <a:rPr kumimoji="0" lang="pt-BR" sz="4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</a:b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+mn-cs"/>
                  <a:sym typeface="Arial"/>
                </a:rPr>
                <a:t>anos</a:t>
              </a:r>
            </a:p>
          </p:txBody>
        </p:sp>
      </p:grpSp>
      <p:sp>
        <p:nvSpPr>
          <p:cNvPr id="3" name="database">
            <a:extLst>
              <a:ext uri="{FF2B5EF4-FFF2-40B4-BE49-F238E27FC236}">
                <a16:creationId xmlns:a16="http://schemas.microsoft.com/office/drawing/2014/main" id="{7A827E1D-29E6-8F54-09ED-39B93B609E9A}"/>
              </a:ext>
            </a:extLst>
          </p:cNvPr>
          <p:cNvSpPr txBox="1"/>
          <p:nvPr/>
        </p:nvSpPr>
        <p:spPr>
          <a:xfrm>
            <a:off x="593653" y="6173912"/>
            <a:ext cx="8036114" cy="13080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r" defTabSz="877458" rtl="0" eaLnBrk="1" fontAlgn="auto" latinLnBrk="0" hangingPunct="1">
              <a:lnSpc>
                <a:spcPct val="100000"/>
              </a:lnSpc>
              <a:spcBef>
                <a:spcPts val="288"/>
              </a:spcBef>
              <a:spcAft>
                <a:spcPts val="288"/>
              </a:spcAft>
              <a:buClr>
                <a:srgbClr val="000000"/>
              </a:buClr>
              <a:buSzTx/>
              <a:buFontTx/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kumimoji="0" lang="pt-BR" sz="8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helvetica"/>
                <a:sym typeface="Arial"/>
              </a:rPr>
              <a:t>Data base: 30/09/2026</a:t>
            </a:r>
          </a:p>
        </p:txBody>
      </p:sp>
      <p:sp>
        <p:nvSpPr>
          <p:cNvPr id="7" name="object 38">
            <a:extLst>
              <a:ext uri="{FF2B5EF4-FFF2-40B4-BE49-F238E27FC236}">
                <a16:creationId xmlns:a16="http://schemas.microsoft.com/office/drawing/2014/main" id="{F03C95C7-4FBA-F7DE-E1AE-181848556B8D}"/>
              </a:ext>
            </a:extLst>
          </p:cNvPr>
          <p:cNvSpPr txBox="1">
            <a:spLocks/>
          </p:cNvSpPr>
          <p:nvPr/>
        </p:nvSpPr>
        <p:spPr>
          <a:xfrm>
            <a:off x="656287" y="4612357"/>
            <a:ext cx="1588149" cy="748774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ctr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4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95</a:t>
            </a: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%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890283-9826-80FC-B3B9-3FB7142D2F47}"/>
              </a:ext>
            </a:extLst>
          </p:cNvPr>
          <p:cNvCxnSpPr/>
          <p:nvPr/>
        </p:nvCxnSpPr>
        <p:spPr>
          <a:xfrm>
            <a:off x="2244436" y="4453414"/>
            <a:ext cx="0" cy="1114594"/>
          </a:xfrm>
          <a:prstGeom prst="line">
            <a:avLst/>
          </a:prstGeom>
          <a:ln>
            <a:gradFill>
              <a:gsLst>
                <a:gs pos="50000">
                  <a:schemeClr val="bg2">
                    <a:lumMod val="9000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numero-top3">
            <a:extLst>
              <a:ext uri="{FF2B5EF4-FFF2-40B4-BE49-F238E27FC236}">
                <a16:creationId xmlns:a16="http://schemas.microsoft.com/office/drawing/2014/main" id="{4891587C-2F80-0A4B-EC08-86AC4749238B}"/>
              </a:ext>
            </a:extLst>
          </p:cNvPr>
          <p:cNvSpPr txBox="1"/>
          <p:nvPr/>
        </p:nvSpPr>
        <p:spPr>
          <a:xfrm>
            <a:off x="2334262" y="5253179"/>
            <a:ext cx="746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7%</a:t>
            </a:r>
          </a:p>
        </p:txBody>
      </p:sp>
      <p:sp>
        <p:nvSpPr>
          <p:cNvPr id="10" name="numero-top2">
            <a:extLst>
              <a:ext uri="{FF2B5EF4-FFF2-40B4-BE49-F238E27FC236}">
                <a16:creationId xmlns:a16="http://schemas.microsoft.com/office/drawing/2014/main" id="{EF8E74E5-24B6-16DD-2D97-CA3175F7A73F}"/>
              </a:ext>
            </a:extLst>
          </p:cNvPr>
          <p:cNvSpPr txBox="1"/>
          <p:nvPr/>
        </p:nvSpPr>
        <p:spPr>
          <a:xfrm>
            <a:off x="2334262" y="4794721"/>
            <a:ext cx="746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15%</a:t>
            </a:r>
          </a:p>
        </p:txBody>
      </p:sp>
      <p:sp>
        <p:nvSpPr>
          <p:cNvPr id="11" name="numero-top1">
            <a:extLst>
              <a:ext uri="{FF2B5EF4-FFF2-40B4-BE49-F238E27FC236}">
                <a16:creationId xmlns:a16="http://schemas.microsoft.com/office/drawing/2014/main" id="{92B627CC-BEC8-2943-7177-DAE5C475F7BF}"/>
              </a:ext>
            </a:extLst>
          </p:cNvPr>
          <p:cNvSpPr txBox="1"/>
          <p:nvPr/>
        </p:nvSpPr>
        <p:spPr>
          <a:xfrm>
            <a:off x="2334263" y="4338337"/>
            <a:ext cx="746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55%</a:t>
            </a:r>
          </a:p>
        </p:txBody>
      </p:sp>
      <p:sp>
        <p:nvSpPr>
          <p:cNvPr id="12" name="nome-top3">
            <a:extLst>
              <a:ext uri="{FF2B5EF4-FFF2-40B4-BE49-F238E27FC236}">
                <a16:creationId xmlns:a16="http://schemas.microsoft.com/office/drawing/2014/main" id="{39717094-6EB8-08BE-431A-0900625B2A95}"/>
              </a:ext>
            </a:extLst>
          </p:cNvPr>
          <p:cNvSpPr txBox="1"/>
          <p:nvPr/>
        </p:nvSpPr>
        <p:spPr>
          <a:xfrm>
            <a:off x="3009161" y="5308286"/>
            <a:ext cx="10644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saneamento</a:t>
            </a:r>
          </a:p>
        </p:txBody>
      </p:sp>
      <p:sp>
        <p:nvSpPr>
          <p:cNvPr id="13" name="nome-top2">
            <a:extLst>
              <a:ext uri="{FF2B5EF4-FFF2-40B4-BE49-F238E27FC236}">
                <a16:creationId xmlns:a16="http://schemas.microsoft.com/office/drawing/2014/main" id="{8CA8BDBA-4B7D-82B6-9D0A-477909D81B7F}"/>
              </a:ext>
            </a:extLst>
          </p:cNvPr>
          <p:cNvSpPr txBox="1"/>
          <p:nvPr/>
        </p:nvSpPr>
        <p:spPr>
          <a:xfrm>
            <a:off x="3009160" y="4852429"/>
            <a:ext cx="106445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transporte </a:t>
            </a:r>
            <a:b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</a:b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e l</a:t>
            </a:r>
            <a:r>
              <a:rPr kumimoji="0" lang="pt-BR" sz="105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ogística</a:t>
            </a:r>
            <a:endParaRPr kumimoji="0" lang="pt-BR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14" name="nome-top1">
            <a:extLst>
              <a:ext uri="{FF2B5EF4-FFF2-40B4-BE49-F238E27FC236}">
                <a16:creationId xmlns:a16="http://schemas.microsoft.com/office/drawing/2014/main" id="{78E083B2-E1E9-4FCC-BBB9-281124A99DE0}"/>
              </a:ext>
            </a:extLst>
          </p:cNvPr>
          <p:cNvSpPr txBox="1"/>
          <p:nvPr/>
        </p:nvSpPr>
        <p:spPr>
          <a:xfrm>
            <a:off x="3009162" y="4401480"/>
            <a:ext cx="106445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energia elétrica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5A313E7-779A-0228-D180-5C27E02DD7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198" y="413332"/>
            <a:ext cx="2944473" cy="26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286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DC7289-2315-AB06-37D2-11AE8D28D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252CC3F-0388-C38E-FB95-EEE55B078C5C}"/>
              </a:ext>
            </a:extLst>
          </p:cNvPr>
          <p:cNvSpPr/>
          <p:nvPr/>
        </p:nvSpPr>
        <p:spPr>
          <a:xfrm>
            <a:off x="5429252" y="939030"/>
            <a:ext cx="6427786" cy="5405673"/>
          </a:xfrm>
          <a:prstGeom prst="roundRect">
            <a:avLst>
              <a:gd name="adj" fmla="val 2581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rIns="288000" rtlCol="0" anchor="ctr"/>
          <a:lstStyle/>
          <a:p>
            <a:pPr algn="just" fontAlgn="t">
              <a:spcBef>
                <a:spcPts val="300"/>
              </a:spcBef>
              <a:spcAft>
                <a:spcPts val="300"/>
              </a:spcAft>
            </a:pPr>
            <a:r>
              <a:rPr lang="pt-BR" sz="900">
                <a:latin typeface="Versos Light" panose="020B0403020204030204" pitchFamily="34" charset="0"/>
              </a:rPr>
              <a:t>Mês de menor liquidez no mercado secundário e leve reabertura dos spreads de crédito, que passaram de CDI+1,19% para CDI+1,22% ao ano, ainda próximos das mínimas históricas. Nos ativos em CDI, os prêmios permaneceram comprimidos, com desempenho em linha com o benchmark; nos atrelados ao IPCA, os índices de referência seguiram à frente das carteiras mais curtas.</a:t>
            </a:r>
          </a:p>
          <a:p>
            <a:pPr algn="just" fontAlgn="t">
              <a:spcBef>
                <a:spcPts val="300"/>
              </a:spcBef>
              <a:spcAft>
                <a:spcPts val="300"/>
              </a:spcAft>
            </a:pPr>
            <a:endParaRPr lang="pt-BR" sz="900">
              <a:latin typeface="Versos Light" panose="020B0403020204030204" pitchFamily="34" charset="0"/>
            </a:endParaRPr>
          </a:p>
          <a:p>
            <a:pPr fontAlgn="t">
              <a:spcBef>
                <a:spcPts val="300"/>
              </a:spcBef>
              <a:spcAft>
                <a:spcPts val="300"/>
              </a:spcAft>
            </a:pPr>
            <a:r>
              <a:rPr lang="pt-BR" sz="900" b="1">
                <a:solidFill>
                  <a:schemeClr val="accent4"/>
                </a:solidFill>
                <a:latin typeface="Versos" panose="020B0503020204030204" pitchFamily="34" charset="0"/>
              </a:rPr>
              <a:t>Crédito Privado </a:t>
            </a:r>
            <a:br>
              <a:rPr lang="pt-BR" sz="900" b="1">
                <a:solidFill>
                  <a:schemeClr val="accent4"/>
                </a:solidFill>
                <a:latin typeface="Versos" panose="020B0503020204030204" pitchFamily="34" charset="0"/>
              </a:rPr>
            </a:br>
            <a:r>
              <a:rPr lang="pt-BR" sz="900" b="1">
                <a:solidFill>
                  <a:schemeClr val="accent3"/>
                </a:solidFill>
                <a:latin typeface="Versos" panose="020B0503020204030204" pitchFamily="34" charset="0"/>
              </a:rPr>
              <a:t>Banks</a:t>
            </a:r>
            <a:br>
              <a:rPr lang="pt-BR" sz="900" b="1">
                <a:solidFill>
                  <a:schemeClr val="accent4"/>
                </a:solidFill>
                <a:latin typeface="Versos" panose="020B0503020204030204" pitchFamily="34" charset="0"/>
              </a:rPr>
            </a:br>
            <a:r>
              <a:rPr lang="pt-BR" sz="900">
                <a:latin typeface="Versos Light" panose="020B0403020204030204" pitchFamily="34" charset="0"/>
              </a:rPr>
              <a:t>Rentabilidade de 1,10% no mês (101% do CDI) e 9,36% no ano. Perfil defensivo, com 75% da carteira em crédito, integralmente bancário, carrego em CDI+0,25% e </a:t>
            </a:r>
            <a:r>
              <a:rPr lang="pt-BR" sz="900" err="1">
                <a:latin typeface="Versos Light" panose="020B0403020204030204" pitchFamily="34" charset="0"/>
              </a:rPr>
              <a:t>duration</a:t>
            </a:r>
            <a:r>
              <a:rPr lang="pt-BR" sz="900">
                <a:latin typeface="Versos Light" panose="020B0403020204030204" pitchFamily="34" charset="0"/>
              </a:rPr>
              <a:t> de 1,05 ano.</a:t>
            </a:r>
            <a:br>
              <a:rPr lang="pt-BR" sz="900">
                <a:latin typeface="Versos Light" panose="020B0403020204030204" pitchFamily="34" charset="0"/>
              </a:rPr>
            </a:br>
            <a:r>
              <a:rPr lang="pt-BR" sz="900" b="1">
                <a:solidFill>
                  <a:schemeClr val="accent3"/>
                </a:solidFill>
                <a:latin typeface="Versos" panose="020B0503020204030204" pitchFamily="34" charset="0"/>
              </a:rPr>
              <a:t>Institucional</a:t>
            </a:r>
            <a:br>
              <a:rPr lang="pt-BR" sz="900">
                <a:latin typeface="Versos Light" panose="020B0403020204030204" pitchFamily="34" charset="0"/>
              </a:rPr>
            </a:br>
            <a:r>
              <a:rPr lang="pt-BR" sz="900">
                <a:latin typeface="Versos Light" panose="020B0403020204030204" pitchFamily="34" charset="0"/>
              </a:rPr>
              <a:t>Rentabilidade de 1,09% no mês (100% do CDI) e 9,31% no ano. Nos corporativos, Argo e </a:t>
            </a:r>
            <a:r>
              <a:rPr lang="pt-BR" sz="900" err="1">
                <a:latin typeface="Versos Light" panose="020B0403020204030204" pitchFamily="34" charset="0"/>
              </a:rPr>
              <a:t>Aegea</a:t>
            </a:r>
            <a:r>
              <a:rPr lang="pt-BR" sz="900">
                <a:latin typeface="Versos Light" panose="020B0403020204030204" pitchFamily="34" charset="0"/>
              </a:rPr>
              <a:t> foram os maiores atribuidores de resultado, enquanto </a:t>
            </a:r>
            <a:r>
              <a:rPr lang="pt-BR" sz="900" err="1">
                <a:latin typeface="Versos Light" panose="020B0403020204030204" pitchFamily="34" charset="0"/>
              </a:rPr>
              <a:t>Aegea</a:t>
            </a:r>
            <a:r>
              <a:rPr lang="pt-BR" sz="900">
                <a:latin typeface="Versos Light" panose="020B0403020204030204" pitchFamily="34" charset="0"/>
              </a:rPr>
              <a:t> foi o maior detrator. </a:t>
            </a:r>
            <a:r>
              <a:rPr lang="pt-BR" sz="900" b="1">
                <a:solidFill>
                  <a:schemeClr val="accent3"/>
                </a:solidFill>
                <a:latin typeface="Versos" panose="020B0503020204030204" pitchFamily="34" charset="0"/>
              </a:rPr>
              <a:t>Institucional 15</a:t>
            </a:r>
            <a:br>
              <a:rPr lang="pt-BR" sz="900" b="1">
                <a:solidFill>
                  <a:schemeClr val="accent3"/>
                </a:solidFill>
                <a:latin typeface="Versos" panose="020B0503020204030204" pitchFamily="34" charset="0"/>
              </a:rPr>
            </a:br>
            <a:r>
              <a:rPr lang="pt-BR" sz="900">
                <a:latin typeface="Versos Light" panose="020B0403020204030204" pitchFamily="34" charset="0"/>
              </a:rPr>
              <a:t>Rentabilidade de 1,11% no mês (102% do CDI) e 9,53% no ano. Tupy e Randon foram os maiores atribuidores, com Hapvida como principal detrator. </a:t>
            </a:r>
            <a:br>
              <a:rPr lang="pt-BR" sz="900">
                <a:latin typeface="Versos Light" panose="020B0403020204030204" pitchFamily="34" charset="0"/>
              </a:rPr>
            </a:br>
            <a:r>
              <a:rPr lang="pt-BR" sz="900" b="1">
                <a:solidFill>
                  <a:schemeClr val="accent3"/>
                </a:solidFill>
                <a:latin typeface="Versos" panose="020B0503020204030204" pitchFamily="34" charset="0"/>
              </a:rPr>
              <a:t>Institucional 30</a:t>
            </a:r>
            <a:br>
              <a:rPr lang="pt-BR" sz="900" b="1">
                <a:solidFill>
                  <a:schemeClr val="accent3"/>
                </a:solidFill>
                <a:latin typeface="Versos" panose="020B0503020204030204" pitchFamily="34" charset="0"/>
              </a:rPr>
            </a:br>
            <a:r>
              <a:rPr lang="pt-BR" sz="900">
                <a:latin typeface="Versos Light" panose="020B0403020204030204" pitchFamily="34" charset="0"/>
              </a:rPr>
              <a:t>Com prazos de liquidez diferenciados, entregou resultados positivos no período. </a:t>
            </a:r>
            <a:br>
              <a:rPr lang="pt-BR" sz="900">
                <a:latin typeface="Versos Light" panose="020B0403020204030204" pitchFamily="34" charset="0"/>
              </a:rPr>
            </a:br>
            <a:r>
              <a:rPr lang="pt-BR" sz="900" b="1">
                <a:solidFill>
                  <a:schemeClr val="accent3"/>
                </a:solidFill>
                <a:latin typeface="Versos" panose="020B0503020204030204" pitchFamily="34" charset="0"/>
              </a:rPr>
              <a:t>Infra Plus (isento de IR)</a:t>
            </a:r>
            <a:br>
              <a:rPr lang="pt-BR" sz="900" b="1">
                <a:solidFill>
                  <a:schemeClr val="accent3"/>
                </a:solidFill>
                <a:latin typeface="Versos" panose="020B0503020204030204" pitchFamily="34" charset="0"/>
              </a:rPr>
            </a:br>
            <a:r>
              <a:rPr lang="pt-BR" sz="900">
                <a:latin typeface="Versos Light" panose="020B0403020204030204" pitchFamily="34" charset="0"/>
              </a:rPr>
              <a:t>Rentabilidade isenta de IR de 1,26% no mês (99% do IMA-B 5) e 5,98% no ano. Postura cautelosa, com encurtamento da </a:t>
            </a:r>
            <a:r>
              <a:rPr lang="pt-BR" sz="900" err="1">
                <a:latin typeface="Versos Light" panose="020B0403020204030204" pitchFamily="34" charset="0"/>
              </a:rPr>
              <a:t>duration</a:t>
            </a:r>
            <a:r>
              <a:rPr lang="pt-BR" sz="900">
                <a:latin typeface="Versos Light" panose="020B0403020204030204" pitchFamily="34" charset="0"/>
              </a:rPr>
              <a:t>; NTS e São Simão contribuíram positivamente e Jalles Machado foi a maior detratora.</a:t>
            </a:r>
          </a:p>
          <a:p>
            <a:pPr algn="just" fontAlgn="t">
              <a:spcBef>
                <a:spcPts val="300"/>
              </a:spcBef>
              <a:spcAft>
                <a:spcPts val="300"/>
              </a:spcAft>
            </a:pPr>
            <a:endParaRPr lang="pt-BR" sz="900">
              <a:latin typeface="Versos Light" panose="020B0403020204030204" pitchFamily="34" charset="0"/>
            </a:endParaRPr>
          </a:p>
          <a:p>
            <a:pPr algn="just" fontAlgn="t">
              <a:spcBef>
                <a:spcPts val="300"/>
              </a:spcBef>
              <a:spcAft>
                <a:spcPts val="300"/>
              </a:spcAft>
            </a:pPr>
            <a:r>
              <a:rPr lang="pt-BR" sz="900" b="1">
                <a:solidFill>
                  <a:schemeClr val="accent2"/>
                </a:solidFill>
                <a:latin typeface="Versos" panose="020B0503020204030204" pitchFamily="34" charset="0"/>
              </a:rPr>
              <a:t>Crédito Estruturado </a:t>
            </a:r>
          </a:p>
          <a:p>
            <a:pPr fontAlgn="t">
              <a:spcBef>
                <a:spcPts val="300"/>
              </a:spcBef>
              <a:spcAft>
                <a:spcPts val="300"/>
              </a:spcAft>
            </a:pPr>
            <a:r>
              <a:rPr lang="pt-BR" sz="900" b="1">
                <a:solidFill>
                  <a:schemeClr val="accent2"/>
                </a:solidFill>
                <a:latin typeface="Versos" panose="020B0503020204030204" pitchFamily="34" charset="0"/>
              </a:rPr>
              <a:t>ALT 90</a:t>
            </a:r>
            <a:br>
              <a:rPr lang="pt-BR" sz="900" b="1">
                <a:solidFill>
                  <a:schemeClr val="accent2"/>
                </a:solidFill>
                <a:latin typeface="Versos" panose="020B0503020204030204" pitchFamily="34" charset="0"/>
              </a:rPr>
            </a:br>
            <a:r>
              <a:rPr lang="pt-BR" sz="900">
                <a:latin typeface="Versos Light" panose="020B0403020204030204" pitchFamily="34" charset="0"/>
              </a:rPr>
              <a:t>Rentabilidade de 1,22% no mês (112% do CDI) e 10,40% no ano.</a:t>
            </a:r>
          </a:p>
          <a:p>
            <a:pPr algn="just" fontAlgn="t">
              <a:spcBef>
                <a:spcPts val="300"/>
              </a:spcBef>
              <a:spcAft>
                <a:spcPts val="300"/>
              </a:spcAft>
            </a:pPr>
            <a:r>
              <a:rPr lang="pt-BR" sz="900">
                <a:latin typeface="Versos Light" panose="020B0403020204030204" pitchFamily="34" charset="0"/>
              </a:rPr>
              <a:t>Carteira estável, concentrada em cotas sênior de FIDCs, buscando retorno superior ao CDI com baixa volatilidade.</a:t>
            </a:r>
          </a:p>
          <a:p>
            <a:pPr fontAlgn="t">
              <a:spcBef>
                <a:spcPts val="300"/>
              </a:spcBef>
              <a:spcAft>
                <a:spcPts val="300"/>
              </a:spcAft>
            </a:pPr>
            <a:r>
              <a:rPr lang="pt-BR" sz="900" b="1">
                <a:solidFill>
                  <a:schemeClr val="accent1"/>
                </a:solidFill>
                <a:latin typeface="Versos" panose="020B0503020204030204" pitchFamily="34" charset="0"/>
              </a:rPr>
              <a:t> ALT 180</a:t>
            </a:r>
            <a:br>
              <a:rPr lang="pt-BR" sz="900" b="1">
                <a:solidFill>
                  <a:schemeClr val="accent1"/>
                </a:solidFill>
                <a:latin typeface="Versos" panose="020B0503020204030204" pitchFamily="34" charset="0"/>
              </a:rPr>
            </a:br>
            <a:r>
              <a:rPr lang="pt-BR" sz="900">
                <a:latin typeface="Versos Light" panose="020B0403020204030204" pitchFamily="34" charset="0"/>
              </a:rPr>
              <a:t>Rentabilidade de 1,30% no mês (119% do CDI) e 11,19% no ano, acumulando CDI+3,60% desde o início. Carteira investida em operações com sólidos fundamentos de crédito e diversificação entre setores, emissores e estratégias. Seguimos construtivos e seletivos, priorizando qualidade de crédito, proteção estrutural e geração de alfa em um cenário de spreads comprimidos.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F96A65AD-0CA7-16D6-7B25-4F411D1AD872}"/>
              </a:ext>
            </a:extLst>
          </p:cNvPr>
          <p:cNvSpPr/>
          <p:nvPr/>
        </p:nvSpPr>
        <p:spPr>
          <a:xfrm flipV="1">
            <a:off x="334963" y="87564"/>
            <a:ext cx="1152086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3FCB5D4C-6D1B-5BEB-BCF7-1E074A996ECC}"/>
              </a:ext>
            </a:extLst>
          </p:cNvPr>
          <p:cNvSpPr/>
          <p:nvPr/>
        </p:nvSpPr>
        <p:spPr>
          <a:xfrm>
            <a:off x="11100750" y="513297"/>
            <a:ext cx="755077" cy="256427"/>
          </a:xfrm>
          <a:custGeom>
            <a:avLst/>
            <a:gdLst>
              <a:gd name="connsiteX0" fmla="*/ 729170 w 755077"/>
              <a:gd name="connsiteY0" fmla="*/ 141860 h 256427"/>
              <a:gd name="connsiteX1" fmla="*/ 755078 w 755077"/>
              <a:gd name="connsiteY1" fmla="*/ 82229 h 256427"/>
              <a:gd name="connsiteX2" fmla="*/ 729170 w 755077"/>
              <a:gd name="connsiteY2" fmla="*/ 22599 h 256427"/>
              <a:gd name="connsiteX3" fmla="*/ 662720 w 755077"/>
              <a:gd name="connsiteY3" fmla="*/ 0 h 256427"/>
              <a:gd name="connsiteX4" fmla="*/ 596270 w 755077"/>
              <a:gd name="connsiteY4" fmla="*/ 22599 h 256427"/>
              <a:gd name="connsiteX5" fmla="*/ 570363 w 755077"/>
              <a:gd name="connsiteY5" fmla="*/ 82229 h 256427"/>
              <a:gd name="connsiteX6" fmla="*/ 596270 w 755077"/>
              <a:gd name="connsiteY6" fmla="*/ 141860 h 256427"/>
              <a:gd name="connsiteX7" fmla="*/ 662720 w 755077"/>
              <a:gd name="connsiteY7" fmla="*/ 164459 h 256427"/>
              <a:gd name="connsiteX8" fmla="*/ 729170 w 755077"/>
              <a:gd name="connsiteY8" fmla="*/ 141860 h 256427"/>
              <a:gd name="connsiteX9" fmla="*/ 596089 w 755077"/>
              <a:gd name="connsiteY9" fmla="*/ 82229 h 256427"/>
              <a:gd name="connsiteX10" fmla="*/ 613852 w 755077"/>
              <a:gd name="connsiteY10" fmla="*/ 41282 h 256427"/>
              <a:gd name="connsiteX11" fmla="*/ 662720 w 755077"/>
              <a:gd name="connsiteY11" fmla="*/ 25357 h 256427"/>
              <a:gd name="connsiteX12" fmla="*/ 711588 w 755077"/>
              <a:gd name="connsiteY12" fmla="*/ 41282 h 256427"/>
              <a:gd name="connsiteX13" fmla="*/ 729351 w 755077"/>
              <a:gd name="connsiteY13" fmla="*/ 82229 h 256427"/>
              <a:gd name="connsiteX14" fmla="*/ 711588 w 755077"/>
              <a:gd name="connsiteY14" fmla="*/ 123177 h 256427"/>
              <a:gd name="connsiteX15" fmla="*/ 662720 w 755077"/>
              <a:gd name="connsiteY15" fmla="*/ 139093 h 256427"/>
              <a:gd name="connsiteX16" fmla="*/ 613852 w 755077"/>
              <a:gd name="connsiteY16" fmla="*/ 123177 h 256427"/>
              <a:gd name="connsiteX17" fmla="*/ 596089 w 755077"/>
              <a:gd name="connsiteY17" fmla="*/ 82229 h 256427"/>
              <a:gd name="connsiteX18" fmla="*/ 234957 w 755077"/>
              <a:gd name="connsiteY18" fmla="*/ 204267 h 256427"/>
              <a:gd name="connsiteX19" fmla="*/ 246049 w 755077"/>
              <a:gd name="connsiteY19" fmla="*/ 201210 h 256427"/>
              <a:gd name="connsiteX20" fmla="*/ 257882 w 755077"/>
              <a:gd name="connsiteY20" fmla="*/ 204791 h 256427"/>
              <a:gd name="connsiteX21" fmla="*/ 264390 w 755077"/>
              <a:gd name="connsiteY21" fmla="*/ 214748 h 256427"/>
              <a:gd name="connsiteX22" fmla="*/ 271993 w 755077"/>
              <a:gd name="connsiteY22" fmla="*/ 214748 h 256427"/>
              <a:gd name="connsiteX23" fmla="*/ 263387 w 755077"/>
              <a:gd name="connsiteY23" fmla="*/ 199718 h 256427"/>
              <a:gd name="connsiteX24" fmla="*/ 246401 w 755077"/>
              <a:gd name="connsiteY24" fmla="*/ 194211 h 256427"/>
              <a:gd name="connsiteX25" fmla="*/ 231025 w 755077"/>
              <a:gd name="connsiteY25" fmla="*/ 198099 h 256427"/>
              <a:gd name="connsiteX26" fmla="*/ 220810 w 755077"/>
              <a:gd name="connsiteY26" fmla="*/ 209069 h 256427"/>
              <a:gd name="connsiteX27" fmla="*/ 217231 w 755077"/>
              <a:gd name="connsiteY27" fmla="*/ 225319 h 256427"/>
              <a:gd name="connsiteX28" fmla="*/ 220810 w 755077"/>
              <a:gd name="connsiteY28" fmla="*/ 241615 h 256427"/>
              <a:gd name="connsiteX29" fmla="*/ 231025 w 755077"/>
              <a:gd name="connsiteY29" fmla="*/ 252539 h 256427"/>
              <a:gd name="connsiteX30" fmla="*/ 246401 w 755077"/>
              <a:gd name="connsiteY30" fmla="*/ 256428 h 256427"/>
              <a:gd name="connsiteX31" fmla="*/ 263387 w 755077"/>
              <a:gd name="connsiteY31" fmla="*/ 250920 h 256427"/>
              <a:gd name="connsiteX32" fmla="*/ 271902 w 755077"/>
              <a:gd name="connsiteY32" fmla="*/ 235891 h 256427"/>
              <a:gd name="connsiteX33" fmla="*/ 264300 w 755077"/>
              <a:gd name="connsiteY33" fmla="*/ 235891 h 256427"/>
              <a:gd name="connsiteX34" fmla="*/ 257837 w 755077"/>
              <a:gd name="connsiteY34" fmla="*/ 245892 h 256427"/>
              <a:gd name="connsiteX35" fmla="*/ 246049 w 755077"/>
              <a:gd name="connsiteY35" fmla="*/ 249428 h 256427"/>
              <a:gd name="connsiteX36" fmla="*/ 234957 w 755077"/>
              <a:gd name="connsiteY36" fmla="*/ 246372 h 256427"/>
              <a:gd name="connsiteX37" fmla="*/ 227581 w 755077"/>
              <a:gd name="connsiteY37" fmla="*/ 237808 h 256427"/>
              <a:gd name="connsiteX38" fmla="*/ 225005 w 755077"/>
              <a:gd name="connsiteY38" fmla="*/ 225310 h 256427"/>
              <a:gd name="connsiteX39" fmla="*/ 227581 w 755077"/>
              <a:gd name="connsiteY39" fmla="*/ 212776 h 256427"/>
              <a:gd name="connsiteX40" fmla="*/ 234957 w 755077"/>
              <a:gd name="connsiteY40" fmla="*/ 204258 h 256427"/>
              <a:gd name="connsiteX41" fmla="*/ 330858 w 755077"/>
              <a:gd name="connsiteY41" fmla="*/ 194744 h 256427"/>
              <a:gd name="connsiteX42" fmla="*/ 307536 w 755077"/>
              <a:gd name="connsiteY42" fmla="*/ 255903 h 256427"/>
              <a:gd name="connsiteX43" fmla="*/ 315392 w 755077"/>
              <a:gd name="connsiteY43" fmla="*/ 255903 h 256427"/>
              <a:gd name="connsiteX44" fmla="*/ 321855 w 755077"/>
              <a:gd name="connsiteY44" fmla="*/ 239390 h 256427"/>
              <a:gd name="connsiteX45" fmla="*/ 348495 w 755077"/>
              <a:gd name="connsiteY45" fmla="*/ 239390 h 256427"/>
              <a:gd name="connsiteX46" fmla="*/ 354958 w 755077"/>
              <a:gd name="connsiteY46" fmla="*/ 255903 h 256427"/>
              <a:gd name="connsiteX47" fmla="*/ 363076 w 755077"/>
              <a:gd name="connsiteY47" fmla="*/ 255903 h 256427"/>
              <a:gd name="connsiteX48" fmla="*/ 339844 w 755077"/>
              <a:gd name="connsiteY48" fmla="*/ 194744 h 256427"/>
              <a:gd name="connsiteX49" fmla="*/ 330849 w 755077"/>
              <a:gd name="connsiteY49" fmla="*/ 194744 h 256427"/>
              <a:gd name="connsiteX50" fmla="*/ 324133 w 755077"/>
              <a:gd name="connsiteY50" fmla="*/ 232490 h 256427"/>
              <a:gd name="connsiteX51" fmla="*/ 335134 w 755077"/>
              <a:gd name="connsiteY51" fmla="*/ 203046 h 256427"/>
              <a:gd name="connsiteX52" fmla="*/ 346226 w 755077"/>
              <a:gd name="connsiteY52" fmla="*/ 232490 h 256427"/>
              <a:gd name="connsiteX53" fmla="*/ 324124 w 755077"/>
              <a:gd name="connsiteY53" fmla="*/ 232490 h 256427"/>
              <a:gd name="connsiteX54" fmla="*/ 715231 w 755077"/>
              <a:gd name="connsiteY54" fmla="*/ 194744 h 256427"/>
              <a:gd name="connsiteX55" fmla="*/ 707638 w 755077"/>
              <a:gd name="connsiteY55" fmla="*/ 194744 h 256427"/>
              <a:gd name="connsiteX56" fmla="*/ 707638 w 755077"/>
              <a:gd name="connsiteY56" fmla="*/ 255903 h 256427"/>
              <a:gd name="connsiteX57" fmla="*/ 743100 w 755077"/>
              <a:gd name="connsiteY57" fmla="*/ 255903 h 256427"/>
              <a:gd name="connsiteX58" fmla="*/ 743100 w 755077"/>
              <a:gd name="connsiteY58" fmla="*/ 248913 h 256427"/>
              <a:gd name="connsiteX59" fmla="*/ 715240 w 755077"/>
              <a:gd name="connsiteY59" fmla="*/ 248913 h 256427"/>
              <a:gd name="connsiteX60" fmla="*/ 715240 w 755077"/>
              <a:gd name="connsiteY60" fmla="*/ 194744 h 256427"/>
              <a:gd name="connsiteX61" fmla="*/ 247423 w 755077"/>
              <a:gd name="connsiteY61" fmla="*/ 2089 h 256427"/>
              <a:gd name="connsiteX62" fmla="*/ 222392 w 755077"/>
              <a:gd name="connsiteY62" fmla="*/ 2089 h 256427"/>
              <a:gd name="connsiteX63" fmla="*/ 222392 w 755077"/>
              <a:gd name="connsiteY63" fmla="*/ 162361 h 256427"/>
              <a:gd name="connsiteX64" fmla="*/ 247423 w 755077"/>
              <a:gd name="connsiteY64" fmla="*/ 162361 h 256427"/>
              <a:gd name="connsiteX65" fmla="*/ 247423 w 755077"/>
              <a:gd name="connsiteY65" fmla="*/ 2089 h 256427"/>
              <a:gd name="connsiteX66" fmla="*/ 79458 w 755077"/>
              <a:gd name="connsiteY66" fmla="*/ 61810 h 256427"/>
              <a:gd name="connsiteX67" fmla="*/ 79458 w 755077"/>
              <a:gd name="connsiteY67" fmla="*/ 162370 h 256427"/>
              <a:gd name="connsiteX68" fmla="*/ 105230 w 755077"/>
              <a:gd name="connsiteY68" fmla="*/ 162370 h 256427"/>
              <a:gd name="connsiteX69" fmla="*/ 105212 w 755077"/>
              <a:gd name="connsiteY69" fmla="*/ 61810 h 256427"/>
              <a:gd name="connsiteX70" fmla="*/ 93786 w 755077"/>
              <a:gd name="connsiteY70" fmla="*/ 28296 h 256427"/>
              <a:gd name="connsiteX71" fmla="*/ 92330 w 755077"/>
              <a:gd name="connsiteY71" fmla="*/ 26415 h 256427"/>
              <a:gd name="connsiteX72" fmla="*/ 90875 w 755077"/>
              <a:gd name="connsiteY72" fmla="*/ 28296 h 256427"/>
              <a:gd name="connsiteX73" fmla="*/ 79449 w 755077"/>
              <a:gd name="connsiteY73" fmla="*/ 61810 h 256427"/>
              <a:gd name="connsiteX74" fmla="*/ 46608 w 755077"/>
              <a:gd name="connsiteY74" fmla="*/ 2089 h 256427"/>
              <a:gd name="connsiteX75" fmla="*/ 0 w 755077"/>
              <a:gd name="connsiteY75" fmla="*/ 2089 h 256427"/>
              <a:gd name="connsiteX76" fmla="*/ 0 w 755077"/>
              <a:gd name="connsiteY76" fmla="*/ 26415 h 256427"/>
              <a:gd name="connsiteX77" fmla="*/ 92330 w 755077"/>
              <a:gd name="connsiteY77" fmla="*/ 26415 h 256427"/>
              <a:gd name="connsiteX78" fmla="*/ 90043 w 755077"/>
              <a:gd name="connsiteY78" fmla="*/ 23458 h 256427"/>
              <a:gd name="connsiteX79" fmla="*/ 46608 w 755077"/>
              <a:gd name="connsiteY79" fmla="*/ 2089 h 256427"/>
              <a:gd name="connsiteX80" fmla="*/ 94618 w 755077"/>
              <a:gd name="connsiteY80" fmla="*/ 23458 h 256427"/>
              <a:gd name="connsiteX81" fmla="*/ 92330 w 755077"/>
              <a:gd name="connsiteY81" fmla="*/ 26415 h 256427"/>
              <a:gd name="connsiteX82" fmla="*/ 184661 w 755077"/>
              <a:gd name="connsiteY82" fmla="*/ 26415 h 256427"/>
              <a:gd name="connsiteX83" fmla="*/ 184661 w 755077"/>
              <a:gd name="connsiteY83" fmla="*/ 2089 h 256427"/>
              <a:gd name="connsiteX84" fmla="*/ 138053 w 755077"/>
              <a:gd name="connsiteY84" fmla="*/ 2089 h 256427"/>
              <a:gd name="connsiteX85" fmla="*/ 94608 w 755077"/>
              <a:gd name="connsiteY85" fmla="*/ 23458 h 256427"/>
              <a:gd name="connsiteX86" fmla="*/ 507601 w 755077"/>
              <a:gd name="connsiteY86" fmla="*/ 162361 h 256427"/>
              <a:gd name="connsiteX87" fmla="*/ 532631 w 755077"/>
              <a:gd name="connsiteY87" fmla="*/ 162361 h 256427"/>
              <a:gd name="connsiteX88" fmla="*/ 532631 w 755077"/>
              <a:gd name="connsiteY88" fmla="*/ 2089 h 256427"/>
              <a:gd name="connsiteX89" fmla="*/ 507601 w 755077"/>
              <a:gd name="connsiteY89" fmla="*/ 2089 h 256427"/>
              <a:gd name="connsiteX90" fmla="*/ 507601 w 755077"/>
              <a:gd name="connsiteY90" fmla="*/ 162361 h 256427"/>
              <a:gd name="connsiteX91" fmla="*/ 488238 w 755077"/>
              <a:gd name="connsiteY91" fmla="*/ 255903 h 256427"/>
              <a:gd name="connsiteX92" fmla="*/ 495840 w 755077"/>
              <a:gd name="connsiteY92" fmla="*/ 255903 h 256427"/>
              <a:gd name="connsiteX93" fmla="*/ 495840 w 755077"/>
              <a:gd name="connsiteY93" fmla="*/ 194744 h 256427"/>
              <a:gd name="connsiteX94" fmla="*/ 488238 w 755077"/>
              <a:gd name="connsiteY94" fmla="*/ 194744 h 256427"/>
              <a:gd name="connsiteX95" fmla="*/ 488238 w 755077"/>
              <a:gd name="connsiteY95" fmla="*/ 255903 h 256427"/>
              <a:gd name="connsiteX96" fmla="*/ 537151 w 755077"/>
              <a:gd name="connsiteY96" fmla="*/ 201735 h 256427"/>
              <a:gd name="connsiteX97" fmla="*/ 556975 w 755077"/>
              <a:gd name="connsiteY97" fmla="*/ 201735 h 256427"/>
              <a:gd name="connsiteX98" fmla="*/ 556975 w 755077"/>
              <a:gd name="connsiteY98" fmla="*/ 255903 h 256427"/>
              <a:gd name="connsiteX99" fmla="*/ 564577 w 755077"/>
              <a:gd name="connsiteY99" fmla="*/ 255903 h 256427"/>
              <a:gd name="connsiteX100" fmla="*/ 564577 w 755077"/>
              <a:gd name="connsiteY100" fmla="*/ 201735 h 256427"/>
              <a:gd name="connsiteX101" fmla="*/ 584401 w 755077"/>
              <a:gd name="connsiteY101" fmla="*/ 201735 h 256427"/>
              <a:gd name="connsiteX102" fmla="*/ 584401 w 755077"/>
              <a:gd name="connsiteY102" fmla="*/ 194744 h 256427"/>
              <a:gd name="connsiteX103" fmla="*/ 537151 w 755077"/>
              <a:gd name="connsiteY103" fmla="*/ 194744 h 256427"/>
              <a:gd name="connsiteX104" fmla="*/ 537151 w 755077"/>
              <a:gd name="connsiteY104" fmla="*/ 201735 h 256427"/>
              <a:gd name="connsiteX105" fmla="*/ 283346 w 755077"/>
              <a:gd name="connsiteY105" fmla="*/ 2089 h 256427"/>
              <a:gd name="connsiteX106" fmla="*/ 340377 w 755077"/>
              <a:gd name="connsiteY106" fmla="*/ 138134 h 256427"/>
              <a:gd name="connsiteX107" fmla="*/ 376047 w 755077"/>
              <a:gd name="connsiteY107" fmla="*/ 164450 h 256427"/>
              <a:gd name="connsiteX108" fmla="*/ 377512 w 755077"/>
              <a:gd name="connsiteY108" fmla="*/ 164450 h 256427"/>
              <a:gd name="connsiteX109" fmla="*/ 312237 w 755077"/>
              <a:gd name="connsiteY109" fmla="*/ 2089 h 256427"/>
              <a:gd name="connsiteX110" fmla="*/ 283346 w 755077"/>
              <a:gd name="connsiteY110" fmla="*/ 2089 h 256427"/>
              <a:gd name="connsiteX111" fmla="*/ 437309 w 755077"/>
              <a:gd name="connsiteY111" fmla="*/ 197059 h 256427"/>
              <a:gd name="connsiteX112" fmla="*/ 426651 w 755077"/>
              <a:gd name="connsiteY112" fmla="*/ 194744 h 256427"/>
              <a:gd name="connsiteX113" fmla="*/ 403157 w 755077"/>
              <a:gd name="connsiteY113" fmla="*/ 194744 h 256427"/>
              <a:gd name="connsiteX114" fmla="*/ 403157 w 755077"/>
              <a:gd name="connsiteY114" fmla="*/ 255903 h 256427"/>
              <a:gd name="connsiteX115" fmla="*/ 410759 w 755077"/>
              <a:gd name="connsiteY115" fmla="*/ 255903 h 256427"/>
              <a:gd name="connsiteX116" fmla="*/ 410759 w 755077"/>
              <a:gd name="connsiteY116" fmla="*/ 232400 h 256427"/>
              <a:gd name="connsiteX117" fmla="*/ 426660 w 755077"/>
              <a:gd name="connsiteY117" fmla="*/ 232400 h 256427"/>
              <a:gd name="connsiteX118" fmla="*/ 437273 w 755077"/>
              <a:gd name="connsiteY118" fmla="*/ 230085 h 256427"/>
              <a:gd name="connsiteX119" fmla="*/ 444387 w 755077"/>
              <a:gd name="connsiteY119" fmla="*/ 223492 h 256427"/>
              <a:gd name="connsiteX120" fmla="*/ 446918 w 755077"/>
              <a:gd name="connsiteY120" fmla="*/ 213536 h 256427"/>
              <a:gd name="connsiteX121" fmla="*/ 444432 w 755077"/>
              <a:gd name="connsiteY121" fmla="*/ 203616 h 256427"/>
              <a:gd name="connsiteX122" fmla="*/ 437318 w 755077"/>
              <a:gd name="connsiteY122" fmla="*/ 197059 h 256427"/>
              <a:gd name="connsiteX123" fmla="*/ 435564 w 755077"/>
              <a:gd name="connsiteY123" fmla="*/ 222181 h 256427"/>
              <a:gd name="connsiteX124" fmla="*/ 425955 w 755077"/>
              <a:gd name="connsiteY124" fmla="*/ 225419 h 256427"/>
              <a:gd name="connsiteX125" fmla="*/ 410759 w 755077"/>
              <a:gd name="connsiteY125" fmla="*/ 225419 h 256427"/>
              <a:gd name="connsiteX126" fmla="*/ 410759 w 755077"/>
              <a:gd name="connsiteY126" fmla="*/ 201744 h 256427"/>
              <a:gd name="connsiteX127" fmla="*/ 426045 w 755077"/>
              <a:gd name="connsiteY127" fmla="*/ 201744 h 256427"/>
              <a:gd name="connsiteX128" fmla="*/ 435609 w 755077"/>
              <a:gd name="connsiteY128" fmla="*/ 204936 h 256427"/>
              <a:gd name="connsiteX129" fmla="*/ 439144 w 755077"/>
              <a:gd name="connsiteY129" fmla="*/ 213545 h 256427"/>
              <a:gd name="connsiteX130" fmla="*/ 435564 w 755077"/>
              <a:gd name="connsiteY130" fmla="*/ 222190 h 256427"/>
              <a:gd name="connsiteX131" fmla="*/ 377503 w 755077"/>
              <a:gd name="connsiteY131" fmla="*/ 164459 h 256427"/>
              <a:gd name="connsiteX132" fmla="*/ 378967 w 755077"/>
              <a:gd name="connsiteY132" fmla="*/ 164459 h 256427"/>
              <a:gd name="connsiteX133" fmla="*/ 414637 w 755077"/>
              <a:gd name="connsiteY133" fmla="*/ 138143 h 256427"/>
              <a:gd name="connsiteX134" fmla="*/ 471668 w 755077"/>
              <a:gd name="connsiteY134" fmla="*/ 2098 h 256427"/>
              <a:gd name="connsiteX135" fmla="*/ 442778 w 755077"/>
              <a:gd name="connsiteY135" fmla="*/ 2098 h 256427"/>
              <a:gd name="connsiteX136" fmla="*/ 377503 w 755077"/>
              <a:gd name="connsiteY136" fmla="*/ 164468 h 256427"/>
              <a:gd name="connsiteX137" fmla="*/ 635303 w 755077"/>
              <a:gd name="connsiteY137" fmla="*/ 194744 h 256427"/>
              <a:gd name="connsiteX138" fmla="*/ 611981 w 755077"/>
              <a:gd name="connsiteY138" fmla="*/ 255903 h 256427"/>
              <a:gd name="connsiteX139" fmla="*/ 619845 w 755077"/>
              <a:gd name="connsiteY139" fmla="*/ 255903 h 256427"/>
              <a:gd name="connsiteX140" fmla="*/ 626309 w 755077"/>
              <a:gd name="connsiteY140" fmla="*/ 239390 h 256427"/>
              <a:gd name="connsiteX141" fmla="*/ 652948 w 755077"/>
              <a:gd name="connsiteY141" fmla="*/ 239390 h 256427"/>
              <a:gd name="connsiteX142" fmla="*/ 659412 w 755077"/>
              <a:gd name="connsiteY142" fmla="*/ 255903 h 256427"/>
              <a:gd name="connsiteX143" fmla="*/ 667529 w 755077"/>
              <a:gd name="connsiteY143" fmla="*/ 255903 h 256427"/>
              <a:gd name="connsiteX144" fmla="*/ 644298 w 755077"/>
              <a:gd name="connsiteY144" fmla="*/ 194744 h 256427"/>
              <a:gd name="connsiteX145" fmla="*/ 635303 w 755077"/>
              <a:gd name="connsiteY145" fmla="*/ 194744 h 256427"/>
              <a:gd name="connsiteX146" fmla="*/ 628578 w 755077"/>
              <a:gd name="connsiteY146" fmla="*/ 232490 h 256427"/>
              <a:gd name="connsiteX147" fmla="*/ 639579 w 755077"/>
              <a:gd name="connsiteY147" fmla="*/ 203046 h 256427"/>
              <a:gd name="connsiteX148" fmla="*/ 650670 w 755077"/>
              <a:gd name="connsiteY148" fmla="*/ 232490 h 256427"/>
              <a:gd name="connsiteX149" fmla="*/ 628569 w 755077"/>
              <a:gd name="connsiteY149" fmla="*/ 232490 h 25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55077" h="256427">
                <a:moveTo>
                  <a:pt x="729170" y="141860"/>
                </a:moveTo>
                <a:cubicBezTo>
                  <a:pt x="745876" y="127092"/>
                  <a:pt x="755078" y="105913"/>
                  <a:pt x="755078" y="82229"/>
                </a:cubicBezTo>
                <a:cubicBezTo>
                  <a:pt x="755078" y="58545"/>
                  <a:pt x="745876" y="37366"/>
                  <a:pt x="729170" y="22599"/>
                </a:cubicBezTo>
                <a:cubicBezTo>
                  <a:pt x="712447" y="7813"/>
                  <a:pt x="689468" y="0"/>
                  <a:pt x="662720" y="0"/>
                </a:cubicBezTo>
                <a:cubicBezTo>
                  <a:pt x="635972" y="0"/>
                  <a:pt x="612993" y="7813"/>
                  <a:pt x="596270" y="22599"/>
                </a:cubicBezTo>
                <a:cubicBezTo>
                  <a:pt x="579565" y="37366"/>
                  <a:pt x="570363" y="58545"/>
                  <a:pt x="570363" y="82229"/>
                </a:cubicBezTo>
                <a:cubicBezTo>
                  <a:pt x="570363" y="105913"/>
                  <a:pt x="579565" y="127092"/>
                  <a:pt x="596270" y="141860"/>
                </a:cubicBezTo>
                <a:cubicBezTo>
                  <a:pt x="612993" y="156645"/>
                  <a:pt x="635972" y="164459"/>
                  <a:pt x="662720" y="164459"/>
                </a:cubicBezTo>
                <a:cubicBezTo>
                  <a:pt x="689468" y="164459"/>
                  <a:pt x="712447" y="156645"/>
                  <a:pt x="729170" y="141860"/>
                </a:cubicBezTo>
                <a:close/>
                <a:moveTo>
                  <a:pt x="596089" y="82229"/>
                </a:moveTo>
                <a:cubicBezTo>
                  <a:pt x="596089" y="65554"/>
                  <a:pt x="602227" y="51401"/>
                  <a:pt x="613852" y="41282"/>
                </a:cubicBezTo>
                <a:cubicBezTo>
                  <a:pt x="625821" y="30864"/>
                  <a:pt x="642716" y="25357"/>
                  <a:pt x="662720" y="25357"/>
                </a:cubicBezTo>
                <a:cubicBezTo>
                  <a:pt x="682725" y="25357"/>
                  <a:pt x="699620" y="30864"/>
                  <a:pt x="711588" y="41282"/>
                </a:cubicBezTo>
                <a:cubicBezTo>
                  <a:pt x="723204" y="51392"/>
                  <a:pt x="729351" y="65554"/>
                  <a:pt x="729351" y="82229"/>
                </a:cubicBezTo>
                <a:cubicBezTo>
                  <a:pt x="729351" y="98905"/>
                  <a:pt x="723213" y="113057"/>
                  <a:pt x="711588" y="123177"/>
                </a:cubicBezTo>
                <a:cubicBezTo>
                  <a:pt x="699620" y="133594"/>
                  <a:pt x="682725" y="139093"/>
                  <a:pt x="662720" y="139093"/>
                </a:cubicBezTo>
                <a:cubicBezTo>
                  <a:pt x="642716" y="139093"/>
                  <a:pt x="625812" y="133585"/>
                  <a:pt x="613852" y="123177"/>
                </a:cubicBezTo>
                <a:cubicBezTo>
                  <a:pt x="602236" y="113057"/>
                  <a:pt x="596089" y="98905"/>
                  <a:pt x="596089" y="82229"/>
                </a:cubicBezTo>
                <a:close/>
                <a:moveTo>
                  <a:pt x="234957" y="204267"/>
                </a:moveTo>
                <a:cubicBezTo>
                  <a:pt x="238157" y="202232"/>
                  <a:pt x="241855" y="201210"/>
                  <a:pt x="246049" y="201210"/>
                </a:cubicBezTo>
                <a:cubicBezTo>
                  <a:pt x="250704" y="201210"/>
                  <a:pt x="254655" y="202404"/>
                  <a:pt x="257882" y="204791"/>
                </a:cubicBezTo>
                <a:cubicBezTo>
                  <a:pt x="261109" y="207179"/>
                  <a:pt x="263278" y="210497"/>
                  <a:pt x="264390" y="214748"/>
                </a:cubicBezTo>
                <a:lnTo>
                  <a:pt x="271993" y="214748"/>
                </a:lnTo>
                <a:cubicBezTo>
                  <a:pt x="270826" y="208399"/>
                  <a:pt x="267961" y="203389"/>
                  <a:pt x="263387" y="199718"/>
                </a:cubicBezTo>
                <a:cubicBezTo>
                  <a:pt x="258813" y="196046"/>
                  <a:pt x="253154" y="194211"/>
                  <a:pt x="246401" y="194211"/>
                </a:cubicBezTo>
                <a:cubicBezTo>
                  <a:pt x="240580" y="194211"/>
                  <a:pt x="235454" y="195504"/>
                  <a:pt x="231025" y="198099"/>
                </a:cubicBezTo>
                <a:cubicBezTo>
                  <a:pt x="226605" y="200695"/>
                  <a:pt x="223197" y="204348"/>
                  <a:pt x="220810" y="209069"/>
                </a:cubicBezTo>
                <a:cubicBezTo>
                  <a:pt x="218424" y="213789"/>
                  <a:pt x="217231" y="219206"/>
                  <a:pt x="217231" y="225319"/>
                </a:cubicBezTo>
                <a:cubicBezTo>
                  <a:pt x="217231" y="231432"/>
                  <a:pt x="218424" y="236921"/>
                  <a:pt x="220810" y="241615"/>
                </a:cubicBezTo>
                <a:cubicBezTo>
                  <a:pt x="223197" y="246308"/>
                  <a:pt x="226605" y="249944"/>
                  <a:pt x="231025" y="252539"/>
                </a:cubicBezTo>
                <a:cubicBezTo>
                  <a:pt x="235445" y="255134"/>
                  <a:pt x="240571" y="256428"/>
                  <a:pt x="246401" y="256428"/>
                </a:cubicBezTo>
                <a:cubicBezTo>
                  <a:pt x="253217" y="256428"/>
                  <a:pt x="258876" y="254592"/>
                  <a:pt x="263387" y="250920"/>
                </a:cubicBezTo>
                <a:cubicBezTo>
                  <a:pt x="267898" y="247249"/>
                  <a:pt x="270736" y="242239"/>
                  <a:pt x="271902" y="235891"/>
                </a:cubicBezTo>
                <a:lnTo>
                  <a:pt x="264300" y="235891"/>
                </a:lnTo>
                <a:cubicBezTo>
                  <a:pt x="263134" y="240204"/>
                  <a:pt x="260982" y="243532"/>
                  <a:pt x="257837" y="245892"/>
                </a:cubicBezTo>
                <a:cubicBezTo>
                  <a:pt x="254691" y="248253"/>
                  <a:pt x="250759" y="249428"/>
                  <a:pt x="246049" y="249428"/>
                </a:cubicBezTo>
                <a:cubicBezTo>
                  <a:pt x="241855" y="249428"/>
                  <a:pt x="238157" y="248406"/>
                  <a:pt x="234957" y="246372"/>
                </a:cubicBezTo>
                <a:cubicBezTo>
                  <a:pt x="231757" y="244337"/>
                  <a:pt x="229289" y="241479"/>
                  <a:pt x="227581" y="237808"/>
                </a:cubicBezTo>
                <a:cubicBezTo>
                  <a:pt x="225863" y="234136"/>
                  <a:pt x="225005" y="229976"/>
                  <a:pt x="225005" y="225310"/>
                </a:cubicBezTo>
                <a:cubicBezTo>
                  <a:pt x="225005" y="220644"/>
                  <a:pt x="225863" y="216412"/>
                  <a:pt x="227581" y="212776"/>
                </a:cubicBezTo>
                <a:cubicBezTo>
                  <a:pt x="229299" y="209141"/>
                  <a:pt x="231757" y="206301"/>
                  <a:pt x="234957" y="204258"/>
                </a:cubicBezTo>
                <a:close/>
                <a:moveTo>
                  <a:pt x="330858" y="194744"/>
                </a:moveTo>
                <a:lnTo>
                  <a:pt x="307536" y="255903"/>
                </a:lnTo>
                <a:lnTo>
                  <a:pt x="315392" y="255903"/>
                </a:lnTo>
                <a:lnTo>
                  <a:pt x="321855" y="239390"/>
                </a:lnTo>
                <a:lnTo>
                  <a:pt x="348495" y="239390"/>
                </a:lnTo>
                <a:lnTo>
                  <a:pt x="354958" y="255903"/>
                </a:lnTo>
                <a:lnTo>
                  <a:pt x="363076" y="255903"/>
                </a:lnTo>
                <a:lnTo>
                  <a:pt x="339844" y="194744"/>
                </a:lnTo>
                <a:lnTo>
                  <a:pt x="330849" y="194744"/>
                </a:lnTo>
                <a:close/>
                <a:moveTo>
                  <a:pt x="324133" y="232490"/>
                </a:moveTo>
                <a:lnTo>
                  <a:pt x="335134" y="203046"/>
                </a:lnTo>
                <a:lnTo>
                  <a:pt x="346226" y="232490"/>
                </a:lnTo>
                <a:lnTo>
                  <a:pt x="324124" y="232490"/>
                </a:lnTo>
                <a:close/>
                <a:moveTo>
                  <a:pt x="715231" y="194744"/>
                </a:moveTo>
                <a:lnTo>
                  <a:pt x="707638" y="194744"/>
                </a:lnTo>
                <a:lnTo>
                  <a:pt x="707638" y="255903"/>
                </a:lnTo>
                <a:lnTo>
                  <a:pt x="743100" y="255903"/>
                </a:lnTo>
                <a:lnTo>
                  <a:pt x="743100" y="248913"/>
                </a:lnTo>
                <a:lnTo>
                  <a:pt x="715240" y="248913"/>
                </a:lnTo>
                <a:lnTo>
                  <a:pt x="715240" y="194744"/>
                </a:lnTo>
                <a:close/>
                <a:moveTo>
                  <a:pt x="247423" y="2089"/>
                </a:moveTo>
                <a:lnTo>
                  <a:pt x="222392" y="2089"/>
                </a:lnTo>
                <a:lnTo>
                  <a:pt x="222392" y="162361"/>
                </a:lnTo>
                <a:lnTo>
                  <a:pt x="247423" y="162361"/>
                </a:lnTo>
                <a:lnTo>
                  <a:pt x="247423" y="2089"/>
                </a:lnTo>
                <a:close/>
                <a:moveTo>
                  <a:pt x="79458" y="61810"/>
                </a:moveTo>
                <a:lnTo>
                  <a:pt x="79458" y="162370"/>
                </a:lnTo>
                <a:cubicBezTo>
                  <a:pt x="79458" y="162370"/>
                  <a:pt x="105230" y="162370"/>
                  <a:pt x="105230" y="162370"/>
                </a:cubicBezTo>
                <a:lnTo>
                  <a:pt x="105212" y="61810"/>
                </a:lnTo>
                <a:cubicBezTo>
                  <a:pt x="105212" y="49575"/>
                  <a:pt x="101262" y="37981"/>
                  <a:pt x="93786" y="28296"/>
                </a:cubicBezTo>
                <a:lnTo>
                  <a:pt x="92330" y="26415"/>
                </a:lnTo>
                <a:lnTo>
                  <a:pt x="90875" y="28296"/>
                </a:lnTo>
                <a:cubicBezTo>
                  <a:pt x="83399" y="37981"/>
                  <a:pt x="79449" y="49566"/>
                  <a:pt x="79449" y="61810"/>
                </a:cubicBezTo>
                <a:close/>
                <a:moveTo>
                  <a:pt x="46608" y="2089"/>
                </a:moveTo>
                <a:lnTo>
                  <a:pt x="0" y="2089"/>
                </a:lnTo>
                <a:lnTo>
                  <a:pt x="0" y="26415"/>
                </a:lnTo>
                <a:lnTo>
                  <a:pt x="92330" y="26415"/>
                </a:lnTo>
                <a:lnTo>
                  <a:pt x="90043" y="23458"/>
                </a:lnTo>
                <a:cubicBezTo>
                  <a:pt x="79558" y="9884"/>
                  <a:pt x="63720" y="2089"/>
                  <a:pt x="46608" y="2089"/>
                </a:cubicBezTo>
                <a:close/>
                <a:moveTo>
                  <a:pt x="94618" y="23458"/>
                </a:moveTo>
                <a:lnTo>
                  <a:pt x="92330" y="26415"/>
                </a:lnTo>
                <a:lnTo>
                  <a:pt x="184661" y="26415"/>
                </a:lnTo>
                <a:lnTo>
                  <a:pt x="184661" y="2089"/>
                </a:lnTo>
                <a:lnTo>
                  <a:pt x="138053" y="2089"/>
                </a:lnTo>
                <a:cubicBezTo>
                  <a:pt x="120932" y="2089"/>
                  <a:pt x="105103" y="9875"/>
                  <a:pt x="94608" y="23458"/>
                </a:cubicBezTo>
                <a:close/>
                <a:moveTo>
                  <a:pt x="507601" y="162361"/>
                </a:moveTo>
                <a:lnTo>
                  <a:pt x="532631" y="162361"/>
                </a:lnTo>
                <a:lnTo>
                  <a:pt x="532631" y="2089"/>
                </a:lnTo>
                <a:lnTo>
                  <a:pt x="507601" y="2089"/>
                </a:lnTo>
                <a:lnTo>
                  <a:pt x="507601" y="162361"/>
                </a:lnTo>
                <a:close/>
                <a:moveTo>
                  <a:pt x="488238" y="255903"/>
                </a:moveTo>
                <a:lnTo>
                  <a:pt x="495840" y="255903"/>
                </a:lnTo>
                <a:lnTo>
                  <a:pt x="495840" y="194744"/>
                </a:lnTo>
                <a:lnTo>
                  <a:pt x="488238" y="194744"/>
                </a:lnTo>
                <a:lnTo>
                  <a:pt x="488238" y="255903"/>
                </a:lnTo>
                <a:close/>
                <a:moveTo>
                  <a:pt x="537151" y="201735"/>
                </a:moveTo>
                <a:lnTo>
                  <a:pt x="556975" y="201735"/>
                </a:lnTo>
                <a:lnTo>
                  <a:pt x="556975" y="255903"/>
                </a:lnTo>
                <a:lnTo>
                  <a:pt x="564577" y="255903"/>
                </a:lnTo>
                <a:lnTo>
                  <a:pt x="564577" y="201735"/>
                </a:lnTo>
                <a:lnTo>
                  <a:pt x="584401" y="201735"/>
                </a:lnTo>
                <a:lnTo>
                  <a:pt x="584401" y="194744"/>
                </a:lnTo>
                <a:lnTo>
                  <a:pt x="537151" y="194744"/>
                </a:lnTo>
                <a:lnTo>
                  <a:pt x="537151" y="201735"/>
                </a:lnTo>
                <a:close/>
                <a:moveTo>
                  <a:pt x="283346" y="2089"/>
                </a:moveTo>
                <a:cubicBezTo>
                  <a:pt x="283346" y="2089"/>
                  <a:pt x="330958" y="115571"/>
                  <a:pt x="340377" y="138134"/>
                </a:cubicBezTo>
                <a:cubicBezTo>
                  <a:pt x="351360" y="164450"/>
                  <a:pt x="369195" y="164450"/>
                  <a:pt x="376047" y="164450"/>
                </a:cubicBezTo>
                <a:lnTo>
                  <a:pt x="377512" y="164450"/>
                </a:lnTo>
                <a:lnTo>
                  <a:pt x="312237" y="2089"/>
                </a:lnTo>
                <a:lnTo>
                  <a:pt x="283346" y="2089"/>
                </a:lnTo>
                <a:close/>
                <a:moveTo>
                  <a:pt x="437309" y="197059"/>
                </a:moveTo>
                <a:cubicBezTo>
                  <a:pt x="434217" y="195513"/>
                  <a:pt x="430674" y="194744"/>
                  <a:pt x="426651" y="194744"/>
                </a:cubicBezTo>
                <a:lnTo>
                  <a:pt x="403157" y="194744"/>
                </a:lnTo>
                <a:lnTo>
                  <a:pt x="403157" y="255903"/>
                </a:lnTo>
                <a:lnTo>
                  <a:pt x="410759" y="255903"/>
                </a:lnTo>
                <a:lnTo>
                  <a:pt x="410759" y="232400"/>
                </a:lnTo>
                <a:lnTo>
                  <a:pt x="426660" y="232400"/>
                </a:lnTo>
                <a:cubicBezTo>
                  <a:pt x="430674" y="232400"/>
                  <a:pt x="434217" y="231631"/>
                  <a:pt x="437273" y="230085"/>
                </a:cubicBezTo>
                <a:cubicBezTo>
                  <a:pt x="440328" y="228538"/>
                  <a:pt x="442696" y="226341"/>
                  <a:pt x="444387" y="223492"/>
                </a:cubicBezTo>
                <a:cubicBezTo>
                  <a:pt x="446077" y="220635"/>
                  <a:pt x="446918" y="217316"/>
                  <a:pt x="446918" y="213536"/>
                </a:cubicBezTo>
                <a:cubicBezTo>
                  <a:pt x="446918" y="209756"/>
                  <a:pt x="446086" y="206446"/>
                  <a:pt x="444432" y="203616"/>
                </a:cubicBezTo>
                <a:cubicBezTo>
                  <a:pt x="442769" y="200794"/>
                  <a:pt x="440400" y="198606"/>
                  <a:pt x="437318" y="197059"/>
                </a:cubicBezTo>
                <a:close/>
                <a:moveTo>
                  <a:pt x="435564" y="222181"/>
                </a:moveTo>
                <a:cubicBezTo>
                  <a:pt x="433178" y="224333"/>
                  <a:pt x="429978" y="225419"/>
                  <a:pt x="425955" y="225419"/>
                </a:cubicBezTo>
                <a:lnTo>
                  <a:pt x="410759" y="225419"/>
                </a:lnTo>
                <a:lnTo>
                  <a:pt x="410759" y="201744"/>
                </a:lnTo>
                <a:lnTo>
                  <a:pt x="426045" y="201744"/>
                </a:lnTo>
                <a:cubicBezTo>
                  <a:pt x="430059" y="201744"/>
                  <a:pt x="433250" y="202811"/>
                  <a:pt x="435609" y="204936"/>
                </a:cubicBezTo>
                <a:cubicBezTo>
                  <a:pt x="437969" y="207061"/>
                  <a:pt x="439144" y="209928"/>
                  <a:pt x="439144" y="213545"/>
                </a:cubicBezTo>
                <a:cubicBezTo>
                  <a:pt x="439144" y="217162"/>
                  <a:pt x="437951" y="220038"/>
                  <a:pt x="435564" y="222190"/>
                </a:cubicBezTo>
                <a:close/>
                <a:moveTo>
                  <a:pt x="377503" y="164459"/>
                </a:moveTo>
                <a:lnTo>
                  <a:pt x="378967" y="164459"/>
                </a:lnTo>
                <a:cubicBezTo>
                  <a:pt x="385828" y="164459"/>
                  <a:pt x="403663" y="164459"/>
                  <a:pt x="414637" y="138143"/>
                </a:cubicBezTo>
                <a:cubicBezTo>
                  <a:pt x="424048" y="115580"/>
                  <a:pt x="471668" y="2098"/>
                  <a:pt x="471668" y="2098"/>
                </a:cubicBezTo>
                <a:lnTo>
                  <a:pt x="442778" y="2098"/>
                </a:lnTo>
                <a:lnTo>
                  <a:pt x="377503" y="164468"/>
                </a:lnTo>
                <a:close/>
                <a:moveTo>
                  <a:pt x="635303" y="194744"/>
                </a:moveTo>
                <a:lnTo>
                  <a:pt x="611981" y="255903"/>
                </a:lnTo>
                <a:lnTo>
                  <a:pt x="619845" y="255903"/>
                </a:lnTo>
                <a:lnTo>
                  <a:pt x="626309" y="239390"/>
                </a:lnTo>
                <a:lnTo>
                  <a:pt x="652948" y="239390"/>
                </a:lnTo>
                <a:lnTo>
                  <a:pt x="659412" y="255903"/>
                </a:lnTo>
                <a:lnTo>
                  <a:pt x="667529" y="255903"/>
                </a:lnTo>
                <a:lnTo>
                  <a:pt x="644298" y="194744"/>
                </a:lnTo>
                <a:lnTo>
                  <a:pt x="635303" y="194744"/>
                </a:lnTo>
                <a:close/>
                <a:moveTo>
                  <a:pt x="628578" y="232490"/>
                </a:moveTo>
                <a:lnTo>
                  <a:pt x="639579" y="203046"/>
                </a:lnTo>
                <a:lnTo>
                  <a:pt x="650670" y="232490"/>
                </a:lnTo>
                <a:lnTo>
                  <a:pt x="628569" y="232490"/>
                </a:lnTo>
                <a:close/>
              </a:path>
            </a:pathLst>
          </a:custGeom>
          <a:solidFill>
            <a:schemeClr val="bg1"/>
          </a:solidFill>
          <a:ln w="104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BD5D38F-3A47-C3AD-9E83-74D319B7EA33}"/>
              </a:ext>
            </a:extLst>
          </p:cNvPr>
          <p:cNvSpPr/>
          <p:nvPr/>
        </p:nvSpPr>
        <p:spPr>
          <a:xfrm flipV="1">
            <a:off x="334962" y="6294310"/>
            <a:ext cx="11097267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1E6381-F8E9-B65D-BC4F-6414080C14D4}"/>
              </a:ext>
            </a:extLst>
          </p:cNvPr>
          <p:cNvSpPr txBox="1">
            <a:spLocks/>
          </p:cNvSpPr>
          <p:nvPr/>
        </p:nvSpPr>
        <p:spPr>
          <a:xfrm>
            <a:off x="11561763" y="647363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chemeClr val="bg1"/>
                </a:solidFill>
                <a:latin typeface="Versos" panose="020B0503020204030204" pitchFamily="34" charset="0"/>
                <a:ea typeface="Arial"/>
                <a:cs typeface="Versos" panose="020B050302020403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27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DB5F880-4008-FC98-C88A-77FD306E1D5E}"/>
              </a:ext>
            </a:extLst>
          </p:cNvPr>
          <p:cNvGrpSpPr/>
          <p:nvPr/>
        </p:nvGrpSpPr>
        <p:grpSpPr>
          <a:xfrm>
            <a:off x="334963" y="2090513"/>
            <a:ext cx="5218112" cy="2935188"/>
            <a:chOff x="334963" y="2090513"/>
            <a:chExt cx="5218112" cy="293518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E060573-1991-DA2E-F206-01B693DC1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334963" y="2090513"/>
              <a:ext cx="5218112" cy="2935188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B517027-9D4F-55B0-835D-B7CA1EFD4F38}"/>
                </a:ext>
              </a:extLst>
            </p:cNvPr>
            <p:cNvSpPr/>
            <p:nvPr/>
          </p:nvSpPr>
          <p:spPr>
            <a:xfrm>
              <a:off x="3533774" y="2857500"/>
              <a:ext cx="1600201" cy="238125"/>
            </a:xfrm>
            <a:prstGeom prst="rect">
              <a:avLst/>
            </a:prstGeom>
            <a:solidFill>
              <a:srgbClr val="33383B"/>
            </a:solidFill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b="1">
                  <a:latin typeface="Versos" panose="020B0503020204030204" pitchFamily="34" charset="0"/>
                </a:rPr>
                <a:t>Setembro de 2026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9914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F49F8-CA68-1768-C35F-DCC821E4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67709C-7BAB-F072-E8AB-11034E257FA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3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7ACC354-7316-0A22-C5C9-53C9608E3686}"/>
              </a:ext>
            </a:extLst>
          </p:cNvPr>
          <p:cNvSpPr/>
          <p:nvPr/>
        </p:nvSpPr>
        <p:spPr>
          <a:xfrm flipV="1">
            <a:off x="-31315" y="3328639"/>
            <a:ext cx="12254630" cy="200722"/>
          </a:xfrm>
          <a:custGeom>
            <a:avLst/>
            <a:gdLst>
              <a:gd name="connsiteX0" fmla="*/ 0 w 12225403"/>
              <a:gd name="connsiteY0" fmla="*/ 0 h 0"/>
              <a:gd name="connsiteX1" fmla="*/ 12225403 w 1222540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225403">
                <a:moveTo>
                  <a:pt x="0" y="0"/>
                </a:moveTo>
                <a:lnTo>
                  <a:pt x="12225403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09791F4-26A8-A4C7-ACA6-B6479CAC0EA8}"/>
              </a:ext>
            </a:extLst>
          </p:cNvPr>
          <p:cNvSpPr/>
          <p:nvPr/>
        </p:nvSpPr>
        <p:spPr>
          <a:xfrm>
            <a:off x="6549948" y="1670052"/>
            <a:ext cx="8056889" cy="6178295"/>
          </a:xfrm>
          <a:custGeom>
            <a:avLst/>
            <a:gdLst>
              <a:gd name="connsiteX0" fmla="*/ 0 w 5087815"/>
              <a:gd name="connsiteY0" fmla="*/ 3845169 h 3845169"/>
              <a:gd name="connsiteX1" fmla="*/ 5087815 w 5087815"/>
              <a:gd name="connsiteY1" fmla="*/ 0 h 3845169"/>
              <a:gd name="connsiteX0" fmla="*/ 0 w 5048059"/>
              <a:gd name="connsiteY0" fmla="*/ 3954500 h 3954500"/>
              <a:gd name="connsiteX1" fmla="*/ 5048059 w 5048059"/>
              <a:gd name="connsiteY1" fmla="*/ 0 h 3954500"/>
              <a:gd name="connsiteX0" fmla="*/ 0 w 5048059"/>
              <a:gd name="connsiteY0" fmla="*/ 3954500 h 3954500"/>
              <a:gd name="connsiteX1" fmla="*/ 5048059 w 5048059"/>
              <a:gd name="connsiteY1" fmla="*/ 0 h 3954500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25292 h 3825292"/>
              <a:gd name="connsiteX1" fmla="*/ 4988424 w 4988424"/>
              <a:gd name="connsiteY1" fmla="*/ 0 h 3825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988424" h="3825292">
                <a:moveTo>
                  <a:pt x="0" y="3825292"/>
                </a:moveTo>
                <a:cubicBezTo>
                  <a:pt x="1384087" y="1839675"/>
                  <a:pt x="2310976" y="251621"/>
                  <a:pt x="4988424" y="0"/>
                </a:cubicBezTo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7B58F5E6-8C34-1207-445B-2C56343D3E90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117" t="-23966" r="-8117" b="-23966"/>
          <a:stretch/>
        </p:blipFill>
        <p:spPr>
          <a:xfrm>
            <a:off x="5304916" y="5649854"/>
            <a:ext cx="1582169" cy="685147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D620CFCB-09EC-AADE-0F81-8719739D664F}"/>
              </a:ext>
            </a:extLst>
          </p:cNvPr>
          <p:cNvGrpSpPr/>
          <p:nvPr/>
        </p:nvGrpSpPr>
        <p:grpSpPr>
          <a:xfrm>
            <a:off x="4426647" y="2201930"/>
            <a:ext cx="3338707" cy="869086"/>
            <a:chOff x="4350971" y="2503144"/>
            <a:chExt cx="3338707" cy="869086"/>
          </a:xfrm>
        </p:grpSpPr>
        <p:grpSp>
          <p:nvGrpSpPr>
            <p:cNvPr id="39" name="Graphic 4">
              <a:extLst>
                <a:ext uri="{FF2B5EF4-FFF2-40B4-BE49-F238E27FC236}">
                  <a16:creationId xmlns:a16="http://schemas.microsoft.com/office/drawing/2014/main" id="{C8B4190A-F76F-7B4E-5B2A-E9E34E9413F0}"/>
                </a:ext>
              </a:extLst>
            </p:cNvPr>
            <p:cNvGrpSpPr/>
            <p:nvPr/>
          </p:nvGrpSpPr>
          <p:grpSpPr>
            <a:xfrm>
              <a:off x="4351463" y="2757251"/>
              <a:ext cx="3338215" cy="614979"/>
              <a:chOff x="4351463" y="2757251"/>
              <a:chExt cx="3338215" cy="614979"/>
            </a:xfrm>
          </p:grpSpPr>
          <p:grpSp>
            <p:nvGrpSpPr>
              <p:cNvPr id="49" name="Graphic 4">
                <a:extLst>
                  <a:ext uri="{FF2B5EF4-FFF2-40B4-BE49-F238E27FC236}">
                    <a16:creationId xmlns:a16="http://schemas.microsoft.com/office/drawing/2014/main" id="{28EAF743-2FF9-ED10-59EE-EC99B539FFD3}"/>
                  </a:ext>
                </a:extLst>
              </p:cNvPr>
              <p:cNvGrpSpPr/>
              <p:nvPr/>
            </p:nvGrpSpPr>
            <p:grpSpPr>
              <a:xfrm>
                <a:off x="6276228" y="2757251"/>
                <a:ext cx="1413450" cy="614979"/>
                <a:chOff x="6276228" y="2757251"/>
                <a:chExt cx="1413450" cy="614979"/>
              </a:xfrm>
              <a:solidFill>
                <a:srgbClr val="FFFFFF"/>
              </a:solidFill>
            </p:grpSpPr>
            <p:sp>
              <p:nvSpPr>
                <p:cNvPr id="56" name="Freeform: Shape 55">
                  <a:extLst>
                    <a:ext uri="{FF2B5EF4-FFF2-40B4-BE49-F238E27FC236}">
                      <a16:creationId xmlns:a16="http://schemas.microsoft.com/office/drawing/2014/main" id="{8F835390-A57E-0264-5127-69F62619CFFA}"/>
                    </a:ext>
                  </a:extLst>
                </p:cNvPr>
                <p:cNvSpPr/>
                <p:nvPr/>
              </p:nvSpPr>
              <p:spPr>
                <a:xfrm>
                  <a:off x="6276228" y="2757251"/>
                  <a:ext cx="248054" cy="604841"/>
                </a:xfrm>
                <a:custGeom>
                  <a:avLst/>
                  <a:gdLst>
                    <a:gd name="csX0" fmla="*/ 223405 w 248054"/>
                    <a:gd name="csY0" fmla="*/ 19117 h 604841"/>
                    <a:gd name="csX1" fmla="*/ 141869 w 248054"/>
                    <a:gd name="csY1" fmla="*/ 0 h 604841"/>
                    <a:gd name="csX2" fmla="*/ 0 w 248054"/>
                    <a:gd name="csY2" fmla="*/ 9356 h 604841"/>
                    <a:gd name="csX3" fmla="*/ 0 w 248054"/>
                    <a:gd name="csY3" fmla="*/ 112991 h 604841"/>
                    <a:gd name="csX4" fmla="*/ 129125 w 248054"/>
                    <a:gd name="csY4" fmla="*/ 112991 h 604841"/>
                    <a:gd name="csX5" fmla="*/ 129125 w 248054"/>
                    <a:gd name="csY5" fmla="*/ 604842 h 604841"/>
                    <a:gd name="csX6" fmla="*/ 248054 w 248054"/>
                    <a:gd name="csY6" fmla="*/ 604842 h 604841"/>
                    <a:gd name="csX7" fmla="*/ 248054 w 248054"/>
                    <a:gd name="csY7" fmla="*/ 83245 h 604841"/>
                    <a:gd name="csX8" fmla="*/ 223434 w 248054"/>
                    <a:gd name="csY8" fmla="*/ 19117 h 6048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48054" h="604841">
                      <a:moveTo>
                        <a:pt x="223405" y="19117"/>
                      </a:moveTo>
                      <a:cubicBezTo>
                        <a:pt x="206982" y="6372"/>
                        <a:pt x="179784" y="0"/>
                        <a:pt x="141869" y="0"/>
                      </a:cubicBezTo>
                      <a:cubicBezTo>
                        <a:pt x="90341" y="0"/>
                        <a:pt x="43042" y="3128"/>
                        <a:pt x="0" y="9356"/>
                      </a:cubicBezTo>
                      <a:lnTo>
                        <a:pt x="0" y="112991"/>
                      </a:lnTo>
                      <a:lnTo>
                        <a:pt x="129125" y="112991"/>
                      </a:lnTo>
                      <a:lnTo>
                        <a:pt x="129125" y="604842"/>
                      </a:lnTo>
                      <a:lnTo>
                        <a:pt x="248054" y="604842"/>
                      </a:lnTo>
                      <a:lnTo>
                        <a:pt x="248054" y="83245"/>
                      </a:lnTo>
                      <a:cubicBezTo>
                        <a:pt x="248054" y="53237"/>
                        <a:pt x="239828" y="31861"/>
                        <a:pt x="223434" y="19117"/>
                      </a:cubicBezTo>
                    </a:path>
                  </a:pathLst>
                </a:custGeom>
                <a:solidFill>
                  <a:srgbClr val="FFFFFF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Freeform: Shape 56">
                  <a:extLst>
                    <a:ext uri="{FF2B5EF4-FFF2-40B4-BE49-F238E27FC236}">
                      <a16:creationId xmlns:a16="http://schemas.microsoft.com/office/drawing/2014/main" id="{D2023C00-1B92-F899-E450-F005C5E29917}"/>
                    </a:ext>
                  </a:extLst>
                </p:cNvPr>
                <p:cNvSpPr/>
                <p:nvPr/>
              </p:nvSpPr>
              <p:spPr>
                <a:xfrm>
                  <a:off x="6629569" y="2757251"/>
                  <a:ext cx="480814" cy="614921"/>
                </a:xfrm>
                <a:custGeom>
                  <a:avLst/>
                  <a:gdLst>
                    <a:gd name="csX0" fmla="*/ 360177 w 480814"/>
                    <a:gd name="csY0" fmla="*/ 292196 h 614921"/>
                    <a:gd name="csX1" fmla="*/ 360177 w 480814"/>
                    <a:gd name="csY1" fmla="*/ 288807 h 614921"/>
                    <a:gd name="csX2" fmla="*/ 435340 w 480814"/>
                    <a:gd name="csY2" fmla="*/ 244636 h 614921"/>
                    <a:gd name="csX3" fmla="*/ 463812 w 480814"/>
                    <a:gd name="csY3" fmla="*/ 161392 h 614921"/>
                    <a:gd name="csX4" fmla="*/ 436615 w 480814"/>
                    <a:gd name="csY4" fmla="*/ 77307 h 614921"/>
                    <a:gd name="csX5" fmla="*/ 358902 w 480814"/>
                    <a:gd name="csY5" fmla="*/ 20391 h 614921"/>
                    <a:gd name="csX6" fmla="*/ 240407 w 480814"/>
                    <a:gd name="csY6" fmla="*/ 0 h 614921"/>
                    <a:gd name="csX7" fmla="*/ 121478 w 480814"/>
                    <a:gd name="csY7" fmla="*/ 20391 h 614921"/>
                    <a:gd name="csX8" fmla="*/ 44606 w 480814"/>
                    <a:gd name="csY8" fmla="*/ 77307 h 614921"/>
                    <a:gd name="csX9" fmla="*/ 17842 w 480814"/>
                    <a:gd name="csY9" fmla="*/ 161392 h 614921"/>
                    <a:gd name="csX10" fmla="*/ 45880 w 480814"/>
                    <a:gd name="csY10" fmla="*/ 242087 h 614921"/>
                    <a:gd name="csX11" fmla="*/ 121478 w 480814"/>
                    <a:gd name="csY11" fmla="*/ 289647 h 614921"/>
                    <a:gd name="csX12" fmla="*/ 121478 w 480814"/>
                    <a:gd name="csY12" fmla="*/ 293036 h 614921"/>
                    <a:gd name="csX13" fmla="*/ 33136 w 480814"/>
                    <a:gd name="csY13" fmla="*/ 344420 h 614921"/>
                    <a:gd name="csX14" fmla="*/ 0 w 480814"/>
                    <a:gd name="csY14" fmla="*/ 439974 h 614921"/>
                    <a:gd name="csX15" fmla="*/ 29718 w 480814"/>
                    <a:gd name="csY15" fmla="*/ 531271 h 614921"/>
                    <a:gd name="csX16" fmla="*/ 113831 w 480814"/>
                    <a:gd name="csY16" fmla="*/ 592850 h 614921"/>
                    <a:gd name="csX17" fmla="*/ 240407 w 480814"/>
                    <a:gd name="csY17" fmla="*/ 614921 h 614921"/>
                    <a:gd name="csX18" fmla="*/ 367823 w 480814"/>
                    <a:gd name="csY18" fmla="*/ 592850 h 614921"/>
                    <a:gd name="csX19" fmla="*/ 451502 w 480814"/>
                    <a:gd name="csY19" fmla="*/ 530837 h 614921"/>
                    <a:gd name="csX20" fmla="*/ 480815 w 480814"/>
                    <a:gd name="csY20" fmla="*/ 439945 h 614921"/>
                    <a:gd name="csX21" fmla="*/ 447679 w 480814"/>
                    <a:gd name="csY21" fmla="*/ 343116 h 614921"/>
                    <a:gd name="csX22" fmla="*/ 360177 w 480814"/>
                    <a:gd name="csY22" fmla="*/ 292138 h 614921"/>
                    <a:gd name="csX23" fmla="*/ 162695 w 480814"/>
                    <a:gd name="csY23" fmla="*/ 122753 h 614921"/>
                    <a:gd name="csX24" fmla="*/ 239567 w 480814"/>
                    <a:gd name="csY24" fmla="*/ 102796 h 614921"/>
                    <a:gd name="csX25" fmla="*/ 317714 w 480814"/>
                    <a:gd name="csY25" fmla="*/ 122753 h 614921"/>
                    <a:gd name="csX26" fmla="*/ 345752 w 480814"/>
                    <a:gd name="csY26" fmla="*/ 176685 h 614921"/>
                    <a:gd name="csX27" fmla="*/ 318149 w 480814"/>
                    <a:gd name="csY27" fmla="*/ 228937 h 614921"/>
                    <a:gd name="csX28" fmla="*/ 239567 w 480814"/>
                    <a:gd name="csY28" fmla="*/ 248054 h 614921"/>
                    <a:gd name="csX29" fmla="*/ 162695 w 480814"/>
                    <a:gd name="csY29" fmla="*/ 228937 h 614921"/>
                    <a:gd name="csX30" fmla="*/ 135092 w 480814"/>
                    <a:gd name="csY30" fmla="*/ 176685 h 614921"/>
                    <a:gd name="csX31" fmla="*/ 162695 w 480814"/>
                    <a:gd name="csY31" fmla="*/ 122753 h 614921"/>
                    <a:gd name="csX32" fmla="*/ 328750 w 480814"/>
                    <a:gd name="csY32" fmla="*/ 489707 h 614921"/>
                    <a:gd name="csX33" fmla="*/ 240407 w 480814"/>
                    <a:gd name="csY33" fmla="*/ 512212 h 614921"/>
                    <a:gd name="csX34" fmla="*/ 152065 w 480814"/>
                    <a:gd name="csY34" fmla="*/ 489707 h 614921"/>
                    <a:gd name="csX35" fmla="*/ 120638 w 480814"/>
                    <a:gd name="csY35" fmla="*/ 428128 h 614921"/>
                    <a:gd name="csX36" fmla="*/ 151659 w 480814"/>
                    <a:gd name="csY36" fmla="*/ 368229 h 614921"/>
                    <a:gd name="csX37" fmla="*/ 240436 w 480814"/>
                    <a:gd name="csY37" fmla="*/ 346563 h 614921"/>
                    <a:gd name="csX38" fmla="*/ 329213 w 480814"/>
                    <a:gd name="csY38" fmla="*/ 368229 h 614921"/>
                    <a:gd name="csX39" fmla="*/ 360235 w 480814"/>
                    <a:gd name="csY39" fmla="*/ 428128 h 614921"/>
                    <a:gd name="csX40" fmla="*/ 328808 w 480814"/>
                    <a:gd name="csY40" fmla="*/ 489707 h 61492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</a:cxnLst>
                  <a:rect l="l" t="t" r="r" b="b"/>
                  <a:pathLst>
                    <a:path w="480814" h="614921">
                      <a:moveTo>
                        <a:pt x="360177" y="292196"/>
                      </a:moveTo>
                      <a:lnTo>
                        <a:pt x="360177" y="288807"/>
                      </a:lnTo>
                      <a:cubicBezTo>
                        <a:pt x="391314" y="282030"/>
                        <a:pt x="416368" y="267287"/>
                        <a:pt x="435340" y="244636"/>
                      </a:cubicBezTo>
                      <a:cubicBezTo>
                        <a:pt x="454312" y="221986"/>
                        <a:pt x="463812" y="194238"/>
                        <a:pt x="463812" y="161392"/>
                      </a:cubicBezTo>
                      <a:cubicBezTo>
                        <a:pt x="463812" y="128546"/>
                        <a:pt x="454746" y="101666"/>
                        <a:pt x="436615" y="77307"/>
                      </a:cubicBezTo>
                      <a:cubicBezTo>
                        <a:pt x="418483" y="52977"/>
                        <a:pt x="392588" y="34005"/>
                        <a:pt x="358902" y="20391"/>
                      </a:cubicBezTo>
                      <a:cubicBezTo>
                        <a:pt x="325187" y="6807"/>
                        <a:pt x="285708" y="0"/>
                        <a:pt x="240407" y="0"/>
                      </a:cubicBezTo>
                      <a:cubicBezTo>
                        <a:pt x="195106" y="0"/>
                        <a:pt x="154903" y="6807"/>
                        <a:pt x="121478" y="20391"/>
                      </a:cubicBezTo>
                      <a:cubicBezTo>
                        <a:pt x="88053" y="33976"/>
                        <a:pt x="62448" y="52977"/>
                        <a:pt x="44606" y="77307"/>
                      </a:cubicBezTo>
                      <a:cubicBezTo>
                        <a:pt x="26763" y="101666"/>
                        <a:pt x="17842" y="129704"/>
                        <a:pt x="17842" y="161392"/>
                      </a:cubicBezTo>
                      <a:cubicBezTo>
                        <a:pt x="17842" y="193079"/>
                        <a:pt x="27198" y="219466"/>
                        <a:pt x="45880" y="242087"/>
                      </a:cubicBezTo>
                      <a:cubicBezTo>
                        <a:pt x="64562" y="264738"/>
                        <a:pt x="89762" y="280610"/>
                        <a:pt x="121478" y="289647"/>
                      </a:cubicBezTo>
                      <a:lnTo>
                        <a:pt x="121478" y="293036"/>
                      </a:lnTo>
                      <a:cubicBezTo>
                        <a:pt x="84664" y="301523"/>
                        <a:pt x="55236" y="318670"/>
                        <a:pt x="33136" y="344420"/>
                      </a:cubicBezTo>
                      <a:cubicBezTo>
                        <a:pt x="11065" y="370198"/>
                        <a:pt x="0" y="402059"/>
                        <a:pt x="0" y="439974"/>
                      </a:cubicBezTo>
                      <a:cubicBezTo>
                        <a:pt x="0" y="474529"/>
                        <a:pt x="9906" y="504942"/>
                        <a:pt x="29718" y="531271"/>
                      </a:cubicBezTo>
                      <a:cubicBezTo>
                        <a:pt x="49530" y="557600"/>
                        <a:pt x="77568" y="578136"/>
                        <a:pt x="113831" y="592850"/>
                      </a:cubicBezTo>
                      <a:cubicBezTo>
                        <a:pt x="150066" y="607564"/>
                        <a:pt x="192268" y="614921"/>
                        <a:pt x="240407" y="614921"/>
                      </a:cubicBezTo>
                      <a:cubicBezTo>
                        <a:pt x="288547" y="614921"/>
                        <a:pt x="331588" y="607564"/>
                        <a:pt x="367823" y="592850"/>
                      </a:cubicBezTo>
                      <a:cubicBezTo>
                        <a:pt x="404058" y="578136"/>
                        <a:pt x="431951" y="557455"/>
                        <a:pt x="451502" y="530837"/>
                      </a:cubicBezTo>
                      <a:cubicBezTo>
                        <a:pt x="471054" y="504218"/>
                        <a:pt x="480815" y="473921"/>
                        <a:pt x="480815" y="439945"/>
                      </a:cubicBezTo>
                      <a:cubicBezTo>
                        <a:pt x="480815" y="402002"/>
                        <a:pt x="469779" y="369735"/>
                        <a:pt x="447679" y="343116"/>
                      </a:cubicBezTo>
                      <a:cubicBezTo>
                        <a:pt x="425579" y="316498"/>
                        <a:pt x="396411" y="299524"/>
                        <a:pt x="360177" y="292138"/>
                      </a:cubicBezTo>
                      <a:moveTo>
                        <a:pt x="162695" y="122753"/>
                      </a:moveTo>
                      <a:cubicBezTo>
                        <a:pt x="181088" y="109458"/>
                        <a:pt x="206721" y="102796"/>
                        <a:pt x="239567" y="102796"/>
                      </a:cubicBezTo>
                      <a:cubicBezTo>
                        <a:pt x="272413" y="102796"/>
                        <a:pt x="299032" y="109458"/>
                        <a:pt x="317714" y="122753"/>
                      </a:cubicBezTo>
                      <a:cubicBezTo>
                        <a:pt x="336397" y="136076"/>
                        <a:pt x="345752" y="154034"/>
                        <a:pt x="345752" y="176685"/>
                      </a:cubicBezTo>
                      <a:cubicBezTo>
                        <a:pt x="345752" y="199335"/>
                        <a:pt x="336541" y="216193"/>
                        <a:pt x="318149" y="228937"/>
                      </a:cubicBezTo>
                      <a:cubicBezTo>
                        <a:pt x="299756" y="241682"/>
                        <a:pt x="273543" y="248054"/>
                        <a:pt x="239567" y="248054"/>
                      </a:cubicBezTo>
                      <a:cubicBezTo>
                        <a:pt x="205592" y="248054"/>
                        <a:pt x="181088" y="241682"/>
                        <a:pt x="162695" y="228937"/>
                      </a:cubicBezTo>
                      <a:cubicBezTo>
                        <a:pt x="144273" y="216193"/>
                        <a:pt x="135092" y="198785"/>
                        <a:pt x="135092" y="176685"/>
                      </a:cubicBezTo>
                      <a:cubicBezTo>
                        <a:pt x="135092" y="154585"/>
                        <a:pt x="144273" y="136047"/>
                        <a:pt x="162695" y="122753"/>
                      </a:cubicBezTo>
                      <a:moveTo>
                        <a:pt x="328750" y="489707"/>
                      </a:moveTo>
                      <a:cubicBezTo>
                        <a:pt x="307779" y="504710"/>
                        <a:pt x="278351" y="512212"/>
                        <a:pt x="240407" y="512212"/>
                      </a:cubicBezTo>
                      <a:cubicBezTo>
                        <a:pt x="202464" y="512212"/>
                        <a:pt x="173006" y="504710"/>
                        <a:pt x="152065" y="489707"/>
                      </a:cubicBezTo>
                      <a:cubicBezTo>
                        <a:pt x="131094" y="474703"/>
                        <a:pt x="120638" y="454167"/>
                        <a:pt x="120638" y="428128"/>
                      </a:cubicBezTo>
                      <a:cubicBezTo>
                        <a:pt x="120638" y="402088"/>
                        <a:pt x="130979" y="382682"/>
                        <a:pt x="151659" y="368229"/>
                      </a:cubicBezTo>
                      <a:cubicBezTo>
                        <a:pt x="172311" y="353775"/>
                        <a:pt x="201913" y="346563"/>
                        <a:pt x="240436" y="346563"/>
                      </a:cubicBezTo>
                      <a:cubicBezTo>
                        <a:pt x="278959" y="346563"/>
                        <a:pt x="308533" y="353775"/>
                        <a:pt x="329213" y="368229"/>
                      </a:cubicBezTo>
                      <a:cubicBezTo>
                        <a:pt x="349865" y="382653"/>
                        <a:pt x="360235" y="402639"/>
                        <a:pt x="360235" y="428128"/>
                      </a:cubicBezTo>
                      <a:cubicBezTo>
                        <a:pt x="360235" y="453617"/>
                        <a:pt x="349749" y="474703"/>
                        <a:pt x="328808" y="489707"/>
                      </a:cubicBezTo>
                    </a:path>
                  </a:pathLst>
                </a:custGeom>
                <a:solidFill>
                  <a:srgbClr val="FFFFFF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254D7E00-D943-479A-A21D-631A6BCC686C}"/>
                    </a:ext>
                  </a:extLst>
                </p:cNvPr>
                <p:cNvSpPr/>
                <p:nvPr/>
              </p:nvSpPr>
              <p:spPr>
                <a:xfrm>
                  <a:off x="7197017" y="2757251"/>
                  <a:ext cx="492661" cy="614979"/>
                </a:xfrm>
                <a:custGeom>
                  <a:avLst/>
                  <a:gdLst>
                    <a:gd name="csX0" fmla="*/ 430677 w 492661"/>
                    <a:gd name="csY0" fmla="*/ 70935 h 614979"/>
                    <a:gd name="csX1" fmla="*/ 247185 w 492661"/>
                    <a:gd name="csY1" fmla="*/ 0 h 614979"/>
                    <a:gd name="csX2" fmla="*/ 63288 w 492661"/>
                    <a:gd name="csY2" fmla="*/ 71340 h 614979"/>
                    <a:gd name="csX3" fmla="*/ 0 w 492661"/>
                    <a:gd name="csY3" fmla="*/ 270125 h 614979"/>
                    <a:gd name="csX4" fmla="*/ 0 w 492661"/>
                    <a:gd name="csY4" fmla="*/ 344014 h 614979"/>
                    <a:gd name="csX5" fmla="*/ 62419 w 492661"/>
                    <a:gd name="csY5" fmla="*/ 544479 h 614979"/>
                    <a:gd name="csX6" fmla="*/ 246316 w 492661"/>
                    <a:gd name="csY6" fmla="*/ 614979 h 614979"/>
                    <a:gd name="csX7" fmla="*/ 429373 w 492661"/>
                    <a:gd name="csY7" fmla="*/ 543610 h 614979"/>
                    <a:gd name="csX8" fmla="*/ 492661 w 492661"/>
                    <a:gd name="csY8" fmla="*/ 343985 h 614979"/>
                    <a:gd name="csX9" fmla="*/ 492661 w 492661"/>
                    <a:gd name="csY9" fmla="*/ 270096 h 614979"/>
                    <a:gd name="csX10" fmla="*/ 430648 w 492661"/>
                    <a:gd name="csY10" fmla="*/ 70906 h 614979"/>
                    <a:gd name="csX11" fmla="*/ 373761 w 492661"/>
                    <a:gd name="csY11" fmla="*/ 270125 h 614979"/>
                    <a:gd name="csX12" fmla="*/ 373761 w 492661"/>
                    <a:gd name="csY12" fmla="*/ 344014 h 614979"/>
                    <a:gd name="csX13" fmla="*/ 365912 w 492661"/>
                    <a:gd name="csY13" fmla="*/ 414485 h 614979"/>
                    <a:gd name="csX14" fmla="*/ 216598 w 492661"/>
                    <a:gd name="csY14" fmla="*/ 111340 h 614979"/>
                    <a:gd name="csX15" fmla="*/ 247185 w 492661"/>
                    <a:gd name="csY15" fmla="*/ 108705 h 614979"/>
                    <a:gd name="csX16" fmla="*/ 373761 w 492661"/>
                    <a:gd name="csY16" fmla="*/ 270096 h 614979"/>
                    <a:gd name="csX17" fmla="*/ 118929 w 492661"/>
                    <a:gd name="csY17" fmla="*/ 344014 h 614979"/>
                    <a:gd name="csX18" fmla="*/ 118929 w 492661"/>
                    <a:gd name="csY18" fmla="*/ 270125 h 614979"/>
                    <a:gd name="csX19" fmla="*/ 144157 w 492661"/>
                    <a:gd name="csY19" fmla="*/ 158785 h 614979"/>
                    <a:gd name="csX20" fmla="*/ 308764 w 492661"/>
                    <a:gd name="csY20" fmla="*/ 492980 h 614979"/>
                    <a:gd name="csX21" fmla="*/ 246345 w 492661"/>
                    <a:gd name="csY21" fmla="*/ 506246 h 614979"/>
                    <a:gd name="csX22" fmla="*/ 118929 w 492661"/>
                    <a:gd name="csY22" fmla="*/ 344014 h 6149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492661" h="614979">
                      <a:moveTo>
                        <a:pt x="430677" y="70935"/>
                      </a:moveTo>
                      <a:cubicBezTo>
                        <a:pt x="389344" y="23664"/>
                        <a:pt x="328171" y="0"/>
                        <a:pt x="247185" y="0"/>
                      </a:cubicBezTo>
                      <a:cubicBezTo>
                        <a:pt x="166200" y="0"/>
                        <a:pt x="105461" y="23780"/>
                        <a:pt x="63288" y="71340"/>
                      </a:cubicBezTo>
                      <a:cubicBezTo>
                        <a:pt x="21086" y="118900"/>
                        <a:pt x="0" y="185172"/>
                        <a:pt x="0" y="270125"/>
                      </a:cubicBezTo>
                      <a:lnTo>
                        <a:pt x="0" y="344014"/>
                      </a:lnTo>
                      <a:cubicBezTo>
                        <a:pt x="0" y="430677"/>
                        <a:pt x="20797" y="497498"/>
                        <a:pt x="62419" y="544479"/>
                      </a:cubicBezTo>
                      <a:cubicBezTo>
                        <a:pt x="104041" y="591489"/>
                        <a:pt x="165360" y="614979"/>
                        <a:pt x="246316" y="614979"/>
                      </a:cubicBezTo>
                      <a:cubicBezTo>
                        <a:pt x="327272" y="614979"/>
                        <a:pt x="387201" y="591199"/>
                        <a:pt x="429373" y="543610"/>
                      </a:cubicBezTo>
                      <a:cubicBezTo>
                        <a:pt x="471546" y="496050"/>
                        <a:pt x="492661" y="429489"/>
                        <a:pt x="492661" y="343985"/>
                      </a:cubicBezTo>
                      <a:lnTo>
                        <a:pt x="492661" y="270096"/>
                      </a:lnTo>
                      <a:cubicBezTo>
                        <a:pt x="492661" y="184592"/>
                        <a:pt x="471981" y="118176"/>
                        <a:pt x="430648" y="70906"/>
                      </a:cubicBezTo>
                      <a:moveTo>
                        <a:pt x="373761" y="270125"/>
                      </a:moveTo>
                      <a:lnTo>
                        <a:pt x="373761" y="344014"/>
                      </a:lnTo>
                      <a:cubicBezTo>
                        <a:pt x="373761" y="370835"/>
                        <a:pt x="371154" y="394326"/>
                        <a:pt x="365912" y="414485"/>
                      </a:cubicBezTo>
                      <a:lnTo>
                        <a:pt x="216598" y="111340"/>
                      </a:lnTo>
                      <a:cubicBezTo>
                        <a:pt x="226099" y="109603"/>
                        <a:pt x="236294" y="108705"/>
                        <a:pt x="247185" y="108705"/>
                      </a:cubicBezTo>
                      <a:cubicBezTo>
                        <a:pt x="331560" y="108705"/>
                        <a:pt x="373761" y="162521"/>
                        <a:pt x="373761" y="270096"/>
                      </a:cubicBezTo>
                      <a:moveTo>
                        <a:pt x="118929" y="344014"/>
                      </a:moveTo>
                      <a:lnTo>
                        <a:pt x="118929" y="270125"/>
                      </a:lnTo>
                      <a:cubicBezTo>
                        <a:pt x="118929" y="222449"/>
                        <a:pt x="127358" y="185345"/>
                        <a:pt x="144157" y="158785"/>
                      </a:cubicBezTo>
                      <a:lnTo>
                        <a:pt x="308764" y="492980"/>
                      </a:lnTo>
                      <a:cubicBezTo>
                        <a:pt x="291414" y="501814"/>
                        <a:pt x="270618" y="506246"/>
                        <a:pt x="246345" y="506246"/>
                      </a:cubicBezTo>
                      <a:cubicBezTo>
                        <a:pt x="161392" y="506246"/>
                        <a:pt x="118929" y="452168"/>
                        <a:pt x="118929" y="344014"/>
                      </a:cubicBezTo>
                    </a:path>
                  </a:pathLst>
                </a:custGeom>
                <a:solidFill>
                  <a:srgbClr val="FFFFFF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0" name="Graphic 4">
                <a:extLst>
                  <a:ext uri="{FF2B5EF4-FFF2-40B4-BE49-F238E27FC236}">
                    <a16:creationId xmlns:a16="http://schemas.microsoft.com/office/drawing/2014/main" id="{93C6BEE2-AC27-3384-AB80-0BC4B34A9099}"/>
                  </a:ext>
                </a:extLst>
              </p:cNvPr>
              <p:cNvGrpSpPr/>
              <p:nvPr/>
            </p:nvGrpSpPr>
            <p:grpSpPr>
              <a:xfrm>
                <a:off x="4351463" y="2757251"/>
                <a:ext cx="1785155" cy="611793"/>
                <a:chOff x="4351463" y="2757251"/>
                <a:chExt cx="1785155" cy="611793"/>
              </a:xfrm>
              <a:solidFill>
                <a:srgbClr val="C1F4D4"/>
              </a:solidFill>
            </p:grpSpPr>
            <p:sp>
              <p:nvSpPr>
                <p:cNvPr id="51" name="Freeform: Shape 50">
                  <a:extLst>
                    <a:ext uri="{FF2B5EF4-FFF2-40B4-BE49-F238E27FC236}">
                      <a16:creationId xmlns:a16="http://schemas.microsoft.com/office/drawing/2014/main" id="{41093AD8-9C19-FEDB-0077-0C66A11153F6}"/>
                    </a:ext>
                  </a:extLst>
                </p:cNvPr>
                <p:cNvSpPr/>
                <p:nvPr/>
              </p:nvSpPr>
              <p:spPr>
                <a:xfrm>
                  <a:off x="5094901" y="2759597"/>
                  <a:ext cx="477483" cy="606434"/>
                </a:xfrm>
                <a:custGeom>
                  <a:avLst/>
                  <a:gdLst>
                    <a:gd name="csX0" fmla="*/ 163390 w 477483"/>
                    <a:gd name="csY0" fmla="*/ 0 h 606434"/>
                    <a:gd name="csX1" fmla="*/ 0 w 477483"/>
                    <a:gd name="csY1" fmla="*/ 0 h 606434"/>
                    <a:gd name="csX2" fmla="*/ 0 w 477483"/>
                    <a:gd name="csY2" fmla="*/ 316874 h 606434"/>
                    <a:gd name="csX3" fmla="*/ 163911 w 477483"/>
                    <a:gd name="csY3" fmla="*/ 469171 h 606434"/>
                    <a:gd name="csX4" fmla="*/ 311661 w 477483"/>
                    <a:gd name="csY4" fmla="*/ 606435 h 606434"/>
                    <a:gd name="csX5" fmla="*/ 477484 w 477483"/>
                    <a:gd name="csY5" fmla="*/ 606435 h 606434"/>
                    <a:gd name="csX6" fmla="*/ 477484 w 477483"/>
                    <a:gd name="csY6" fmla="*/ 467809 h 606434"/>
                    <a:gd name="csX7" fmla="*/ 163390 w 477483"/>
                    <a:gd name="csY7" fmla="*/ 467809 h 606434"/>
                    <a:gd name="csX8" fmla="*/ 163390 w 477483"/>
                    <a:gd name="csY8" fmla="*/ 0 h 60643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477483" h="606434">
                      <a:moveTo>
                        <a:pt x="163390" y="0"/>
                      </a:moveTo>
                      <a:lnTo>
                        <a:pt x="0" y="0"/>
                      </a:lnTo>
                      <a:lnTo>
                        <a:pt x="0" y="316874"/>
                      </a:lnTo>
                      <a:cubicBezTo>
                        <a:pt x="0" y="400988"/>
                        <a:pt x="73397" y="469171"/>
                        <a:pt x="163911" y="469171"/>
                      </a:cubicBezTo>
                      <a:cubicBezTo>
                        <a:pt x="163911" y="544971"/>
                        <a:pt x="230067" y="606435"/>
                        <a:pt x="311661" y="606435"/>
                      </a:cubicBezTo>
                      <a:lnTo>
                        <a:pt x="477484" y="606435"/>
                      </a:lnTo>
                      <a:lnTo>
                        <a:pt x="477484" y="467809"/>
                      </a:lnTo>
                      <a:lnTo>
                        <a:pt x="163390" y="467809"/>
                      </a:lnTo>
                      <a:lnTo>
                        <a:pt x="163390" y="0"/>
                      </a:lnTo>
                      <a:close/>
                    </a:path>
                  </a:pathLst>
                </a:custGeom>
                <a:solidFill>
                  <a:srgbClr val="C1F4D4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2" name="Freeform: Shape 51">
                  <a:extLst>
                    <a:ext uri="{FF2B5EF4-FFF2-40B4-BE49-F238E27FC236}">
                      <a16:creationId xmlns:a16="http://schemas.microsoft.com/office/drawing/2014/main" id="{376A1184-C4BC-57E7-728B-CF480E67B82B}"/>
                    </a:ext>
                  </a:extLst>
                </p:cNvPr>
                <p:cNvSpPr/>
                <p:nvPr/>
              </p:nvSpPr>
              <p:spPr>
                <a:xfrm>
                  <a:off x="4351463" y="2759597"/>
                  <a:ext cx="678441" cy="605942"/>
                </a:xfrm>
                <a:custGeom>
                  <a:avLst/>
                  <a:gdLst>
                    <a:gd name="csX0" fmla="*/ 395861 w 678441"/>
                    <a:gd name="csY0" fmla="*/ 256425 h 605942"/>
                    <a:gd name="csX1" fmla="*/ 437165 w 678441"/>
                    <a:gd name="csY1" fmla="*/ 386071 h 605942"/>
                    <a:gd name="csX2" fmla="*/ 240349 w 678441"/>
                    <a:gd name="csY2" fmla="*/ 386071 h 605942"/>
                    <a:gd name="csX3" fmla="*/ 362088 w 678441"/>
                    <a:gd name="csY3" fmla="*/ 0 h 605942"/>
                    <a:gd name="csX4" fmla="*/ 157858 w 678441"/>
                    <a:gd name="csY4" fmla="*/ 139262 h 605942"/>
                    <a:gd name="csX5" fmla="*/ 0 w 678441"/>
                    <a:gd name="csY5" fmla="*/ 605942 h 605942"/>
                    <a:gd name="csX6" fmla="*/ 173238 w 678441"/>
                    <a:gd name="csY6" fmla="*/ 605942 h 605942"/>
                    <a:gd name="csX7" fmla="*/ 204086 w 678441"/>
                    <a:gd name="csY7" fmla="*/ 508128 h 605942"/>
                    <a:gd name="csX8" fmla="*/ 474356 w 678441"/>
                    <a:gd name="csY8" fmla="*/ 508128 h 605942"/>
                    <a:gd name="csX9" fmla="*/ 505203 w 678441"/>
                    <a:gd name="csY9" fmla="*/ 605942 h 605942"/>
                    <a:gd name="csX10" fmla="*/ 678441 w 678441"/>
                    <a:gd name="csY10" fmla="*/ 605942 h 605942"/>
                    <a:gd name="csX11" fmla="*/ 511546 w 678441"/>
                    <a:gd name="csY11" fmla="*/ 112557 h 605942"/>
                    <a:gd name="csX12" fmla="*/ 395890 w 678441"/>
                    <a:gd name="csY12" fmla="*/ 256425 h 6059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678441" h="605942">
                      <a:moveTo>
                        <a:pt x="395861" y="256425"/>
                      </a:moveTo>
                      <a:lnTo>
                        <a:pt x="437165" y="386071"/>
                      </a:lnTo>
                      <a:lnTo>
                        <a:pt x="240349" y="386071"/>
                      </a:lnTo>
                      <a:lnTo>
                        <a:pt x="362088" y="0"/>
                      </a:lnTo>
                      <a:cubicBezTo>
                        <a:pt x="268590" y="0"/>
                        <a:pt x="185896" y="56394"/>
                        <a:pt x="157858" y="139262"/>
                      </a:cubicBezTo>
                      <a:lnTo>
                        <a:pt x="0" y="605942"/>
                      </a:lnTo>
                      <a:lnTo>
                        <a:pt x="173238" y="605942"/>
                      </a:lnTo>
                      <a:lnTo>
                        <a:pt x="204086" y="508128"/>
                      </a:lnTo>
                      <a:lnTo>
                        <a:pt x="474356" y="508128"/>
                      </a:lnTo>
                      <a:lnTo>
                        <a:pt x="505203" y="605942"/>
                      </a:lnTo>
                      <a:lnTo>
                        <a:pt x="678441" y="605942"/>
                      </a:lnTo>
                      <a:lnTo>
                        <a:pt x="511546" y="112557"/>
                      </a:lnTo>
                      <a:cubicBezTo>
                        <a:pt x="430937" y="112557"/>
                        <a:pt x="373008" y="184621"/>
                        <a:pt x="395890" y="256425"/>
                      </a:cubicBezTo>
                    </a:path>
                  </a:pathLst>
                </a:custGeom>
                <a:solidFill>
                  <a:srgbClr val="C1F4D4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3" name="Freeform: Shape 52">
                  <a:extLst>
                    <a:ext uri="{FF2B5EF4-FFF2-40B4-BE49-F238E27FC236}">
                      <a16:creationId xmlns:a16="http://schemas.microsoft.com/office/drawing/2014/main" id="{F8ED8594-4154-9150-7B23-B07872AD263B}"/>
                    </a:ext>
                  </a:extLst>
                </p:cNvPr>
                <p:cNvSpPr/>
                <p:nvPr/>
              </p:nvSpPr>
              <p:spPr>
                <a:xfrm>
                  <a:off x="5540900" y="2757251"/>
                  <a:ext cx="297322" cy="135352"/>
                </a:xfrm>
                <a:custGeom>
                  <a:avLst/>
                  <a:gdLst>
                    <a:gd name="csX0" fmla="*/ 89501 w 297322"/>
                    <a:gd name="csY0" fmla="*/ 0 h 135352"/>
                    <a:gd name="csX1" fmla="*/ 0 w 297322"/>
                    <a:gd name="csY1" fmla="*/ 0 h 135352"/>
                    <a:gd name="csX2" fmla="*/ 0 w 297322"/>
                    <a:gd name="csY2" fmla="*/ 135352 h 135352"/>
                    <a:gd name="csX3" fmla="*/ 297323 w 297322"/>
                    <a:gd name="csY3" fmla="*/ 135352 h 135352"/>
                    <a:gd name="csX4" fmla="*/ 289966 w 297322"/>
                    <a:gd name="csY4" fmla="*/ 118900 h 135352"/>
                    <a:gd name="csX5" fmla="*/ 89501 w 297322"/>
                    <a:gd name="csY5" fmla="*/ 0 h 1353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297322" h="135352">
                      <a:moveTo>
                        <a:pt x="89501" y="0"/>
                      </a:moveTo>
                      <a:lnTo>
                        <a:pt x="0" y="0"/>
                      </a:lnTo>
                      <a:lnTo>
                        <a:pt x="0" y="135352"/>
                      </a:lnTo>
                      <a:lnTo>
                        <a:pt x="297323" y="135352"/>
                      </a:lnTo>
                      <a:lnTo>
                        <a:pt x="289966" y="118900"/>
                      </a:lnTo>
                      <a:cubicBezTo>
                        <a:pt x="256193" y="43331"/>
                        <a:pt x="144621" y="0"/>
                        <a:pt x="89501" y="0"/>
                      </a:cubicBezTo>
                    </a:path>
                  </a:pathLst>
                </a:custGeom>
                <a:solidFill>
                  <a:srgbClr val="C1F4D4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Freeform: Shape 53">
                  <a:extLst>
                    <a:ext uri="{FF2B5EF4-FFF2-40B4-BE49-F238E27FC236}">
                      <a16:creationId xmlns:a16="http://schemas.microsoft.com/office/drawing/2014/main" id="{B51FE041-660A-074C-BF67-67F04AEDC9BE}"/>
                    </a:ext>
                  </a:extLst>
                </p:cNvPr>
                <p:cNvSpPr/>
                <p:nvPr/>
              </p:nvSpPr>
              <p:spPr>
                <a:xfrm>
                  <a:off x="5763842" y="2892574"/>
                  <a:ext cx="150413" cy="476469"/>
                </a:xfrm>
                <a:custGeom>
                  <a:avLst/>
                  <a:gdLst>
                    <a:gd name="csX0" fmla="*/ 116 w 150413"/>
                    <a:gd name="csY0" fmla="*/ 125591 h 476469"/>
                    <a:gd name="csX1" fmla="*/ 116 w 150413"/>
                    <a:gd name="csY1" fmla="*/ 278409 h 476469"/>
                    <a:gd name="csX2" fmla="*/ 0 w 150413"/>
                    <a:gd name="csY2" fmla="*/ 469953 h 476469"/>
                    <a:gd name="csX3" fmla="*/ 116 w 150413"/>
                    <a:gd name="csY3" fmla="*/ 476470 h 476469"/>
                    <a:gd name="csX4" fmla="*/ 150414 w 150413"/>
                    <a:gd name="csY4" fmla="*/ 476470 h 476469"/>
                    <a:gd name="csX5" fmla="*/ 150298 w 150413"/>
                    <a:gd name="csY5" fmla="*/ 280408 h 476469"/>
                    <a:gd name="csX6" fmla="*/ 150298 w 150413"/>
                    <a:gd name="csY6" fmla="*/ 280408 h 476469"/>
                    <a:gd name="csX7" fmla="*/ 150298 w 150413"/>
                    <a:gd name="csY7" fmla="*/ 125562 h 476469"/>
                    <a:gd name="csX8" fmla="*/ 83679 w 150413"/>
                    <a:gd name="csY8" fmla="*/ 6662 h 476469"/>
                    <a:gd name="csX9" fmla="*/ 75221 w 150413"/>
                    <a:gd name="csY9" fmla="*/ 0 h 476469"/>
                    <a:gd name="csX10" fmla="*/ 66735 w 150413"/>
                    <a:gd name="csY10" fmla="*/ 6662 h 476469"/>
                    <a:gd name="csX11" fmla="*/ 116 w 150413"/>
                    <a:gd name="csY11" fmla="*/ 125562 h 4764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150413" h="476469">
                      <a:moveTo>
                        <a:pt x="116" y="125591"/>
                      </a:moveTo>
                      <a:lnTo>
                        <a:pt x="116" y="278409"/>
                      </a:lnTo>
                      <a:lnTo>
                        <a:pt x="0" y="469953"/>
                      </a:lnTo>
                      <a:lnTo>
                        <a:pt x="116" y="476470"/>
                      </a:lnTo>
                      <a:lnTo>
                        <a:pt x="150414" y="476470"/>
                      </a:lnTo>
                      <a:lnTo>
                        <a:pt x="150298" y="280408"/>
                      </a:lnTo>
                      <a:lnTo>
                        <a:pt x="150298" y="280408"/>
                      </a:lnTo>
                      <a:lnTo>
                        <a:pt x="150298" y="125562"/>
                      </a:lnTo>
                      <a:cubicBezTo>
                        <a:pt x="150298" y="82144"/>
                        <a:pt x="127271" y="41043"/>
                        <a:pt x="83679" y="6662"/>
                      </a:cubicBezTo>
                      <a:lnTo>
                        <a:pt x="75221" y="0"/>
                      </a:lnTo>
                      <a:lnTo>
                        <a:pt x="66735" y="6662"/>
                      </a:lnTo>
                      <a:cubicBezTo>
                        <a:pt x="23172" y="41043"/>
                        <a:pt x="116" y="82144"/>
                        <a:pt x="116" y="125562"/>
                      </a:cubicBezTo>
                    </a:path>
                  </a:pathLst>
                </a:custGeom>
                <a:solidFill>
                  <a:srgbClr val="C1F4D4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5" name="Freeform: Shape 54">
                  <a:extLst>
                    <a:ext uri="{FF2B5EF4-FFF2-40B4-BE49-F238E27FC236}">
                      <a16:creationId xmlns:a16="http://schemas.microsoft.com/office/drawing/2014/main" id="{924B240D-AC40-9F6C-2EC6-A9EE9EBCAA6E}"/>
                    </a:ext>
                  </a:extLst>
                </p:cNvPr>
                <p:cNvSpPr/>
                <p:nvPr/>
              </p:nvSpPr>
              <p:spPr>
                <a:xfrm>
                  <a:off x="5838223" y="2757251"/>
                  <a:ext cx="298394" cy="135352"/>
                </a:xfrm>
                <a:custGeom>
                  <a:avLst/>
                  <a:gdLst>
                    <a:gd name="csX0" fmla="*/ 298395 w 298394"/>
                    <a:gd name="csY0" fmla="*/ 0 h 135352"/>
                    <a:gd name="csX1" fmla="*/ 188387 w 298394"/>
                    <a:gd name="csY1" fmla="*/ 0 h 135352"/>
                    <a:gd name="csX2" fmla="*/ 7357 w 298394"/>
                    <a:gd name="csY2" fmla="*/ 118900 h 135352"/>
                    <a:gd name="csX3" fmla="*/ 0 w 298394"/>
                    <a:gd name="csY3" fmla="*/ 135352 h 135352"/>
                    <a:gd name="csX4" fmla="*/ 298395 w 298394"/>
                    <a:gd name="csY4" fmla="*/ 135352 h 135352"/>
                    <a:gd name="csX5" fmla="*/ 298395 w 298394"/>
                    <a:gd name="csY5" fmla="*/ 0 h 1353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298394" h="135352">
                      <a:moveTo>
                        <a:pt x="298395" y="0"/>
                      </a:moveTo>
                      <a:lnTo>
                        <a:pt x="188387" y="0"/>
                      </a:lnTo>
                      <a:cubicBezTo>
                        <a:pt x="133064" y="0"/>
                        <a:pt x="41275" y="43331"/>
                        <a:pt x="7357" y="118900"/>
                      </a:cubicBezTo>
                      <a:lnTo>
                        <a:pt x="0" y="135352"/>
                      </a:lnTo>
                      <a:lnTo>
                        <a:pt x="298395" y="135352"/>
                      </a:lnTo>
                      <a:lnTo>
                        <a:pt x="298395" y="0"/>
                      </a:lnTo>
                      <a:close/>
                    </a:path>
                  </a:pathLst>
                </a:custGeom>
                <a:solidFill>
                  <a:srgbClr val="C1F4D4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40" name="Graphic 4">
              <a:extLst>
                <a:ext uri="{FF2B5EF4-FFF2-40B4-BE49-F238E27FC236}">
                  <a16:creationId xmlns:a16="http://schemas.microsoft.com/office/drawing/2014/main" id="{87B83428-ADBB-A688-A1D4-DC616AC9CE93}"/>
                </a:ext>
              </a:extLst>
            </p:cNvPr>
            <p:cNvGrpSpPr/>
            <p:nvPr/>
          </p:nvGrpSpPr>
          <p:grpSpPr>
            <a:xfrm>
              <a:off x="4350971" y="2503144"/>
              <a:ext cx="962585" cy="179928"/>
              <a:chOff x="4350971" y="2503144"/>
              <a:chExt cx="962585" cy="179928"/>
            </a:xfrm>
            <a:solidFill>
              <a:srgbClr val="FFFFFF"/>
            </a:solidFill>
          </p:grpSpPr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7652C17D-1895-541A-6867-3CE01E60C663}"/>
                  </a:ext>
                </a:extLst>
              </p:cNvPr>
              <p:cNvSpPr/>
              <p:nvPr/>
            </p:nvSpPr>
            <p:spPr>
              <a:xfrm>
                <a:off x="4350971" y="2543839"/>
                <a:ext cx="131673" cy="139175"/>
              </a:xfrm>
              <a:custGeom>
                <a:avLst/>
                <a:gdLst>
                  <a:gd name="csX0" fmla="*/ 29196 w 131673"/>
                  <a:gd name="csY0" fmla="*/ 132745 h 139175"/>
                  <a:gd name="csX1" fmla="*/ 7907 w 131673"/>
                  <a:gd name="csY1" fmla="*/ 114324 h 139175"/>
                  <a:gd name="csX2" fmla="*/ 0 w 131673"/>
                  <a:gd name="csY2" fmla="*/ 86952 h 139175"/>
                  <a:gd name="csX3" fmla="*/ 956 w 131673"/>
                  <a:gd name="csY3" fmla="*/ 76351 h 139175"/>
                  <a:gd name="csX4" fmla="*/ 3650 w 131673"/>
                  <a:gd name="csY4" fmla="*/ 60536 h 139175"/>
                  <a:gd name="csX5" fmla="*/ 75569 w 131673"/>
                  <a:gd name="csY5" fmla="*/ 0 h 139175"/>
                  <a:gd name="csX6" fmla="*/ 104592 w 131673"/>
                  <a:gd name="csY6" fmla="*/ 5387 h 139175"/>
                  <a:gd name="csX7" fmla="*/ 124548 w 131673"/>
                  <a:gd name="csY7" fmla="*/ 20710 h 139175"/>
                  <a:gd name="csX8" fmla="*/ 131674 w 131673"/>
                  <a:gd name="csY8" fmla="*/ 43939 h 139175"/>
                  <a:gd name="csX9" fmla="*/ 130892 w 131673"/>
                  <a:gd name="csY9" fmla="*/ 52803 h 139175"/>
                  <a:gd name="csX10" fmla="*/ 107372 w 131673"/>
                  <a:gd name="csY10" fmla="*/ 52803 h 139175"/>
                  <a:gd name="csX11" fmla="*/ 107952 w 131673"/>
                  <a:gd name="csY11" fmla="*/ 47010 h 139175"/>
                  <a:gd name="csX12" fmla="*/ 98799 w 131673"/>
                  <a:gd name="csY12" fmla="*/ 28414 h 139175"/>
                  <a:gd name="csX13" fmla="*/ 74208 w 131673"/>
                  <a:gd name="csY13" fmla="*/ 21753 h 139175"/>
                  <a:gd name="csX14" fmla="*/ 42694 w 131673"/>
                  <a:gd name="csY14" fmla="*/ 31687 h 139175"/>
                  <a:gd name="csX15" fmla="*/ 27545 w 131673"/>
                  <a:gd name="csY15" fmla="*/ 60507 h 139175"/>
                  <a:gd name="csX16" fmla="*/ 24649 w 131673"/>
                  <a:gd name="csY16" fmla="*/ 76901 h 139175"/>
                  <a:gd name="csX17" fmla="*/ 23867 w 131673"/>
                  <a:gd name="csY17" fmla="*/ 84809 h 139175"/>
                  <a:gd name="csX18" fmla="*/ 33686 w 131673"/>
                  <a:gd name="csY18" fmla="*/ 108618 h 139175"/>
                  <a:gd name="csX19" fmla="*/ 59320 w 131673"/>
                  <a:gd name="csY19" fmla="*/ 117394 h 139175"/>
                  <a:gd name="csX20" fmla="*/ 87850 w 131673"/>
                  <a:gd name="csY20" fmla="*/ 109197 h 139175"/>
                  <a:gd name="csX21" fmla="*/ 101550 w 131673"/>
                  <a:gd name="csY21" fmla="*/ 86170 h 139175"/>
                  <a:gd name="csX22" fmla="*/ 125070 w 131673"/>
                  <a:gd name="csY22" fmla="*/ 86170 h 139175"/>
                  <a:gd name="csX23" fmla="*/ 104157 w 131673"/>
                  <a:gd name="csY23" fmla="*/ 125301 h 139175"/>
                  <a:gd name="csX24" fmla="*/ 58769 w 131673"/>
                  <a:gd name="csY24" fmla="*/ 139176 h 139175"/>
                  <a:gd name="csX25" fmla="*/ 29167 w 131673"/>
                  <a:gd name="csY25" fmla="*/ 132716 h 139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31673" h="139175">
                    <a:moveTo>
                      <a:pt x="29196" y="132745"/>
                    </a:moveTo>
                    <a:cubicBezTo>
                      <a:pt x="20275" y="128430"/>
                      <a:pt x="13150" y="122318"/>
                      <a:pt x="7907" y="114324"/>
                    </a:cubicBezTo>
                    <a:cubicBezTo>
                      <a:pt x="2636" y="106358"/>
                      <a:pt x="0" y="97235"/>
                      <a:pt x="0" y="86952"/>
                    </a:cubicBezTo>
                    <a:cubicBezTo>
                      <a:pt x="0" y="83998"/>
                      <a:pt x="319" y="80464"/>
                      <a:pt x="956" y="76351"/>
                    </a:cubicBezTo>
                    <a:lnTo>
                      <a:pt x="3650" y="60536"/>
                    </a:lnTo>
                    <a:cubicBezTo>
                      <a:pt x="10601" y="20188"/>
                      <a:pt x="34584" y="0"/>
                      <a:pt x="75569" y="0"/>
                    </a:cubicBezTo>
                    <a:cubicBezTo>
                      <a:pt x="86373" y="0"/>
                      <a:pt x="96047" y="1796"/>
                      <a:pt x="104592" y="5387"/>
                    </a:cubicBezTo>
                    <a:cubicBezTo>
                      <a:pt x="113136" y="8979"/>
                      <a:pt x="119798" y="14106"/>
                      <a:pt x="124548" y="20710"/>
                    </a:cubicBezTo>
                    <a:cubicBezTo>
                      <a:pt x="129299" y="27343"/>
                      <a:pt x="131674" y="35076"/>
                      <a:pt x="131674" y="43939"/>
                    </a:cubicBezTo>
                    <a:cubicBezTo>
                      <a:pt x="131674" y="47155"/>
                      <a:pt x="131413" y="50109"/>
                      <a:pt x="130892" y="52803"/>
                    </a:cubicBezTo>
                    <a:lnTo>
                      <a:pt x="107372" y="52803"/>
                    </a:lnTo>
                    <a:cubicBezTo>
                      <a:pt x="107749" y="50862"/>
                      <a:pt x="107952" y="48950"/>
                      <a:pt x="107952" y="47010"/>
                    </a:cubicBezTo>
                    <a:cubicBezTo>
                      <a:pt x="107952" y="39044"/>
                      <a:pt x="104910" y="32846"/>
                      <a:pt x="98799" y="28414"/>
                    </a:cubicBezTo>
                    <a:cubicBezTo>
                      <a:pt x="92687" y="23983"/>
                      <a:pt x="84490" y="21753"/>
                      <a:pt x="74208" y="21753"/>
                    </a:cubicBezTo>
                    <a:cubicBezTo>
                      <a:pt x="61087" y="21753"/>
                      <a:pt x="50601" y="25054"/>
                      <a:pt x="42694" y="31687"/>
                    </a:cubicBezTo>
                    <a:cubicBezTo>
                      <a:pt x="34787" y="38320"/>
                      <a:pt x="29747" y="47908"/>
                      <a:pt x="27545" y="60507"/>
                    </a:cubicBezTo>
                    <a:lnTo>
                      <a:pt x="24649" y="76901"/>
                    </a:lnTo>
                    <a:cubicBezTo>
                      <a:pt x="24128" y="80493"/>
                      <a:pt x="23867" y="83129"/>
                      <a:pt x="23867" y="84809"/>
                    </a:cubicBezTo>
                    <a:cubicBezTo>
                      <a:pt x="23867" y="94831"/>
                      <a:pt x="27140" y="102767"/>
                      <a:pt x="33686" y="108618"/>
                    </a:cubicBezTo>
                    <a:cubicBezTo>
                      <a:pt x="40232" y="114469"/>
                      <a:pt x="48777" y="117394"/>
                      <a:pt x="59320" y="117394"/>
                    </a:cubicBezTo>
                    <a:cubicBezTo>
                      <a:pt x="71022" y="117394"/>
                      <a:pt x="80522" y="114671"/>
                      <a:pt x="87850" y="109197"/>
                    </a:cubicBezTo>
                    <a:cubicBezTo>
                      <a:pt x="95178" y="103723"/>
                      <a:pt x="99726" y="96047"/>
                      <a:pt x="101550" y="86170"/>
                    </a:cubicBezTo>
                    <a:lnTo>
                      <a:pt x="125070" y="86170"/>
                    </a:lnTo>
                    <a:cubicBezTo>
                      <a:pt x="122115" y="102999"/>
                      <a:pt x="115135" y="116062"/>
                      <a:pt x="104157" y="125301"/>
                    </a:cubicBezTo>
                    <a:cubicBezTo>
                      <a:pt x="93180" y="134541"/>
                      <a:pt x="78031" y="139176"/>
                      <a:pt x="58769" y="139176"/>
                    </a:cubicBezTo>
                    <a:cubicBezTo>
                      <a:pt x="47966" y="139176"/>
                      <a:pt x="38118" y="137032"/>
                      <a:pt x="29167" y="1327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6D15B35A-39E1-29E3-F56E-349C413C356B}"/>
                  </a:ext>
                </a:extLst>
              </p:cNvPr>
              <p:cNvSpPr/>
              <p:nvPr/>
            </p:nvSpPr>
            <p:spPr>
              <a:xfrm>
                <a:off x="4499618" y="2543897"/>
                <a:ext cx="132455" cy="139175"/>
              </a:xfrm>
              <a:custGeom>
                <a:avLst/>
                <a:gdLst>
                  <a:gd name="csX0" fmla="*/ 26792 w 132455"/>
                  <a:gd name="csY0" fmla="*/ 132890 h 139175"/>
                  <a:gd name="csX1" fmla="*/ 7038 w 132455"/>
                  <a:gd name="csY1" fmla="*/ 115164 h 139175"/>
                  <a:gd name="csX2" fmla="*/ 0 w 132455"/>
                  <a:gd name="csY2" fmla="*/ 88661 h 139175"/>
                  <a:gd name="csX3" fmla="*/ 956 w 132455"/>
                  <a:gd name="csY3" fmla="*/ 77278 h 139175"/>
                  <a:gd name="csX4" fmla="*/ 3650 w 132455"/>
                  <a:gd name="csY4" fmla="*/ 61666 h 139175"/>
                  <a:gd name="csX5" fmla="*/ 26792 w 132455"/>
                  <a:gd name="csY5" fmla="*/ 15989 h 139175"/>
                  <a:gd name="csX6" fmla="*/ 76351 w 132455"/>
                  <a:gd name="csY6" fmla="*/ 0 h 139175"/>
                  <a:gd name="csX7" fmla="*/ 105171 w 132455"/>
                  <a:gd name="csY7" fmla="*/ 6083 h 139175"/>
                  <a:gd name="csX8" fmla="*/ 125215 w 132455"/>
                  <a:gd name="csY8" fmla="*/ 23519 h 139175"/>
                  <a:gd name="csX9" fmla="*/ 132456 w 132455"/>
                  <a:gd name="csY9" fmla="*/ 50312 h 139175"/>
                  <a:gd name="csX10" fmla="*/ 131500 w 132455"/>
                  <a:gd name="csY10" fmla="*/ 61869 h 139175"/>
                  <a:gd name="csX11" fmla="*/ 128603 w 132455"/>
                  <a:gd name="csY11" fmla="*/ 77683 h 139175"/>
                  <a:gd name="csX12" fmla="*/ 105461 w 132455"/>
                  <a:gd name="csY12" fmla="*/ 123274 h 139175"/>
                  <a:gd name="csX13" fmla="*/ 55902 w 132455"/>
                  <a:gd name="csY13" fmla="*/ 139176 h 139175"/>
                  <a:gd name="csX14" fmla="*/ 26792 w 132455"/>
                  <a:gd name="csY14" fmla="*/ 132919 h 139175"/>
                  <a:gd name="csX15" fmla="*/ 23896 w 132455"/>
                  <a:gd name="csY15" fmla="*/ 86518 h 139175"/>
                  <a:gd name="csX16" fmla="*/ 32846 w 132455"/>
                  <a:gd name="csY16" fmla="*/ 109255 h 139175"/>
                  <a:gd name="csX17" fmla="*/ 58016 w 132455"/>
                  <a:gd name="csY17" fmla="*/ 117365 h 139175"/>
                  <a:gd name="csX18" fmla="*/ 89646 w 132455"/>
                  <a:gd name="csY18" fmla="*/ 106967 h 139175"/>
                  <a:gd name="csX19" fmla="*/ 104881 w 132455"/>
                  <a:gd name="csY19" fmla="*/ 76901 h 139175"/>
                  <a:gd name="csX20" fmla="*/ 107575 w 132455"/>
                  <a:gd name="csY20" fmla="*/ 62071 h 139175"/>
                  <a:gd name="csX21" fmla="*/ 108357 w 132455"/>
                  <a:gd name="csY21" fmla="*/ 52832 h 139175"/>
                  <a:gd name="csX22" fmla="*/ 99494 w 132455"/>
                  <a:gd name="csY22" fmla="*/ 29892 h 139175"/>
                  <a:gd name="csX23" fmla="*/ 74237 w 132455"/>
                  <a:gd name="csY23" fmla="*/ 21781 h 139175"/>
                  <a:gd name="csX24" fmla="*/ 42723 w 132455"/>
                  <a:gd name="csY24" fmla="*/ 32180 h 139175"/>
                  <a:gd name="csX25" fmla="*/ 27603 w 132455"/>
                  <a:gd name="csY25" fmla="*/ 62245 h 139175"/>
                  <a:gd name="csX26" fmla="*/ 24910 w 132455"/>
                  <a:gd name="csY26" fmla="*/ 77075 h 139175"/>
                  <a:gd name="csX27" fmla="*/ 23954 w 132455"/>
                  <a:gd name="csY27" fmla="*/ 86518 h 139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132455" h="139175">
                    <a:moveTo>
                      <a:pt x="26792" y="132890"/>
                    </a:moveTo>
                    <a:cubicBezTo>
                      <a:pt x="18306" y="128719"/>
                      <a:pt x="11731" y="122810"/>
                      <a:pt x="7038" y="115164"/>
                    </a:cubicBezTo>
                    <a:cubicBezTo>
                      <a:pt x="2346" y="107517"/>
                      <a:pt x="0" y="98683"/>
                      <a:pt x="0" y="88661"/>
                    </a:cubicBezTo>
                    <a:cubicBezTo>
                      <a:pt x="0" y="84287"/>
                      <a:pt x="319" y="80493"/>
                      <a:pt x="956" y="77278"/>
                    </a:cubicBezTo>
                    <a:lnTo>
                      <a:pt x="3650" y="61666"/>
                    </a:lnTo>
                    <a:cubicBezTo>
                      <a:pt x="6981" y="41883"/>
                      <a:pt x="14714" y="26648"/>
                      <a:pt x="26792" y="15989"/>
                    </a:cubicBezTo>
                    <a:cubicBezTo>
                      <a:pt x="38871" y="5330"/>
                      <a:pt x="55381" y="0"/>
                      <a:pt x="76351" y="0"/>
                    </a:cubicBezTo>
                    <a:cubicBezTo>
                      <a:pt x="87010" y="0"/>
                      <a:pt x="96626" y="2028"/>
                      <a:pt x="105171" y="6083"/>
                    </a:cubicBezTo>
                    <a:cubicBezTo>
                      <a:pt x="113716" y="10138"/>
                      <a:pt x="120406" y="15960"/>
                      <a:pt x="125215" y="23519"/>
                    </a:cubicBezTo>
                    <a:cubicBezTo>
                      <a:pt x="130023" y="31108"/>
                      <a:pt x="132456" y="40029"/>
                      <a:pt x="132456" y="50312"/>
                    </a:cubicBezTo>
                    <a:cubicBezTo>
                      <a:pt x="132456" y="54685"/>
                      <a:pt x="132137" y="58538"/>
                      <a:pt x="131500" y="61869"/>
                    </a:cubicBezTo>
                    <a:lnTo>
                      <a:pt x="128603" y="77683"/>
                    </a:lnTo>
                    <a:cubicBezTo>
                      <a:pt x="125128" y="97466"/>
                      <a:pt x="117423" y="112673"/>
                      <a:pt x="105461" y="123274"/>
                    </a:cubicBezTo>
                    <a:cubicBezTo>
                      <a:pt x="93498" y="133875"/>
                      <a:pt x="76988" y="139176"/>
                      <a:pt x="55902" y="139176"/>
                    </a:cubicBezTo>
                    <a:cubicBezTo>
                      <a:pt x="44982" y="139176"/>
                      <a:pt x="35279" y="137090"/>
                      <a:pt x="26792" y="132919"/>
                    </a:cubicBezTo>
                    <a:close/>
                    <a:moveTo>
                      <a:pt x="23896" y="86518"/>
                    </a:moveTo>
                    <a:cubicBezTo>
                      <a:pt x="23896" y="96279"/>
                      <a:pt x="26879" y="103868"/>
                      <a:pt x="32846" y="109255"/>
                    </a:cubicBezTo>
                    <a:cubicBezTo>
                      <a:pt x="38813" y="114642"/>
                      <a:pt x="47213" y="117365"/>
                      <a:pt x="58016" y="117365"/>
                    </a:cubicBezTo>
                    <a:cubicBezTo>
                      <a:pt x="71137" y="117365"/>
                      <a:pt x="81652" y="113889"/>
                      <a:pt x="89646" y="106967"/>
                    </a:cubicBezTo>
                    <a:cubicBezTo>
                      <a:pt x="97611" y="100015"/>
                      <a:pt x="102680" y="89993"/>
                      <a:pt x="104881" y="76901"/>
                    </a:cubicBezTo>
                    <a:lnTo>
                      <a:pt x="107575" y="62071"/>
                    </a:lnTo>
                    <a:cubicBezTo>
                      <a:pt x="108096" y="59117"/>
                      <a:pt x="108357" y="56018"/>
                      <a:pt x="108357" y="52832"/>
                    </a:cubicBezTo>
                    <a:cubicBezTo>
                      <a:pt x="108357" y="42926"/>
                      <a:pt x="105403" y="35279"/>
                      <a:pt x="99494" y="29892"/>
                    </a:cubicBezTo>
                    <a:cubicBezTo>
                      <a:pt x="93585" y="24504"/>
                      <a:pt x="85156" y="21781"/>
                      <a:pt x="74237" y="21781"/>
                    </a:cubicBezTo>
                    <a:cubicBezTo>
                      <a:pt x="61116" y="21781"/>
                      <a:pt x="50630" y="25257"/>
                      <a:pt x="42723" y="32180"/>
                    </a:cubicBezTo>
                    <a:cubicBezTo>
                      <a:pt x="34816" y="39131"/>
                      <a:pt x="29776" y="49153"/>
                      <a:pt x="27603" y="62245"/>
                    </a:cubicBezTo>
                    <a:lnTo>
                      <a:pt x="24910" y="77075"/>
                    </a:lnTo>
                    <a:cubicBezTo>
                      <a:pt x="24272" y="80667"/>
                      <a:pt x="23954" y="83824"/>
                      <a:pt x="23954" y="865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40FD067C-C16D-7FEA-D30C-FD703A437F0A}"/>
                  </a:ext>
                </a:extLst>
              </p:cNvPr>
              <p:cNvSpPr/>
              <p:nvPr/>
            </p:nvSpPr>
            <p:spPr>
              <a:xfrm>
                <a:off x="4642269" y="2545982"/>
                <a:ext cx="141145" cy="134946"/>
              </a:xfrm>
              <a:custGeom>
                <a:avLst/>
                <a:gdLst>
                  <a:gd name="csX0" fmla="*/ 23722 w 141145"/>
                  <a:gd name="csY0" fmla="*/ 0 h 134946"/>
                  <a:gd name="csX1" fmla="*/ 65750 w 141145"/>
                  <a:gd name="csY1" fmla="*/ 0 h 134946"/>
                  <a:gd name="csX2" fmla="*/ 92948 w 141145"/>
                  <a:gd name="csY2" fmla="*/ 115106 h 134946"/>
                  <a:gd name="csX3" fmla="*/ 97959 w 141145"/>
                  <a:gd name="csY3" fmla="*/ 115106 h 134946"/>
                  <a:gd name="csX4" fmla="*/ 118205 w 141145"/>
                  <a:gd name="csY4" fmla="*/ 0 h 134946"/>
                  <a:gd name="csX5" fmla="*/ 141145 w 141145"/>
                  <a:gd name="csY5" fmla="*/ 0 h 134946"/>
                  <a:gd name="csX6" fmla="*/ 117423 w 141145"/>
                  <a:gd name="csY6" fmla="*/ 134947 h 134946"/>
                  <a:gd name="csX7" fmla="*/ 75395 w 141145"/>
                  <a:gd name="csY7" fmla="*/ 134947 h 134946"/>
                  <a:gd name="csX8" fmla="*/ 48197 w 141145"/>
                  <a:gd name="csY8" fmla="*/ 19667 h 134946"/>
                  <a:gd name="csX9" fmla="*/ 43186 w 141145"/>
                  <a:gd name="csY9" fmla="*/ 19667 h 134946"/>
                  <a:gd name="csX10" fmla="*/ 22940 w 141145"/>
                  <a:gd name="csY10" fmla="*/ 134947 h 134946"/>
                  <a:gd name="csX11" fmla="*/ 0 w 141145"/>
                  <a:gd name="csY11" fmla="*/ 134947 h 134946"/>
                  <a:gd name="csX12" fmla="*/ 23722 w 141145"/>
                  <a:gd name="csY12" fmla="*/ 0 h 134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41145" h="134946">
                    <a:moveTo>
                      <a:pt x="23722" y="0"/>
                    </a:moveTo>
                    <a:lnTo>
                      <a:pt x="65750" y="0"/>
                    </a:lnTo>
                    <a:lnTo>
                      <a:pt x="92948" y="115106"/>
                    </a:lnTo>
                    <a:lnTo>
                      <a:pt x="97959" y="115106"/>
                    </a:lnTo>
                    <a:lnTo>
                      <a:pt x="118205" y="0"/>
                    </a:lnTo>
                    <a:lnTo>
                      <a:pt x="141145" y="0"/>
                    </a:lnTo>
                    <a:lnTo>
                      <a:pt x="117423" y="134947"/>
                    </a:lnTo>
                    <a:lnTo>
                      <a:pt x="75395" y="134947"/>
                    </a:lnTo>
                    <a:lnTo>
                      <a:pt x="48197" y="19667"/>
                    </a:lnTo>
                    <a:lnTo>
                      <a:pt x="43186" y="19667"/>
                    </a:lnTo>
                    <a:lnTo>
                      <a:pt x="22940" y="134947"/>
                    </a:lnTo>
                    <a:lnTo>
                      <a:pt x="0" y="134947"/>
                    </a:lnTo>
                    <a:lnTo>
                      <a:pt x="237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16A37311-6BE7-D073-20BF-65E4F5F054DC}"/>
                  </a:ext>
                </a:extLst>
              </p:cNvPr>
              <p:cNvSpPr/>
              <p:nvPr/>
            </p:nvSpPr>
            <p:spPr>
              <a:xfrm>
                <a:off x="4785963" y="2545982"/>
                <a:ext cx="118494" cy="134975"/>
              </a:xfrm>
              <a:custGeom>
                <a:avLst/>
                <a:gdLst>
                  <a:gd name="csX0" fmla="*/ 23635 w 118494"/>
                  <a:gd name="csY0" fmla="*/ 0 h 134975"/>
                  <a:gd name="csX1" fmla="*/ 118495 w 118494"/>
                  <a:gd name="csY1" fmla="*/ 0 h 134975"/>
                  <a:gd name="csX2" fmla="*/ 114845 w 118494"/>
                  <a:gd name="csY2" fmla="*/ 20623 h 134975"/>
                  <a:gd name="csX3" fmla="*/ 42752 w 118494"/>
                  <a:gd name="csY3" fmla="*/ 20623 h 134975"/>
                  <a:gd name="csX4" fmla="*/ 36785 w 118494"/>
                  <a:gd name="csY4" fmla="*/ 55525 h 134975"/>
                  <a:gd name="csX5" fmla="*/ 104852 w 118494"/>
                  <a:gd name="csY5" fmla="*/ 55525 h 134975"/>
                  <a:gd name="csX6" fmla="*/ 101203 w 118494"/>
                  <a:gd name="csY6" fmla="*/ 75974 h 134975"/>
                  <a:gd name="csX7" fmla="*/ 33136 w 118494"/>
                  <a:gd name="csY7" fmla="*/ 75974 h 134975"/>
                  <a:gd name="csX8" fmla="*/ 26387 w 118494"/>
                  <a:gd name="csY8" fmla="*/ 114150 h 134975"/>
                  <a:gd name="csX9" fmla="*/ 100421 w 118494"/>
                  <a:gd name="csY9" fmla="*/ 114150 h 134975"/>
                  <a:gd name="csX10" fmla="*/ 96771 w 118494"/>
                  <a:gd name="csY10" fmla="*/ 134976 h 134975"/>
                  <a:gd name="csX11" fmla="*/ 0 w 118494"/>
                  <a:gd name="csY11" fmla="*/ 134976 h 134975"/>
                  <a:gd name="csX12" fmla="*/ 23722 w 118494"/>
                  <a:gd name="csY12" fmla="*/ 29 h 1349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18494" h="134975">
                    <a:moveTo>
                      <a:pt x="23635" y="0"/>
                    </a:moveTo>
                    <a:lnTo>
                      <a:pt x="118495" y="0"/>
                    </a:lnTo>
                    <a:lnTo>
                      <a:pt x="114845" y="20623"/>
                    </a:lnTo>
                    <a:lnTo>
                      <a:pt x="42752" y="20623"/>
                    </a:lnTo>
                    <a:lnTo>
                      <a:pt x="36785" y="55525"/>
                    </a:lnTo>
                    <a:lnTo>
                      <a:pt x="104852" y="55525"/>
                    </a:lnTo>
                    <a:lnTo>
                      <a:pt x="101203" y="75974"/>
                    </a:lnTo>
                    <a:lnTo>
                      <a:pt x="33136" y="75974"/>
                    </a:lnTo>
                    <a:lnTo>
                      <a:pt x="26387" y="114150"/>
                    </a:lnTo>
                    <a:lnTo>
                      <a:pt x="100421" y="114150"/>
                    </a:lnTo>
                    <a:lnTo>
                      <a:pt x="96771" y="134976"/>
                    </a:lnTo>
                    <a:lnTo>
                      <a:pt x="0" y="134976"/>
                    </a:lnTo>
                    <a:lnTo>
                      <a:pt x="23722" y="29"/>
                    </a:ln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554020BA-C26E-9CCB-E571-A168B1F5F212}"/>
                  </a:ext>
                </a:extLst>
              </p:cNvPr>
              <p:cNvSpPr/>
              <p:nvPr/>
            </p:nvSpPr>
            <p:spPr>
              <a:xfrm>
                <a:off x="4897912" y="2545953"/>
                <a:ext cx="150558" cy="134975"/>
              </a:xfrm>
              <a:custGeom>
                <a:avLst/>
                <a:gdLst>
                  <a:gd name="csX0" fmla="*/ 53382 w 150558"/>
                  <a:gd name="csY0" fmla="*/ 67488 h 134975"/>
                  <a:gd name="csX1" fmla="*/ 23693 w 150558"/>
                  <a:gd name="csY1" fmla="*/ 0 h 134975"/>
                  <a:gd name="csX2" fmla="*/ 49153 w 150558"/>
                  <a:gd name="csY2" fmla="*/ 0 h 134975"/>
                  <a:gd name="csX3" fmla="*/ 73049 w 150558"/>
                  <a:gd name="csY3" fmla="*/ 57437 h 134975"/>
                  <a:gd name="csX4" fmla="*/ 78060 w 150558"/>
                  <a:gd name="csY4" fmla="*/ 57437 h 134975"/>
                  <a:gd name="csX5" fmla="*/ 121246 w 150558"/>
                  <a:gd name="csY5" fmla="*/ 0 h 134975"/>
                  <a:gd name="csX6" fmla="*/ 150559 w 150558"/>
                  <a:gd name="csY6" fmla="*/ 0 h 134975"/>
                  <a:gd name="csX7" fmla="*/ 97148 w 150558"/>
                  <a:gd name="csY7" fmla="*/ 67488 h 134975"/>
                  <a:gd name="csX8" fmla="*/ 125301 w 150558"/>
                  <a:gd name="csY8" fmla="*/ 134976 h 134975"/>
                  <a:gd name="csX9" fmla="*/ 100247 w 150558"/>
                  <a:gd name="csY9" fmla="*/ 134976 h 134975"/>
                  <a:gd name="csX10" fmla="*/ 77510 w 150558"/>
                  <a:gd name="csY10" fmla="*/ 77336 h 134975"/>
                  <a:gd name="csX11" fmla="*/ 72499 w 150558"/>
                  <a:gd name="csY11" fmla="*/ 77336 h 134975"/>
                  <a:gd name="csX12" fmla="*/ 29110 w 150558"/>
                  <a:gd name="csY12" fmla="*/ 134976 h 134975"/>
                  <a:gd name="csX13" fmla="*/ 0 w 150558"/>
                  <a:gd name="csY13" fmla="*/ 134976 h 134975"/>
                  <a:gd name="csX14" fmla="*/ 53411 w 150558"/>
                  <a:gd name="csY14" fmla="*/ 67488 h 1349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50558" h="134975">
                    <a:moveTo>
                      <a:pt x="53382" y="67488"/>
                    </a:moveTo>
                    <a:lnTo>
                      <a:pt x="23693" y="0"/>
                    </a:lnTo>
                    <a:lnTo>
                      <a:pt x="49153" y="0"/>
                    </a:lnTo>
                    <a:lnTo>
                      <a:pt x="73049" y="57437"/>
                    </a:lnTo>
                    <a:lnTo>
                      <a:pt x="78060" y="57437"/>
                    </a:lnTo>
                    <a:lnTo>
                      <a:pt x="121246" y="0"/>
                    </a:lnTo>
                    <a:lnTo>
                      <a:pt x="150559" y="0"/>
                    </a:lnTo>
                    <a:lnTo>
                      <a:pt x="97148" y="67488"/>
                    </a:lnTo>
                    <a:lnTo>
                      <a:pt x="125301" y="134976"/>
                    </a:lnTo>
                    <a:lnTo>
                      <a:pt x="100247" y="134976"/>
                    </a:lnTo>
                    <a:lnTo>
                      <a:pt x="77510" y="77336"/>
                    </a:lnTo>
                    <a:lnTo>
                      <a:pt x="72499" y="77336"/>
                    </a:lnTo>
                    <a:lnTo>
                      <a:pt x="29110" y="134976"/>
                    </a:lnTo>
                    <a:lnTo>
                      <a:pt x="0" y="134976"/>
                    </a:lnTo>
                    <a:lnTo>
                      <a:pt x="53411" y="67488"/>
                    </a:ln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3C4BDCD1-711E-9B61-EB96-F26138571C92}"/>
                  </a:ext>
                </a:extLst>
              </p:cNvPr>
              <p:cNvSpPr/>
              <p:nvPr/>
            </p:nvSpPr>
            <p:spPr>
              <a:xfrm>
                <a:off x="5032887" y="2503144"/>
                <a:ext cx="136250" cy="177785"/>
              </a:xfrm>
              <a:custGeom>
                <a:avLst/>
                <a:gdLst>
                  <a:gd name="csX0" fmla="*/ 71485 w 136250"/>
                  <a:gd name="csY0" fmla="*/ 42839 h 177785"/>
                  <a:gd name="csX1" fmla="*/ 109661 w 136250"/>
                  <a:gd name="csY1" fmla="*/ 42839 h 177785"/>
                  <a:gd name="csX2" fmla="*/ 133383 w 136250"/>
                  <a:gd name="csY2" fmla="*/ 177786 h 177785"/>
                  <a:gd name="csX3" fmla="*/ 110066 w 136250"/>
                  <a:gd name="csY3" fmla="*/ 177786 h 177785"/>
                  <a:gd name="csX4" fmla="*/ 105634 w 136250"/>
                  <a:gd name="csY4" fmla="*/ 151949 h 177785"/>
                  <a:gd name="csX5" fmla="*/ 38929 w 136250"/>
                  <a:gd name="csY5" fmla="*/ 151949 h 177785"/>
                  <a:gd name="csX6" fmla="*/ 25634 w 136250"/>
                  <a:gd name="csY6" fmla="*/ 177786 h 177785"/>
                  <a:gd name="csX7" fmla="*/ 0 w 136250"/>
                  <a:gd name="csY7" fmla="*/ 177786 h 177785"/>
                  <a:gd name="csX8" fmla="*/ 71514 w 136250"/>
                  <a:gd name="csY8" fmla="*/ 42839 h 177785"/>
                  <a:gd name="csX9" fmla="*/ 102709 w 136250"/>
                  <a:gd name="csY9" fmla="*/ 132079 h 177785"/>
                  <a:gd name="csX10" fmla="*/ 90747 w 136250"/>
                  <a:gd name="csY10" fmla="*/ 60565 h 177785"/>
                  <a:gd name="csX11" fmla="*/ 85736 w 136250"/>
                  <a:gd name="csY11" fmla="*/ 60565 h 177785"/>
                  <a:gd name="csX12" fmla="*/ 48921 w 136250"/>
                  <a:gd name="csY12" fmla="*/ 132079 h 177785"/>
                  <a:gd name="csX13" fmla="*/ 102709 w 136250"/>
                  <a:gd name="csY13" fmla="*/ 132079 h 177785"/>
                  <a:gd name="csX14" fmla="*/ 118524 w 136250"/>
                  <a:gd name="csY14" fmla="*/ 29 h 177785"/>
                  <a:gd name="csX15" fmla="*/ 136250 w 136250"/>
                  <a:gd name="csY15" fmla="*/ 29 h 177785"/>
                  <a:gd name="csX16" fmla="*/ 134889 w 136250"/>
                  <a:gd name="csY16" fmla="*/ 7734 h 177785"/>
                  <a:gd name="csX17" fmla="*/ 128430 w 136250"/>
                  <a:gd name="csY17" fmla="*/ 21724 h 177785"/>
                  <a:gd name="csX18" fmla="*/ 114440 w 136250"/>
                  <a:gd name="csY18" fmla="*/ 26821 h 177785"/>
                  <a:gd name="csX19" fmla="*/ 104621 w 136250"/>
                  <a:gd name="csY19" fmla="*/ 25373 h 177785"/>
                  <a:gd name="csX20" fmla="*/ 94020 w 136250"/>
                  <a:gd name="csY20" fmla="*/ 21231 h 177785"/>
                  <a:gd name="csX21" fmla="*/ 87474 w 136250"/>
                  <a:gd name="csY21" fmla="*/ 18711 h 177785"/>
                  <a:gd name="csX22" fmla="*/ 81883 w 136250"/>
                  <a:gd name="csY22" fmla="*/ 17553 h 177785"/>
                  <a:gd name="csX23" fmla="*/ 73773 w 136250"/>
                  <a:gd name="csY23" fmla="*/ 23722 h 177785"/>
                  <a:gd name="csX24" fmla="*/ 73194 w 136250"/>
                  <a:gd name="csY24" fmla="*/ 26995 h 177785"/>
                  <a:gd name="csX25" fmla="*/ 55265 w 136250"/>
                  <a:gd name="csY25" fmla="*/ 26995 h 177785"/>
                  <a:gd name="csX26" fmla="*/ 56423 w 136250"/>
                  <a:gd name="csY26" fmla="*/ 20623 h 177785"/>
                  <a:gd name="csX27" fmla="*/ 63751 w 136250"/>
                  <a:gd name="csY27" fmla="*/ 5387 h 177785"/>
                  <a:gd name="csX28" fmla="*/ 79161 w 136250"/>
                  <a:gd name="csY28" fmla="*/ 0 h 177785"/>
                  <a:gd name="csX29" fmla="*/ 88806 w 136250"/>
                  <a:gd name="csY29" fmla="*/ 1448 h 177785"/>
                  <a:gd name="csX30" fmla="*/ 99610 w 136250"/>
                  <a:gd name="csY30" fmla="*/ 5590 h 177785"/>
                  <a:gd name="csX31" fmla="*/ 106156 w 136250"/>
                  <a:gd name="csY31" fmla="*/ 8110 h 177785"/>
                  <a:gd name="csX32" fmla="*/ 111543 w 136250"/>
                  <a:gd name="csY32" fmla="*/ 9269 h 177785"/>
                  <a:gd name="csX33" fmla="*/ 115975 w 136250"/>
                  <a:gd name="csY33" fmla="*/ 7734 h 177785"/>
                  <a:gd name="csX34" fmla="*/ 117916 w 136250"/>
                  <a:gd name="csY34" fmla="*/ 3505 h 177785"/>
                  <a:gd name="csX35" fmla="*/ 118495 w 136250"/>
                  <a:gd name="csY35" fmla="*/ 29 h 1777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136250" h="177785">
                    <a:moveTo>
                      <a:pt x="71485" y="42839"/>
                    </a:moveTo>
                    <a:lnTo>
                      <a:pt x="109661" y="42839"/>
                    </a:lnTo>
                    <a:lnTo>
                      <a:pt x="133383" y="177786"/>
                    </a:lnTo>
                    <a:lnTo>
                      <a:pt x="110066" y="177786"/>
                    </a:lnTo>
                    <a:lnTo>
                      <a:pt x="105634" y="151949"/>
                    </a:lnTo>
                    <a:lnTo>
                      <a:pt x="38929" y="151949"/>
                    </a:lnTo>
                    <a:lnTo>
                      <a:pt x="25634" y="177786"/>
                    </a:lnTo>
                    <a:lnTo>
                      <a:pt x="0" y="177786"/>
                    </a:lnTo>
                    <a:lnTo>
                      <a:pt x="71514" y="42839"/>
                    </a:lnTo>
                    <a:close/>
                    <a:moveTo>
                      <a:pt x="102709" y="132079"/>
                    </a:moveTo>
                    <a:lnTo>
                      <a:pt x="90747" y="60565"/>
                    </a:lnTo>
                    <a:lnTo>
                      <a:pt x="85736" y="60565"/>
                    </a:lnTo>
                    <a:lnTo>
                      <a:pt x="48921" y="132079"/>
                    </a:lnTo>
                    <a:lnTo>
                      <a:pt x="102709" y="132079"/>
                    </a:lnTo>
                    <a:close/>
                    <a:moveTo>
                      <a:pt x="118524" y="29"/>
                    </a:moveTo>
                    <a:lnTo>
                      <a:pt x="136250" y="29"/>
                    </a:lnTo>
                    <a:lnTo>
                      <a:pt x="134889" y="7734"/>
                    </a:lnTo>
                    <a:cubicBezTo>
                      <a:pt x="133991" y="13642"/>
                      <a:pt x="131848" y="18306"/>
                      <a:pt x="128430" y="21724"/>
                    </a:cubicBezTo>
                    <a:cubicBezTo>
                      <a:pt x="125012" y="25141"/>
                      <a:pt x="120349" y="26821"/>
                      <a:pt x="114440" y="26821"/>
                    </a:cubicBezTo>
                    <a:cubicBezTo>
                      <a:pt x="110964" y="26821"/>
                      <a:pt x="107691" y="26329"/>
                      <a:pt x="104621" y="25373"/>
                    </a:cubicBezTo>
                    <a:cubicBezTo>
                      <a:pt x="101550" y="24417"/>
                      <a:pt x="97988" y="23027"/>
                      <a:pt x="94020" y="21231"/>
                    </a:cubicBezTo>
                    <a:cubicBezTo>
                      <a:pt x="91818" y="20333"/>
                      <a:pt x="89646" y="19493"/>
                      <a:pt x="87474" y="18711"/>
                    </a:cubicBezTo>
                    <a:cubicBezTo>
                      <a:pt x="85301" y="17929"/>
                      <a:pt x="83419" y="17553"/>
                      <a:pt x="81883" y="17553"/>
                    </a:cubicBezTo>
                    <a:cubicBezTo>
                      <a:pt x="77133" y="17553"/>
                      <a:pt x="74439" y="19609"/>
                      <a:pt x="73773" y="23722"/>
                    </a:cubicBezTo>
                    <a:lnTo>
                      <a:pt x="73194" y="26995"/>
                    </a:lnTo>
                    <a:lnTo>
                      <a:pt x="55265" y="26995"/>
                    </a:lnTo>
                    <a:lnTo>
                      <a:pt x="56423" y="20623"/>
                    </a:lnTo>
                    <a:cubicBezTo>
                      <a:pt x="57437" y="14077"/>
                      <a:pt x="59899" y="8979"/>
                      <a:pt x="63751" y="5387"/>
                    </a:cubicBezTo>
                    <a:cubicBezTo>
                      <a:pt x="67604" y="1796"/>
                      <a:pt x="72759" y="0"/>
                      <a:pt x="79161" y="0"/>
                    </a:cubicBezTo>
                    <a:cubicBezTo>
                      <a:pt x="82376" y="0"/>
                      <a:pt x="85591" y="492"/>
                      <a:pt x="88806" y="1448"/>
                    </a:cubicBezTo>
                    <a:cubicBezTo>
                      <a:pt x="92021" y="2404"/>
                      <a:pt x="95613" y="3794"/>
                      <a:pt x="99610" y="5590"/>
                    </a:cubicBezTo>
                    <a:cubicBezTo>
                      <a:pt x="101782" y="6488"/>
                      <a:pt x="103983" y="7328"/>
                      <a:pt x="106156" y="8110"/>
                    </a:cubicBezTo>
                    <a:cubicBezTo>
                      <a:pt x="108328" y="8892"/>
                      <a:pt x="110153" y="9269"/>
                      <a:pt x="111543" y="9269"/>
                    </a:cubicBezTo>
                    <a:cubicBezTo>
                      <a:pt x="113600" y="9269"/>
                      <a:pt x="115077" y="8747"/>
                      <a:pt x="115975" y="7734"/>
                    </a:cubicBezTo>
                    <a:cubicBezTo>
                      <a:pt x="116873" y="6720"/>
                      <a:pt x="117510" y="5301"/>
                      <a:pt x="117916" y="3505"/>
                    </a:cubicBezTo>
                    <a:lnTo>
                      <a:pt x="118495" y="29"/>
                    </a:ln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A2142BB-86C8-4305-1BEF-31D256B5B300}"/>
                  </a:ext>
                </a:extLst>
              </p:cNvPr>
              <p:cNvSpPr/>
              <p:nvPr/>
            </p:nvSpPr>
            <p:spPr>
              <a:xfrm>
                <a:off x="5181100" y="2543897"/>
                <a:ext cx="132455" cy="139175"/>
              </a:xfrm>
              <a:custGeom>
                <a:avLst/>
                <a:gdLst>
                  <a:gd name="csX0" fmla="*/ 26792 w 132455"/>
                  <a:gd name="csY0" fmla="*/ 132890 h 139175"/>
                  <a:gd name="csX1" fmla="*/ 7038 w 132455"/>
                  <a:gd name="csY1" fmla="*/ 115164 h 139175"/>
                  <a:gd name="csX2" fmla="*/ 0 w 132455"/>
                  <a:gd name="csY2" fmla="*/ 88661 h 139175"/>
                  <a:gd name="csX3" fmla="*/ 956 w 132455"/>
                  <a:gd name="csY3" fmla="*/ 77278 h 139175"/>
                  <a:gd name="csX4" fmla="*/ 3649 w 132455"/>
                  <a:gd name="csY4" fmla="*/ 61666 h 139175"/>
                  <a:gd name="csX5" fmla="*/ 26792 w 132455"/>
                  <a:gd name="csY5" fmla="*/ 15989 h 139175"/>
                  <a:gd name="csX6" fmla="*/ 76351 w 132455"/>
                  <a:gd name="csY6" fmla="*/ 0 h 139175"/>
                  <a:gd name="csX7" fmla="*/ 105171 w 132455"/>
                  <a:gd name="csY7" fmla="*/ 6083 h 139175"/>
                  <a:gd name="csX8" fmla="*/ 125215 w 132455"/>
                  <a:gd name="csY8" fmla="*/ 23519 h 139175"/>
                  <a:gd name="csX9" fmla="*/ 132456 w 132455"/>
                  <a:gd name="csY9" fmla="*/ 50312 h 139175"/>
                  <a:gd name="csX10" fmla="*/ 131500 w 132455"/>
                  <a:gd name="csY10" fmla="*/ 61869 h 139175"/>
                  <a:gd name="csX11" fmla="*/ 128603 w 132455"/>
                  <a:gd name="csY11" fmla="*/ 77683 h 139175"/>
                  <a:gd name="csX12" fmla="*/ 105461 w 132455"/>
                  <a:gd name="csY12" fmla="*/ 123274 h 139175"/>
                  <a:gd name="csX13" fmla="*/ 55902 w 132455"/>
                  <a:gd name="csY13" fmla="*/ 139176 h 139175"/>
                  <a:gd name="csX14" fmla="*/ 26792 w 132455"/>
                  <a:gd name="csY14" fmla="*/ 132919 h 139175"/>
                  <a:gd name="csX15" fmla="*/ 23925 w 132455"/>
                  <a:gd name="csY15" fmla="*/ 86518 h 139175"/>
                  <a:gd name="csX16" fmla="*/ 32875 w 132455"/>
                  <a:gd name="csY16" fmla="*/ 109255 h 139175"/>
                  <a:gd name="csX17" fmla="*/ 58045 w 132455"/>
                  <a:gd name="csY17" fmla="*/ 117365 h 139175"/>
                  <a:gd name="csX18" fmla="*/ 89675 w 132455"/>
                  <a:gd name="csY18" fmla="*/ 106967 h 139175"/>
                  <a:gd name="csX19" fmla="*/ 104910 w 132455"/>
                  <a:gd name="csY19" fmla="*/ 76901 h 139175"/>
                  <a:gd name="csX20" fmla="*/ 107604 w 132455"/>
                  <a:gd name="csY20" fmla="*/ 62071 h 139175"/>
                  <a:gd name="csX21" fmla="*/ 108386 w 132455"/>
                  <a:gd name="csY21" fmla="*/ 52832 h 139175"/>
                  <a:gd name="csX22" fmla="*/ 99523 w 132455"/>
                  <a:gd name="csY22" fmla="*/ 29892 h 139175"/>
                  <a:gd name="csX23" fmla="*/ 74266 w 132455"/>
                  <a:gd name="csY23" fmla="*/ 21781 h 139175"/>
                  <a:gd name="csX24" fmla="*/ 42752 w 132455"/>
                  <a:gd name="csY24" fmla="*/ 32180 h 139175"/>
                  <a:gd name="csX25" fmla="*/ 27632 w 132455"/>
                  <a:gd name="csY25" fmla="*/ 62245 h 139175"/>
                  <a:gd name="csX26" fmla="*/ 24939 w 132455"/>
                  <a:gd name="csY26" fmla="*/ 77075 h 139175"/>
                  <a:gd name="csX27" fmla="*/ 23983 w 132455"/>
                  <a:gd name="csY27" fmla="*/ 86518 h 139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132455" h="139175">
                    <a:moveTo>
                      <a:pt x="26792" y="132890"/>
                    </a:moveTo>
                    <a:cubicBezTo>
                      <a:pt x="18306" y="128719"/>
                      <a:pt x="11731" y="122810"/>
                      <a:pt x="7038" y="115164"/>
                    </a:cubicBezTo>
                    <a:cubicBezTo>
                      <a:pt x="2346" y="107517"/>
                      <a:pt x="0" y="98683"/>
                      <a:pt x="0" y="88661"/>
                    </a:cubicBezTo>
                    <a:cubicBezTo>
                      <a:pt x="0" y="84287"/>
                      <a:pt x="319" y="80493"/>
                      <a:pt x="956" y="77278"/>
                    </a:cubicBezTo>
                    <a:lnTo>
                      <a:pt x="3649" y="61666"/>
                    </a:lnTo>
                    <a:cubicBezTo>
                      <a:pt x="6981" y="41883"/>
                      <a:pt x="14714" y="26648"/>
                      <a:pt x="26792" y="15989"/>
                    </a:cubicBezTo>
                    <a:cubicBezTo>
                      <a:pt x="38871" y="5330"/>
                      <a:pt x="55381" y="0"/>
                      <a:pt x="76351" y="0"/>
                    </a:cubicBezTo>
                    <a:cubicBezTo>
                      <a:pt x="87010" y="0"/>
                      <a:pt x="96626" y="2028"/>
                      <a:pt x="105171" y="6083"/>
                    </a:cubicBezTo>
                    <a:cubicBezTo>
                      <a:pt x="113716" y="10138"/>
                      <a:pt x="120406" y="15960"/>
                      <a:pt x="125215" y="23519"/>
                    </a:cubicBezTo>
                    <a:cubicBezTo>
                      <a:pt x="130023" y="31108"/>
                      <a:pt x="132456" y="40029"/>
                      <a:pt x="132456" y="50312"/>
                    </a:cubicBezTo>
                    <a:cubicBezTo>
                      <a:pt x="132456" y="54685"/>
                      <a:pt x="132137" y="58538"/>
                      <a:pt x="131500" y="61869"/>
                    </a:cubicBezTo>
                    <a:lnTo>
                      <a:pt x="128603" y="77683"/>
                    </a:lnTo>
                    <a:cubicBezTo>
                      <a:pt x="125128" y="97466"/>
                      <a:pt x="117423" y="112673"/>
                      <a:pt x="105461" y="123274"/>
                    </a:cubicBezTo>
                    <a:cubicBezTo>
                      <a:pt x="93498" y="133875"/>
                      <a:pt x="76988" y="139176"/>
                      <a:pt x="55902" y="139176"/>
                    </a:cubicBezTo>
                    <a:cubicBezTo>
                      <a:pt x="44982" y="139176"/>
                      <a:pt x="35279" y="137090"/>
                      <a:pt x="26792" y="132919"/>
                    </a:cubicBezTo>
                    <a:close/>
                    <a:moveTo>
                      <a:pt x="23925" y="86518"/>
                    </a:moveTo>
                    <a:cubicBezTo>
                      <a:pt x="23925" y="96279"/>
                      <a:pt x="26908" y="103868"/>
                      <a:pt x="32875" y="109255"/>
                    </a:cubicBezTo>
                    <a:cubicBezTo>
                      <a:pt x="38842" y="114642"/>
                      <a:pt x="47241" y="117365"/>
                      <a:pt x="58045" y="117365"/>
                    </a:cubicBezTo>
                    <a:cubicBezTo>
                      <a:pt x="71166" y="117365"/>
                      <a:pt x="81681" y="113889"/>
                      <a:pt x="89675" y="106967"/>
                    </a:cubicBezTo>
                    <a:cubicBezTo>
                      <a:pt x="97640" y="100015"/>
                      <a:pt x="102709" y="89993"/>
                      <a:pt x="104910" y="76901"/>
                    </a:cubicBezTo>
                    <a:lnTo>
                      <a:pt x="107604" y="62071"/>
                    </a:lnTo>
                    <a:cubicBezTo>
                      <a:pt x="108125" y="59117"/>
                      <a:pt x="108386" y="56018"/>
                      <a:pt x="108386" y="52832"/>
                    </a:cubicBezTo>
                    <a:cubicBezTo>
                      <a:pt x="108386" y="42926"/>
                      <a:pt x="105432" y="35279"/>
                      <a:pt x="99523" y="29892"/>
                    </a:cubicBezTo>
                    <a:cubicBezTo>
                      <a:pt x="93614" y="24504"/>
                      <a:pt x="85185" y="21781"/>
                      <a:pt x="74266" y="21781"/>
                    </a:cubicBezTo>
                    <a:cubicBezTo>
                      <a:pt x="61145" y="21781"/>
                      <a:pt x="50659" y="25257"/>
                      <a:pt x="42752" y="32180"/>
                    </a:cubicBezTo>
                    <a:cubicBezTo>
                      <a:pt x="34845" y="39131"/>
                      <a:pt x="29805" y="49153"/>
                      <a:pt x="27632" y="62245"/>
                    </a:cubicBezTo>
                    <a:lnTo>
                      <a:pt x="24939" y="77075"/>
                    </a:lnTo>
                    <a:cubicBezTo>
                      <a:pt x="24301" y="80667"/>
                      <a:pt x="23983" y="83824"/>
                      <a:pt x="23983" y="865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05183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42F184-8557-8F8D-E372-C52041223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>
            <a:extLst>
              <a:ext uri="{FF2B5EF4-FFF2-40B4-BE49-F238E27FC236}">
                <a16:creationId xmlns:a16="http://schemas.microsoft.com/office/drawing/2014/main" id="{EA2AFEB8-76CC-4318-BA48-0ABD0BA8F81C}"/>
              </a:ext>
            </a:extLst>
          </p:cNvPr>
          <p:cNvSpPr txBox="1">
            <a:spLocks/>
          </p:cNvSpPr>
          <p:nvPr/>
        </p:nvSpPr>
        <p:spPr>
          <a:xfrm>
            <a:off x="5319252" y="1565933"/>
            <a:ext cx="6537785" cy="287106"/>
          </a:xfrm>
          <a:prstGeom prst="rect">
            <a:avLst/>
          </a:prstGeom>
        </p:spPr>
        <p:txBody>
          <a:bodyPr vert="horz" wrap="square" lIns="0" tIns="10009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19" marR="0" lvl="0" indent="0" algn="l" defTabSz="914272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Por que o </a:t>
            </a: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ALT</a:t>
            </a:r>
            <a:r>
              <a:rPr kumimoji="0" lang="pt-BR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 180</a:t>
            </a:r>
            <a:r>
              <a: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j-ea"/>
                <a:cs typeface="+mj-cs"/>
                <a:sym typeface="Arial"/>
              </a:rPr>
              <a:t>?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j-ea"/>
              <a:cs typeface="+mj-cs"/>
              <a:sym typeface="Arial"/>
            </a:endParaRPr>
          </a:p>
        </p:txBody>
      </p:sp>
      <p:grpSp>
        <p:nvGrpSpPr>
          <p:cNvPr id="522" name="Group 521">
            <a:extLst>
              <a:ext uri="{FF2B5EF4-FFF2-40B4-BE49-F238E27FC236}">
                <a16:creationId xmlns:a16="http://schemas.microsoft.com/office/drawing/2014/main" id="{ED029E2E-868F-D604-4223-5E5D1CB902F6}"/>
              </a:ext>
            </a:extLst>
          </p:cNvPr>
          <p:cNvGrpSpPr/>
          <p:nvPr/>
        </p:nvGrpSpPr>
        <p:grpSpPr>
          <a:xfrm>
            <a:off x="2747351" y="521274"/>
            <a:ext cx="2282568" cy="594167"/>
            <a:chOff x="4350971" y="2503144"/>
            <a:chExt cx="3338707" cy="869086"/>
          </a:xfrm>
        </p:grpSpPr>
        <p:grpSp>
          <p:nvGrpSpPr>
            <p:cNvPr id="523" name="Graphic 4">
              <a:extLst>
                <a:ext uri="{FF2B5EF4-FFF2-40B4-BE49-F238E27FC236}">
                  <a16:creationId xmlns:a16="http://schemas.microsoft.com/office/drawing/2014/main" id="{0366E61D-801F-FA36-6164-2779A2B45699}"/>
                </a:ext>
              </a:extLst>
            </p:cNvPr>
            <p:cNvGrpSpPr/>
            <p:nvPr/>
          </p:nvGrpSpPr>
          <p:grpSpPr>
            <a:xfrm>
              <a:off x="4351463" y="2757251"/>
              <a:ext cx="3338215" cy="614979"/>
              <a:chOff x="4351463" y="2757251"/>
              <a:chExt cx="3338215" cy="614979"/>
            </a:xfrm>
          </p:grpSpPr>
          <p:grpSp>
            <p:nvGrpSpPr>
              <p:cNvPr id="554" name="Graphic 4">
                <a:extLst>
                  <a:ext uri="{FF2B5EF4-FFF2-40B4-BE49-F238E27FC236}">
                    <a16:creationId xmlns:a16="http://schemas.microsoft.com/office/drawing/2014/main" id="{9C6DEF31-8166-4058-8A9A-36AA301ABB50}"/>
                  </a:ext>
                </a:extLst>
              </p:cNvPr>
              <p:cNvGrpSpPr/>
              <p:nvPr/>
            </p:nvGrpSpPr>
            <p:grpSpPr>
              <a:xfrm>
                <a:off x="6276228" y="2757251"/>
                <a:ext cx="1413450" cy="614979"/>
                <a:chOff x="6276228" y="2757251"/>
                <a:chExt cx="1413450" cy="614979"/>
              </a:xfrm>
              <a:solidFill>
                <a:srgbClr val="FFFFFF"/>
              </a:solidFill>
            </p:grpSpPr>
            <p:sp>
              <p:nvSpPr>
                <p:cNvPr id="572" name="Freeform: Shape 571">
                  <a:extLst>
                    <a:ext uri="{FF2B5EF4-FFF2-40B4-BE49-F238E27FC236}">
                      <a16:creationId xmlns:a16="http://schemas.microsoft.com/office/drawing/2014/main" id="{663A51DA-CC42-F0CD-5E4A-03AF7F2AFAC1}"/>
                    </a:ext>
                  </a:extLst>
                </p:cNvPr>
                <p:cNvSpPr/>
                <p:nvPr/>
              </p:nvSpPr>
              <p:spPr>
                <a:xfrm>
                  <a:off x="6276228" y="2757251"/>
                  <a:ext cx="248054" cy="604841"/>
                </a:xfrm>
                <a:custGeom>
                  <a:avLst/>
                  <a:gdLst>
                    <a:gd name="csX0" fmla="*/ 223405 w 248054"/>
                    <a:gd name="csY0" fmla="*/ 19117 h 604841"/>
                    <a:gd name="csX1" fmla="*/ 141869 w 248054"/>
                    <a:gd name="csY1" fmla="*/ 0 h 604841"/>
                    <a:gd name="csX2" fmla="*/ 0 w 248054"/>
                    <a:gd name="csY2" fmla="*/ 9356 h 604841"/>
                    <a:gd name="csX3" fmla="*/ 0 w 248054"/>
                    <a:gd name="csY3" fmla="*/ 112991 h 604841"/>
                    <a:gd name="csX4" fmla="*/ 129125 w 248054"/>
                    <a:gd name="csY4" fmla="*/ 112991 h 604841"/>
                    <a:gd name="csX5" fmla="*/ 129125 w 248054"/>
                    <a:gd name="csY5" fmla="*/ 604842 h 604841"/>
                    <a:gd name="csX6" fmla="*/ 248054 w 248054"/>
                    <a:gd name="csY6" fmla="*/ 604842 h 604841"/>
                    <a:gd name="csX7" fmla="*/ 248054 w 248054"/>
                    <a:gd name="csY7" fmla="*/ 83245 h 604841"/>
                    <a:gd name="csX8" fmla="*/ 223434 w 248054"/>
                    <a:gd name="csY8" fmla="*/ 19117 h 6048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48054" h="604841">
                      <a:moveTo>
                        <a:pt x="223405" y="19117"/>
                      </a:moveTo>
                      <a:cubicBezTo>
                        <a:pt x="206982" y="6372"/>
                        <a:pt x="179784" y="0"/>
                        <a:pt x="141869" y="0"/>
                      </a:cubicBezTo>
                      <a:cubicBezTo>
                        <a:pt x="90341" y="0"/>
                        <a:pt x="43042" y="3128"/>
                        <a:pt x="0" y="9356"/>
                      </a:cubicBezTo>
                      <a:lnTo>
                        <a:pt x="0" y="112991"/>
                      </a:lnTo>
                      <a:lnTo>
                        <a:pt x="129125" y="112991"/>
                      </a:lnTo>
                      <a:lnTo>
                        <a:pt x="129125" y="604842"/>
                      </a:lnTo>
                      <a:lnTo>
                        <a:pt x="248054" y="604842"/>
                      </a:lnTo>
                      <a:lnTo>
                        <a:pt x="248054" y="83245"/>
                      </a:lnTo>
                      <a:cubicBezTo>
                        <a:pt x="248054" y="53237"/>
                        <a:pt x="239828" y="31861"/>
                        <a:pt x="223434" y="19117"/>
                      </a:cubicBezTo>
                    </a:path>
                  </a:pathLst>
                </a:custGeom>
                <a:solidFill>
                  <a:srgbClr val="FFFFFF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73" name="Freeform: Shape 572">
                  <a:extLst>
                    <a:ext uri="{FF2B5EF4-FFF2-40B4-BE49-F238E27FC236}">
                      <a16:creationId xmlns:a16="http://schemas.microsoft.com/office/drawing/2014/main" id="{C0FE9EF7-B1ED-19E6-437A-1B268B9BD5D0}"/>
                    </a:ext>
                  </a:extLst>
                </p:cNvPr>
                <p:cNvSpPr/>
                <p:nvPr/>
              </p:nvSpPr>
              <p:spPr>
                <a:xfrm>
                  <a:off x="6629569" y="2757251"/>
                  <a:ext cx="480814" cy="614921"/>
                </a:xfrm>
                <a:custGeom>
                  <a:avLst/>
                  <a:gdLst>
                    <a:gd name="csX0" fmla="*/ 360177 w 480814"/>
                    <a:gd name="csY0" fmla="*/ 292196 h 614921"/>
                    <a:gd name="csX1" fmla="*/ 360177 w 480814"/>
                    <a:gd name="csY1" fmla="*/ 288807 h 614921"/>
                    <a:gd name="csX2" fmla="*/ 435340 w 480814"/>
                    <a:gd name="csY2" fmla="*/ 244636 h 614921"/>
                    <a:gd name="csX3" fmla="*/ 463812 w 480814"/>
                    <a:gd name="csY3" fmla="*/ 161392 h 614921"/>
                    <a:gd name="csX4" fmla="*/ 436615 w 480814"/>
                    <a:gd name="csY4" fmla="*/ 77307 h 614921"/>
                    <a:gd name="csX5" fmla="*/ 358902 w 480814"/>
                    <a:gd name="csY5" fmla="*/ 20391 h 614921"/>
                    <a:gd name="csX6" fmla="*/ 240407 w 480814"/>
                    <a:gd name="csY6" fmla="*/ 0 h 614921"/>
                    <a:gd name="csX7" fmla="*/ 121478 w 480814"/>
                    <a:gd name="csY7" fmla="*/ 20391 h 614921"/>
                    <a:gd name="csX8" fmla="*/ 44606 w 480814"/>
                    <a:gd name="csY8" fmla="*/ 77307 h 614921"/>
                    <a:gd name="csX9" fmla="*/ 17842 w 480814"/>
                    <a:gd name="csY9" fmla="*/ 161392 h 614921"/>
                    <a:gd name="csX10" fmla="*/ 45880 w 480814"/>
                    <a:gd name="csY10" fmla="*/ 242087 h 614921"/>
                    <a:gd name="csX11" fmla="*/ 121478 w 480814"/>
                    <a:gd name="csY11" fmla="*/ 289647 h 614921"/>
                    <a:gd name="csX12" fmla="*/ 121478 w 480814"/>
                    <a:gd name="csY12" fmla="*/ 293036 h 614921"/>
                    <a:gd name="csX13" fmla="*/ 33136 w 480814"/>
                    <a:gd name="csY13" fmla="*/ 344420 h 614921"/>
                    <a:gd name="csX14" fmla="*/ 0 w 480814"/>
                    <a:gd name="csY14" fmla="*/ 439974 h 614921"/>
                    <a:gd name="csX15" fmla="*/ 29718 w 480814"/>
                    <a:gd name="csY15" fmla="*/ 531271 h 614921"/>
                    <a:gd name="csX16" fmla="*/ 113831 w 480814"/>
                    <a:gd name="csY16" fmla="*/ 592850 h 614921"/>
                    <a:gd name="csX17" fmla="*/ 240407 w 480814"/>
                    <a:gd name="csY17" fmla="*/ 614921 h 614921"/>
                    <a:gd name="csX18" fmla="*/ 367823 w 480814"/>
                    <a:gd name="csY18" fmla="*/ 592850 h 614921"/>
                    <a:gd name="csX19" fmla="*/ 451502 w 480814"/>
                    <a:gd name="csY19" fmla="*/ 530837 h 614921"/>
                    <a:gd name="csX20" fmla="*/ 480815 w 480814"/>
                    <a:gd name="csY20" fmla="*/ 439945 h 614921"/>
                    <a:gd name="csX21" fmla="*/ 447679 w 480814"/>
                    <a:gd name="csY21" fmla="*/ 343116 h 614921"/>
                    <a:gd name="csX22" fmla="*/ 360177 w 480814"/>
                    <a:gd name="csY22" fmla="*/ 292138 h 614921"/>
                    <a:gd name="csX23" fmla="*/ 162695 w 480814"/>
                    <a:gd name="csY23" fmla="*/ 122753 h 614921"/>
                    <a:gd name="csX24" fmla="*/ 239567 w 480814"/>
                    <a:gd name="csY24" fmla="*/ 102796 h 614921"/>
                    <a:gd name="csX25" fmla="*/ 317714 w 480814"/>
                    <a:gd name="csY25" fmla="*/ 122753 h 614921"/>
                    <a:gd name="csX26" fmla="*/ 345752 w 480814"/>
                    <a:gd name="csY26" fmla="*/ 176685 h 614921"/>
                    <a:gd name="csX27" fmla="*/ 318149 w 480814"/>
                    <a:gd name="csY27" fmla="*/ 228937 h 614921"/>
                    <a:gd name="csX28" fmla="*/ 239567 w 480814"/>
                    <a:gd name="csY28" fmla="*/ 248054 h 614921"/>
                    <a:gd name="csX29" fmla="*/ 162695 w 480814"/>
                    <a:gd name="csY29" fmla="*/ 228937 h 614921"/>
                    <a:gd name="csX30" fmla="*/ 135092 w 480814"/>
                    <a:gd name="csY30" fmla="*/ 176685 h 614921"/>
                    <a:gd name="csX31" fmla="*/ 162695 w 480814"/>
                    <a:gd name="csY31" fmla="*/ 122753 h 614921"/>
                    <a:gd name="csX32" fmla="*/ 328750 w 480814"/>
                    <a:gd name="csY32" fmla="*/ 489707 h 614921"/>
                    <a:gd name="csX33" fmla="*/ 240407 w 480814"/>
                    <a:gd name="csY33" fmla="*/ 512212 h 614921"/>
                    <a:gd name="csX34" fmla="*/ 152065 w 480814"/>
                    <a:gd name="csY34" fmla="*/ 489707 h 614921"/>
                    <a:gd name="csX35" fmla="*/ 120638 w 480814"/>
                    <a:gd name="csY35" fmla="*/ 428128 h 614921"/>
                    <a:gd name="csX36" fmla="*/ 151659 w 480814"/>
                    <a:gd name="csY36" fmla="*/ 368229 h 614921"/>
                    <a:gd name="csX37" fmla="*/ 240436 w 480814"/>
                    <a:gd name="csY37" fmla="*/ 346563 h 614921"/>
                    <a:gd name="csX38" fmla="*/ 329213 w 480814"/>
                    <a:gd name="csY38" fmla="*/ 368229 h 614921"/>
                    <a:gd name="csX39" fmla="*/ 360235 w 480814"/>
                    <a:gd name="csY39" fmla="*/ 428128 h 614921"/>
                    <a:gd name="csX40" fmla="*/ 328808 w 480814"/>
                    <a:gd name="csY40" fmla="*/ 489707 h 61492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</a:cxnLst>
                  <a:rect l="l" t="t" r="r" b="b"/>
                  <a:pathLst>
                    <a:path w="480814" h="614921">
                      <a:moveTo>
                        <a:pt x="360177" y="292196"/>
                      </a:moveTo>
                      <a:lnTo>
                        <a:pt x="360177" y="288807"/>
                      </a:lnTo>
                      <a:cubicBezTo>
                        <a:pt x="391314" y="282030"/>
                        <a:pt x="416368" y="267287"/>
                        <a:pt x="435340" y="244636"/>
                      </a:cubicBezTo>
                      <a:cubicBezTo>
                        <a:pt x="454312" y="221986"/>
                        <a:pt x="463812" y="194238"/>
                        <a:pt x="463812" y="161392"/>
                      </a:cubicBezTo>
                      <a:cubicBezTo>
                        <a:pt x="463812" y="128546"/>
                        <a:pt x="454746" y="101666"/>
                        <a:pt x="436615" y="77307"/>
                      </a:cubicBezTo>
                      <a:cubicBezTo>
                        <a:pt x="418483" y="52977"/>
                        <a:pt x="392588" y="34005"/>
                        <a:pt x="358902" y="20391"/>
                      </a:cubicBezTo>
                      <a:cubicBezTo>
                        <a:pt x="325187" y="6807"/>
                        <a:pt x="285708" y="0"/>
                        <a:pt x="240407" y="0"/>
                      </a:cubicBezTo>
                      <a:cubicBezTo>
                        <a:pt x="195106" y="0"/>
                        <a:pt x="154903" y="6807"/>
                        <a:pt x="121478" y="20391"/>
                      </a:cubicBezTo>
                      <a:cubicBezTo>
                        <a:pt x="88053" y="33976"/>
                        <a:pt x="62448" y="52977"/>
                        <a:pt x="44606" y="77307"/>
                      </a:cubicBezTo>
                      <a:cubicBezTo>
                        <a:pt x="26763" y="101666"/>
                        <a:pt x="17842" y="129704"/>
                        <a:pt x="17842" y="161392"/>
                      </a:cubicBezTo>
                      <a:cubicBezTo>
                        <a:pt x="17842" y="193079"/>
                        <a:pt x="27198" y="219466"/>
                        <a:pt x="45880" y="242087"/>
                      </a:cubicBezTo>
                      <a:cubicBezTo>
                        <a:pt x="64562" y="264738"/>
                        <a:pt x="89762" y="280610"/>
                        <a:pt x="121478" y="289647"/>
                      </a:cubicBezTo>
                      <a:lnTo>
                        <a:pt x="121478" y="293036"/>
                      </a:lnTo>
                      <a:cubicBezTo>
                        <a:pt x="84664" y="301523"/>
                        <a:pt x="55236" y="318670"/>
                        <a:pt x="33136" y="344420"/>
                      </a:cubicBezTo>
                      <a:cubicBezTo>
                        <a:pt x="11065" y="370198"/>
                        <a:pt x="0" y="402059"/>
                        <a:pt x="0" y="439974"/>
                      </a:cubicBezTo>
                      <a:cubicBezTo>
                        <a:pt x="0" y="474529"/>
                        <a:pt x="9906" y="504942"/>
                        <a:pt x="29718" y="531271"/>
                      </a:cubicBezTo>
                      <a:cubicBezTo>
                        <a:pt x="49530" y="557600"/>
                        <a:pt x="77568" y="578136"/>
                        <a:pt x="113831" y="592850"/>
                      </a:cubicBezTo>
                      <a:cubicBezTo>
                        <a:pt x="150066" y="607564"/>
                        <a:pt x="192268" y="614921"/>
                        <a:pt x="240407" y="614921"/>
                      </a:cubicBezTo>
                      <a:cubicBezTo>
                        <a:pt x="288547" y="614921"/>
                        <a:pt x="331588" y="607564"/>
                        <a:pt x="367823" y="592850"/>
                      </a:cubicBezTo>
                      <a:cubicBezTo>
                        <a:pt x="404058" y="578136"/>
                        <a:pt x="431951" y="557455"/>
                        <a:pt x="451502" y="530837"/>
                      </a:cubicBezTo>
                      <a:cubicBezTo>
                        <a:pt x="471054" y="504218"/>
                        <a:pt x="480815" y="473921"/>
                        <a:pt x="480815" y="439945"/>
                      </a:cubicBezTo>
                      <a:cubicBezTo>
                        <a:pt x="480815" y="402002"/>
                        <a:pt x="469779" y="369735"/>
                        <a:pt x="447679" y="343116"/>
                      </a:cubicBezTo>
                      <a:cubicBezTo>
                        <a:pt x="425579" y="316498"/>
                        <a:pt x="396411" y="299524"/>
                        <a:pt x="360177" y="292138"/>
                      </a:cubicBezTo>
                      <a:moveTo>
                        <a:pt x="162695" y="122753"/>
                      </a:moveTo>
                      <a:cubicBezTo>
                        <a:pt x="181088" y="109458"/>
                        <a:pt x="206721" y="102796"/>
                        <a:pt x="239567" y="102796"/>
                      </a:cubicBezTo>
                      <a:cubicBezTo>
                        <a:pt x="272413" y="102796"/>
                        <a:pt x="299032" y="109458"/>
                        <a:pt x="317714" y="122753"/>
                      </a:cubicBezTo>
                      <a:cubicBezTo>
                        <a:pt x="336397" y="136076"/>
                        <a:pt x="345752" y="154034"/>
                        <a:pt x="345752" y="176685"/>
                      </a:cubicBezTo>
                      <a:cubicBezTo>
                        <a:pt x="345752" y="199335"/>
                        <a:pt x="336541" y="216193"/>
                        <a:pt x="318149" y="228937"/>
                      </a:cubicBezTo>
                      <a:cubicBezTo>
                        <a:pt x="299756" y="241682"/>
                        <a:pt x="273543" y="248054"/>
                        <a:pt x="239567" y="248054"/>
                      </a:cubicBezTo>
                      <a:cubicBezTo>
                        <a:pt x="205592" y="248054"/>
                        <a:pt x="181088" y="241682"/>
                        <a:pt x="162695" y="228937"/>
                      </a:cubicBezTo>
                      <a:cubicBezTo>
                        <a:pt x="144273" y="216193"/>
                        <a:pt x="135092" y="198785"/>
                        <a:pt x="135092" y="176685"/>
                      </a:cubicBezTo>
                      <a:cubicBezTo>
                        <a:pt x="135092" y="154585"/>
                        <a:pt x="144273" y="136047"/>
                        <a:pt x="162695" y="122753"/>
                      </a:cubicBezTo>
                      <a:moveTo>
                        <a:pt x="328750" y="489707"/>
                      </a:moveTo>
                      <a:cubicBezTo>
                        <a:pt x="307779" y="504710"/>
                        <a:pt x="278351" y="512212"/>
                        <a:pt x="240407" y="512212"/>
                      </a:cubicBezTo>
                      <a:cubicBezTo>
                        <a:pt x="202464" y="512212"/>
                        <a:pt x="173006" y="504710"/>
                        <a:pt x="152065" y="489707"/>
                      </a:cubicBezTo>
                      <a:cubicBezTo>
                        <a:pt x="131094" y="474703"/>
                        <a:pt x="120638" y="454167"/>
                        <a:pt x="120638" y="428128"/>
                      </a:cubicBezTo>
                      <a:cubicBezTo>
                        <a:pt x="120638" y="402088"/>
                        <a:pt x="130979" y="382682"/>
                        <a:pt x="151659" y="368229"/>
                      </a:cubicBezTo>
                      <a:cubicBezTo>
                        <a:pt x="172311" y="353775"/>
                        <a:pt x="201913" y="346563"/>
                        <a:pt x="240436" y="346563"/>
                      </a:cubicBezTo>
                      <a:cubicBezTo>
                        <a:pt x="278959" y="346563"/>
                        <a:pt x="308533" y="353775"/>
                        <a:pt x="329213" y="368229"/>
                      </a:cubicBezTo>
                      <a:cubicBezTo>
                        <a:pt x="349865" y="382653"/>
                        <a:pt x="360235" y="402639"/>
                        <a:pt x="360235" y="428128"/>
                      </a:cubicBezTo>
                      <a:cubicBezTo>
                        <a:pt x="360235" y="453617"/>
                        <a:pt x="349749" y="474703"/>
                        <a:pt x="328808" y="489707"/>
                      </a:cubicBezTo>
                    </a:path>
                  </a:pathLst>
                </a:custGeom>
                <a:solidFill>
                  <a:srgbClr val="FFFFFF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74" name="Freeform: Shape 573">
                  <a:extLst>
                    <a:ext uri="{FF2B5EF4-FFF2-40B4-BE49-F238E27FC236}">
                      <a16:creationId xmlns:a16="http://schemas.microsoft.com/office/drawing/2014/main" id="{67ABBD0C-844A-0CAE-5707-E13F6BF5E879}"/>
                    </a:ext>
                  </a:extLst>
                </p:cNvPr>
                <p:cNvSpPr/>
                <p:nvPr/>
              </p:nvSpPr>
              <p:spPr>
                <a:xfrm>
                  <a:off x="7197017" y="2757251"/>
                  <a:ext cx="492661" cy="614979"/>
                </a:xfrm>
                <a:custGeom>
                  <a:avLst/>
                  <a:gdLst>
                    <a:gd name="csX0" fmla="*/ 430677 w 492661"/>
                    <a:gd name="csY0" fmla="*/ 70935 h 614979"/>
                    <a:gd name="csX1" fmla="*/ 247185 w 492661"/>
                    <a:gd name="csY1" fmla="*/ 0 h 614979"/>
                    <a:gd name="csX2" fmla="*/ 63288 w 492661"/>
                    <a:gd name="csY2" fmla="*/ 71340 h 614979"/>
                    <a:gd name="csX3" fmla="*/ 0 w 492661"/>
                    <a:gd name="csY3" fmla="*/ 270125 h 614979"/>
                    <a:gd name="csX4" fmla="*/ 0 w 492661"/>
                    <a:gd name="csY4" fmla="*/ 344014 h 614979"/>
                    <a:gd name="csX5" fmla="*/ 62419 w 492661"/>
                    <a:gd name="csY5" fmla="*/ 544479 h 614979"/>
                    <a:gd name="csX6" fmla="*/ 246316 w 492661"/>
                    <a:gd name="csY6" fmla="*/ 614979 h 614979"/>
                    <a:gd name="csX7" fmla="*/ 429373 w 492661"/>
                    <a:gd name="csY7" fmla="*/ 543610 h 614979"/>
                    <a:gd name="csX8" fmla="*/ 492661 w 492661"/>
                    <a:gd name="csY8" fmla="*/ 343985 h 614979"/>
                    <a:gd name="csX9" fmla="*/ 492661 w 492661"/>
                    <a:gd name="csY9" fmla="*/ 270096 h 614979"/>
                    <a:gd name="csX10" fmla="*/ 430648 w 492661"/>
                    <a:gd name="csY10" fmla="*/ 70906 h 614979"/>
                    <a:gd name="csX11" fmla="*/ 373761 w 492661"/>
                    <a:gd name="csY11" fmla="*/ 270125 h 614979"/>
                    <a:gd name="csX12" fmla="*/ 373761 w 492661"/>
                    <a:gd name="csY12" fmla="*/ 344014 h 614979"/>
                    <a:gd name="csX13" fmla="*/ 365912 w 492661"/>
                    <a:gd name="csY13" fmla="*/ 414485 h 614979"/>
                    <a:gd name="csX14" fmla="*/ 216598 w 492661"/>
                    <a:gd name="csY14" fmla="*/ 111340 h 614979"/>
                    <a:gd name="csX15" fmla="*/ 247185 w 492661"/>
                    <a:gd name="csY15" fmla="*/ 108705 h 614979"/>
                    <a:gd name="csX16" fmla="*/ 373761 w 492661"/>
                    <a:gd name="csY16" fmla="*/ 270096 h 614979"/>
                    <a:gd name="csX17" fmla="*/ 118929 w 492661"/>
                    <a:gd name="csY17" fmla="*/ 344014 h 614979"/>
                    <a:gd name="csX18" fmla="*/ 118929 w 492661"/>
                    <a:gd name="csY18" fmla="*/ 270125 h 614979"/>
                    <a:gd name="csX19" fmla="*/ 144157 w 492661"/>
                    <a:gd name="csY19" fmla="*/ 158785 h 614979"/>
                    <a:gd name="csX20" fmla="*/ 308764 w 492661"/>
                    <a:gd name="csY20" fmla="*/ 492980 h 614979"/>
                    <a:gd name="csX21" fmla="*/ 246345 w 492661"/>
                    <a:gd name="csY21" fmla="*/ 506246 h 614979"/>
                    <a:gd name="csX22" fmla="*/ 118929 w 492661"/>
                    <a:gd name="csY22" fmla="*/ 344014 h 6149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492661" h="614979">
                      <a:moveTo>
                        <a:pt x="430677" y="70935"/>
                      </a:moveTo>
                      <a:cubicBezTo>
                        <a:pt x="389344" y="23664"/>
                        <a:pt x="328171" y="0"/>
                        <a:pt x="247185" y="0"/>
                      </a:cubicBezTo>
                      <a:cubicBezTo>
                        <a:pt x="166200" y="0"/>
                        <a:pt x="105461" y="23780"/>
                        <a:pt x="63288" y="71340"/>
                      </a:cubicBezTo>
                      <a:cubicBezTo>
                        <a:pt x="21086" y="118900"/>
                        <a:pt x="0" y="185172"/>
                        <a:pt x="0" y="270125"/>
                      </a:cubicBezTo>
                      <a:lnTo>
                        <a:pt x="0" y="344014"/>
                      </a:lnTo>
                      <a:cubicBezTo>
                        <a:pt x="0" y="430677"/>
                        <a:pt x="20797" y="497498"/>
                        <a:pt x="62419" y="544479"/>
                      </a:cubicBezTo>
                      <a:cubicBezTo>
                        <a:pt x="104041" y="591489"/>
                        <a:pt x="165360" y="614979"/>
                        <a:pt x="246316" y="614979"/>
                      </a:cubicBezTo>
                      <a:cubicBezTo>
                        <a:pt x="327272" y="614979"/>
                        <a:pt x="387201" y="591199"/>
                        <a:pt x="429373" y="543610"/>
                      </a:cubicBezTo>
                      <a:cubicBezTo>
                        <a:pt x="471546" y="496050"/>
                        <a:pt x="492661" y="429489"/>
                        <a:pt x="492661" y="343985"/>
                      </a:cubicBezTo>
                      <a:lnTo>
                        <a:pt x="492661" y="270096"/>
                      </a:lnTo>
                      <a:cubicBezTo>
                        <a:pt x="492661" y="184592"/>
                        <a:pt x="471981" y="118176"/>
                        <a:pt x="430648" y="70906"/>
                      </a:cubicBezTo>
                      <a:moveTo>
                        <a:pt x="373761" y="270125"/>
                      </a:moveTo>
                      <a:lnTo>
                        <a:pt x="373761" y="344014"/>
                      </a:lnTo>
                      <a:cubicBezTo>
                        <a:pt x="373761" y="370835"/>
                        <a:pt x="371154" y="394326"/>
                        <a:pt x="365912" y="414485"/>
                      </a:cubicBezTo>
                      <a:lnTo>
                        <a:pt x="216598" y="111340"/>
                      </a:lnTo>
                      <a:cubicBezTo>
                        <a:pt x="226099" y="109603"/>
                        <a:pt x="236294" y="108705"/>
                        <a:pt x="247185" y="108705"/>
                      </a:cubicBezTo>
                      <a:cubicBezTo>
                        <a:pt x="331560" y="108705"/>
                        <a:pt x="373761" y="162521"/>
                        <a:pt x="373761" y="270096"/>
                      </a:cubicBezTo>
                      <a:moveTo>
                        <a:pt x="118929" y="344014"/>
                      </a:moveTo>
                      <a:lnTo>
                        <a:pt x="118929" y="270125"/>
                      </a:lnTo>
                      <a:cubicBezTo>
                        <a:pt x="118929" y="222449"/>
                        <a:pt x="127358" y="185345"/>
                        <a:pt x="144157" y="158785"/>
                      </a:cubicBezTo>
                      <a:lnTo>
                        <a:pt x="308764" y="492980"/>
                      </a:lnTo>
                      <a:cubicBezTo>
                        <a:pt x="291414" y="501814"/>
                        <a:pt x="270618" y="506246"/>
                        <a:pt x="246345" y="506246"/>
                      </a:cubicBezTo>
                      <a:cubicBezTo>
                        <a:pt x="161392" y="506246"/>
                        <a:pt x="118929" y="452168"/>
                        <a:pt x="118929" y="344014"/>
                      </a:cubicBezTo>
                    </a:path>
                  </a:pathLst>
                </a:custGeom>
                <a:solidFill>
                  <a:srgbClr val="FFFFFF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57" name="Graphic 4">
                <a:extLst>
                  <a:ext uri="{FF2B5EF4-FFF2-40B4-BE49-F238E27FC236}">
                    <a16:creationId xmlns:a16="http://schemas.microsoft.com/office/drawing/2014/main" id="{99C5537C-5165-ECC4-8CFE-F905E7C11C04}"/>
                  </a:ext>
                </a:extLst>
              </p:cNvPr>
              <p:cNvGrpSpPr/>
              <p:nvPr/>
            </p:nvGrpSpPr>
            <p:grpSpPr>
              <a:xfrm>
                <a:off x="4351463" y="2757251"/>
                <a:ext cx="1785155" cy="611793"/>
                <a:chOff x="4351463" y="2757251"/>
                <a:chExt cx="1785155" cy="611793"/>
              </a:xfrm>
              <a:solidFill>
                <a:srgbClr val="C1F4D4"/>
              </a:solidFill>
            </p:grpSpPr>
            <p:sp>
              <p:nvSpPr>
                <p:cNvPr id="558" name="Freeform: Shape 557">
                  <a:extLst>
                    <a:ext uri="{FF2B5EF4-FFF2-40B4-BE49-F238E27FC236}">
                      <a16:creationId xmlns:a16="http://schemas.microsoft.com/office/drawing/2014/main" id="{9B84FA11-61AC-EFE7-9F87-729CA09980E2}"/>
                    </a:ext>
                  </a:extLst>
                </p:cNvPr>
                <p:cNvSpPr/>
                <p:nvPr/>
              </p:nvSpPr>
              <p:spPr>
                <a:xfrm>
                  <a:off x="5094901" y="2759597"/>
                  <a:ext cx="477483" cy="606434"/>
                </a:xfrm>
                <a:custGeom>
                  <a:avLst/>
                  <a:gdLst>
                    <a:gd name="csX0" fmla="*/ 163390 w 477483"/>
                    <a:gd name="csY0" fmla="*/ 0 h 606434"/>
                    <a:gd name="csX1" fmla="*/ 0 w 477483"/>
                    <a:gd name="csY1" fmla="*/ 0 h 606434"/>
                    <a:gd name="csX2" fmla="*/ 0 w 477483"/>
                    <a:gd name="csY2" fmla="*/ 316874 h 606434"/>
                    <a:gd name="csX3" fmla="*/ 163911 w 477483"/>
                    <a:gd name="csY3" fmla="*/ 469171 h 606434"/>
                    <a:gd name="csX4" fmla="*/ 311661 w 477483"/>
                    <a:gd name="csY4" fmla="*/ 606435 h 606434"/>
                    <a:gd name="csX5" fmla="*/ 477484 w 477483"/>
                    <a:gd name="csY5" fmla="*/ 606435 h 606434"/>
                    <a:gd name="csX6" fmla="*/ 477484 w 477483"/>
                    <a:gd name="csY6" fmla="*/ 467809 h 606434"/>
                    <a:gd name="csX7" fmla="*/ 163390 w 477483"/>
                    <a:gd name="csY7" fmla="*/ 467809 h 606434"/>
                    <a:gd name="csX8" fmla="*/ 163390 w 477483"/>
                    <a:gd name="csY8" fmla="*/ 0 h 60643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477483" h="606434">
                      <a:moveTo>
                        <a:pt x="163390" y="0"/>
                      </a:moveTo>
                      <a:lnTo>
                        <a:pt x="0" y="0"/>
                      </a:lnTo>
                      <a:lnTo>
                        <a:pt x="0" y="316874"/>
                      </a:lnTo>
                      <a:cubicBezTo>
                        <a:pt x="0" y="400988"/>
                        <a:pt x="73397" y="469171"/>
                        <a:pt x="163911" y="469171"/>
                      </a:cubicBezTo>
                      <a:cubicBezTo>
                        <a:pt x="163911" y="544971"/>
                        <a:pt x="230067" y="606435"/>
                        <a:pt x="311661" y="606435"/>
                      </a:cubicBezTo>
                      <a:lnTo>
                        <a:pt x="477484" y="606435"/>
                      </a:lnTo>
                      <a:lnTo>
                        <a:pt x="477484" y="467809"/>
                      </a:lnTo>
                      <a:lnTo>
                        <a:pt x="163390" y="467809"/>
                      </a:lnTo>
                      <a:lnTo>
                        <a:pt x="163390" y="0"/>
                      </a:lnTo>
                      <a:close/>
                    </a:path>
                  </a:pathLst>
                </a:custGeom>
                <a:solidFill>
                  <a:srgbClr val="C1F4D4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68" name="Freeform: Shape 567">
                  <a:extLst>
                    <a:ext uri="{FF2B5EF4-FFF2-40B4-BE49-F238E27FC236}">
                      <a16:creationId xmlns:a16="http://schemas.microsoft.com/office/drawing/2014/main" id="{00C4C746-1E29-5C31-A2AA-4715D29E2E72}"/>
                    </a:ext>
                  </a:extLst>
                </p:cNvPr>
                <p:cNvSpPr/>
                <p:nvPr/>
              </p:nvSpPr>
              <p:spPr>
                <a:xfrm>
                  <a:off x="4351463" y="2759597"/>
                  <a:ext cx="678441" cy="605942"/>
                </a:xfrm>
                <a:custGeom>
                  <a:avLst/>
                  <a:gdLst>
                    <a:gd name="csX0" fmla="*/ 395861 w 678441"/>
                    <a:gd name="csY0" fmla="*/ 256425 h 605942"/>
                    <a:gd name="csX1" fmla="*/ 437165 w 678441"/>
                    <a:gd name="csY1" fmla="*/ 386071 h 605942"/>
                    <a:gd name="csX2" fmla="*/ 240349 w 678441"/>
                    <a:gd name="csY2" fmla="*/ 386071 h 605942"/>
                    <a:gd name="csX3" fmla="*/ 362088 w 678441"/>
                    <a:gd name="csY3" fmla="*/ 0 h 605942"/>
                    <a:gd name="csX4" fmla="*/ 157858 w 678441"/>
                    <a:gd name="csY4" fmla="*/ 139262 h 605942"/>
                    <a:gd name="csX5" fmla="*/ 0 w 678441"/>
                    <a:gd name="csY5" fmla="*/ 605942 h 605942"/>
                    <a:gd name="csX6" fmla="*/ 173238 w 678441"/>
                    <a:gd name="csY6" fmla="*/ 605942 h 605942"/>
                    <a:gd name="csX7" fmla="*/ 204086 w 678441"/>
                    <a:gd name="csY7" fmla="*/ 508128 h 605942"/>
                    <a:gd name="csX8" fmla="*/ 474356 w 678441"/>
                    <a:gd name="csY8" fmla="*/ 508128 h 605942"/>
                    <a:gd name="csX9" fmla="*/ 505203 w 678441"/>
                    <a:gd name="csY9" fmla="*/ 605942 h 605942"/>
                    <a:gd name="csX10" fmla="*/ 678441 w 678441"/>
                    <a:gd name="csY10" fmla="*/ 605942 h 605942"/>
                    <a:gd name="csX11" fmla="*/ 511546 w 678441"/>
                    <a:gd name="csY11" fmla="*/ 112557 h 605942"/>
                    <a:gd name="csX12" fmla="*/ 395890 w 678441"/>
                    <a:gd name="csY12" fmla="*/ 256425 h 6059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678441" h="605942">
                      <a:moveTo>
                        <a:pt x="395861" y="256425"/>
                      </a:moveTo>
                      <a:lnTo>
                        <a:pt x="437165" y="386071"/>
                      </a:lnTo>
                      <a:lnTo>
                        <a:pt x="240349" y="386071"/>
                      </a:lnTo>
                      <a:lnTo>
                        <a:pt x="362088" y="0"/>
                      </a:lnTo>
                      <a:cubicBezTo>
                        <a:pt x="268590" y="0"/>
                        <a:pt x="185896" y="56394"/>
                        <a:pt x="157858" y="139262"/>
                      </a:cubicBezTo>
                      <a:lnTo>
                        <a:pt x="0" y="605942"/>
                      </a:lnTo>
                      <a:lnTo>
                        <a:pt x="173238" y="605942"/>
                      </a:lnTo>
                      <a:lnTo>
                        <a:pt x="204086" y="508128"/>
                      </a:lnTo>
                      <a:lnTo>
                        <a:pt x="474356" y="508128"/>
                      </a:lnTo>
                      <a:lnTo>
                        <a:pt x="505203" y="605942"/>
                      </a:lnTo>
                      <a:lnTo>
                        <a:pt x="678441" y="605942"/>
                      </a:lnTo>
                      <a:lnTo>
                        <a:pt x="511546" y="112557"/>
                      </a:lnTo>
                      <a:cubicBezTo>
                        <a:pt x="430937" y="112557"/>
                        <a:pt x="373008" y="184621"/>
                        <a:pt x="395890" y="256425"/>
                      </a:cubicBezTo>
                    </a:path>
                  </a:pathLst>
                </a:custGeom>
                <a:solidFill>
                  <a:srgbClr val="C1F4D4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69" name="Freeform: Shape 568">
                  <a:extLst>
                    <a:ext uri="{FF2B5EF4-FFF2-40B4-BE49-F238E27FC236}">
                      <a16:creationId xmlns:a16="http://schemas.microsoft.com/office/drawing/2014/main" id="{A59AD0AC-E596-9910-0395-18052046DB88}"/>
                    </a:ext>
                  </a:extLst>
                </p:cNvPr>
                <p:cNvSpPr/>
                <p:nvPr/>
              </p:nvSpPr>
              <p:spPr>
                <a:xfrm>
                  <a:off x="5540900" y="2757251"/>
                  <a:ext cx="297322" cy="135352"/>
                </a:xfrm>
                <a:custGeom>
                  <a:avLst/>
                  <a:gdLst>
                    <a:gd name="csX0" fmla="*/ 89501 w 297322"/>
                    <a:gd name="csY0" fmla="*/ 0 h 135352"/>
                    <a:gd name="csX1" fmla="*/ 0 w 297322"/>
                    <a:gd name="csY1" fmla="*/ 0 h 135352"/>
                    <a:gd name="csX2" fmla="*/ 0 w 297322"/>
                    <a:gd name="csY2" fmla="*/ 135352 h 135352"/>
                    <a:gd name="csX3" fmla="*/ 297323 w 297322"/>
                    <a:gd name="csY3" fmla="*/ 135352 h 135352"/>
                    <a:gd name="csX4" fmla="*/ 289966 w 297322"/>
                    <a:gd name="csY4" fmla="*/ 118900 h 135352"/>
                    <a:gd name="csX5" fmla="*/ 89501 w 297322"/>
                    <a:gd name="csY5" fmla="*/ 0 h 1353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297322" h="135352">
                      <a:moveTo>
                        <a:pt x="89501" y="0"/>
                      </a:moveTo>
                      <a:lnTo>
                        <a:pt x="0" y="0"/>
                      </a:lnTo>
                      <a:lnTo>
                        <a:pt x="0" y="135352"/>
                      </a:lnTo>
                      <a:lnTo>
                        <a:pt x="297323" y="135352"/>
                      </a:lnTo>
                      <a:lnTo>
                        <a:pt x="289966" y="118900"/>
                      </a:lnTo>
                      <a:cubicBezTo>
                        <a:pt x="256193" y="43331"/>
                        <a:pt x="144621" y="0"/>
                        <a:pt x="89501" y="0"/>
                      </a:cubicBezTo>
                    </a:path>
                  </a:pathLst>
                </a:custGeom>
                <a:solidFill>
                  <a:srgbClr val="C1F4D4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70" name="Freeform: Shape 569">
                  <a:extLst>
                    <a:ext uri="{FF2B5EF4-FFF2-40B4-BE49-F238E27FC236}">
                      <a16:creationId xmlns:a16="http://schemas.microsoft.com/office/drawing/2014/main" id="{7A686955-85F3-BF30-EA20-23D3160C3CF0}"/>
                    </a:ext>
                  </a:extLst>
                </p:cNvPr>
                <p:cNvSpPr/>
                <p:nvPr/>
              </p:nvSpPr>
              <p:spPr>
                <a:xfrm>
                  <a:off x="5763842" y="2892574"/>
                  <a:ext cx="150413" cy="476469"/>
                </a:xfrm>
                <a:custGeom>
                  <a:avLst/>
                  <a:gdLst>
                    <a:gd name="csX0" fmla="*/ 116 w 150413"/>
                    <a:gd name="csY0" fmla="*/ 125591 h 476469"/>
                    <a:gd name="csX1" fmla="*/ 116 w 150413"/>
                    <a:gd name="csY1" fmla="*/ 278409 h 476469"/>
                    <a:gd name="csX2" fmla="*/ 0 w 150413"/>
                    <a:gd name="csY2" fmla="*/ 469953 h 476469"/>
                    <a:gd name="csX3" fmla="*/ 116 w 150413"/>
                    <a:gd name="csY3" fmla="*/ 476470 h 476469"/>
                    <a:gd name="csX4" fmla="*/ 150414 w 150413"/>
                    <a:gd name="csY4" fmla="*/ 476470 h 476469"/>
                    <a:gd name="csX5" fmla="*/ 150298 w 150413"/>
                    <a:gd name="csY5" fmla="*/ 280408 h 476469"/>
                    <a:gd name="csX6" fmla="*/ 150298 w 150413"/>
                    <a:gd name="csY6" fmla="*/ 280408 h 476469"/>
                    <a:gd name="csX7" fmla="*/ 150298 w 150413"/>
                    <a:gd name="csY7" fmla="*/ 125562 h 476469"/>
                    <a:gd name="csX8" fmla="*/ 83679 w 150413"/>
                    <a:gd name="csY8" fmla="*/ 6662 h 476469"/>
                    <a:gd name="csX9" fmla="*/ 75221 w 150413"/>
                    <a:gd name="csY9" fmla="*/ 0 h 476469"/>
                    <a:gd name="csX10" fmla="*/ 66735 w 150413"/>
                    <a:gd name="csY10" fmla="*/ 6662 h 476469"/>
                    <a:gd name="csX11" fmla="*/ 116 w 150413"/>
                    <a:gd name="csY11" fmla="*/ 125562 h 4764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150413" h="476469">
                      <a:moveTo>
                        <a:pt x="116" y="125591"/>
                      </a:moveTo>
                      <a:lnTo>
                        <a:pt x="116" y="278409"/>
                      </a:lnTo>
                      <a:lnTo>
                        <a:pt x="0" y="469953"/>
                      </a:lnTo>
                      <a:lnTo>
                        <a:pt x="116" y="476470"/>
                      </a:lnTo>
                      <a:lnTo>
                        <a:pt x="150414" y="476470"/>
                      </a:lnTo>
                      <a:lnTo>
                        <a:pt x="150298" y="280408"/>
                      </a:lnTo>
                      <a:lnTo>
                        <a:pt x="150298" y="280408"/>
                      </a:lnTo>
                      <a:lnTo>
                        <a:pt x="150298" y="125562"/>
                      </a:lnTo>
                      <a:cubicBezTo>
                        <a:pt x="150298" y="82144"/>
                        <a:pt x="127271" y="41043"/>
                        <a:pt x="83679" y="6662"/>
                      </a:cubicBezTo>
                      <a:lnTo>
                        <a:pt x="75221" y="0"/>
                      </a:lnTo>
                      <a:lnTo>
                        <a:pt x="66735" y="6662"/>
                      </a:lnTo>
                      <a:cubicBezTo>
                        <a:pt x="23172" y="41043"/>
                        <a:pt x="116" y="82144"/>
                        <a:pt x="116" y="125562"/>
                      </a:cubicBezTo>
                    </a:path>
                  </a:pathLst>
                </a:custGeom>
                <a:solidFill>
                  <a:srgbClr val="C1F4D4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71" name="Freeform: Shape 570">
                  <a:extLst>
                    <a:ext uri="{FF2B5EF4-FFF2-40B4-BE49-F238E27FC236}">
                      <a16:creationId xmlns:a16="http://schemas.microsoft.com/office/drawing/2014/main" id="{B69EAF9F-3F56-691B-A39B-359721BD5A3C}"/>
                    </a:ext>
                  </a:extLst>
                </p:cNvPr>
                <p:cNvSpPr/>
                <p:nvPr/>
              </p:nvSpPr>
              <p:spPr>
                <a:xfrm>
                  <a:off x="5838223" y="2757251"/>
                  <a:ext cx="298394" cy="135352"/>
                </a:xfrm>
                <a:custGeom>
                  <a:avLst/>
                  <a:gdLst>
                    <a:gd name="csX0" fmla="*/ 298395 w 298394"/>
                    <a:gd name="csY0" fmla="*/ 0 h 135352"/>
                    <a:gd name="csX1" fmla="*/ 188387 w 298394"/>
                    <a:gd name="csY1" fmla="*/ 0 h 135352"/>
                    <a:gd name="csX2" fmla="*/ 7357 w 298394"/>
                    <a:gd name="csY2" fmla="*/ 118900 h 135352"/>
                    <a:gd name="csX3" fmla="*/ 0 w 298394"/>
                    <a:gd name="csY3" fmla="*/ 135352 h 135352"/>
                    <a:gd name="csX4" fmla="*/ 298395 w 298394"/>
                    <a:gd name="csY4" fmla="*/ 135352 h 135352"/>
                    <a:gd name="csX5" fmla="*/ 298395 w 298394"/>
                    <a:gd name="csY5" fmla="*/ 0 h 1353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298394" h="135352">
                      <a:moveTo>
                        <a:pt x="298395" y="0"/>
                      </a:moveTo>
                      <a:lnTo>
                        <a:pt x="188387" y="0"/>
                      </a:lnTo>
                      <a:cubicBezTo>
                        <a:pt x="133064" y="0"/>
                        <a:pt x="41275" y="43331"/>
                        <a:pt x="7357" y="118900"/>
                      </a:cubicBezTo>
                      <a:lnTo>
                        <a:pt x="0" y="135352"/>
                      </a:lnTo>
                      <a:lnTo>
                        <a:pt x="298395" y="135352"/>
                      </a:lnTo>
                      <a:lnTo>
                        <a:pt x="298395" y="0"/>
                      </a:lnTo>
                      <a:close/>
                    </a:path>
                  </a:pathLst>
                </a:custGeom>
                <a:solidFill>
                  <a:srgbClr val="C1F4D4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25" name="Graphic 4">
              <a:extLst>
                <a:ext uri="{FF2B5EF4-FFF2-40B4-BE49-F238E27FC236}">
                  <a16:creationId xmlns:a16="http://schemas.microsoft.com/office/drawing/2014/main" id="{8FC2179D-1DF1-A9B8-91D5-477314A1E15B}"/>
                </a:ext>
              </a:extLst>
            </p:cNvPr>
            <p:cNvGrpSpPr/>
            <p:nvPr/>
          </p:nvGrpSpPr>
          <p:grpSpPr>
            <a:xfrm>
              <a:off x="4350971" y="2503144"/>
              <a:ext cx="962585" cy="179928"/>
              <a:chOff x="4350971" y="2503144"/>
              <a:chExt cx="962585" cy="179928"/>
            </a:xfrm>
            <a:solidFill>
              <a:srgbClr val="FFFFFF"/>
            </a:solidFill>
          </p:grpSpPr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D8F3E96-8EE8-8331-7076-A5A001A7F199}"/>
                  </a:ext>
                </a:extLst>
              </p:cNvPr>
              <p:cNvSpPr/>
              <p:nvPr/>
            </p:nvSpPr>
            <p:spPr>
              <a:xfrm>
                <a:off x="4350971" y="2543839"/>
                <a:ext cx="131673" cy="139175"/>
              </a:xfrm>
              <a:custGeom>
                <a:avLst/>
                <a:gdLst>
                  <a:gd name="csX0" fmla="*/ 29196 w 131673"/>
                  <a:gd name="csY0" fmla="*/ 132745 h 139175"/>
                  <a:gd name="csX1" fmla="*/ 7907 w 131673"/>
                  <a:gd name="csY1" fmla="*/ 114324 h 139175"/>
                  <a:gd name="csX2" fmla="*/ 0 w 131673"/>
                  <a:gd name="csY2" fmla="*/ 86952 h 139175"/>
                  <a:gd name="csX3" fmla="*/ 956 w 131673"/>
                  <a:gd name="csY3" fmla="*/ 76351 h 139175"/>
                  <a:gd name="csX4" fmla="*/ 3650 w 131673"/>
                  <a:gd name="csY4" fmla="*/ 60536 h 139175"/>
                  <a:gd name="csX5" fmla="*/ 75569 w 131673"/>
                  <a:gd name="csY5" fmla="*/ 0 h 139175"/>
                  <a:gd name="csX6" fmla="*/ 104592 w 131673"/>
                  <a:gd name="csY6" fmla="*/ 5387 h 139175"/>
                  <a:gd name="csX7" fmla="*/ 124548 w 131673"/>
                  <a:gd name="csY7" fmla="*/ 20710 h 139175"/>
                  <a:gd name="csX8" fmla="*/ 131674 w 131673"/>
                  <a:gd name="csY8" fmla="*/ 43939 h 139175"/>
                  <a:gd name="csX9" fmla="*/ 130892 w 131673"/>
                  <a:gd name="csY9" fmla="*/ 52803 h 139175"/>
                  <a:gd name="csX10" fmla="*/ 107372 w 131673"/>
                  <a:gd name="csY10" fmla="*/ 52803 h 139175"/>
                  <a:gd name="csX11" fmla="*/ 107952 w 131673"/>
                  <a:gd name="csY11" fmla="*/ 47010 h 139175"/>
                  <a:gd name="csX12" fmla="*/ 98799 w 131673"/>
                  <a:gd name="csY12" fmla="*/ 28414 h 139175"/>
                  <a:gd name="csX13" fmla="*/ 74208 w 131673"/>
                  <a:gd name="csY13" fmla="*/ 21753 h 139175"/>
                  <a:gd name="csX14" fmla="*/ 42694 w 131673"/>
                  <a:gd name="csY14" fmla="*/ 31687 h 139175"/>
                  <a:gd name="csX15" fmla="*/ 27545 w 131673"/>
                  <a:gd name="csY15" fmla="*/ 60507 h 139175"/>
                  <a:gd name="csX16" fmla="*/ 24649 w 131673"/>
                  <a:gd name="csY16" fmla="*/ 76901 h 139175"/>
                  <a:gd name="csX17" fmla="*/ 23867 w 131673"/>
                  <a:gd name="csY17" fmla="*/ 84809 h 139175"/>
                  <a:gd name="csX18" fmla="*/ 33686 w 131673"/>
                  <a:gd name="csY18" fmla="*/ 108618 h 139175"/>
                  <a:gd name="csX19" fmla="*/ 59320 w 131673"/>
                  <a:gd name="csY19" fmla="*/ 117394 h 139175"/>
                  <a:gd name="csX20" fmla="*/ 87850 w 131673"/>
                  <a:gd name="csY20" fmla="*/ 109197 h 139175"/>
                  <a:gd name="csX21" fmla="*/ 101550 w 131673"/>
                  <a:gd name="csY21" fmla="*/ 86170 h 139175"/>
                  <a:gd name="csX22" fmla="*/ 125070 w 131673"/>
                  <a:gd name="csY22" fmla="*/ 86170 h 139175"/>
                  <a:gd name="csX23" fmla="*/ 104157 w 131673"/>
                  <a:gd name="csY23" fmla="*/ 125301 h 139175"/>
                  <a:gd name="csX24" fmla="*/ 58769 w 131673"/>
                  <a:gd name="csY24" fmla="*/ 139176 h 139175"/>
                  <a:gd name="csX25" fmla="*/ 29167 w 131673"/>
                  <a:gd name="csY25" fmla="*/ 132716 h 139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31673" h="139175">
                    <a:moveTo>
                      <a:pt x="29196" y="132745"/>
                    </a:moveTo>
                    <a:cubicBezTo>
                      <a:pt x="20275" y="128430"/>
                      <a:pt x="13150" y="122318"/>
                      <a:pt x="7907" y="114324"/>
                    </a:cubicBezTo>
                    <a:cubicBezTo>
                      <a:pt x="2636" y="106358"/>
                      <a:pt x="0" y="97235"/>
                      <a:pt x="0" y="86952"/>
                    </a:cubicBezTo>
                    <a:cubicBezTo>
                      <a:pt x="0" y="83998"/>
                      <a:pt x="319" y="80464"/>
                      <a:pt x="956" y="76351"/>
                    </a:cubicBezTo>
                    <a:lnTo>
                      <a:pt x="3650" y="60536"/>
                    </a:lnTo>
                    <a:cubicBezTo>
                      <a:pt x="10601" y="20188"/>
                      <a:pt x="34584" y="0"/>
                      <a:pt x="75569" y="0"/>
                    </a:cubicBezTo>
                    <a:cubicBezTo>
                      <a:pt x="86373" y="0"/>
                      <a:pt x="96047" y="1796"/>
                      <a:pt x="104592" y="5387"/>
                    </a:cubicBezTo>
                    <a:cubicBezTo>
                      <a:pt x="113136" y="8979"/>
                      <a:pt x="119798" y="14106"/>
                      <a:pt x="124548" y="20710"/>
                    </a:cubicBezTo>
                    <a:cubicBezTo>
                      <a:pt x="129299" y="27343"/>
                      <a:pt x="131674" y="35076"/>
                      <a:pt x="131674" y="43939"/>
                    </a:cubicBezTo>
                    <a:cubicBezTo>
                      <a:pt x="131674" y="47155"/>
                      <a:pt x="131413" y="50109"/>
                      <a:pt x="130892" y="52803"/>
                    </a:cubicBezTo>
                    <a:lnTo>
                      <a:pt x="107372" y="52803"/>
                    </a:lnTo>
                    <a:cubicBezTo>
                      <a:pt x="107749" y="50862"/>
                      <a:pt x="107952" y="48950"/>
                      <a:pt x="107952" y="47010"/>
                    </a:cubicBezTo>
                    <a:cubicBezTo>
                      <a:pt x="107952" y="39044"/>
                      <a:pt x="104910" y="32846"/>
                      <a:pt x="98799" y="28414"/>
                    </a:cubicBezTo>
                    <a:cubicBezTo>
                      <a:pt x="92687" y="23983"/>
                      <a:pt x="84490" y="21753"/>
                      <a:pt x="74208" y="21753"/>
                    </a:cubicBezTo>
                    <a:cubicBezTo>
                      <a:pt x="61087" y="21753"/>
                      <a:pt x="50601" y="25054"/>
                      <a:pt x="42694" y="31687"/>
                    </a:cubicBezTo>
                    <a:cubicBezTo>
                      <a:pt x="34787" y="38320"/>
                      <a:pt x="29747" y="47908"/>
                      <a:pt x="27545" y="60507"/>
                    </a:cubicBezTo>
                    <a:lnTo>
                      <a:pt x="24649" y="76901"/>
                    </a:lnTo>
                    <a:cubicBezTo>
                      <a:pt x="24128" y="80493"/>
                      <a:pt x="23867" y="83129"/>
                      <a:pt x="23867" y="84809"/>
                    </a:cubicBezTo>
                    <a:cubicBezTo>
                      <a:pt x="23867" y="94831"/>
                      <a:pt x="27140" y="102767"/>
                      <a:pt x="33686" y="108618"/>
                    </a:cubicBezTo>
                    <a:cubicBezTo>
                      <a:pt x="40232" y="114469"/>
                      <a:pt x="48777" y="117394"/>
                      <a:pt x="59320" y="117394"/>
                    </a:cubicBezTo>
                    <a:cubicBezTo>
                      <a:pt x="71022" y="117394"/>
                      <a:pt x="80522" y="114671"/>
                      <a:pt x="87850" y="109197"/>
                    </a:cubicBezTo>
                    <a:cubicBezTo>
                      <a:pt x="95178" y="103723"/>
                      <a:pt x="99726" y="96047"/>
                      <a:pt x="101550" y="86170"/>
                    </a:cubicBezTo>
                    <a:lnTo>
                      <a:pt x="125070" y="86170"/>
                    </a:lnTo>
                    <a:cubicBezTo>
                      <a:pt x="122115" y="102999"/>
                      <a:pt x="115135" y="116062"/>
                      <a:pt x="104157" y="125301"/>
                    </a:cubicBezTo>
                    <a:cubicBezTo>
                      <a:pt x="93180" y="134541"/>
                      <a:pt x="78031" y="139176"/>
                      <a:pt x="58769" y="139176"/>
                    </a:cubicBezTo>
                    <a:cubicBezTo>
                      <a:pt x="47966" y="139176"/>
                      <a:pt x="38118" y="137032"/>
                      <a:pt x="29167" y="1327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21154AC-5C1C-C1ED-F4BD-6535D91AB5C6}"/>
                  </a:ext>
                </a:extLst>
              </p:cNvPr>
              <p:cNvSpPr/>
              <p:nvPr/>
            </p:nvSpPr>
            <p:spPr>
              <a:xfrm>
                <a:off x="4499618" y="2543897"/>
                <a:ext cx="132455" cy="139175"/>
              </a:xfrm>
              <a:custGeom>
                <a:avLst/>
                <a:gdLst>
                  <a:gd name="csX0" fmla="*/ 26792 w 132455"/>
                  <a:gd name="csY0" fmla="*/ 132890 h 139175"/>
                  <a:gd name="csX1" fmla="*/ 7038 w 132455"/>
                  <a:gd name="csY1" fmla="*/ 115164 h 139175"/>
                  <a:gd name="csX2" fmla="*/ 0 w 132455"/>
                  <a:gd name="csY2" fmla="*/ 88661 h 139175"/>
                  <a:gd name="csX3" fmla="*/ 956 w 132455"/>
                  <a:gd name="csY3" fmla="*/ 77278 h 139175"/>
                  <a:gd name="csX4" fmla="*/ 3650 w 132455"/>
                  <a:gd name="csY4" fmla="*/ 61666 h 139175"/>
                  <a:gd name="csX5" fmla="*/ 26792 w 132455"/>
                  <a:gd name="csY5" fmla="*/ 15989 h 139175"/>
                  <a:gd name="csX6" fmla="*/ 76351 w 132455"/>
                  <a:gd name="csY6" fmla="*/ 0 h 139175"/>
                  <a:gd name="csX7" fmla="*/ 105171 w 132455"/>
                  <a:gd name="csY7" fmla="*/ 6083 h 139175"/>
                  <a:gd name="csX8" fmla="*/ 125215 w 132455"/>
                  <a:gd name="csY8" fmla="*/ 23519 h 139175"/>
                  <a:gd name="csX9" fmla="*/ 132456 w 132455"/>
                  <a:gd name="csY9" fmla="*/ 50312 h 139175"/>
                  <a:gd name="csX10" fmla="*/ 131500 w 132455"/>
                  <a:gd name="csY10" fmla="*/ 61869 h 139175"/>
                  <a:gd name="csX11" fmla="*/ 128603 w 132455"/>
                  <a:gd name="csY11" fmla="*/ 77683 h 139175"/>
                  <a:gd name="csX12" fmla="*/ 105461 w 132455"/>
                  <a:gd name="csY12" fmla="*/ 123274 h 139175"/>
                  <a:gd name="csX13" fmla="*/ 55902 w 132455"/>
                  <a:gd name="csY13" fmla="*/ 139176 h 139175"/>
                  <a:gd name="csX14" fmla="*/ 26792 w 132455"/>
                  <a:gd name="csY14" fmla="*/ 132919 h 139175"/>
                  <a:gd name="csX15" fmla="*/ 23896 w 132455"/>
                  <a:gd name="csY15" fmla="*/ 86518 h 139175"/>
                  <a:gd name="csX16" fmla="*/ 32846 w 132455"/>
                  <a:gd name="csY16" fmla="*/ 109255 h 139175"/>
                  <a:gd name="csX17" fmla="*/ 58016 w 132455"/>
                  <a:gd name="csY17" fmla="*/ 117365 h 139175"/>
                  <a:gd name="csX18" fmla="*/ 89646 w 132455"/>
                  <a:gd name="csY18" fmla="*/ 106967 h 139175"/>
                  <a:gd name="csX19" fmla="*/ 104881 w 132455"/>
                  <a:gd name="csY19" fmla="*/ 76901 h 139175"/>
                  <a:gd name="csX20" fmla="*/ 107575 w 132455"/>
                  <a:gd name="csY20" fmla="*/ 62071 h 139175"/>
                  <a:gd name="csX21" fmla="*/ 108357 w 132455"/>
                  <a:gd name="csY21" fmla="*/ 52832 h 139175"/>
                  <a:gd name="csX22" fmla="*/ 99494 w 132455"/>
                  <a:gd name="csY22" fmla="*/ 29892 h 139175"/>
                  <a:gd name="csX23" fmla="*/ 74237 w 132455"/>
                  <a:gd name="csY23" fmla="*/ 21781 h 139175"/>
                  <a:gd name="csX24" fmla="*/ 42723 w 132455"/>
                  <a:gd name="csY24" fmla="*/ 32180 h 139175"/>
                  <a:gd name="csX25" fmla="*/ 27603 w 132455"/>
                  <a:gd name="csY25" fmla="*/ 62245 h 139175"/>
                  <a:gd name="csX26" fmla="*/ 24910 w 132455"/>
                  <a:gd name="csY26" fmla="*/ 77075 h 139175"/>
                  <a:gd name="csX27" fmla="*/ 23954 w 132455"/>
                  <a:gd name="csY27" fmla="*/ 86518 h 139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132455" h="139175">
                    <a:moveTo>
                      <a:pt x="26792" y="132890"/>
                    </a:moveTo>
                    <a:cubicBezTo>
                      <a:pt x="18306" y="128719"/>
                      <a:pt x="11731" y="122810"/>
                      <a:pt x="7038" y="115164"/>
                    </a:cubicBezTo>
                    <a:cubicBezTo>
                      <a:pt x="2346" y="107517"/>
                      <a:pt x="0" y="98683"/>
                      <a:pt x="0" y="88661"/>
                    </a:cubicBezTo>
                    <a:cubicBezTo>
                      <a:pt x="0" y="84287"/>
                      <a:pt x="319" y="80493"/>
                      <a:pt x="956" y="77278"/>
                    </a:cubicBezTo>
                    <a:lnTo>
                      <a:pt x="3650" y="61666"/>
                    </a:lnTo>
                    <a:cubicBezTo>
                      <a:pt x="6981" y="41883"/>
                      <a:pt x="14714" y="26648"/>
                      <a:pt x="26792" y="15989"/>
                    </a:cubicBezTo>
                    <a:cubicBezTo>
                      <a:pt x="38871" y="5330"/>
                      <a:pt x="55381" y="0"/>
                      <a:pt x="76351" y="0"/>
                    </a:cubicBezTo>
                    <a:cubicBezTo>
                      <a:pt x="87010" y="0"/>
                      <a:pt x="96626" y="2028"/>
                      <a:pt x="105171" y="6083"/>
                    </a:cubicBezTo>
                    <a:cubicBezTo>
                      <a:pt x="113716" y="10138"/>
                      <a:pt x="120406" y="15960"/>
                      <a:pt x="125215" y="23519"/>
                    </a:cubicBezTo>
                    <a:cubicBezTo>
                      <a:pt x="130023" y="31108"/>
                      <a:pt x="132456" y="40029"/>
                      <a:pt x="132456" y="50312"/>
                    </a:cubicBezTo>
                    <a:cubicBezTo>
                      <a:pt x="132456" y="54685"/>
                      <a:pt x="132137" y="58538"/>
                      <a:pt x="131500" y="61869"/>
                    </a:cubicBezTo>
                    <a:lnTo>
                      <a:pt x="128603" y="77683"/>
                    </a:lnTo>
                    <a:cubicBezTo>
                      <a:pt x="125128" y="97466"/>
                      <a:pt x="117423" y="112673"/>
                      <a:pt x="105461" y="123274"/>
                    </a:cubicBezTo>
                    <a:cubicBezTo>
                      <a:pt x="93498" y="133875"/>
                      <a:pt x="76988" y="139176"/>
                      <a:pt x="55902" y="139176"/>
                    </a:cubicBezTo>
                    <a:cubicBezTo>
                      <a:pt x="44982" y="139176"/>
                      <a:pt x="35279" y="137090"/>
                      <a:pt x="26792" y="132919"/>
                    </a:cubicBezTo>
                    <a:close/>
                    <a:moveTo>
                      <a:pt x="23896" y="86518"/>
                    </a:moveTo>
                    <a:cubicBezTo>
                      <a:pt x="23896" y="96279"/>
                      <a:pt x="26879" y="103868"/>
                      <a:pt x="32846" y="109255"/>
                    </a:cubicBezTo>
                    <a:cubicBezTo>
                      <a:pt x="38813" y="114642"/>
                      <a:pt x="47213" y="117365"/>
                      <a:pt x="58016" y="117365"/>
                    </a:cubicBezTo>
                    <a:cubicBezTo>
                      <a:pt x="71137" y="117365"/>
                      <a:pt x="81652" y="113889"/>
                      <a:pt x="89646" y="106967"/>
                    </a:cubicBezTo>
                    <a:cubicBezTo>
                      <a:pt x="97611" y="100015"/>
                      <a:pt x="102680" y="89993"/>
                      <a:pt x="104881" y="76901"/>
                    </a:cubicBezTo>
                    <a:lnTo>
                      <a:pt x="107575" y="62071"/>
                    </a:lnTo>
                    <a:cubicBezTo>
                      <a:pt x="108096" y="59117"/>
                      <a:pt x="108357" y="56018"/>
                      <a:pt x="108357" y="52832"/>
                    </a:cubicBezTo>
                    <a:cubicBezTo>
                      <a:pt x="108357" y="42926"/>
                      <a:pt x="105403" y="35279"/>
                      <a:pt x="99494" y="29892"/>
                    </a:cubicBezTo>
                    <a:cubicBezTo>
                      <a:pt x="93585" y="24504"/>
                      <a:pt x="85156" y="21781"/>
                      <a:pt x="74237" y="21781"/>
                    </a:cubicBezTo>
                    <a:cubicBezTo>
                      <a:pt x="61116" y="21781"/>
                      <a:pt x="50630" y="25257"/>
                      <a:pt x="42723" y="32180"/>
                    </a:cubicBezTo>
                    <a:cubicBezTo>
                      <a:pt x="34816" y="39131"/>
                      <a:pt x="29776" y="49153"/>
                      <a:pt x="27603" y="62245"/>
                    </a:cubicBezTo>
                    <a:lnTo>
                      <a:pt x="24910" y="77075"/>
                    </a:lnTo>
                    <a:cubicBezTo>
                      <a:pt x="24272" y="80667"/>
                      <a:pt x="23954" y="83824"/>
                      <a:pt x="23954" y="865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98CFE913-F52F-03A4-B5B6-516E18F3D2F7}"/>
                  </a:ext>
                </a:extLst>
              </p:cNvPr>
              <p:cNvSpPr/>
              <p:nvPr/>
            </p:nvSpPr>
            <p:spPr>
              <a:xfrm>
                <a:off x="4642269" y="2545982"/>
                <a:ext cx="141145" cy="134946"/>
              </a:xfrm>
              <a:custGeom>
                <a:avLst/>
                <a:gdLst>
                  <a:gd name="csX0" fmla="*/ 23722 w 141145"/>
                  <a:gd name="csY0" fmla="*/ 0 h 134946"/>
                  <a:gd name="csX1" fmla="*/ 65750 w 141145"/>
                  <a:gd name="csY1" fmla="*/ 0 h 134946"/>
                  <a:gd name="csX2" fmla="*/ 92948 w 141145"/>
                  <a:gd name="csY2" fmla="*/ 115106 h 134946"/>
                  <a:gd name="csX3" fmla="*/ 97959 w 141145"/>
                  <a:gd name="csY3" fmla="*/ 115106 h 134946"/>
                  <a:gd name="csX4" fmla="*/ 118205 w 141145"/>
                  <a:gd name="csY4" fmla="*/ 0 h 134946"/>
                  <a:gd name="csX5" fmla="*/ 141145 w 141145"/>
                  <a:gd name="csY5" fmla="*/ 0 h 134946"/>
                  <a:gd name="csX6" fmla="*/ 117423 w 141145"/>
                  <a:gd name="csY6" fmla="*/ 134947 h 134946"/>
                  <a:gd name="csX7" fmla="*/ 75395 w 141145"/>
                  <a:gd name="csY7" fmla="*/ 134947 h 134946"/>
                  <a:gd name="csX8" fmla="*/ 48197 w 141145"/>
                  <a:gd name="csY8" fmla="*/ 19667 h 134946"/>
                  <a:gd name="csX9" fmla="*/ 43186 w 141145"/>
                  <a:gd name="csY9" fmla="*/ 19667 h 134946"/>
                  <a:gd name="csX10" fmla="*/ 22940 w 141145"/>
                  <a:gd name="csY10" fmla="*/ 134947 h 134946"/>
                  <a:gd name="csX11" fmla="*/ 0 w 141145"/>
                  <a:gd name="csY11" fmla="*/ 134947 h 134946"/>
                  <a:gd name="csX12" fmla="*/ 23722 w 141145"/>
                  <a:gd name="csY12" fmla="*/ 0 h 134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41145" h="134946">
                    <a:moveTo>
                      <a:pt x="23722" y="0"/>
                    </a:moveTo>
                    <a:lnTo>
                      <a:pt x="65750" y="0"/>
                    </a:lnTo>
                    <a:lnTo>
                      <a:pt x="92948" y="115106"/>
                    </a:lnTo>
                    <a:lnTo>
                      <a:pt x="97959" y="115106"/>
                    </a:lnTo>
                    <a:lnTo>
                      <a:pt x="118205" y="0"/>
                    </a:lnTo>
                    <a:lnTo>
                      <a:pt x="141145" y="0"/>
                    </a:lnTo>
                    <a:lnTo>
                      <a:pt x="117423" y="134947"/>
                    </a:lnTo>
                    <a:lnTo>
                      <a:pt x="75395" y="134947"/>
                    </a:lnTo>
                    <a:lnTo>
                      <a:pt x="48197" y="19667"/>
                    </a:lnTo>
                    <a:lnTo>
                      <a:pt x="43186" y="19667"/>
                    </a:lnTo>
                    <a:lnTo>
                      <a:pt x="22940" y="134947"/>
                    </a:lnTo>
                    <a:lnTo>
                      <a:pt x="0" y="134947"/>
                    </a:lnTo>
                    <a:lnTo>
                      <a:pt x="237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CC0CD337-214A-1C45-AF42-87E0664B0793}"/>
                  </a:ext>
                </a:extLst>
              </p:cNvPr>
              <p:cNvSpPr/>
              <p:nvPr/>
            </p:nvSpPr>
            <p:spPr>
              <a:xfrm>
                <a:off x="4785963" y="2545982"/>
                <a:ext cx="118494" cy="134975"/>
              </a:xfrm>
              <a:custGeom>
                <a:avLst/>
                <a:gdLst>
                  <a:gd name="csX0" fmla="*/ 23635 w 118494"/>
                  <a:gd name="csY0" fmla="*/ 0 h 134975"/>
                  <a:gd name="csX1" fmla="*/ 118495 w 118494"/>
                  <a:gd name="csY1" fmla="*/ 0 h 134975"/>
                  <a:gd name="csX2" fmla="*/ 114845 w 118494"/>
                  <a:gd name="csY2" fmla="*/ 20623 h 134975"/>
                  <a:gd name="csX3" fmla="*/ 42752 w 118494"/>
                  <a:gd name="csY3" fmla="*/ 20623 h 134975"/>
                  <a:gd name="csX4" fmla="*/ 36785 w 118494"/>
                  <a:gd name="csY4" fmla="*/ 55525 h 134975"/>
                  <a:gd name="csX5" fmla="*/ 104852 w 118494"/>
                  <a:gd name="csY5" fmla="*/ 55525 h 134975"/>
                  <a:gd name="csX6" fmla="*/ 101203 w 118494"/>
                  <a:gd name="csY6" fmla="*/ 75974 h 134975"/>
                  <a:gd name="csX7" fmla="*/ 33136 w 118494"/>
                  <a:gd name="csY7" fmla="*/ 75974 h 134975"/>
                  <a:gd name="csX8" fmla="*/ 26387 w 118494"/>
                  <a:gd name="csY8" fmla="*/ 114150 h 134975"/>
                  <a:gd name="csX9" fmla="*/ 100421 w 118494"/>
                  <a:gd name="csY9" fmla="*/ 114150 h 134975"/>
                  <a:gd name="csX10" fmla="*/ 96771 w 118494"/>
                  <a:gd name="csY10" fmla="*/ 134976 h 134975"/>
                  <a:gd name="csX11" fmla="*/ 0 w 118494"/>
                  <a:gd name="csY11" fmla="*/ 134976 h 134975"/>
                  <a:gd name="csX12" fmla="*/ 23722 w 118494"/>
                  <a:gd name="csY12" fmla="*/ 29 h 1349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18494" h="134975">
                    <a:moveTo>
                      <a:pt x="23635" y="0"/>
                    </a:moveTo>
                    <a:lnTo>
                      <a:pt x="118495" y="0"/>
                    </a:lnTo>
                    <a:lnTo>
                      <a:pt x="114845" y="20623"/>
                    </a:lnTo>
                    <a:lnTo>
                      <a:pt x="42752" y="20623"/>
                    </a:lnTo>
                    <a:lnTo>
                      <a:pt x="36785" y="55525"/>
                    </a:lnTo>
                    <a:lnTo>
                      <a:pt x="104852" y="55525"/>
                    </a:lnTo>
                    <a:lnTo>
                      <a:pt x="101203" y="75974"/>
                    </a:lnTo>
                    <a:lnTo>
                      <a:pt x="33136" y="75974"/>
                    </a:lnTo>
                    <a:lnTo>
                      <a:pt x="26387" y="114150"/>
                    </a:lnTo>
                    <a:lnTo>
                      <a:pt x="100421" y="114150"/>
                    </a:lnTo>
                    <a:lnTo>
                      <a:pt x="96771" y="134976"/>
                    </a:lnTo>
                    <a:lnTo>
                      <a:pt x="0" y="134976"/>
                    </a:lnTo>
                    <a:lnTo>
                      <a:pt x="23722" y="29"/>
                    </a:ln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373EE561-46D3-EB89-1FC5-909AA1E126C7}"/>
                  </a:ext>
                </a:extLst>
              </p:cNvPr>
              <p:cNvSpPr/>
              <p:nvPr/>
            </p:nvSpPr>
            <p:spPr>
              <a:xfrm>
                <a:off x="4897912" y="2545953"/>
                <a:ext cx="150558" cy="134975"/>
              </a:xfrm>
              <a:custGeom>
                <a:avLst/>
                <a:gdLst>
                  <a:gd name="csX0" fmla="*/ 53382 w 150558"/>
                  <a:gd name="csY0" fmla="*/ 67488 h 134975"/>
                  <a:gd name="csX1" fmla="*/ 23693 w 150558"/>
                  <a:gd name="csY1" fmla="*/ 0 h 134975"/>
                  <a:gd name="csX2" fmla="*/ 49153 w 150558"/>
                  <a:gd name="csY2" fmla="*/ 0 h 134975"/>
                  <a:gd name="csX3" fmla="*/ 73049 w 150558"/>
                  <a:gd name="csY3" fmla="*/ 57437 h 134975"/>
                  <a:gd name="csX4" fmla="*/ 78060 w 150558"/>
                  <a:gd name="csY4" fmla="*/ 57437 h 134975"/>
                  <a:gd name="csX5" fmla="*/ 121246 w 150558"/>
                  <a:gd name="csY5" fmla="*/ 0 h 134975"/>
                  <a:gd name="csX6" fmla="*/ 150559 w 150558"/>
                  <a:gd name="csY6" fmla="*/ 0 h 134975"/>
                  <a:gd name="csX7" fmla="*/ 97148 w 150558"/>
                  <a:gd name="csY7" fmla="*/ 67488 h 134975"/>
                  <a:gd name="csX8" fmla="*/ 125301 w 150558"/>
                  <a:gd name="csY8" fmla="*/ 134976 h 134975"/>
                  <a:gd name="csX9" fmla="*/ 100247 w 150558"/>
                  <a:gd name="csY9" fmla="*/ 134976 h 134975"/>
                  <a:gd name="csX10" fmla="*/ 77510 w 150558"/>
                  <a:gd name="csY10" fmla="*/ 77336 h 134975"/>
                  <a:gd name="csX11" fmla="*/ 72499 w 150558"/>
                  <a:gd name="csY11" fmla="*/ 77336 h 134975"/>
                  <a:gd name="csX12" fmla="*/ 29110 w 150558"/>
                  <a:gd name="csY12" fmla="*/ 134976 h 134975"/>
                  <a:gd name="csX13" fmla="*/ 0 w 150558"/>
                  <a:gd name="csY13" fmla="*/ 134976 h 134975"/>
                  <a:gd name="csX14" fmla="*/ 53411 w 150558"/>
                  <a:gd name="csY14" fmla="*/ 67488 h 1349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50558" h="134975">
                    <a:moveTo>
                      <a:pt x="53382" y="67488"/>
                    </a:moveTo>
                    <a:lnTo>
                      <a:pt x="23693" y="0"/>
                    </a:lnTo>
                    <a:lnTo>
                      <a:pt x="49153" y="0"/>
                    </a:lnTo>
                    <a:lnTo>
                      <a:pt x="73049" y="57437"/>
                    </a:lnTo>
                    <a:lnTo>
                      <a:pt x="78060" y="57437"/>
                    </a:lnTo>
                    <a:lnTo>
                      <a:pt x="121246" y="0"/>
                    </a:lnTo>
                    <a:lnTo>
                      <a:pt x="150559" y="0"/>
                    </a:lnTo>
                    <a:lnTo>
                      <a:pt x="97148" y="67488"/>
                    </a:lnTo>
                    <a:lnTo>
                      <a:pt x="125301" y="134976"/>
                    </a:lnTo>
                    <a:lnTo>
                      <a:pt x="100247" y="134976"/>
                    </a:lnTo>
                    <a:lnTo>
                      <a:pt x="77510" y="77336"/>
                    </a:lnTo>
                    <a:lnTo>
                      <a:pt x="72499" y="77336"/>
                    </a:lnTo>
                    <a:lnTo>
                      <a:pt x="29110" y="134976"/>
                    </a:lnTo>
                    <a:lnTo>
                      <a:pt x="0" y="134976"/>
                    </a:lnTo>
                    <a:lnTo>
                      <a:pt x="53411" y="67488"/>
                    </a:ln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330CA45C-9C81-18EF-0C1E-AF690E60F8B7}"/>
                  </a:ext>
                </a:extLst>
              </p:cNvPr>
              <p:cNvSpPr/>
              <p:nvPr/>
            </p:nvSpPr>
            <p:spPr>
              <a:xfrm>
                <a:off x="5032887" y="2503144"/>
                <a:ext cx="136250" cy="177785"/>
              </a:xfrm>
              <a:custGeom>
                <a:avLst/>
                <a:gdLst>
                  <a:gd name="csX0" fmla="*/ 71485 w 136250"/>
                  <a:gd name="csY0" fmla="*/ 42839 h 177785"/>
                  <a:gd name="csX1" fmla="*/ 109661 w 136250"/>
                  <a:gd name="csY1" fmla="*/ 42839 h 177785"/>
                  <a:gd name="csX2" fmla="*/ 133383 w 136250"/>
                  <a:gd name="csY2" fmla="*/ 177786 h 177785"/>
                  <a:gd name="csX3" fmla="*/ 110066 w 136250"/>
                  <a:gd name="csY3" fmla="*/ 177786 h 177785"/>
                  <a:gd name="csX4" fmla="*/ 105634 w 136250"/>
                  <a:gd name="csY4" fmla="*/ 151949 h 177785"/>
                  <a:gd name="csX5" fmla="*/ 38929 w 136250"/>
                  <a:gd name="csY5" fmla="*/ 151949 h 177785"/>
                  <a:gd name="csX6" fmla="*/ 25634 w 136250"/>
                  <a:gd name="csY6" fmla="*/ 177786 h 177785"/>
                  <a:gd name="csX7" fmla="*/ 0 w 136250"/>
                  <a:gd name="csY7" fmla="*/ 177786 h 177785"/>
                  <a:gd name="csX8" fmla="*/ 71514 w 136250"/>
                  <a:gd name="csY8" fmla="*/ 42839 h 177785"/>
                  <a:gd name="csX9" fmla="*/ 102709 w 136250"/>
                  <a:gd name="csY9" fmla="*/ 132079 h 177785"/>
                  <a:gd name="csX10" fmla="*/ 90747 w 136250"/>
                  <a:gd name="csY10" fmla="*/ 60565 h 177785"/>
                  <a:gd name="csX11" fmla="*/ 85736 w 136250"/>
                  <a:gd name="csY11" fmla="*/ 60565 h 177785"/>
                  <a:gd name="csX12" fmla="*/ 48921 w 136250"/>
                  <a:gd name="csY12" fmla="*/ 132079 h 177785"/>
                  <a:gd name="csX13" fmla="*/ 102709 w 136250"/>
                  <a:gd name="csY13" fmla="*/ 132079 h 177785"/>
                  <a:gd name="csX14" fmla="*/ 118524 w 136250"/>
                  <a:gd name="csY14" fmla="*/ 29 h 177785"/>
                  <a:gd name="csX15" fmla="*/ 136250 w 136250"/>
                  <a:gd name="csY15" fmla="*/ 29 h 177785"/>
                  <a:gd name="csX16" fmla="*/ 134889 w 136250"/>
                  <a:gd name="csY16" fmla="*/ 7734 h 177785"/>
                  <a:gd name="csX17" fmla="*/ 128430 w 136250"/>
                  <a:gd name="csY17" fmla="*/ 21724 h 177785"/>
                  <a:gd name="csX18" fmla="*/ 114440 w 136250"/>
                  <a:gd name="csY18" fmla="*/ 26821 h 177785"/>
                  <a:gd name="csX19" fmla="*/ 104621 w 136250"/>
                  <a:gd name="csY19" fmla="*/ 25373 h 177785"/>
                  <a:gd name="csX20" fmla="*/ 94020 w 136250"/>
                  <a:gd name="csY20" fmla="*/ 21231 h 177785"/>
                  <a:gd name="csX21" fmla="*/ 87474 w 136250"/>
                  <a:gd name="csY21" fmla="*/ 18711 h 177785"/>
                  <a:gd name="csX22" fmla="*/ 81883 w 136250"/>
                  <a:gd name="csY22" fmla="*/ 17553 h 177785"/>
                  <a:gd name="csX23" fmla="*/ 73773 w 136250"/>
                  <a:gd name="csY23" fmla="*/ 23722 h 177785"/>
                  <a:gd name="csX24" fmla="*/ 73194 w 136250"/>
                  <a:gd name="csY24" fmla="*/ 26995 h 177785"/>
                  <a:gd name="csX25" fmla="*/ 55265 w 136250"/>
                  <a:gd name="csY25" fmla="*/ 26995 h 177785"/>
                  <a:gd name="csX26" fmla="*/ 56423 w 136250"/>
                  <a:gd name="csY26" fmla="*/ 20623 h 177785"/>
                  <a:gd name="csX27" fmla="*/ 63751 w 136250"/>
                  <a:gd name="csY27" fmla="*/ 5387 h 177785"/>
                  <a:gd name="csX28" fmla="*/ 79161 w 136250"/>
                  <a:gd name="csY28" fmla="*/ 0 h 177785"/>
                  <a:gd name="csX29" fmla="*/ 88806 w 136250"/>
                  <a:gd name="csY29" fmla="*/ 1448 h 177785"/>
                  <a:gd name="csX30" fmla="*/ 99610 w 136250"/>
                  <a:gd name="csY30" fmla="*/ 5590 h 177785"/>
                  <a:gd name="csX31" fmla="*/ 106156 w 136250"/>
                  <a:gd name="csY31" fmla="*/ 8110 h 177785"/>
                  <a:gd name="csX32" fmla="*/ 111543 w 136250"/>
                  <a:gd name="csY32" fmla="*/ 9269 h 177785"/>
                  <a:gd name="csX33" fmla="*/ 115975 w 136250"/>
                  <a:gd name="csY33" fmla="*/ 7734 h 177785"/>
                  <a:gd name="csX34" fmla="*/ 117916 w 136250"/>
                  <a:gd name="csY34" fmla="*/ 3505 h 177785"/>
                  <a:gd name="csX35" fmla="*/ 118495 w 136250"/>
                  <a:gd name="csY35" fmla="*/ 29 h 1777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136250" h="177785">
                    <a:moveTo>
                      <a:pt x="71485" y="42839"/>
                    </a:moveTo>
                    <a:lnTo>
                      <a:pt x="109661" y="42839"/>
                    </a:lnTo>
                    <a:lnTo>
                      <a:pt x="133383" y="177786"/>
                    </a:lnTo>
                    <a:lnTo>
                      <a:pt x="110066" y="177786"/>
                    </a:lnTo>
                    <a:lnTo>
                      <a:pt x="105634" y="151949"/>
                    </a:lnTo>
                    <a:lnTo>
                      <a:pt x="38929" y="151949"/>
                    </a:lnTo>
                    <a:lnTo>
                      <a:pt x="25634" y="177786"/>
                    </a:lnTo>
                    <a:lnTo>
                      <a:pt x="0" y="177786"/>
                    </a:lnTo>
                    <a:lnTo>
                      <a:pt x="71514" y="42839"/>
                    </a:lnTo>
                    <a:close/>
                    <a:moveTo>
                      <a:pt x="102709" y="132079"/>
                    </a:moveTo>
                    <a:lnTo>
                      <a:pt x="90747" y="60565"/>
                    </a:lnTo>
                    <a:lnTo>
                      <a:pt x="85736" y="60565"/>
                    </a:lnTo>
                    <a:lnTo>
                      <a:pt x="48921" y="132079"/>
                    </a:lnTo>
                    <a:lnTo>
                      <a:pt x="102709" y="132079"/>
                    </a:lnTo>
                    <a:close/>
                    <a:moveTo>
                      <a:pt x="118524" y="29"/>
                    </a:moveTo>
                    <a:lnTo>
                      <a:pt x="136250" y="29"/>
                    </a:lnTo>
                    <a:lnTo>
                      <a:pt x="134889" y="7734"/>
                    </a:lnTo>
                    <a:cubicBezTo>
                      <a:pt x="133991" y="13642"/>
                      <a:pt x="131848" y="18306"/>
                      <a:pt x="128430" y="21724"/>
                    </a:cubicBezTo>
                    <a:cubicBezTo>
                      <a:pt x="125012" y="25141"/>
                      <a:pt x="120349" y="26821"/>
                      <a:pt x="114440" y="26821"/>
                    </a:cubicBezTo>
                    <a:cubicBezTo>
                      <a:pt x="110964" y="26821"/>
                      <a:pt x="107691" y="26329"/>
                      <a:pt x="104621" y="25373"/>
                    </a:cubicBezTo>
                    <a:cubicBezTo>
                      <a:pt x="101550" y="24417"/>
                      <a:pt x="97988" y="23027"/>
                      <a:pt x="94020" y="21231"/>
                    </a:cubicBezTo>
                    <a:cubicBezTo>
                      <a:pt x="91818" y="20333"/>
                      <a:pt x="89646" y="19493"/>
                      <a:pt x="87474" y="18711"/>
                    </a:cubicBezTo>
                    <a:cubicBezTo>
                      <a:pt x="85301" y="17929"/>
                      <a:pt x="83419" y="17553"/>
                      <a:pt x="81883" y="17553"/>
                    </a:cubicBezTo>
                    <a:cubicBezTo>
                      <a:pt x="77133" y="17553"/>
                      <a:pt x="74439" y="19609"/>
                      <a:pt x="73773" y="23722"/>
                    </a:cubicBezTo>
                    <a:lnTo>
                      <a:pt x="73194" y="26995"/>
                    </a:lnTo>
                    <a:lnTo>
                      <a:pt x="55265" y="26995"/>
                    </a:lnTo>
                    <a:lnTo>
                      <a:pt x="56423" y="20623"/>
                    </a:lnTo>
                    <a:cubicBezTo>
                      <a:pt x="57437" y="14077"/>
                      <a:pt x="59899" y="8979"/>
                      <a:pt x="63751" y="5387"/>
                    </a:cubicBezTo>
                    <a:cubicBezTo>
                      <a:pt x="67604" y="1796"/>
                      <a:pt x="72759" y="0"/>
                      <a:pt x="79161" y="0"/>
                    </a:cubicBezTo>
                    <a:cubicBezTo>
                      <a:pt x="82376" y="0"/>
                      <a:pt x="85591" y="492"/>
                      <a:pt x="88806" y="1448"/>
                    </a:cubicBezTo>
                    <a:cubicBezTo>
                      <a:pt x="92021" y="2404"/>
                      <a:pt x="95613" y="3794"/>
                      <a:pt x="99610" y="5590"/>
                    </a:cubicBezTo>
                    <a:cubicBezTo>
                      <a:pt x="101782" y="6488"/>
                      <a:pt x="103983" y="7328"/>
                      <a:pt x="106156" y="8110"/>
                    </a:cubicBezTo>
                    <a:cubicBezTo>
                      <a:pt x="108328" y="8892"/>
                      <a:pt x="110153" y="9269"/>
                      <a:pt x="111543" y="9269"/>
                    </a:cubicBezTo>
                    <a:cubicBezTo>
                      <a:pt x="113600" y="9269"/>
                      <a:pt x="115077" y="8747"/>
                      <a:pt x="115975" y="7734"/>
                    </a:cubicBezTo>
                    <a:cubicBezTo>
                      <a:pt x="116873" y="6720"/>
                      <a:pt x="117510" y="5301"/>
                      <a:pt x="117916" y="3505"/>
                    </a:cubicBezTo>
                    <a:lnTo>
                      <a:pt x="118495" y="29"/>
                    </a:ln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5F6F365B-A3EE-247F-BF31-09DD6F110A47}"/>
                  </a:ext>
                </a:extLst>
              </p:cNvPr>
              <p:cNvSpPr/>
              <p:nvPr/>
            </p:nvSpPr>
            <p:spPr>
              <a:xfrm>
                <a:off x="5181100" y="2543897"/>
                <a:ext cx="132455" cy="139175"/>
              </a:xfrm>
              <a:custGeom>
                <a:avLst/>
                <a:gdLst>
                  <a:gd name="csX0" fmla="*/ 26792 w 132455"/>
                  <a:gd name="csY0" fmla="*/ 132890 h 139175"/>
                  <a:gd name="csX1" fmla="*/ 7038 w 132455"/>
                  <a:gd name="csY1" fmla="*/ 115164 h 139175"/>
                  <a:gd name="csX2" fmla="*/ 0 w 132455"/>
                  <a:gd name="csY2" fmla="*/ 88661 h 139175"/>
                  <a:gd name="csX3" fmla="*/ 956 w 132455"/>
                  <a:gd name="csY3" fmla="*/ 77278 h 139175"/>
                  <a:gd name="csX4" fmla="*/ 3649 w 132455"/>
                  <a:gd name="csY4" fmla="*/ 61666 h 139175"/>
                  <a:gd name="csX5" fmla="*/ 26792 w 132455"/>
                  <a:gd name="csY5" fmla="*/ 15989 h 139175"/>
                  <a:gd name="csX6" fmla="*/ 76351 w 132455"/>
                  <a:gd name="csY6" fmla="*/ 0 h 139175"/>
                  <a:gd name="csX7" fmla="*/ 105171 w 132455"/>
                  <a:gd name="csY7" fmla="*/ 6083 h 139175"/>
                  <a:gd name="csX8" fmla="*/ 125215 w 132455"/>
                  <a:gd name="csY8" fmla="*/ 23519 h 139175"/>
                  <a:gd name="csX9" fmla="*/ 132456 w 132455"/>
                  <a:gd name="csY9" fmla="*/ 50312 h 139175"/>
                  <a:gd name="csX10" fmla="*/ 131500 w 132455"/>
                  <a:gd name="csY10" fmla="*/ 61869 h 139175"/>
                  <a:gd name="csX11" fmla="*/ 128603 w 132455"/>
                  <a:gd name="csY11" fmla="*/ 77683 h 139175"/>
                  <a:gd name="csX12" fmla="*/ 105461 w 132455"/>
                  <a:gd name="csY12" fmla="*/ 123274 h 139175"/>
                  <a:gd name="csX13" fmla="*/ 55902 w 132455"/>
                  <a:gd name="csY13" fmla="*/ 139176 h 139175"/>
                  <a:gd name="csX14" fmla="*/ 26792 w 132455"/>
                  <a:gd name="csY14" fmla="*/ 132919 h 139175"/>
                  <a:gd name="csX15" fmla="*/ 23925 w 132455"/>
                  <a:gd name="csY15" fmla="*/ 86518 h 139175"/>
                  <a:gd name="csX16" fmla="*/ 32875 w 132455"/>
                  <a:gd name="csY16" fmla="*/ 109255 h 139175"/>
                  <a:gd name="csX17" fmla="*/ 58045 w 132455"/>
                  <a:gd name="csY17" fmla="*/ 117365 h 139175"/>
                  <a:gd name="csX18" fmla="*/ 89675 w 132455"/>
                  <a:gd name="csY18" fmla="*/ 106967 h 139175"/>
                  <a:gd name="csX19" fmla="*/ 104910 w 132455"/>
                  <a:gd name="csY19" fmla="*/ 76901 h 139175"/>
                  <a:gd name="csX20" fmla="*/ 107604 w 132455"/>
                  <a:gd name="csY20" fmla="*/ 62071 h 139175"/>
                  <a:gd name="csX21" fmla="*/ 108386 w 132455"/>
                  <a:gd name="csY21" fmla="*/ 52832 h 139175"/>
                  <a:gd name="csX22" fmla="*/ 99523 w 132455"/>
                  <a:gd name="csY22" fmla="*/ 29892 h 139175"/>
                  <a:gd name="csX23" fmla="*/ 74266 w 132455"/>
                  <a:gd name="csY23" fmla="*/ 21781 h 139175"/>
                  <a:gd name="csX24" fmla="*/ 42752 w 132455"/>
                  <a:gd name="csY24" fmla="*/ 32180 h 139175"/>
                  <a:gd name="csX25" fmla="*/ 27632 w 132455"/>
                  <a:gd name="csY25" fmla="*/ 62245 h 139175"/>
                  <a:gd name="csX26" fmla="*/ 24939 w 132455"/>
                  <a:gd name="csY26" fmla="*/ 77075 h 139175"/>
                  <a:gd name="csX27" fmla="*/ 23983 w 132455"/>
                  <a:gd name="csY27" fmla="*/ 86518 h 139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132455" h="139175">
                    <a:moveTo>
                      <a:pt x="26792" y="132890"/>
                    </a:moveTo>
                    <a:cubicBezTo>
                      <a:pt x="18306" y="128719"/>
                      <a:pt x="11731" y="122810"/>
                      <a:pt x="7038" y="115164"/>
                    </a:cubicBezTo>
                    <a:cubicBezTo>
                      <a:pt x="2346" y="107517"/>
                      <a:pt x="0" y="98683"/>
                      <a:pt x="0" y="88661"/>
                    </a:cubicBezTo>
                    <a:cubicBezTo>
                      <a:pt x="0" y="84287"/>
                      <a:pt x="319" y="80493"/>
                      <a:pt x="956" y="77278"/>
                    </a:cubicBezTo>
                    <a:lnTo>
                      <a:pt x="3649" y="61666"/>
                    </a:lnTo>
                    <a:cubicBezTo>
                      <a:pt x="6981" y="41883"/>
                      <a:pt x="14714" y="26648"/>
                      <a:pt x="26792" y="15989"/>
                    </a:cubicBezTo>
                    <a:cubicBezTo>
                      <a:pt x="38871" y="5330"/>
                      <a:pt x="55381" y="0"/>
                      <a:pt x="76351" y="0"/>
                    </a:cubicBezTo>
                    <a:cubicBezTo>
                      <a:pt x="87010" y="0"/>
                      <a:pt x="96626" y="2028"/>
                      <a:pt x="105171" y="6083"/>
                    </a:cubicBezTo>
                    <a:cubicBezTo>
                      <a:pt x="113716" y="10138"/>
                      <a:pt x="120406" y="15960"/>
                      <a:pt x="125215" y="23519"/>
                    </a:cubicBezTo>
                    <a:cubicBezTo>
                      <a:pt x="130023" y="31108"/>
                      <a:pt x="132456" y="40029"/>
                      <a:pt x="132456" y="50312"/>
                    </a:cubicBezTo>
                    <a:cubicBezTo>
                      <a:pt x="132456" y="54685"/>
                      <a:pt x="132137" y="58538"/>
                      <a:pt x="131500" y="61869"/>
                    </a:cubicBezTo>
                    <a:lnTo>
                      <a:pt x="128603" y="77683"/>
                    </a:lnTo>
                    <a:cubicBezTo>
                      <a:pt x="125128" y="97466"/>
                      <a:pt x="117423" y="112673"/>
                      <a:pt x="105461" y="123274"/>
                    </a:cubicBezTo>
                    <a:cubicBezTo>
                      <a:pt x="93498" y="133875"/>
                      <a:pt x="76988" y="139176"/>
                      <a:pt x="55902" y="139176"/>
                    </a:cubicBezTo>
                    <a:cubicBezTo>
                      <a:pt x="44982" y="139176"/>
                      <a:pt x="35279" y="137090"/>
                      <a:pt x="26792" y="132919"/>
                    </a:cubicBezTo>
                    <a:close/>
                    <a:moveTo>
                      <a:pt x="23925" y="86518"/>
                    </a:moveTo>
                    <a:cubicBezTo>
                      <a:pt x="23925" y="96279"/>
                      <a:pt x="26908" y="103868"/>
                      <a:pt x="32875" y="109255"/>
                    </a:cubicBezTo>
                    <a:cubicBezTo>
                      <a:pt x="38842" y="114642"/>
                      <a:pt x="47241" y="117365"/>
                      <a:pt x="58045" y="117365"/>
                    </a:cubicBezTo>
                    <a:cubicBezTo>
                      <a:pt x="71166" y="117365"/>
                      <a:pt x="81681" y="113889"/>
                      <a:pt x="89675" y="106967"/>
                    </a:cubicBezTo>
                    <a:cubicBezTo>
                      <a:pt x="97640" y="100015"/>
                      <a:pt x="102709" y="89993"/>
                      <a:pt x="104910" y="76901"/>
                    </a:cubicBezTo>
                    <a:lnTo>
                      <a:pt x="107604" y="62071"/>
                    </a:lnTo>
                    <a:cubicBezTo>
                      <a:pt x="108125" y="59117"/>
                      <a:pt x="108386" y="56018"/>
                      <a:pt x="108386" y="52832"/>
                    </a:cubicBezTo>
                    <a:cubicBezTo>
                      <a:pt x="108386" y="42926"/>
                      <a:pt x="105432" y="35279"/>
                      <a:pt x="99523" y="29892"/>
                    </a:cubicBezTo>
                    <a:cubicBezTo>
                      <a:pt x="93614" y="24504"/>
                      <a:pt x="85185" y="21781"/>
                      <a:pt x="74266" y="21781"/>
                    </a:cubicBezTo>
                    <a:cubicBezTo>
                      <a:pt x="61145" y="21781"/>
                      <a:pt x="50659" y="25257"/>
                      <a:pt x="42752" y="32180"/>
                    </a:cubicBezTo>
                    <a:cubicBezTo>
                      <a:pt x="34845" y="39131"/>
                      <a:pt x="29805" y="49153"/>
                      <a:pt x="27632" y="62245"/>
                    </a:cubicBezTo>
                    <a:lnTo>
                      <a:pt x="24939" y="77075"/>
                    </a:lnTo>
                    <a:cubicBezTo>
                      <a:pt x="24301" y="80667"/>
                      <a:pt x="23983" y="83824"/>
                      <a:pt x="23983" y="865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599" name="object 18">
            <a:extLst>
              <a:ext uri="{FF2B5EF4-FFF2-40B4-BE49-F238E27FC236}">
                <a16:creationId xmlns:a16="http://schemas.microsoft.com/office/drawing/2014/main" id="{DC839122-3604-547C-BC2E-0156BBD8A5D4}"/>
              </a:ext>
            </a:extLst>
          </p:cNvPr>
          <p:cNvSpPr/>
          <p:nvPr/>
        </p:nvSpPr>
        <p:spPr>
          <a:xfrm>
            <a:off x="334963" y="1491037"/>
            <a:ext cx="2282568" cy="1257942"/>
          </a:xfrm>
          <a:prstGeom prst="roundRect">
            <a:avLst>
              <a:gd name="adj" fmla="val 6925"/>
            </a:avLst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108000" tIns="108000" rIns="0" bIns="0" rtlCol="0"/>
          <a:lstStyle/>
          <a:p>
            <a:pPr marL="0" marR="0" lvl="0" indent="0" algn="l" defTabSz="554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Liquidez</a:t>
            </a: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602" name="object 63">
            <a:extLst>
              <a:ext uri="{FF2B5EF4-FFF2-40B4-BE49-F238E27FC236}">
                <a16:creationId xmlns:a16="http://schemas.microsoft.com/office/drawing/2014/main" id="{F65127C2-7DB7-3593-7244-8871A62E73BD}"/>
              </a:ext>
            </a:extLst>
          </p:cNvPr>
          <p:cNvSpPr txBox="1"/>
          <p:nvPr/>
        </p:nvSpPr>
        <p:spPr>
          <a:xfrm>
            <a:off x="440159" y="2272538"/>
            <a:ext cx="1805401" cy="407497"/>
          </a:xfrm>
          <a:prstGeom prst="rect">
            <a:avLst/>
          </a:prstGeom>
        </p:spPr>
        <p:txBody>
          <a:bodyPr vert="horz" wrap="square" lIns="0" tIns="7316" rIns="0" bIns="0" rtlCol="0" anchor="t">
            <a:spAutoFit/>
          </a:bodyPr>
          <a:lstStyle/>
          <a:p>
            <a:pPr marL="7701" marR="3081" lvl="0" indent="0" algn="l" defTabSz="554415" rtl="0" eaLnBrk="1" fontAlgn="auto" latinLnBrk="0" hangingPunct="1">
              <a:lnSpc>
                <a:spcPct val="1004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Aberto, resgate </a:t>
            </a:r>
            <a:b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</a:b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em </a:t>
            </a:r>
            <a:r>
              <a:rPr lang="pt-BR" sz="1400" b="1" kern="0">
                <a:solidFill>
                  <a:srgbClr val="C1F4D4"/>
                </a:solidFill>
                <a:latin typeface="Versos" panose="020B0503020204030204" pitchFamily="34" charset="0"/>
                <a:cs typeface="Arial"/>
                <a:sym typeface="Arial"/>
              </a:rPr>
              <a:t>D+180 dias</a:t>
            </a:r>
          </a:p>
        </p:txBody>
      </p:sp>
      <p:sp>
        <p:nvSpPr>
          <p:cNvPr id="603" name="object 64">
            <a:extLst>
              <a:ext uri="{FF2B5EF4-FFF2-40B4-BE49-F238E27FC236}">
                <a16:creationId xmlns:a16="http://schemas.microsoft.com/office/drawing/2014/main" id="{7999CEE1-DB4D-2778-0C13-6206FB52146F}"/>
              </a:ext>
            </a:extLst>
          </p:cNvPr>
          <p:cNvSpPr txBox="1"/>
          <p:nvPr/>
        </p:nvSpPr>
        <p:spPr>
          <a:xfrm>
            <a:off x="2292790" y="1563627"/>
            <a:ext cx="248315" cy="360000"/>
          </a:xfrm>
          <a:prstGeom prst="rect">
            <a:avLst/>
          </a:prstGeom>
        </p:spPr>
        <p:txBody>
          <a:bodyPr vert="horz" wrap="square" lIns="0" tIns="7316" rIns="0" bIns="0" rtlCol="0" anchor="ctr" anchorCtr="0">
            <a:spAutoFit/>
          </a:bodyPr>
          <a:lstStyle/>
          <a:p>
            <a:pPr marL="7701" marR="0" lvl="0" indent="0" algn="l" defTabSz="554415" rtl="0" eaLnBrk="1" fontAlgn="auto" latinLnBrk="0" hangingPunct="1">
              <a:lnSpc>
                <a:spcPct val="100000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20" b="1" i="0" u="none" strike="noStrike" kern="0" cap="none" spc="218" normalizeH="0" baseline="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$</a:t>
            </a:r>
            <a:endParaRPr kumimoji="0" sz="282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5" name="object 16">
            <a:extLst>
              <a:ext uri="{FF2B5EF4-FFF2-40B4-BE49-F238E27FC236}">
                <a16:creationId xmlns:a16="http://schemas.microsoft.com/office/drawing/2014/main" id="{65F858E2-178A-3B3F-7AB5-63B170AEE185}"/>
              </a:ext>
            </a:extLst>
          </p:cNvPr>
          <p:cNvSpPr/>
          <p:nvPr/>
        </p:nvSpPr>
        <p:spPr>
          <a:xfrm>
            <a:off x="309723" y="2906256"/>
            <a:ext cx="4720196" cy="794535"/>
          </a:xfrm>
          <a:prstGeom prst="roundRect">
            <a:avLst>
              <a:gd name="adj" fmla="val 6151"/>
            </a:avLst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108000" tIns="108000" rIns="0" bIns="0" rtlCol="0"/>
          <a:lstStyle/>
          <a:p>
            <a:pPr marL="0" marR="0" lvl="0" indent="0" algn="l" defTabSz="554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Política de Investimentos</a:t>
            </a: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  <a:p>
            <a:pPr marL="0" marR="0" lvl="0" indent="0" algn="l" defTabSz="554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20" name="object 17">
            <a:extLst>
              <a:ext uri="{FF2B5EF4-FFF2-40B4-BE49-F238E27FC236}">
                <a16:creationId xmlns:a16="http://schemas.microsoft.com/office/drawing/2014/main" id="{FA899637-770F-ED1F-EDFF-A4ED7796EEBB}"/>
              </a:ext>
            </a:extLst>
          </p:cNvPr>
          <p:cNvSpPr/>
          <p:nvPr/>
        </p:nvSpPr>
        <p:spPr>
          <a:xfrm>
            <a:off x="2747352" y="1500532"/>
            <a:ext cx="2282568" cy="1248447"/>
          </a:xfrm>
          <a:prstGeom prst="roundRect">
            <a:avLst>
              <a:gd name="adj" fmla="val 5702"/>
            </a:avLst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lIns="108000" tIns="108000" rIns="0" bIns="0" rtlCol="0"/>
          <a:lstStyle/>
          <a:p>
            <a:pPr marL="0" marR="0" lvl="0" indent="0" algn="l" defTabSz="554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Público Alvo</a:t>
            </a:r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  <a:p>
            <a:pPr marL="0" marR="0" lvl="0" indent="0" algn="l" defTabSz="554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92" name="object 65">
            <a:extLst>
              <a:ext uri="{FF2B5EF4-FFF2-40B4-BE49-F238E27FC236}">
                <a16:creationId xmlns:a16="http://schemas.microsoft.com/office/drawing/2014/main" id="{4905AC59-839C-73C3-05D0-1D3E84D20175}"/>
              </a:ext>
            </a:extLst>
          </p:cNvPr>
          <p:cNvSpPr txBox="1"/>
          <p:nvPr/>
        </p:nvSpPr>
        <p:spPr>
          <a:xfrm>
            <a:off x="4644244" y="1545382"/>
            <a:ext cx="292203" cy="360000"/>
          </a:xfrm>
          <a:prstGeom prst="rect">
            <a:avLst/>
          </a:prstGeom>
        </p:spPr>
        <p:txBody>
          <a:bodyPr vert="horz" wrap="square" lIns="0" tIns="7316" rIns="0" bIns="0" rtlCol="0" anchor="ctr" anchorCtr="0">
            <a:spAutoFit/>
          </a:bodyPr>
          <a:lstStyle/>
          <a:p>
            <a:pPr marL="7701" marR="0" lvl="0" indent="0" algn="l" defTabSz="554415" rtl="0" eaLnBrk="1" fontAlgn="auto" latinLnBrk="0" hangingPunct="1">
              <a:lnSpc>
                <a:spcPct val="100000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20" b="1" i="0" u="none" strike="noStrike" kern="0" cap="none" spc="564" normalizeH="0" baseline="0" noProof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#</a:t>
            </a:r>
            <a:endParaRPr kumimoji="0" sz="282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593" name="object 66">
            <a:extLst>
              <a:ext uri="{FF2B5EF4-FFF2-40B4-BE49-F238E27FC236}">
                <a16:creationId xmlns:a16="http://schemas.microsoft.com/office/drawing/2014/main" id="{7ED7FB92-B8DF-A29E-9568-C7E594869E82}"/>
              </a:ext>
            </a:extLst>
          </p:cNvPr>
          <p:cNvSpPr txBox="1"/>
          <p:nvPr/>
        </p:nvSpPr>
        <p:spPr>
          <a:xfrm>
            <a:off x="2838656" y="2272538"/>
            <a:ext cx="2048632" cy="438275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defTabSz="554415">
              <a:defRPr/>
            </a:pPr>
            <a:r>
              <a:rPr lang="pt-BR" sz="1400" b="1" kern="0">
                <a:solidFill>
                  <a:srgbClr val="C1F4D4"/>
                </a:solidFill>
                <a:latin typeface="Versos" panose="020B0503020204030204" pitchFamily="34" charset="0"/>
                <a:cs typeface="Arial"/>
                <a:sym typeface="Arial"/>
              </a:rPr>
              <a:t>Investidor </a:t>
            </a:r>
            <a:br>
              <a:rPr lang="pt-BR" sz="1400" b="1" kern="0">
                <a:solidFill>
                  <a:srgbClr val="C1F4D4"/>
                </a:solidFill>
                <a:latin typeface="Versos" panose="020B0503020204030204" pitchFamily="34" charset="0"/>
                <a:cs typeface="Arial"/>
                <a:sym typeface="Arial"/>
              </a:rPr>
            </a:br>
            <a:r>
              <a:rPr lang="pt-BR" sz="1400" b="1" kern="0">
                <a:solidFill>
                  <a:srgbClr val="C1F4D4"/>
                </a:solidFill>
                <a:latin typeface="Versos" panose="020B0503020204030204" pitchFamily="34" charset="0"/>
                <a:cs typeface="Arial"/>
                <a:sym typeface="Arial"/>
              </a:rPr>
              <a:t>profissional</a:t>
            </a:r>
          </a:p>
        </p:txBody>
      </p:sp>
      <p:sp>
        <p:nvSpPr>
          <p:cNvPr id="604" name="object 18">
            <a:extLst>
              <a:ext uri="{FF2B5EF4-FFF2-40B4-BE49-F238E27FC236}">
                <a16:creationId xmlns:a16="http://schemas.microsoft.com/office/drawing/2014/main" id="{BB5970D3-2569-C745-1637-E897A7EED040}"/>
              </a:ext>
            </a:extLst>
          </p:cNvPr>
          <p:cNvSpPr/>
          <p:nvPr/>
        </p:nvSpPr>
        <p:spPr>
          <a:xfrm>
            <a:off x="334963" y="3824930"/>
            <a:ext cx="2282568" cy="1242701"/>
          </a:xfrm>
          <a:prstGeom prst="roundRect">
            <a:avLst>
              <a:gd name="adj" fmla="val 7730"/>
            </a:avLst>
          </a:prstGeom>
          <a:noFill/>
          <a:ln w="12700">
            <a:solidFill>
              <a:schemeClr val="accent1"/>
            </a:solidFill>
          </a:ln>
        </p:spPr>
        <p:txBody>
          <a:bodyPr wrap="square" lIns="108000" tIns="108000" rIns="0" bIns="0" rtlCol="0"/>
          <a:lstStyle/>
          <a:p>
            <a:pPr marL="0" marR="0" lvl="0" indent="0" algn="l" defTabSz="554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Veículo</a:t>
            </a:r>
          </a:p>
          <a:p>
            <a:pPr marL="0" marR="0" lvl="0" indent="0" algn="l" defTabSz="554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07" name="object 63">
            <a:extLst>
              <a:ext uri="{FF2B5EF4-FFF2-40B4-BE49-F238E27FC236}">
                <a16:creationId xmlns:a16="http://schemas.microsoft.com/office/drawing/2014/main" id="{32EE279F-AEB1-A9F2-C1B2-A6C35A214E7A}"/>
              </a:ext>
            </a:extLst>
          </p:cNvPr>
          <p:cNvSpPr txBox="1"/>
          <p:nvPr/>
        </p:nvSpPr>
        <p:spPr>
          <a:xfrm>
            <a:off x="440159" y="4292481"/>
            <a:ext cx="2109164" cy="666542"/>
          </a:xfrm>
          <a:prstGeom prst="rect">
            <a:avLst/>
          </a:prstGeom>
        </p:spPr>
        <p:txBody>
          <a:bodyPr vert="horz" wrap="square" lIns="0" tIns="7316" rIns="0" bIns="0" rtlCol="0" anchor="t">
            <a:spAutoFit/>
          </a:bodyPr>
          <a:lstStyle/>
          <a:p>
            <a:pPr marL="7701" marR="3081" lvl="0" indent="0" algn="l" defTabSz="554415" rtl="0" eaLnBrk="1" fontAlgn="auto" latinLnBrk="0" hangingPunct="1">
              <a:lnSpc>
                <a:spcPct val="1004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FIM (cotas FIDC)</a:t>
            </a:r>
          </a:p>
          <a:p>
            <a:pPr marL="7701" marR="3081" lvl="0" indent="0" algn="l" defTabSz="554415" rtl="0" eaLnBrk="1" fontAlgn="auto" latinLnBrk="0" hangingPunct="1">
              <a:lnSpc>
                <a:spcPct val="1004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sem incidência de tributação come-cotas</a:t>
            </a:r>
          </a:p>
        </p:txBody>
      </p:sp>
      <p:sp>
        <p:nvSpPr>
          <p:cNvPr id="617" name="TextBox 616">
            <a:extLst>
              <a:ext uri="{FF2B5EF4-FFF2-40B4-BE49-F238E27FC236}">
                <a16:creationId xmlns:a16="http://schemas.microsoft.com/office/drawing/2014/main" id="{BC644B94-EC7B-4E82-E9B3-77EC762787D0}"/>
              </a:ext>
            </a:extLst>
          </p:cNvPr>
          <p:cNvSpPr txBox="1"/>
          <p:nvPr/>
        </p:nvSpPr>
        <p:spPr>
          <a:xfrm>
            <a:off x="334963" y="368301"/>
            <a:ext cx="2113269" cy="900112"/>
          </a:xfrm>
          <a:prstGeom prst="rect">
            <a:avLst/>
          </a:prstGeom>
          <a:noFill/>
        </p:spPr>
        <p:txBody>
          <a:bodyPr wrap="square" lIns="0" anchor="ctr" anchorCtr="0">
            <a:noAutofit/>
          </a:bodyPr>
          <a:lstStyle/>
          <a:p>
            <a:pPr marL="7701" marR="0" lvl="0" indent="0" algn="l" defTabSz="554389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42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PRINCIPAIS</a:t>
            </a:r>
            <a:r>
              <a:rPr kumimoji="0" lang="pt-BR" sz="1400" b="0" i="0" u="none" strike="noStrike" kern="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 </a:t>
            </a:r>
            <a:br>
              <a:rPr kumimoji="0" lang="pt-BR" sz="1400" b="0" i="0" u="none" strike="noStrike" kern="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</a:br>
            <a:r>
              <a:rPr kumimoji="0" lang="pt-BR" sz="1400" b="0" i="0" u="none" strike="noStrike" kern="0" cap="none" spc="52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CARACTERÍSTICAS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Helvetica"/>
              <a:sym typeface="Arial"/>
            </a:endParaRPr>
          </a:p>
        </p:txBody>
      </p:sp>
      <p:sp>
        <p:nvSpPr>
          <p:cNvPr id="619" name="object 25">
            <a:extLst>
              <a:ext uri="{FF2B5EF4-FFF2-40B4-BE49-F238E27FC236}">
                <a16:creationId xmlns:a16="http://schemas.microsoft.com/office/drawing/2014/main" id="{5A5C255E-0463-4289-3C79-5130C1D4EB00}"/>
              </a:ext>
            </a:extLst>
          </p:cNvPr>
          <p:cNvSpPr/>
          <p:nvPr/>
        </p:nvSpPr>
        <p:spPr>
          <a:xfrm>
            <a:off x="334962" y="5179122"/>
            <a:ext cx="4694957" cy="1125772"/>
          </a:xfrm>
          <a:prstGeom prst="roundRect">
            <a:avLst>
              <a:gd name="adj" fmla="val 6823"/>
            </a:avLst>
          </a:prstGeom>
          <a:ln w="12700">
            <a:solidFill>
              <a:schemeClr val="accent1"/>
            </a:solidFill>
          </a:ln>
        </p:spPr>
        <p:txBody>
          <a:bodyPr wrap="square" lIns="108000" tIns="108000" rIns="0" bIns="0" rtlCol="0"/>
          <a:lstStyle/>
          <a:p>
            <a:pPr marL="0" marR="0" lvl="0" indent="0" algn="l" defTabSz="554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 err="1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Capacity</a:t>
            </a: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 Inicial do Fundo</a:t>
            </a:r>
          </a:p>
        </p:txBody>
      </p:sp>
      <p:sp>
        <p:nvSpPr>
          <p:cNvPr id="620" name="object 5">
            <a:extLst>
              <a:ext uri="{FF2B5EF4-FFF2-40B4-BE49-F238E27FC236}">
                <a16:creationId xmlns:a16="http://schemas.microsoft.com/office/drawing/2014/main" id="{0E71CAA9-1531-E7AF-3C9B-764674E3E04A}"/>
              </a:ext>
            </a:extLst>
          </p:cNvPr>
          <p:cNvSpPr txBox="1"/>
          <p:nvPr/>
        </p:nvSpPr>
        <p:spPr>
          <a:xfrm>
            <a:off x="460108" y="5717109"/>
            <a:ext cx="3983349" cy="469441"/>
          </a:xfrm>
          <a:prstGeom prst="rect">
            <a:avLst/>
          </a:prstGeom>
        </p:spPr>
        <p:txBody>
          <a:bodyPr vert="horz" wrap="square" lIns="0" tIns="7701" rIns="0" bIns="0" rtlCol="0" anchor="ctr" anchorCtr="0">
            <a:spAutoFit/>
          </a:bodyPr>
          <a:lstStyle/>
          <a:p>
            <a:pPr marL="7701" marR="0" lvl="0" indent="0" algn="l" defTabSz="554415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R$ 250 milhões</a:t>
            </a:r>
          </a:p>
        </p:txBody>
      </p:sp>
      <p:sp>
        <p:nvSpPr>
          <p:cNvPr id="624" name="object 17">
            <a:extLst>
              <a:ext uri="{FF2B5EF4-FFF2-40B4-BE49-F238E27FC236}">
                <a16:creationId xmlns:a16="http://schemas.microsoft.com/office/drawing/2014/main" id="{2C6FEFB3-BC3E-97E0-9AF0-281CB6C979CC}"/>
              </a:ext>
            </a:extLst>
          </p:cNvPr>
          <p:cNvSpPr/>
          <p:nvPr/>
        </p:nvSpPr>
        <p:spPr>
          <a:xfrm>
            <a:off x="2747352" y="3824929"/>
            <a:ext cx="2282568" cy="1242701"/>
          </a:xfrm>
          <a:prstGeom prst="roundRect">
            <a:avLst>
              <a:gd name="adj" fmla="val 8921"/>
            </a:avLst>
          </a:prstGeom>
          <a:noFill/>
          <a:ln w="12700">
            <a:solidFill>
              <a:schemeClr val="accent1"/>
            </a:solidFill>
          </a:ln>
        </p:spPr>
        <p:txBody>
          <a:bodyPr wrap="square" lIns="108000" tIns="108000" rIns="0" bIns="0" rtlCol="0"/>
          <a:lstStyle/>
          <a:p>
            <a:pPr marL="0" marR="0" lvl="0" indent="0" algn="l" defTabSz="554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1" i="0" u="none" strike="noStrike" kern="0" cap="none" spc="0" normalizeH="0" baseline="0" noProof="0">
                <a:ln>
                  <a:noFill/>
                </a:ln>
                <a:solidFill>
                  <a:srgbClr val="C1F4D4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Aplicação</a:t>
            </a:r>
          </a:p>
          <a:p>
            <a:pPr marL="0" marR="0" lvl="0" indent="0" algn="l" defTabSz="554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27" name="object 63">
            <a:extLst>
              <a:ext uri="{FF2B5EF4-FFF2-40B4-BE49-F238E27FC236}">
                <a16:creationId xmlns:a16="http://schemas.microsoft.com/office/drawing/2014/main" id="{0DC1C169-FE4D-85BD-2F76-D4B6B3C4A647}"/>
              </a:ext>
            </a:extLst>
          </p:cNvPr>
          <p:cNvSpPr txBox="1"/>
          <p:nvPr/>
        </p:nvSpPr>
        <p:spPr>
          <a:xfrm>
            <a:off x="2838656" y="4575845"/>
            <a:ext cx="2048632" cy="376719"/>
          </a:xfrm>
          <a:prstGeom prst="rect">
            <a:avLst/>
          </a:prstGeom>
        </p:spPr>
        <p:txBody>
          <a:bodyPr vert="horz" wrap="square" lIns="0" tIns="7316" rIns="0" bIns="0" rtlCol="0" anchor="t">
            <a:spAutoFit/>
          </a:bodyPr>
          <a:lstStyle/>
          <a:p>
            <a:pPr marL="7701" marR="3081" lvl="0" indent="0" algn="l" defTabSz="554415" rtl="0" eaLnBrk="1" fontAlgn="auto" latinLnBrk="0" hangingPunct="1">
              <a:lnSpc>
                <a:spcPct val="1004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Aplicação diária com </a:t>
            </a:r>
            <a:b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</a:b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cotização em D+1 dia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5A2E4EC-58A1-692D-8A83-22CE3840A708}"/>
              </a:ext>
            </a:extLst>
          </p:cNvPr>
          <p:cNvGrpSpPr/>
          <p:nvPr/>
        </p:nvGrpSpPr>
        <p:grpSpPr>
          <a:xfrm>
            <a:off x="5319252" y="1974033"/>
            <a:ext cx="6537785" cy="4330865"/>
            <a:chOff x="425096" y="3128550"/>
            <a:chExt cx="6528051" cy="277476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1" name="object 38">
              <a:extLst>
                <a:ext uri="{FF2B5EF4-FFF2-40B4-BE49-F238E27FC236}">
                  <a16:creationId xmlns:a16="http://schemas.microsoft.com/office/drawing/2014/main" id="{2EF43FC4-D6A4-A94B-907E-992E1A13B2D3}"/>
                </a:ext>
              </a:extLst>
            </p:cNvPr>
            <p:cNvSpPr txBox="1">
              <a:spLocks/>
            </p:cNvSpPr>
            <p:nvPr/>
          </p:nvSpPr>
          <p:spPr>
            <a:xfrm>
              <a:off x="425096" y="3130407"/>
              <a:ext cx="1409540" cy="2772911"/>
            </a:xfrm>
            <a:prstGeom prst="roundRect">
              <a:avLst>
                <a:gd name="adj" fmla="val 5523"/>
              </a:avLst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72000" tIns="1620000" rIns="0" bIns="0" rtlCol="0" anchor="t" anchorCtr="0">
              <a:no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Ativos </a:t>
              </a:r>
              <a:b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</a:b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de Crédito analisados </a:t>
              </a:r>
              <a:b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</a:b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e estruturados </a:t>
              </a:r>
              <a:b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</a:br>
              <a:r>
                <a:rPr kumimoji="0" lang="pt-BR" sz="1100" b="0" i="1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in </a:t>
              </a:r>
              <a:r>
                <a:rPr kumimoji="0" lang="pt-BR" sz="1100" b="0" i="1" u="none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house</a:t>
              </a:r>
              <a:endParaRPr kumimoji="0" lang="pt-BR" sz="1100" b="0" i="1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endParaRPr>
            </a:p>
          </p:txBody>
        </p:sp>
        <p:sp>
          <p:nvSpPr>
            <p:cNvPr id="12" name="object 38">
              <a:extLst>
                <a:ext uri="{FF2B5EF4-FFF2-40B4-BE49-F238E27FC236}">
                  <a16:creationId xmlns:a16="http://schemas.microsoft.com/office/drawing/2014/main" id="{078758BA-C499-F413-657C-A8A8F32237E6}"/>
                </a:ext>
              </a:extLst>
            </p:cNvPr>
            <p:cNvSpPr txBox="1">
              <a:spLocks/>
            </p:cNvSpPr>
            <p:nvPr/>
          </p:nvSpPr>
          <p:spPr>
            <a:xfrm>
              <a:off x="1704724" y="3128550"/>
              <a:ext cx="1409540" cy="2772420"/>
            </a:xfrm>
            <a:prstGeom prst="roundRect">
              <a:avLst>
                <a:gd name="adj" fmla="val 6219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72000" tIns="1620000" rIns="0" bIns="0" rtlCol="0" anchor="t" anchorCtr="0">
              <a:no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FEE de estruturação </a:t>
              </a:r>
              <a:b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</a:b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revertidos </a:t>
              </a:r>
              <a:b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</a:b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100% </a:t>
              </a: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para </a:t>
              </a:r>
              <a:b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</a:b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o Fundo</a:t>
              </a:r>
            </a:p>
          </p:txBody>
        </p:sp>
        <p:sp>
          <p:nvSpPr>
            <p:cNvPr id="13" name="object 38">
              <a:extLst>
                <a:ext uri="{FF2B5EF4-FFF2-40B4-BE49-F238E27FC236}">
                  <a16:creationId xmlns:a16="http://schemas.microsoft.com/office/drawing/2014/main" id="{4D439ABB-79CE-958D-A378-3E64A2407CB8}"/>
                </a:ext>
              </a:extLst>
            </p:cNvPr>
            <p:cNvSpPr txBox="1">
              <a:spLocks/>
            </p:cNvSpPr>
            <p:nvPr/>
          </p:nvSpPr>
          <p:spPr>
            <a:xfrm>
              <a:off x="2984353" y="3130404"/>
              <a:ext cx="1409540" cy="2772420"/>
            </a:xfrm>
            <a:prstGeom prst="roundRect">
              <a:avLst>
                <a:gd name="adj" fmla="val 7612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72000" tIns="1620000" rIns="0" bIns="0" rtlCol="0" anchor="t" anchorCtr="0">
              <a:no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Assimetria de </a:t>
              </a:r>
              <a:b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</a:b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risco e retorno: </a:t>
              </a:r>
              <a:b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</a:br>
              <a:r>
                <a:rPr kumimoji="0" lang="pt-BR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Cota Meza vs. Cota Sênior</a:t>
              </a:r>
            </a:p>
          </p:txBody>
        </p:sp>
        <p:sp>
          <p:nvSpPr>
            <p:cNvPr id="16" name="object 38">
              <a:extLst>
                <a:ext uri="{FF2B5EF4-FFF2-40B4-BE49-F238E27FC236}">
                  <a16:creationId xmlns:a16="http://schemas.microsoft.com/office/drawing/2014/main" id="{0B75C75D-2AF6-356E-6960-D7F6D3BBAE20}"/>
                </a:ext>
              </a:extLst>
            </p:cNvPr>
            <p:cNvSpPr txBox="1">
              <a:spLocks/>
            </p:cNvSpPr>
            <p:nvPr/>
          </p:nvSpPr>
          <p:spPr>
            <a:xfrm>
              <a:off x="4263981" y="3130404"/>
              <a:ext cx="1409540" cy="2772420"/>
            </a:xfrm>
            <a:prstGeom prst="roundRect">
              <a:avLst>
                <a:gd name="adj" fmla="val 6916"/>
              </a:avLst>
            </a:prstGeom>
            <a:solidFill>
              <a:srgbClr val="1F1F1F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72000" tIns="1620000" rIns="0" bIns="0" rtlCol="0" anchor="t" anchorCtr="0">
              <a:no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Sem </a:t>
              </a:r>
              <a:b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</a:b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incidência </a:t>
              </a:r>
              <a:b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</a:b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de </a:t>
              </a:r>
              <a:r>
                <a:rPr kumimoji="0" lang="pt-BR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come-cotas</a:t>
              </a:r>
            </a:p>
          </p:txBody>
        </p:sp>
        <p:sp>
          <p:nvSpPr>
            <p:cNvPr id="17" name="object 38">
              <a:extLst>
                <a:ext uri="{FF2B5EF4-FFF2-40B4-BE49-F238E27FC236}">
                  <a16:creationId xmlns:a16="http://schemas.microsoft.com/office/drawing/2014/main" id="{B5A7FDCC-2C97-3293-950B-0051D442498D}"/>
                </a:ext>
              </a:extLst>
            </p:cNvPr>
            <p:cNvSpPr txBox="1">
              <a:spLocks/>
            </p:cNvSpPr>
            <p:nvPr/>
          </p:nvSpPr>
          <p:spPr>
            <a:xfrm>
              <a:off x="5543607" y="3128550"/>
              <a:ext cx="1409540" cy="2772420"/>
            </a:xfrm>
            <a:prstGeom prst="roundRect">
              <a:avLst>
                <a:gd name="adj" fmla="val 5523"/>
              </a:avLst>
            </a:prstGeom>
            <a:solidFill>
              <a:schemeClr val="tx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72000" tIns="1620000" rIns="0" bIns="0" rtlCol="0" anchor="t" anchorCtr="0">
              <a:no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l" defTabSz="914272" rtl="0" eaLnBrk="1" fontAlgn="auto" latinLnBrk="0" hangingPunct="1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Busca </a:t>
              </a:r>
              <a:b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</a:b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melhor relação </a:t>
              </a:r>
              <a:b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</a:br>
              <a:r>
                <a:rPr kumimoji="0" lang="pt-BR" sz="11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de </a:t>
              </a:r>
              <a:r>
                <a:rPr kumimoji="0" lang="pt-BR" sz="11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risco e retorno</a:t>
              </a:r>
            </a:p>
          </p:txBody>
        </p:sp>
      </p:grpSp>
      <p:sp>
        <p:nvSpPr>
          <p:cNvPr id="28" name="object 29">
            <a:extLst>
              <a:ext uri="{FF2B5EF4-FFF2-40B4-BE49-F238E27FC236}">
                <a16:creationId xmlns:a16="http://schemas.microsoft.com/office/drawing/2014/main" id="{E26B3D5B-B538-CF30-C9D6-6FF65105586F}"/>
              </a:ext>
            </a:extLst>
          </p:cNvPr>
          <p:cNvSpPr txBox="1"/>
          <p:nvPr/>
        </p:nvSpPr>
        <p:spPr>
          <a:xfrm>
            <a:off x="434045" y="3207216"/>
            <a:ext cx="4491760" cy="345942"/>
          </a:xfrm>
          <a:prstGeom prst="rect">
            <a:avLst/>
          </a:prstGeom>
        </p:spPr>
        <p:txBody>
          <a:bodyPr vert="horz" wrap="square" lIns="0" tIns="7316" rIns="0" bIns="0" rtlCol="0" anchor="t">
            <a:spAutoFit/>
          </a:bodyPr>
          <a:lstStyle/>
          <a:p>
            <a:pPr marL="7620" marR="2540" lvl="0" indent="0" algn="l" defTabSz="554415" rtl="0" eaLnBrk="1" fontAlgn="auto" latinLnBrk="0" hangingPunct="1">
              <a:lnSpc>
                <a:spcPct val="1004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Investimento em operações de crédito estruturado,</a:t>
            </a:r>
            <a:b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</a:rPr>
            </a:b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 com ênfase em garantias reais, avais e recebíveis.</a:t>
            </a: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Versos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F0791EF-72C8-FFC0-9AF0-94939730BCAC}"/>
              </a:ext>
            </a:extLst>
          </p:cNvPr>
          <p:cNvGrpSpPr/>
          <p:nvPr/>
        </p:nvGrpSpPr>
        <p:grpSpPr>
          <a:xfrm>
            <a:off x="5418612" y="6051665"/>
            <a:ext cx="843094" cy="134885"/>
            <a:chOff x="5469775" y="6051665"/>
            <a:chExt cx="843094" cy="134885"/>
          </a:xfrm>
          <a:solidFill>
            <a:schemeClr val="bg1">
              <a:lumMod val="65000"/>
            </a:schemeClr>
          </a:solidFill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2B936AD-5BB3-D263-BA02-2AACE11650D0}"/>
                </a:ext>
              </a:extLst>
            </p:cNvPr>
            <p:cNvSpPr/>
            <p:nvPr/>
          </p:nvSpPr>
          <p:spPr>
            <a:xfrm>
              <a:off x="5469775" y="6051665"/>
              <a:ext cx="134885" cy="13488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A11B8D3-A446-FB5E-7B3B-554C9BE47A8C}"/>
                </a:ext>
              </a:extLst>
            </p:cNvPr>
            <p:cNvSpPr/>
            <p:nvPr/>
          </p:nvSpPr>
          <p:spPr>
            <a:xfrm>
              <a:off x="5646827" y="6051665"/>
              <a:ext cx="134885" cy="134885"/>
            </a:xfrm>
            <a:prstGeom prst="ellipse">
              <a:avLst/>
            </a:prstGeom>
            <a:grp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E112DBF2-9D24-3550-8BDA-04BF34B772F6}"/>
                </a:ext>
              </a:extLst>
            </p:cNvPr>
            <p:cNvSpPr/>
            <p:nvPr/>
          </p:nvSpPr>
          <p:spPr>
            <a:xfrm>
              <a:off x="5823879" y="6051665"/>
              <a:ext cx="134885" cy="134885"/>
            </a:xfrm>
            <a:prstGeom prst="ellipse">
              <a:avLst/>
            </a:prstGeom>
            <a:grp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D91635E-4364-AA7F-0B84-93F940BEB835}"/>
                </a:ext>
              </a:extLst>
            </p:cNvPr>
            <p:cNvSpPr/>
            <p:nvPr/>
          </p:nvSpPr>
          <p:spPr>
            <a:xfrm>
              <a:off x="6000931" y="6051665"/>
              <a:ext cx="134885" cy="134885"/>
            </a:xfrm>
            <a:prstGeom prst="ellipse">
              <a:avLst/>
            </a:prstGeom>
            <a:grp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ABE9E3-FB5F-13EF-9F53-90765250BEAF}"/>
                </a:ext>
              </a:extLst>
            </p:cNvPr>
            <p:cNvSpPr/>
            <p:nvPr/>
          </p:nvSpPr>
          <p:spPr>
            <a:xfrm>
              <a:off x="6177984" y="6051665"/>
              <a:ext cx="134885" cy="134885"/>
            </a:xfrm>
            <a:prstGeom prst="ellipse">
              <a:avLst/>
            </a:prstGeom>
            <a:grp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AF97B30-0FA6-6FE1-B6FF-199856BCA1F3}"/>
              </a:ext>
            </a:extLst>
          </p:cNvPr>
          <p:cNvGrpSpPr/>
          <p:nvPr/>
        </p:nvGrpSpPr>
        <p:grpSpPr>
          <a:xfrm>
            <a:off x="6682735" y="6051665"/>
            <a:ext cx="843094" cy="134885"/>
            <a:chOff x="5469775" y="6051665"/>
            <a:chExt cx="843094" cy="134885"/>
          </a:xfrm>
          <a:solidFill>
            <a:schemeClr val="bg1">
              <a:lumMod val="65000"/>
            </a:schemeClr>
          </a:solidFill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55BA8A8-1FBE-39F2-E02A-E68C7D8749D3}"/>
                </a:ext>
              </a:extLst>
            </p:cNvPr>
            <p:cNvSpPr/>
            <p:nvPr/>
          </p:nvSpPr>
          <p:spPr>
            <a:xfrm>
              <a:off x="5469775" y="6051665"/>
              <a:ext cx="134885" cy="13488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6E4BC94-4964-0E58-5451-84810D371A0A}"/>
                </a:ext>
              </a:extLst>
            </p:cNvPr>
            <p:cNvSpPr/>
            <p:nvPr/>
          </p:nvSpPr>
          <p:spPr>
            <a:xfrm>
              <a:off x="5646827" y="6051665"/>
              <a:ext cx="134885" cy="13488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036FBCE5-C3CF-D6DF-98A3-32DD53C0B631}"/>
                </a:ext>
              </a:extLst>
            </p:cNvPr>
            <p:cNvSpPr/>
            <p:nvPr/>
          </p:nvSpPr>
          <p:spPr>
            <a:xfrm>
              <a:off x="5823879" y="6051665"/>
              <a:ext cx="134885" cy="134885"/>
            </a:xfrm>
            <a:prstGeom prst="ellipse">
              <a:avLst/>
            </a:prstGeom>
            <a:grp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FAA750B3-6F8B-0D7B-3AE1-6DE834652CE9}"/>
                </a:ext>
              </a:extLst>
            </p:cNvPr>
            <p:cNvSpPr/>
            <p:nvPr/>
          </p:nvSpPr>
          <p:spPr>
            <a:xfrm>
              <a:off x="6000931" y="6051665"/>
              <a:ext cx="134885" cy="134885"/>
            </a:xfrm>
            <a:prstGeom prst="ellipse">
              <a:avLst/>
            </a:prstGeom>
            <a:grp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CD80E16-1B8F-21D2-7D08-6AE3762FEC31}"/>
                </a:ext>
              </a:extLst>
            </p:cNvPr>
            <p:cNvSpPr/>
            <p:nvPr/>
          </p:nvSpPr>
          <p:spPr>
            <a:xfrm>
              <a:off x="6177984" y="6051665"/>
              <a:ext cx="134885" cy="134885"/>
            </a:xfrm>
            <a:prstGeom prst="ellipse">
              <a:avLst/>
            </a:prstGeom>
            <a:grp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1E29EB4-3FE3-B420-8C82-CD445E173F58}"/>
              </a:ext>
            </a:extLst>
          </p:cNvPr>
          <p:cNvGrpSpPr/>
          <p:nvPr/>
        </p:nvGrpSpPr>
        <p:grpSpPr>
          <a:xfrm>
            <a:off x="7988412" y="6051664"/>
            <a:ext cx="843094" cy="134885"/>
            <a:chOff x="5469775" y="6051665"/>
            <a:chExt cx="843094" cy="134885"/>
          </a:xfrm>
          <a:solidFill>
            <a:schemeClr val="bg1">
              <a:lumMod val="65000"/>
            </a:schemeClr>
          </a:solidFill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B0364567-0B86-6D21-3A20-4003ACACD2FE}"/>
                </a:ext>
              </a:extLst>
            </p:cNvPr>
            <p:cNvSpPr/>
            <p:nvPr/>
          </p:nvSpPr>
          <p:spPr>
            <a:xfrm>
              <a:off x="5469775" y="6051665"/>
              <a:ext cx="134885" cy="13488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B9E4EBBC-D7C4-34F3-1952-327CD37CD63C}"/>
                </a:ext>
              </a:extLst>
            </p:cNvPr>
            <p:cNvSpPr/>
            <p:nvPr/>
          </p:nvSpPr>
          <p:spPr>
            <a:xfrm>
              <a:off x="5646827" y="6051665"/>
              <a:ext cx="134885" cy="13488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CEA3CA56-700C-6D27-D515-F4A41D6C76D8}"/>
                </a:ext>
              </a:extLst>
            </p:cNvPr>
            <p:cNvSpPr/>
            <p:nvPr/>
          </p:nvSpPr>
          <p:spPr>
            <a:xfrm>
              <a:off x="5823879" y="6051665"/>
              <a:ext cx="134885" cy="13488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3104E58-05ED-A580-CB85-15147432EC25}"/>
                </a:ext>
              </a:extLst>
            </p:cNvPr>
            <p:cNvSpPr/>
            <p:nvPr/>
          </p:nvSpPr>
          <p:spPr>
            <a:xfrm>
              <a:off x="6000931" y="6051665"/>
              <a:ext cx="134885" cy="134885"/>
            </a:xfrm>
            <a:prstGeom prst="ellipse">
              <a:avLst/>
            </a:prstGeom>
            <a:grp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C5FEE8C9-A47D-4BDD-55F4-61298C845299}"/>
                </a:ext>
              </a:extLst>
            </p:cNvPr>
            <p:cNvSpPr/>
            <p:nvPr/>
          </p:nvSpPr>
          <p:spPr>
            <a:xfrm>
              <a:off x="6177984" y="6051665"/>
              <a:ext cx="134885" cy="134885"/>
            </a:xfrm>
            <a:prstGeom prst="ellipse">
              <a:avLst/>
            </a:prstGeom>
            <a:grp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06A3290-73DE-6EF3-F7C9-A2C8373803BA}"/>
              </a:ext>
            </a:extLst>
          </p:cNvPr>
          <p:cNvGrpSpPr/>
          <p:nvPr/>
        </p:nvGrpSpPr>
        <p:grpSpPr>
          <a:xfrm>
            <a:off x="9278242" y="6051664"/>
            <a:ext cx="843094" cy="134885"/>
            <a:chOff x="5469775" y="6051665"/>
            <a:chExt cx="843094" cy="134885"/>
          </a:xfrm>
          <a:solidFill>
            <a:schemeClr val="bg1">
              <a:lumMod val="65000"/>
            </a:schemeClr>
          </a:solidFill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67569B58-E590-AEB5-3BDE-F16D6CDE2844}"/>
                </a:ext>
              </a:extLst>
            </p:cNvPr>
            <p:cNvSpPr/>
            <p:nvPr/>
          </p:nvSpPr>
          <p:spPr>
            <a:xfrm>
              <a:off x="5469775" y="6051665"/>
              <a:ext cx="134885" cy="13488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103CC30-1065-EDA7-9774-124CE35A2D24}"/>
                </a:ext>
              </a:extLst>
            </p:cNvPr>
            <p:cNvSpPr/>
            <p:nvPr/>
          </p:nvSpPr>
          <p:spPr>
            <a:xfrm>
              <a:off x="5646827" y="6051665"/>
              <a:ext cx="134885" cy="13488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2B5108C-BC5D-0D67-E459-E3759686B61C}"/>
                </a:ext>
              </a:extLst>
            </p:cNvPr>
            <p:cNvSpPr/>
            <p:nvPr/>
          </p:nvSpPr>
          <p:spPr>
            <a:xfrm>
              <a:off x="5823879" y="6051665"/>
              <a:ext cx="134885" cy="13488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DBE2D9B-B205-656D-F9A6-EC6DF6F2551F}"/>
                </a:ext>
              </a:extLst>
            </p:cNvPr>
            <p:cNvSpPr/>
            <p:nvPr/>
          </p:nvSpPr>
          <p:spPr>
            <a:xfrm>
              <a:off x="6000931" y="6051665"/>
              <a:ext cx="134885" cy="13488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6DEBA7D4-1F70-00CC-D031-E2AACFD00EF1}"/>
                </a:ext>
              </a:extLst>
            </p:cNvPr>
            <p:cNvSpPr/>
            <p:nvPr/>
          </p:nvSpPr>
          <p:spPr>
            <a:xfrm>
              <a:off x="6177984" y="6051665"/>
              <a:ext cx="134885" cy="134885"/>
            </a:xfrm>
            <a:prstGeom prst="ellipse">
              <a:avLst/>
            </a:prstGeom>
            <a:grp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FAD09A6-A6BD-7501-36DD-D6C95DFF1072}"/>
              </a:ext>
            </a:extLst>
          </p:cNvPr>
          <p:cNvGrpSpPr/>
          <p:nvPr/>
        </p:nvGrpSpPr>
        <p:grpSpPr>
          <a:xfrm>
            <a:off x="10555004" y="6051664"/>
            <a:ext cx="843094" cy="134885"/>
            <a:chOff x="5469775" y="6051665"/>
            <a:chExt cx="843094" cy="134885"/>
          </a:xfrm>
          <a:solidFill>
            <a:schemeClr val="accent1">
              <a:lumMod val="75000"/>
            </a:schemeClr>
          </a:solidFill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4432B21-431A-578A-1B7F-F053440A91ED}"/>
                </a:ext>
              </a:extLst>
            </p:cNvPr>
            <p:cNvSpPr/>
            <p:nvPr/>
          </p:nvSpPr>
          <p:spPr>
            <a:xfrm>
              <a:off x="5469775" y="6051665"/>
              <a:ext cx="134885" cy="134885"/>
            </a:xfrm>
            <a:prstGeom prst="ellipse">
              <a:avLst/>
            </a:prstGeom>
            <a:grp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7F0D5190-C4F0-5DF2-D5CB-AF96885D592C}"/>
                </a:ext>
              </a:extLst>
            </p:cNvPr>
            <p:cNvSpPr/>
            <p:nvPr/>
          </p:nvSpPr>
          <p:spPr>
            <a:xfrm>
              <a:off x="5646827" y="6051665"/>
              <a:ext cx="134885" cy="134885"/>
            </a:xfrm>
            <a:prstGeom prst="ellipse">
              <a:avLst/>
            </a:prstGeom>
            <a:grp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3381444-BA7C-688F-A910-D69EF4A1DDBD}"/>
                </a:ext>
              </a:extLst>
            </p:cNvPr>
            <p:cNvSpPr/>
            <p:nvPr/>
          </p:nvSpPr>
          <p:spPr>
            <a:xfrm>
              <a:off x="5823879" y="6051665"/>
              <a:ext cx="134885" cy="134885"/>
            </a:xfrm>
            <a:prstGeom prst="ellipse">
              <a:avLst/>
            </a:prstGeom>
            <a:grp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DAFC825-25DA-7E64-1F5D-C5C494996966}"/>
                </a:ext>
              </a:extLst>
            </p:cNvPr>
            <p:cNvSpPr/>
            <p:nvPr/>
          </p:nvSpPr>
          <p:spPr>
            <a:xfrm>
              <a:off x="6000931" y="6051665"/>
              <a:ext cx="134885" cy="134885"/>
            </a:xfrm>
            <a:prstGeom prst="ellipse">
              <a:avLst/>
            </a:prstGeom>
            <a:grp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CF74E37F-D755-F928-69B4-575368ADC31F}"/>
                </a:ext>
              </a:extLst>
            </p:cNvPr>
            <p:cNvSpPr/>
            <p:nvPr/>
          </p:nvSpPr>
          <p:spPr>
            <a:xfrm>
              <a:off x="6177984" y="6051665"/>
              <a:ext cx="134885" cy="134885"/>
            </a:xfrm>
            <a:prstGeom prst="ellipse">
              <a:avLst/>
            </a:prstGeom>
            <a:grp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2EBEE733-1D67-75D8-E494-C812D355899B}"/>
              </a:ext>
            </a:extLst>
          </p:cNvPr>
          <p:cNvCxnSpPr/>
          <p:nvPr/>
        </p:nvCxnSpPr>
        <p:spPr>
          <a:xfrm>
            <a:off x="5418612" y="4575845"/>
            <a:ext cx="70820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Straight Connector 513">
            <a:extLst>
              <a:ext uri="{FF2B5EF4-FFF2-40B4-BE49-F238E27FC236}">
                <a16:creationId xmlns:a16="http://schemas.microsoft.com/office/drawing/2014/main" id="{84F04646-7993-8CAD-3D6D-32B1D89F88AE}"/>
              </a:ext>
            </a:extLst>
          </p:cNvPr>
          <p:cNvCxnSpPr/>
          <p:nvPr/>
        </p:nvCxnSpPr>
        <p:spPr>
          <a:xfrm>
            <a:off x="6697216" y="4575845"/>
            <a:ext cx="70820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874AA416-2980-F224-3AFE-B37792112F6C}"/>
              </a:ext>
            </a:extLst>
          </p:cNvPr>
          <p:cNvCxnSpPr/>
          <p:nvPr/>
        </p:nvCxnSpPr>
        <p:spPr>
          <a:xfrm>
            <a:off x="7988411" y="4392965"/>
            <a:ext cx="70820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Straight Connector 515">
            <a:extLst>
              <a:ext uri="{FF2B5EF4-FFF2-40B4-BE49-F238E27FC236}">
                <a16:creationId xmlns:a16="http://schemas.microsoft.com/office/drawing/2014/main" id="{BA78E9BB-EC0C-8C0F-CF47-E48828E59A82}"/>
              </a:ext>
            </a:extLst>
          </p:cNvPr>
          <p:cNvCxnSpPr/>
          <p:nvPr/>
        </p:nvCxnSpPr>
        <p:spPr>
          <a:xfrm>
            <a:off x="10555004" y="4193460"/>
            <a:ext cx="70820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Connector 518">
            <a:extLst>
              <a:ext uri="{FF2B5EF4-FFF2-40B4-BE49-F238E27FC236}">
                <a16:creationId xmlns:a16="http://schemas.microsoft.com/office/drawing/2014/main" id="{DB284281-5F83-1D4B-A6F1-147FB69A7F1C}"/>
              </a:ext>
            </a:extLst>
          </p:cNvPr>
          <p:cNvCxnSpPr/>
          <p:nvPr/>
        </p:nvCxnSpPr>
        <p:spPr>
          <a:xfrm>
            <a:off x="9271531" y="4193460"/>
            <a:ext cx="708209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24C91716-3146-5B83-FF31-40E89B61DACE}"/>
              </a:ext>
            </a:extLst>
          </p:cNvPr>
          <p:cNvCxnSpPr/>
          <p:nvPr/>
        </p:nvCxnSpPr>
        <p:spPr>
          <a:xfrm>
            <a:off x="7525829" y="1704109"/>
            <a:ext cx="433120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phic 1">
            <a:extLst>
              <a:ext uri="{FF2B5EF4-FFF2-40B4-BE49-F238E27FC236}">
                <a16:creationId xmlns:a16="http://schemas.microsoft.com/office/drawing/2014/main" id="{EB0977FE-8C1F-FA11-51A1-8EC48DD017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217111">
            <a:off x="327651" y="3134991"/>
            <a:ext cx="11536699" cy="58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8170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3A05F-E2C6-69FB-4DC4-32CED15AD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53504735"/>
              </p:ext>
            </p:extLst>
          </p:nvPr>
        </p:nvGraphicFramePr>
        <p:xfrm>
          <a:off x="334962" y="2913511"/>
          <a:ext cx="11513294" cy="33952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60" name="Oval 559">
            <a:extLst>
              <a:ext uri="{FF2B5EF4-FFF2-40B4-BE49-F238E27FC236}">
                <a16:creationId xmlns:a16="http://schemas.microsoft.com/office/drawing/2014/main" id="{1AE52798-7C0E-E409-EC55-82F788A4EF75}"/>
              </a:ext>
            </a:extLst>
          </p:cNvPr>
          <p:cNvSpPr/>
          <p:nvPr/>
        </p:nvSpPr>
        <p:spPr>
          <a:xfrm>
            <a:off x="-1005252" y="-616491"/>
            <a:ext cx="2040852" cy="2040852"/>
          </a:xfrm>
          <a:prstGeom prst="ellipse">
            <a:avLst/>
          </a:prstGeom>
          <a:solidFill>
            <a:schemeClr val="accent2">
              <a:alpha val="28000"/>
            </a:schemeClr>
          </a:solidFill>
          <a:ln>
            <a:noFill/>
          </a:ln>
          <a:effectLst>
            <a:glow>
              <a:schemeClr val="accent1">
                <a:alpha val="40000"/>
              </a:schemeClr>
            </a:glo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55" name="object 61">
            <a:extLst>
              <a:ext uri="{FF2B5EF4-FFF2-40B4-BE49-F238E27FC236}">
                <a16:creationId xmlns:a16="http://schemas.microsoft.com/office/drawing/2014/main" id="{182608DC-B03B-0397-A2E2-419F3B3E0920}"/>
              </a:ext>
            </a:extLst>
          </p:cNvPr>
          <p:cNvSpPr txBox="1"/>
          <p:nvPr/>
        </p:nvSpPr>
        <p:spPr>
          <a:xfrm>
            <a:off x="343744" y="2420210"/>
            <a:ext cx="2396715" cy="195550"/>
          </a:xfrm>
          <a:prstGeom prst="rect">
            <a:avLst/>
          </a:prstGeom>
        </p:spPr>
        <p:txBody>
          <a:bodyPr vert="horz" wrap="square" lIns="0" tIns="10779" rIns="0" bIns="0" rtlCol="0">
            <a:spAutoFit/>
          </a:bodyPr>
          <a:lstStyle/>
          <a:p>
            <a:pPr marL="7701" marR="0" lvl="0" indent="0" algn="l" defTabSz="554415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Desempenho histórico (%)</a:t>
            </a:r>
          </a:p>
        </p:txBody>
      </p:sp>
      <p:sp>
        <p:nvSpPr>
          <p:cNvPr id="56" name="object 62">
            <a:extLst>
              <a:ext uri="{FF2B5EF4-FFF2-40B4-BE49-F238E27FC236}">
                <a16:creationId xmlns:a16="http://schemas.microsoft.com/office/drawing/2014/main" id="{C687C150-BACC-3867-955E-169D88D079AD}"/>
              </a:ext>
            </a:extLst>
          </p:cNvPr>
          <p:cNvSpPr/>
          <p:nvPr/>
        </p:nvSpPr>
        <p:spPr>
          <a:xfrm>
            <a:off x="343743" y="2671978"/>
            <a:ext cx="11542483" cy="701801"/>
          </a:xfrm>
          <a:custGeom>
            <a:avLst/>
            <a:gdLst/>
            <a:ahLst/>
            <a:cxnLst/>
            <a:rect l="l" t="t" r="r" b="b"/>
            <a:pathLst>
              <a:path w="2414269">
                <a:moveTo>
                  <a:pt x="0" y="0"/>
                </a:moveTo>
                <a:lnTo>
                  <a:pt x="2413926" y="0"/>
                </a:lnTo>
              </a:path>
            </a:pathLst>
          </a:custGeom>
          <a:ln w="10470">
            <a:solidFill>
              <a:schemeClr val="accent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6" name="object 38">
            <a:extLst>
              <a:ext uri="{FF2B5EF4-FFF2-40B4-BE49-F238E27FC236}">
                <a16:creationId xmlns:a16="http://schemas.microsoft.com/office/drawing/2014/main" id="{60A851E8-28B9-E75B-CFE8-D2104958883B}"/>
              </a:ext>
            </a:extLst>
          </p:cNvPr>
          <p:cNvSpPr txBox="1">
            <a:spLocks/>
          </p:cNvSpPr>
          <p:nvPr/>
        </p:nvSpPr>
        <p:spPr>
          <a:xfrm>
            <a:off x="10587856" y="711121"/>
            <a:ext cx="1270604" cy="1384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27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Data de início: </a:t>
            </a: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j-ea"/>
                <a:cs typeface="+mj-cs"/>
                <a:sym typeface="Arial"/>
              </a:rPr>
              <a:t>30/04/2025</a:t>
            </a:r>
          </a:p>
        </p:txBody>
      </p:sp>
      <p:grpSp>
        <p:nvGrpSpPr>
          <p:cNvPr id="522" name="Group 521">
            <a:extLst>
              <a:ext uri="{FF2B5EF4-FFF2-40B4-BE49-F238E27FC236}">
                <a16:creationId xmlns:a16="http://schemas.microsoft.com/office/drawing/2014/main" id="{3BE83C49-9ECD-8600-1002-CE21C9995073}"/>
              </a:ext>
            </a:extLst>
          </p:cNvPr>
          <p:cNvGrpSpPr/>
          <p:nvPr/>
        </p:nvGrpSpPr>
        <p:grpSpPr>
          <a:xfrm>
            <a:off x="622685" y="1070325"/>
            <a:ext cx="2810849" cy="731682"/>
            <a:chOff x="4350971" y="2503144"/>
            <a:chExt cx="3338707" cy="869086"/>
          </a:xfrm>
        </p:grpSpPr>
        <p:grpSp>
          <p:nvGrpSpPr>
            <p:cNvPr id="523" name="Graphic 4">
              <a:extLst>
                <a:ext uri="{FF2B5EF4-FFF2-40B4-BE49-F238E27FC236}">
                  <a16:creationId xmlns:a16="http://schemas.microsoft.com/office/drawing/2014/main" id="{62C460C6-3761-7B50-C574-BD5022148051}"/>
                </a:ext>
              </a:extLst>
            </p:cNvPr>
            <p:cNvGrpSpPr/>
            <p:nvPr/>
          </p:nvGrpSpPr>
          <p:grpSpPr>
            <a:xfrm>
              <a:off x="4351463" y="2757251"/>
              <a:ext cx="3338215" cy="614979"/>
              <a:chOff x="4351463" y="2757251"/>
              <a:chExt cx="3338215" cy="614979"/>
            </a:xfrm>
          </p:grpSpPr>
          <p:grpSp>
            <p:nvGrpSpPr>
              <p:cNvPr id="554" name="Graphic 4">
                <a:extLst>
                  <a:ext uri="{FF2B5EF4-FFF2-40B4-BE49-F238E27FC236}">
                    <a16:creationId xmlns:a16="http://schemas.microsoft.com/office/drawing/2014/main" id="{FA65287B-09E1-B128-9480-8B23D37DB478}"/>
                  </a:ext>
                </a:extLst>
              </p:cNvPr>
              <p:cNvGrpSpPr/>
              <p:nvPr/>
            </p:nvGrpSpPr>
            <p:grpSpPr>
              <a:xfrm>
                <a:off x="6276228" y="2757251"/>
                <a:ext cx="1413450" cy="614979"/>
                <a:chOff x="6276228" y="2757251"/>
                <a:chExt cx="1413450" cy="614979"/>
              </a:xfrm>
              <a:solidFill>
                <a:srgbClr val="FFFFFF"/>
              </a:solidFill>
            </p:grpSpPr>
            <p:sp>
              <p:nvSpPr>
                <p:cNvPr id="572" name="Freeform: Shape 571">
                  <a:extLst>
                    <a:ext uri="{FF2B5EF4-FFF2-40B4-BE49-F238E27FC236}">
                      <a16:creationId xmlns:a16="http://schemas.microsoft.com/office/drawing/2014/main" id="{188ED13A-7476-CE9E-D6BF-2375D818955C}"/>
                    </a:ext>
                  </a:extLst>
                </p:cNvPr>
                <p:cNvSpPr/>
                <p:nvPr/>
              </p:nvSpPr>
              <p:spPr>
                <a:xfrm>
                  <a:off x="6276228" y="2757251"/>
                  <a:ext cx="248054" cy="604841"/>
                </a:xfrm>
                <a:custGeom>
                  <a:avLst/>
                  <a:gdLst>
                    <a:gd name="csX0" fmla="*/ 223405 w 248054"/>
                    <a:gd name="csY0" fmla="*/ 19117 h 604841"/>
                    <a:gd name="csX1" fmla="*/ 141869 w 248054"/>
                    <a:gd name="csY1" fmla="*/ 0 h 604841"/>
                    <a:gd name="csX2" fmla="*/ 0 w 248054"/>
                    <a:gd name="csY2" fmla="*/ 9356 h 604841"/>
                    <a:gd name="csX3" fmla="*/ 0 w 248054"/>
                    <a:gd name="csY3" fmla="*/ 112991 h 604841"/>
                    <a:gd name="csX4" fmla="*/ 129125 w 248054"/>
                    <a:gd name="csY4" fmla="*/ 112991 h 604841"/>
                    <a:gd name="csX5" fmla="*/ 129125 w 248054"/>
                    <a:gd name="csY5" fmla="*/ 604842 h 604841"/>
                    <a:gd name="csX6" fmla="*/ 248054 w 248054"/>
                    <a:gd name="csY6" fmla="*/ 604842 h 604841"/>
                    <a:gd name="csX7" fmla="*/ 248054 w 248054"/>
                    <a:gd name="csY7" fmla="*/ 83245 h 604841"/>
                    <a:gd name="csX8" fmla="*/ 223434 w 248054"/>
                    <a:gd name="csY8" fmla="*/ 19117 h 6048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248054" h="604841">
                      <a:moveTo>
                        <a:pt x="223405" y="19117"/>
                      </a:moveTo>
                      <a:cubicBezTo>
                        <a:pt x="206982" y="6372"/>
                        <a:pt x="179784" y="0"/>
                        <a:pt x="141869" y="0"/>
                      </a:cubicBezTo>
                      <a:cubicBezTo>
                        <a:pt x="90341" y="0"/>
                        <a:pt x="43042" y="3128"/>
                        <a:pt x="0" y="9356"/>
                      </a:cubicBezTo>
                      <a:lnTo>
                        <a:pt x="0" y="112991"/>
                      </a:lnTo>
                      <a:lnTo>
                        <a:pt x="129125" y="112991"/>
                      </a:lnTo>
                      <a:lnTo>
                        <a:pt x="129125" y="604842"/>
                      </a:lnTo>
                      <a:lnTo>
                        <a:pt x="248054" y="604842"/>
                      </a:lnTo>
                      <a:lnTo>
                        <a:pt x="248054" y="83245"/>
                      </a:lnTo>
                      <a:cubicBezTo>
                        <a:pt x="248054" y="53237"/>
                        <a:pt x="239828" y="31861"/>
                        <a:pt x="223434" y="19117"/>
                      </a:cubicBezTo>
                    </a:path>
                  </a:pathLst>
                </a:custGeom>
                <a:solidFill>
                  <a:srgbClr val="FFFFFF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73" name="Freeform: Shape 572">
                  <a:extLst>
                    <a:ext uri="{FF2B5EF4-FFF2-40B4-BE49-F238E27FC236}">
                      <a16:creationId xmlns:a16="http://schemas.microsoft.com/office/drawing/2014/main" id="{80494339-9DE8-CBED-A5AF-687E7054B071}"/>
                    </a:ext>
                  </a:extLst>
                </p:cNvPr>
                <p:cNvSpPr/>
                <p:nvPr/>
              </p:nvSpPr>
              <p:spPr>
                <a:xfrm>
                  <a:off x="6629569" y="2757251"/>
                  <a:ext cx="480814" cy="614921"/>
                </a:xfrm>
                <a:custGeom>
                  <a:avLst/>
                  <a:gdLst>
                    <a:gd name="csX0" fmla="*/ 360177 w 480814"/>
                    <a:gd name="csY0" fmla="*/ 292196 h 614921"/>
                    <a:gd name="csX1" fmla="*/ 360177 w 480814"/>
                    <a:gd name="csY1" fmla="*/ 288807 h 614921"/>
                    <a:gd name="csX2" fmla="*/ 435340 w 480814"/>
                    <a:gd name="csY2" fmla="*/ 244636 h 614921"/>
                    <a:gd name="csX3" fmla="*/ 463812 w 480814"/>
                    <a:gd name="csY3" fmla="*/ 161392 h 614921"/>
                    <a:gd name="csX4" fmla="*/ 436615 w 480814"/>
                    <a:gd name="csY4" fmla="*/ 77307 h 614921"/>
                    <a:gd name="csX5" fmla="*/ 358902 w 480814"/>
                    <a:gd name="csY5" fmla="*/ 20391 h 614921"/>
                    <a:gd name="csX6" fmla="*/ 240407 w 480814"/>
                    <a:gd name="csY6" fmla="*/ 0 h 614921"/>
                    <a:gd name="csX7" fmla="*/ 121478 w 480814"/>
                    <a:gd name="csY7" fmla="*/ 20391 h 614921"/>
                    <a:gd name="csX8" fmla="*/ 44606 w 480814"/>
                    <a:gd name="csY8" fmla="*/ 77307 h 614921"/>
                    <a:gd name="csX9" fmla="*/ 17842 w 480814"/>
                    <a:gd name="csY9" fmla="*/ 161392 h 614921"/>
                    <a:gd name="csX10" fmla="*/ 45880 w 480814"/>
                    <a:gd name="csY10" fmla="*/ 242087 h 614921"/>
                    <a:gd name="csX11" fmla="*/ 121478 w 480814"/>
                    <a:gd name="csY11" fmla="*/ 289647 h 614921"/>
                    <a:gd name="csX12" fmla="*/ 121478 w 480814"/>
                    <a:gd name="csY12" fmla="*/ 293036 h 614921"/>
                    <a:gd name="csX13" fmla="*/ 33136 w 480814"/>
                    <a:gd name="csY13" fmla="*/ 344420 h 614921"/>
                    <a:gd name="csX14" fmla="*/ 0 w 480814"/>
                    <a:gd name="csY14" fmla="*/ 439974 h 614921"/>
                    <a:gd name="csX15" fmla="*/ 29718 w 480814"/>
                    <a:gd name="csY15" fmla="*/ 531271 h 614921"/>
                    <a:gd name="csX16" fmla="*/ 113831 w 480814"/>
                    <a:gd name="csY16" fmla="*/ 592850 h 614921"/>
                    <a:gd name="csX17" fmla="*/ 240407 w 480814"/>
                    <a:gd name="csY17" fmla="*/ 614921 h 614921"/>
                    <a:gd name="csX18" fmla="*/ 367823 w 480814"/>
                    <a:gd name="csY18" fmla="*/ 592850 h 614921"/>
                    <a:gd name="csX19" fmla="*/ 451502 w 480814"/>
                    <a:gd name="csY19" fmla="*/ 530837 h 614921"/>
                    <a:gd name="csX20" fmla="*/ 480815 w 480814"/>
                    <a:gd name="csY20" fmla="*/ 439945 h 614921"/>
                    <a:gd name="csX21" fmla="*/ 447679 w 480814"/>
                    <a:gd name="csY21" fmla="*/ 343116 h 614921"/>
                    <a:gd name="csX22" fmla="*/ 360177 w 480814"/>
                    <a:gd name="csY22" fmla="*/ 292138 h 614921"/>
                    <a:gd name="csX23" fmla="*/ 162695 w 480814"/>
                    <a:gd name="csY23" fmla="*/ 122753 h 614921"/>
                    <a:gd name="csX24" fmla="*/ 239567 w 480814"/>
                    <a:gd name="csY24" fmla="*/ 102796 h 614921"/>
                    <a:gd name="csX25" fmla="*/ 317714 w 480814"/>
                    <a:gd name="csY25" fmla="*/ 122753 h 614921"/>
                    <a:gd name="csX26" fmla="*/ 345752 w 480814"/>
                    <a:gd name="csY26" fmla="*/ 176685 h 614921"/>
                    <a:gd name="csX27" fmla="*/ 318149 w 480814"/>
                    <a:gd name="csY27" fmla="*/ 228937 h 614921"/>
                    <a:gd name="csX28" fmla="*/ 239567 w 480814"/>
                    <a:gd name="csY28" fmla="*/ 248054 h 614921"/>
                    <a:gd name="csX29" fmla="*/ 162695 w 480814"/>
                    <a:gd name="csY29" fmla="*/ 228937 h 614921"/>
                    <a:gd name="csX30" fmla="*/ 135092 w 480814"/>
                    <a:gd name="csY30" fmla="*/ 176685 h 614921"/>
                    <a:gd name="csX31" fmla="*/ 162695 w 480814"/>
                    <a:gd name="csY31" fmla="*/ 122753 h 614921"/>
                    <a:gd name="csX32" fmla="*/ 328750 w 480814"/>
                    <a:gd name="csY32" fmla="*/ 489707 h 614921"/>
                    <a:gd name="csX33" fmla="*/ 240407 w 480814"/>
                    <a:gd name="csY33" fmla="*/ 512212 h 614921"/>
                    <a:gd name="csX34" fmla="*/ 152065 w 480814"/>
                    <a:gd name="csY34" fmla="*/ 489707 h 614921"/>
                    <a:gd name="csX35" fmla="*/ 120638 w 480814"/>
                    <a:gd name="csY35" fmla="*/ 428128 h 614921"/>
                    <a:gd name="csX36" fmla="*/ 151659 w 480814"/>
                    <a:gd name="csY36" fmla="*/ 368229 h 614921"/>
                    <a:gd name="csX37" fmla="*/ 240436 w 480814"/>
                    <a:gd name="csY37" fmla="*/ 346563 h 614921"/>
                    <a:gd name="csX38" fmla="*/ 329213 w 480814"/>
                    <a:gd name="csY38" fmla="*/ 368229 h 614921"/>
                    <a:gd name="csX39" fmla="*/ 360235 w 480814"/>
                    <a:gd name="csY39" fmla="*/ 428128 h 614921"/>
                    <a:gd name="csX40" fmla="*/ 328808 w 480814"/>
                    <a:gd name="csY40" fmla="*/ 489707 h 61492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</a:cxnLst>
                  <a:rect l="l" t="t" r="r" b="b"/>
                  <a:pathLst>
                    <a:path w="480814" h="614921">
                      <a:moveTo>
                        <a:pt x="360177" y="292196"/>
                      </a:moveTo>
                      <a:lnTo>
                        <a:pt x="360177" y="288807"/>
                      </a:lnTo>
                      <a:cubicBezTo>
                        <a:pt x="391314" y="282030"/>
                        <a:pt x="416368" y="267287"/>
                        <a:pt x="435340" y="244636"/>
                      </a:cubicBezTo>
                      <a:cubicBezTo>
                        <a:pt x="454312" y="221986"/>
                        <a:pt x="463812" y="194238"/>
                        <a:pt x="463812" y="161392"/>
                      </a:cubicBezTo>
                      <a:cubicBezTo>
                        <a:pt x="463812" y="128546"/>
                        <a:pt x="454746" y="101666"/>
                        <a:pt x="436615" y="77307"/>
                      </a:cubicBezTo>
                      <a:cubicBezTo>
                        <a:pt x="418483" y="52977"/>
                        <a:pt x="392588" y="34005"/>
                        <a:pt x="358902" y="20391"/>
                      </a:cubicBezTo>
                      <a:cubicBezTo>
                        <a:pt x="325187" y="6807"/>
                        <a:pt x="285708" y="0"/>
                        <a:pt x="240407" y="0"/>
                      </a:cubicBezTo>
                      <a:cubicBezTo>
                        <a:pt x="195106" y="0"/>
                        <a:pt x="154903" y="6807"/>
                        <a:pt x="121478" y="20391"/>
                      </a:cubicBezTo>
                      <a:cubicBezTo>
                        <a:pt x="88053" y="33976"/>
                        <a:pt x="62448" y="52977"/>
                        <a:pt x="44606" y="77307"/>
                      </a:cubicBezTo>
                      <a:cubicBezTo>
                        <a:pt x="26763" y="101666"/>
                        <a:pt x="17842" y="129704"/>
                        <a:pt x="17842" y="161392"/>
                      </a:cubicBezTo>
                      <a:cubicBezTo>
                        <a:pt x="17842" y="193079"/>
                        <a:pt x="27198" y="219466"/>
                        <a:pt x="45880" y="242087"/>
                      </a:cubicBezTo>
                      <a:cubicBezTo>
                        <a:pt x="64562" y="264738"/>
                        <a:pt x="89762" y="280610"/>
                        <a:pt x="121478" y="289647"/>
                      </a:cubicBezTo>
                      <a:lnTo>
                        <a:pt x="121478" y="293036"/>
                      </a:lnTo>
                      <a:cubicBezTo>
                        <a:pt x="84664" y="301523"/>
                        <a:pt x="55236" y="318670"/>
                        <a:pt x="33136" y="344420"/>
                      </a:cubicBezTo>
                      <a:cubicBezTo>
                        <a:pt x="11065" y="370198"/>
                        <a:pt x="0" y="402059"/>
                        <a:pt x="0" y="439974"/>
                      </a:cubicBezTo>
                      <a:cubicBezTo>
                        <a:pt x="0" y="474529"/>
                        <a:pt x="9906" y="504942"/>
                        <a:pt x="29718" y="531271"/>
                      </a:cubicBezTo>
                      <a:cubicBezTo>
                        <a:pt x="49530" y="557600"/>
                        <a:pt x="77568" y="578136"/>
                        <a:pt x="113831" y="592850"/>
                      </a:cubicBezTo>
                      <a:cubicBezTo>
                        <a:pt x="150066" y="607564"/>
                        <a:pt x="192268" y="614921"/>
                        <a:pt x="240407" y="614921"/>
                      </a:cubicBezTo>
                      <a:cubicBezTo>
                        <a:pt x="288547" y="614921"/>
                        <a:pt x="331588" y="607564"/>
                        <a:pt x="367823" y="592850"/>
                      </a:cubicBezTo>
                      <a:cubicBezTo>
                        <a:pt x="404058" y="578136"/>
                        <a:pt x="431951" y="557455"/>
                        <a:pt x="451502" y="530837"/>
                      </a:cubicBezTo>
                      <a:cubicBezTo>
                        <a:pt x="471054" y="504218"/>
                        <a:pt x="480815" y="473921"/>
                        <a:pt x="480815" y="439945"/>
                      </a:cubicBezTo>
                      <a:cubicBezTo>
                        <a:pt x="480815" y="402002"/>
                        <a:pt x="469779" y="369735"/>
                        <a:pt x="447679" y="343116"/>
                      </a:cubicBezTo>
                      <a:cubicBezTo>
                        <a:pt x="425579" y="316498"/>
                        <a:pt x="396411" y="299524"/>
                        <a:pt x="360177" y="292138"/>
                      </a:cubicBezTo>
                      <a:moveTo>
                        <a:pt x="162695" y="122753"/>
                      </a:moveTo>
                      <a:cubicBezTo>
                        <a:pt x="181088" y="109458"/>
                        <a:pt x="206721" y="102796"/>
                        <a:pt x="239567" y="102796"/>
                      </a:cubicBezTo>
                      <a:cubicBezTo>
                        <a:pt x="272413" y="102796"/>
                        <a:pt x="299032" y="109458"/>
                        <a:pt x="317714" y="122753"/>
                      </a:cubicBezTo>
                      <a:cubicBezTo>
                        <a:pt x="336397" y="136076"/>
                        <a:pt x="345752" y="154034"/>
                        <a:pt x="345752" y="176685"/>
                      </a:cubicBezTo>
                      <a:cubicBezTo>
                        <a:pt x="345752" y="199335"/>
                        <a:pt x="336541" y="216193"/>
                        <a:pt x="318149" y="228937"/>
                      </a:cubicBezTo>
                      <a:cubicBezTo>
                        <a:pt x="299756" y="241682"/>
                        <a:pt x="273543" y="248054"/>
                        <a:pt x="239567" y="248054"/>
                      </a:cubicBezTo>
                      <a:cubicBezTo>
                        <a:pt x="205592" y="248054"/>
                        <a:pt x="181088" y="241682"/>
                        <a:pt x="162695" y="228937"/>
                      </a:cubicBezTo>
                      <a:cubicBezTo>
                        <a:pt x="144273" y="216193"/>
                        <a:pt x="135092" y="198785"/>
                        <a:pt x="135092" y="176685"/>
                      </a:cubicBezTo>
                      <a:cubicBezTo>
                        <a:pt x="135092" y="154585"/>
                        <a:pt x="144273" y="136047"/>
                        <a:pt x="162695" y="122753"/>
                      </a:cubicBezTo>
                      <a:moveTo>
                        <a:pt x="328750" y="489707"/>
                      </a:moveTo>
                      <a:cubicBezTo>
                        <a:pt x="307779" y="504710"/>
                        <a:pt x="278351" y="512212"/>
                        <a:pt x="240407" y="512212"/>
                      </a:cubicBezTo>
                      <a:cubicBezTo>
                        <a:pt x="202464" y="512212"/>
                        <a:pt x="173006" y="504710"/>
                        <a:pt x="152065" y="489707"/>
                      </a:cubicBezTo>
                      <a:cubicBezTo>
                        <a:pt x="131094" y="474703"/>
                        <a:pt x="120638" y="454167"/>
                        <a:pt x="120638" y="428128"/>
                      </a:cubicBezTo>
                      <a:cubicBezTo>
                        <a:pt x="120638" y="402088"/>
                        <a:pt x="130979" y="382682"/>
                        <a:pt x="151659" y="368229"/>
                      </a:cubicBezTo>
                      <a:cubicBezTo>
                        <a:pt x="172311" y="353775"/>
                        <a:pt x="201913" y="346563"/>
                        <a:pt x="240436" y="346563"/>
                      </a:cubicBezTo>
                      <a:cubicBezTo>
                        <a:pt x="278959" y="346563"/>
                        <a:pt x="308533" y="353775"/>
                        <a:pt x="329213" y="368229"/>
                      </a:cubicBezTo>
                      <a:cubicBezTo>
                        <a:pt x="349865" y="382653"/>
                        <a:pt x="360235" y="402639"/>
                        <a:pt x="360235" y="428128"/>
                      </a:cubicBezTo>
                      <a:cubicBezTo>
                        <a:pt x="360235" y="453617"/>
                        <a:pt x="349749" y="474703"/>
                        <a:pt x="328808" y="489707"/>
                      </a:cubicBezTo>
                    </a:path>
                  </a:pathLst>
                </a:custGeom>
                <a:solidFill>
                  <a:srgbClr val="FFFFFF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74" name="Freeform: Shape 573">
                  <a:extLst>
                    <a:ext uri="{FF2B5EF4-FFF2-40B4-BE49-F238E27FC236}">
                      <a16:creationId xmlns:a16="http://schemas.microsoft.com/office/drawing/2014/main" id="{E11EC0F8-C53F-45A5-22B5-EBD9CC8230A7}"/>
                    </a:ext>
                  </a:extLst>
                </p:cNvPr>
                <p:cNvSpPr/>
                <p:nvPr/>
              </p:nvSpPr>
              <p:spPr>
                <a:xfrm>
                  <a:off x="7197017" y="2757251"/>
                  <a:ext cx="492661" cy="614979"/>
                </a:xfrm>
                <a:custGeom>
                  <a:avLst/>
                  <a:gdLst>
                    <a:gd name="csX0" fmla="*/ 430677 w 492661"/>
                    <a:gd name="csY0" fmla="*/ 70935 h 614979"/>
                    <a:gd name="csX1" fmla="*/ 247185 w 492661"/>
                    <a:gd name="csY1" fmla="*/ 0 h 614979"/>
                    <a:gd name="csX2" fmla="*/ 63288 w 492661"/>
                    <a:gd name="csY2" fmla="*/ 71340 h 614979"/>
                    <a:gd name="csX3" fmla="*/ 0 w 492661"/>
                    <a:gd name="csY3" fmla="*/ 270125 h 614979"/>
                    <a:gd name="csX4" fmla="*/ 0 w 492661"/>
                    <a:gd name="csY4" fmla="*/ 344014 h 614979"/>
                    <a:gd name="csX5" fmla="*/ 62419 w 492661"/>
                    <a:gd name="csY5" fmla="*/ 544479 h 614979"/>
                    <a:gd name="csX6" fmla="*/ 246316 w 492661"/>
                    <a:gd name="csY6" fmla="*/ 614979 h 614979"/>
                    <a:gd name="csX7" fmla="*/ 429373 w 492661"/>
                    <a:gd name="csY7" fmla="*/ 543610 h 614979"/>
                    <a:gd name="csX8" fmla="*/ 492661 w 492661"/>
                    <a:gd name="csY8" fmla="*/ 343985 h 614979"/>
                    <a:gd name="csX9" fmla="*/ 492661 w 492661"/>
                    <a:gd name="csY9" fmla="*/ 270096 h 614979"/>
                    <a:gd name="csX10" fmla="*/ 430648 w 492661"/>
                    <a:gd name="csY10" fmla="*/ 70906 h 614979"/>
                    <a:gd name="csX11" fmla="*/ 373761 w 492661"/>
                    <a:gd name="csY11" fmla="*/ 270125 h 614979"/>
                    <a:gd name="csX12" fmla="*/ 373761 w 492661"/>
                    <a:gd name="csY12" fmla="*/ 344014 h 614979"/>
                    <a:gd name="csX13" fmla="*/ 365912 w 492661"/>
                    <a:gd name="csY13" fmla="*/ 414485 h 614979"/>
                    <a:gd name="csX14" fmla="*/ 216598 w 492661"/>
                    <a:gd name="csY14" fmla="*/ 111340 h 614979"/>
                    <a:gd name="csX15" fmla="*/ 247185 w 492661"/>
                    <a:gd name="csY15" fmla="*/ 108705 h 614979"/>
                    <a:gd name="csX16" fmla="*/ 373761 w 492661"/>
                    <a:gd name="csY16" fmla="*/ 270096 h 614979"/>
                    <a:gd name="csX17" fmla="*/ 118929 w 492661"/>
                    <a:gd name="csY17" fmla="*/ 344014 h 614979"/>
                    <a:gd name="csX18" fmla="*/ 118929 w 492661"/>
                    <a:gd name="csY18" fmla="*/ 270125 h 614979"/>
                    <a:gd name="csX19" fmla="*/ 144157 w 492661"/>
                    <a:gd name="csY19" fmla="*/ 158785 h 614979"/>
                    <a:gd name="csX20" fmla="*/ 308764 w 492661"/>
                    <a:gd name="csY20" fmla="*/ 492980 h 614979"/>
                    <a:gd name="csX21" fmla="*/ 246345 w 492661"/>
                    <a:gd name="csY21" fmla="*/ 506246 h 614979"/>
                    <a:gd name="csX22" fmla="*/ 118929 w 492661"/>
                    <a:gd name="csY22" fmla="*/ 344014 h 61497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</a:cxnLst>
                  <a:rect l="l" t="t" r="r" b="b"/>
                  <a:pathLst>
                    <a:path w="492661" h="614979">
                      <a:moveTo>
                        <a:pt x="430677" y="70935"/>
                      </a:moveTo>
                      <a:cubicBezTo>
                        <a:pt x="389344" y="23664"/>
                        <a:pt x="328171" y="0"/>
                        <a:pt x="247185" y="0"/>
                      </a:cubicBezTo>
                      <a:cubicBezTo>
                        <a:pt x="166200" y="0"/>
                        <a:pt x="105461" y="23780"/>
                        <a:pt x="63288" y="71340"/>
                      </a:cubicBezTo>
                      <a:cubicBezTo>
                        <a:pt x="21086" y="118900"/>
                        <a:pt x="0" y="185172"/>
                        <a:pt x="0" y="270125"/>
                      </a:cubicBezTo>
                      <a:lnTo>
                        <a:pt x="0" y="344014"/>
                      </a:lnTo>
                      <a:cubicBezTo>
                        <a:pt x="0" y="430677"/>
                        <a:pt x="20797" y="497498"/>
                        <a:pt x="62419" y="544479"/>
                      </a:cubicBezTo>
                      <a:cubicBezTo>
                        <a:pt x="104041" y="591489"/>
                        <a:pt x="165360" y="614979"/>
                        <a:pt x="246316" y="614979"/>
                      </a:cubicBezTo>
                      <a:cubicBezTo>
                        <a:pt x="327272" y="614979"/>
                        <a:pt x="387201" y="591199"/>
                        <a:pt x="429373" y="543610"/>
                      </a:cubicBezTo>
                      <a:cubicBezTo>
                        <a:pt x="471546" y="496050"/>
                        <a:pt x="492661" y="429489"/>
                        <a:pt x="492661" y="343985"/>
                      </a:cubicBezTo>
                      <a:lnTo>
                        <a:pt x="492661" y="270096"/>
                      </a:lnTo>
                      <a:cubicBezTo>
                        <a:pt x="492661" y="184592"/>
                        <a:pt x="471981" y="118176"/>
                        <a:pt x="430648" y="70906"/>
                      </a:cubicBezTo>
                      <a:moveTo>
                        <a:pt x="373761" y="270125"/>
                      </a:moveTo>
                      <a:lnTo>
                        <a:pt x="373761" y="344014"/>
                      </a:lnTo>
                      <a:cubicBezTo>
                        <a:pt x="373761" y="370835"/>
                        <a:pt x="371154" y="394326"/>
                        <a:pt x="365912" y="414485"/>
                      </a:cubicBezTo>
                      <a:lnTo>
                        <a:pt x="216598" y="111340"/>
                      </a:lnTo>
                      <a:cubicBezTo>
                        <a:pt x="226099" y="109603"/>
                        <a:pt x="236294" y="108705"/>
                        <a:pt x="247185" y="108705"/>
                      </a:cubicBezTo>
                      <a:cubicBezTo>
                        <a:pt x="331560" y="108705"/>
                        <a:pt x="373761" y="162521"/>
                        <a:pt x="373761" y="270096"/>
                      </a:cubicBezTo>
                      <a:moveTo>
                        <a:pt x="118929" y="344014"/>
                      </a:moveTo>
                      <a:lnTo>
                        <a:pt x="118929" y="270125"/>
                      </a:lnTo>
                      <a:cubicBezTo>
                        <a:pt x="118929" y="222449"/>
                        <a:pt x="127358" y="185345"/>
                        <a:pt x="144157" y="158785"/>
                      </a:cubicBezTo>
                      <a:lnTo>
                        <a:pt x="308764" y="492980"/>
                      </a:lnTo>
                      <a:cubicBezTo>
                        <a:pt x="291414" y="501814"/>
                        <a:pt x="270618" y="506246"/>
                        <a:pt x="246345" y="506246"/>
                      </a:cubicBezTo>
                      <a:cubicBezTo>
                        <a:pt x="161392" y="506246"/>
                        <a:pt x="118929" y="452168"/>
                        <a:pt x="118929" y="344014"/>
                      </a:cubicBezTo>
                    </a:path>
                  </a:pathLst>
                </a:custGeom>
                <a:solidFill>
                  <a:srgbClr val="FFFFFF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57" name="Graphic 4">
                <a:extLst>
                  <a:ext uri="{FF2B5EF4-FFF2-40B4-BE49-F238E27FC236}">
                    <a16:creationId xmlns:a16="http://schemas.microsoft.com/office/drawing/2014/main" id="{A227D1ED-C177-4C06-7401-6C50EDAEC424}"/>
                  </a:ext>
                </a:extLst>
              </p:cNvPr>
              <p:cNvGrpSpPr/>
              <p:nvPr/>
            </p:nvGrpSpPr>
            <p:grpSpPr>
              <a:xfrm>
                <a:off x="4351463" y="2757251"/>
                <a:ext cx="1785155" cy="611793"/>
                <a:chOff x="4351463" y="2757251"/>
                <a:chExt cx="1785155" cy="611793"/>
              </a:xfrm>
              <a:solidFill>
                <a:srgbClr val="C1F4D4"/>
              </a:solidFill>
            </p:grpSpPr>
            <p:sp>
              <p:nvSpPr>
                <p:cNvPr id="558" name="Freeform: Shape 557">
                  <a:extLst>
                    <a:ext uri="{FF2B5EF4-FFF2-40B4-BE49-F238E27FC236}">
                      <a16:creationId xmlns:a16="http://schemas.microsoft.com/office/drawing/2014/main" id="{3B03AFEE-9CC8-78AA-EBF3-260871B6D75C}"/>
                    </a:ext>
                  </a:extLst>
                </p:cNvPr>
                <p:cNvSpPr/>
                <p:nvPr/>
              </p:nvSpPr>
              <p:spPr>
                <a:xfrm>
                  <a:off x="5094901" y="2759597"/>
                  <a:ext cx="477483" cy="606434"/>
                </a:xfrm>
                <a:custGeom>
                  <a:avLst/>
                  <a:gdLst>
                    <a:gd name="csX0" fmla="*/ 163390 w 477483"/>
                    <a:gd name="csY0" fmla="*/ 0 h 606434"/>
                    <a:gd name="csX1" fmla="*/ 0 w 477483"/>
                    <a:gd name="csY1" fmla="*/ 0 h 606434"/>
                    <a:gd name="csX2" fmla="*/ 0 w 477483"/>
                    <a:gd name="csY2" fmla="*/ 316874 h 606434"/>
                    <a:gd name="csX3" fmla="*/ 163911 w 477483"/>
                    <a:gd name="csY3" fmla="*/ 469171 h 606434"/>
                    <a:gd name="csX4" fmla="*/ 311661 w 477483"/>
                    <a:gd name="csY4" fmla="*/ 606435 h 606434"/>
                    <a:gd name="csX5" fmla="*/ 477484 w 477483"/>
                    <a:gd name="csY5" fmla="*/ 606435 h 606434"/>
                    <a:gd name="csX6" fmla="*/ 477484 w 477483"/>
                    <a:gd name="csY6" fmla="*/ 467809 h 606434"/>
                    <a:gd name="csX7" fmla="*/ 163390 w 477483"/>
                    <a:gd name="csY7" fmla="*/ 467809 h 606434"/>
                    <a:gd name="csX8" fmla="*/ 163390 w 477483"/>
                    <a:gd name="csY8" fmla="*/ 0 h 60643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</a:cxnLst>
                  <a:rect l="l" t="t" r="r" b="b"/>
                  <a:pathLst>
                    <a:path w="477483" h="606434">
                      <a:moveTo>
                        <a:pt x="163390" y="0"/>
                      </a:moveTo>
                      <a:lnTo>
                        <a:pt x="0" y="0"/>
                      </a:lnTo>
                      <a:lnTo>
                        <a:pt x="0" y="316874"/>
                      </a:lnTo>
                      <a:cubicBezTo>
                        <a:pt x="0" y="400988"/>
                        <a:pt x="73397" y="469171"/>
                        <a:pt x="163911" y="469171"/>
                      </a:cubicBezTo>
                      <a:cubicBezTo>
                        <a:pt x="163911" y="544971"/>
                        <a:pt x="230067" y="606435"/>
                        <a:pt x="311661" y="606435"/>
                      </a:cubicBezTo>
                      <a:lnTo>
                        <a:pt x="477484" y="606435"/>
                      </a:lnTo>
                      <a:lnTo>
                        <a:pt x="477484" y="467809"/>
                      </a:lnTo>
                      <a:lnTo>
                        <a:pt x="163390" y="467809"/>
                      </a:lnTo>
                      <a:lnTo>
                        <a:pt x="163390" y="0"/>
                      </a:lnTo>
                      <a:close/>
                    </a:path>
                  </a:pathLst>
                </a:custGeom>
                <a:solidFill>
                  <a:srgbClr val="C1F4D4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68" name="Freeform: Shape 567">
                  <a:extLst>
                    <a:ext uri="{FF2B5EF4-FFF2-40B4-BE49-F238E27FC236}">
                      <a16:creationId xmlns:a16="http://schemas.microsoft.com/office/drawing/2014/main" id="{DE2E9CC8-9534-362D-D609-B4A13418C657}"/>
                    </a:ext>
                  </a:extLst>
                </p:cNvPr>
                <p:cNvSpPr/>
                <p:nvPr/>
              </p:nvSpPr>
              <p:spPr>
                <a:xfrm>
                  <a:off x="4351463" y="2759597"/>
                  <a:ext cx="678441" cy="605942"/>
                </a:xfrm>
                <a:custGeom>
                  <a:avLst/>
                  <a:gdLst>
                    <a:gd name="csX0" fmla="*/ 395861 w 678441"/>
                    <a:gd name="csY0" fmla="*/ 256425 h 605942"/>
                    <a:gd name="csX1" fmla="*/ 437165 w 678441"/>
                    <a:gd name="csY1" fmla="*/ 386071 h 605942"/>
                    <a:gd name="csX2" fmla="*/ 240349 w 678441"/>
                    <a:gd name="csY2" fmla="*/ 386071 h 605942"/>
                    <a:gd name="csX3" fmla="*/ 362088 w 678441"/>
                    <a:gd name="csY3" fmla="*/ 0 h 605942"/>
                    <a:gd name="csX4" fmla="*/ 157858 w 678441"/>
                    <a:gd name="csY4" fmla="*/ 139262 h 605942"/>
                    <a:gd name="csX5" fmla="*/ 0 w 678441"/>
                    <a:gd name="csY5" fmla="*/ 605942 h 605942"/>
                    <a:gd name="csX6" fmla="*/ 173238 w 678441"/>
                    <a:gd name="csY6" fmla="*/ 605942 h 605942"/>
                    <a:gd name="csX7" fmla="*/ 204086 w 678441"/>
                    <a:gd name="csY7" fmla="*/ 508128 h 605942"/>
                    <a:gd name="csX8" fmla="*/ 474356 w 678441"/>
                    <a:gd name="csY8" fmla="*/ 508128 h 605942"/>
                    <a:gd name="csX9" fmla="*/ 505203 w 678441"/>
                    <a:gd name="csY9" fmla="*/ 605942 h 605942"/>
                    <a:gd name="csX10" fmla="*/ 678441 w 678441"/>
                    <a:gd name="csY10" fmla="*/ 605942 h 605942"/>
                    <a:gd name="csX11" fmla="*/ 511546 w 678441"/>
                    <a:gd name="csY11" fmla="*/ 112557 h 605942"/>
                    <a:gd name="csX12" fmla="*/ 395890 w 678441"/>
                    <a:gd name="csY12" fmla="*/ 256425 h 6059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678441" h="605942">
                      <a:moveTo>
                        <a:pt x="395861" y="256425"/>
                      </a:moveTo>
                      <a:lnTo>
                        <a:pt x="437165" y="386071"/>
                      </a:lnTo>
                      <a:lnTo>
                        <a:pt x="240349" y="386071"/>
                      </a:lnTo>
                      <a:lnTo>
                        <a:pt x="362088" y="0"/>
                      </a:lnTo>
                      <a:cubicBezTo>
                        <a:pt x="268590" y="0"/>
                        <a:pt x="185896" y="56394"/>
                        <a:pt x="157858" y="139262"/>
                      </a:cubicBezTo>
                      <a:lnTo>
                        <a:pt x="0" y="605942"/>
                      </a:lnTo>
                      <a:lnTo>
                        <a:pt x="173238" y="605942"/>
                      </a:lnTo>
                      <a:lnTo>
                        <a:pt x="204086" y="508128"/>
                      </a:lnTo>
                      <a:lnTo>
                        <a:pt x="474356" y="508128"/>
                      </a:lnTo>
                      <a:lnTo>
                        <a:pt x="505203" y="605942"/>
                      </a:lnTo>
                      <a:lnTo>
                        <a:pt x="678441" y="605942"/>
                      </a:lnTo>
                      <a:lnTo>
                        <a:pt x="511546" y="112557"/>
                      </a:lnTo>
                      <a:cubicBezTo>
                        <a:pt x="430937" y="112557"/>
                        <a:pt x="373008" y="184621"/>
                        <a:pt x="395890" y="256425"/>
                      </a:cubicBezTo>
                    </a:path>
                  </a:pathLst>
                </a:custGeom>
                <a:solidFill>
                  <a:srgbClr val="C1F4D4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69" name="Freeform: Shape 568">
                  <a:extLst>
                    <a:ext uri="{FF2B5EF4-FFF2-40B4-BE49-F238E27FC236}">
                      <a16:creationId xmlns:a16="http://schemas.microsoft.com/office/drawing/2014/main" id="{1B86B29F-3710-9B50-41F4-6540915455EE}"/>
                    </a:ext>
                  </a:extLst>
                </p:cNvPr>
                <p:cNvSpPr/>
                <p:nvPr/>
              </p:nvSpPr>
              <p:spPr>
                <a:xfrm>
                  <a:off x="5540900" y="2757251"/>
                  <a:ext cx="297322" cy="135352"/>
                </a:xfrm>
                <a:custGeom>
                  <a:avLst/>
                  <a:gdLst>
                    <a:gd name="csX0" fmla="*/ 89501 w 297322"/>
                    <a:gd name="csY0" fmla="*/ 0 h 135352"/>
                    <a:gd name="csX1" fmla="*/ 0 w 297322"/>
                    <a:gd name="csY1" fmla="*/ 0 h 135352"/>
                    <a:gd name="csX2" fmla="*/ 0 w 297322"/>
                    <a:gd name="csY2" fmla="*/ 135352 h 135352"/>
                    <a:gd name="csX3" fmla="*/ 297323 w 297322"/>
                    <a:gd name="csY3" fmla="*/ 135352 h 135352"/>
                    <a:gd name="csX4" fmla="*/ 289966 w 297322"/>
                    <a:gd name="csY4" fmla="*/ 118900 h 135352"/>
                    <a:gd name="csX5" fmla="*/ 89501 w 297322"/>
                    <a:gd name="csY5" fmla="*/ 0 h 1353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297322" h="135352">
                      <a:moveTo>
                        <a:pt x="89501" y="0"/>
                      </a:moveTo>
                      <a:lnTo>
                        <a:pt x="0" y="0"/>
                      </a:lnTo>
                      <a:lnTo>
                        <a:pt x="0" y="135352"/>
                      </a:lnTo>
                      <a:lnTo>
                        <a:pt x="297323" y="135352"/>
                      </a:lnTo>
                      <a:lnTo>
                        <a:pt x="289966" y="118900"/>
                      </a:lnTo>
                      <a:cubicBezTo>
                        <a:pt x="256193" y="43331"/>
                        <a:pt x="144621" y="0"/>
                        <a:pt x="89501" y="0"/>
                      </a:cubicBezTo>
                    </a:path>
                  </a:pathLst>
                </a:custGeom>
                <a:solidFill>
                  <a:srgbClr val="C1F4D4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70" name="Freeform: Shape 569">
                  <a:extLst>
                    <a:ext uri="{FF2B5EF4-FFF2-40B4-BE49-F238E27FC236}">
                      <a16:creationId xmlns:a16="http://schemas.microsoft.com/office/drawing/2014/main" id="{E732FAB6-81A4-42D6-E638-FCFCD5044188}"/>
                    </a:ext>
                  </a:extLst>
                </p:cNvPr>
                <p:cNvSpPr/>
                <p:nvPr/>
              </p:nvSpPr>
              <p:spPr>
                <a:xfrm>
                  <a:off x="5763842" y="2892574"/>
                  <a:ext cx="150413" cy="476469"/>
                </a:xfrm>
                <a:custGeom>
                  <a:avLst/>
                  <a:gdLst>
                    <a:gd name="csX0" fmla="*/ 116 w 150413"/>
                    <a:gd name="csY0" fmla="*/ 125591 h 476469"/>
                    <a:gd name="csX1" fmla="*/ 116 w 150413"/>
                    <a:gd name="csY1" fmla="*/ 278409 h 476469"/>
                    <a:gd name="csX2" fmla="*/ 0 w 150413"/>
                    <a:gd name="csY2" fmla="*/ 469953 h 476469"/>
                    <a:gd name="csX3" fmla="*/ 116 w 150413"/>
                    <a:gd name="csY3" fmla="*/ 476470 h 476469"/>
                    <a:gd name="csX4" fmla="*/ 150414 w 150413"/>
                    <a:gd name="csY4" fmla="*/ 476470 h 476469"/>
                    <a:gd name="csX5" fmla="*/ 150298 w 150413"/>
                    <a:gd name="csY5" fmla="*/ 280408 h 476469"/>
                    <a:gd name="csX6" fmla="*/ 150298 w 150413"/>
                    <a:gd name="csY6" fmla="*/ 280408 h 476469"/>
                    <a:gd name="csX7" fmla="*/ 150298 w 150413"/>
                    <a:gd name="csY7" fmla="*/ 125562 h 476469"/>
                    <a:gd name="csX8" fmla="*/ 83679 w 150413"/>
                    <a:gd name="csY8" fmla="*/ 6662 h 476469"/>
                    <a:gd name="csX9" fmla="*/ 75221 w 150413"/>
                    <a:gd name="csY9" fmla="*/ 0 h 476469"/>
                    <a:gd name="csX10" fmla="*/ 66735 w 150413"/>
                    <a:gd name="csY10" fmla="*/ 6662 h 476469"/>
                    <a:gd name="csX11" fmla="*/ 116 w 150413"/>
                    <a:gd name="csY11" fmla="*/ 125562 h 47646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150413" h="476469">
                      <a:moveTo>
                        <a:pt x="116" y="125591"/>
                      </a:moveTo>
                      <a:lnTo>
                        <a:pt x="116" y="278409"/>
                      </a:lnTo>
                      <a:lnTo>
                        <a:pt x="0" y="469953"/>
                      </a:lnTo>
                      <a:lnTo>
                        <a:pt x="116" y="476470"/>
                      </a:lnTo>
                      <a:lnTo>
                        <a:pt x="150414" y="476470"/>
                      </a:lnTo>
                      <a:lnTo>
                        <a:pt x="150298" y="280408"/>
                      </a:lnTo>
                      <a:lnTo>
                        <a:pt x="150298" y="280408"/>
                      </a:lnTo>
                      <a:lnTo>
                        <a:pt x="150298" y="125562"/>
                      </a:lnTo>
                      <a:cubicBezTo>
                        <a:pt x="150298" y="82144"/>
                        <a:pt x="127271" y="41043"/>
                        <a:pt x="83679" y="6662"/>
                      </a:cubicBezTo>
                      <a:lnTo>
                        <a:pt x="75221" y="0"/>
                      </a:lnTo>
                      <a:lnTo>
                        <a:pt x="66735" y="6662"/>
                      </a:lnTo>
                      <a:cubicBezTo>
                        <a:pt x="23172" y="41043"/>
                        <a:pt x="116" y="82144"/>
                        <a:pt x="116" y="125562"/>
                      </a:cubicBezTo>
                    </a:path>
                  </a:pathLst>
                </a:custGeom>
                <a:solidFill>
                  <a:srgbClr val="C1F4D4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571" name="Freeform: Shape 570">
                  <a:extLst>
                    <a:ext uri="{FF2B5EF4-FFF2-40B4-BE49-F238E27FC236}">
                      <a16:creationId xmlns:a16="http://schemas.microsoft.com/office/drawing/2014/main" id="{28332C2C-522D-0B1E-8CC8-050E84AE2A19}"/>
                    </a:ext>
                  </a:extLst>
                </p:cNvPr>
                <p:cNvSpPr/>
                <p:nvPr/>
              </p:nvSpPr>
              <p:spPr>
                <a:xfrm>
                  <a:off x="5838223" y="2757251"/>
                  <a:ext cx="298394" cy="135352"/>
                </a:xfrm>
                <a:custGeom>
                  <a:avLst/>
                  <a:gdLst>
                    <a:gd name="csX0" fmla="*/ 298395 w 298394"/>
                    <a:gd name="csY0" fmla="*/ 0 h 135352"/>
                    <a:gd name="csX1" fmla="*/ 188387 w 298394"/>
                    <a:gd name="csY1" fmla="*/ 0 h 135352"/>
                    <a:gd name="csX2" fmla="*/ 7357 w 298394"/>
                    <a:gd name="csY2" fmla="*/ 118900 h 135352"/>
                    <a:gd name="csX3" fmla="*/ 0 w 298394"/>
                    <a:gd name="csY3" fmla="*/ 135352 h 135352"/>
                    <a:gd name="csX4" fmla="*/ 298395 w 298394"/>
                    <a:gd name="csY4" fmla="*/ 135352 h 135352"/>
                    <a:gd name="csX5" fmla="*/ 298395 w 298394"/>
                    <a:gd name="csY5" fmla="*/ 0 h 13535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</a:cxnLst>
                  <a:rect l="l" t="t" r="r" b="b"/>
                  <a:pathLst>
                    <a:path w="298394" h="135352">
                      <a:moveTo>
                        <a:pt x="298395" y="0"/>
                      </a:moveTo>
                      <a:lnTo>
                        <a:pt x="188387" y="0"/>
                      </a:lnTo>
                      <a:cubicBezTo>
                        <a:pt x="133064" y="0"/>
                        <a:pt x="41275" y="43331"/>
                        <a:pt x="7357" y="118900"/>
                      </a:cubicBezTo>
                      <a:lnTo>
                        <a:pt x="0" y="135352"/>
                      </a:lnTo>
                      <a:lnTo>
                        <a:pt x="298395" y="135352"/>
                      </a:lnTo>
                      <a:lnTo>
                        <a:pt x="298395" y="0"/>
                      </a:lnTo>
                      <a:close/>
                    </a:path>
                  </a:pathLst>
                </a:custGeom>
                <a:solidFill>
                  <a:srgbClr val="C1F4D4"/>
                </a:solidFill>
                <a:ln w="2891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pt-BR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525" name="Graphic 4">
              <a:extLst>
                <a:ext uri="{FF2B5EF4-FFF2-40B4-BE49-F238E27FC236}">
                  <a16:creationId xmlns:a16="http://schemas.microsoft.com/office/drawing/2014/main" id="{DD4D69CD-9274-EE6B-EF3E-2969BD14B551}"/>
                </a:ext>
              </a:extLst>
            </p:cNvPr>
            <p:cNvGrpSpPr/>
            <p:nvPr/>
          </p:nvGrpSpPr>
          <p:grpSpPr>
            <a:xfrm>
              <a:off x="4350971" y="2503144"/>
              <a:ext cx="962585" cy="179928"/>
              <a:chOff x="4350971" y="2503144"/>
              <a:chExt cx="962585" cy="179928"/>
            </a:xfrm>
            <a:solidFill>
              <a:srgbClr val="FFFFFF"/>
            </a:solidFill>
          </p:grpSpPr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D78DA6D2-BBF1-BBB5-30FB-FABA218881F1}"/>
                  </a:ext>
                </a:extLst>
              </p:cNvPr>
              <p:cNvSpPr/>
              <p:nvPr/>
            </p:nvSpPr>
            <p:spPr>
              <a:xfrm>
                <a:off x="4350971" y="2543839"/>
                <a:ext cx="131673" cy="139175"/>
              </a:xfrm>
              <a:custGeom>
                <a:avLst/>
                <a:gdLst>
                  <a:gd name="csX0" fmla="*/ 29196 w 131673"/>
                  <a:gd name="csY0" fmla="*/ 132745 h 139175"/>
                  <a:gd name="csX1" fmla="*/ 7907 w 131673"/>
                  <a:gd name="csY1" fmla="*/ 114324 h 139175"/>
                  <a:gd name="csX2" fmla="*/ 0 w 131673"/>
                  <a:gd name="csY2" fmla="*/ 86952 h 139175"/>
                  <a:gd name="csX3" fmla="*/ 956 w 131673"/>
                  <a:gd name="csY3" fmla="*/ 76351 h 139175"/>
                  <a:gd name="csX4" fmla="*/ 3650 w 131673"/>
                  <a:gd name="csY4" fmla="*/ 60536 h 139175"/>
                  <a:gd name="csX5" fmla="*/ 75569 w 131673"/>
                  <a:gd name="csY5" fmla="*/ 0 h 139175"/>
                  <a:gd name="csX6" fmla="*/ 104592 w 131673"/>
                  <a:gd name="csY6" fmla="*/ 5387 h 139175"/>
                  <a:gd name="csX7" fmla="*/ 124548 w 131673"/>
                  <a:gd name="csY7" fmla="*/ 20710 h 139175"/>
                  <a:gd name="csX8" fmla="*/ 131674 w 131673"/>
                  <a:gd name="csY8" fmla="*/ 43939 h 139175"/>
                  <a:gd name="csX9" fmla="*/ 130892 w 131673"/>
                  <a:gd name="csY9" fmla="*/ 52803 h 139175"/>
                  <a:gd name="csX10" fmla="*/ 107372 w 131673"/>
                  <a:gd name="csY10" fmla="*/ 52803 h 139175"/>
                  <a:gd name="csX11" fmla="*/ 107952 w 131673"/>
                  <a:gd name="csY11" fmla="*/ 47010 h 139175"/>
                  <a:gd name="csX12" fmla="*/ 98799 w 131673"/>
                  <a:gd name="csY12" fmla="*/ 28414 h 139175"/>
                  <a:gd name="csX13" fmla="*/ 74208 w 131673"/>
                  <a:gd name="csY13" fmla="*/ 21753 h 139175"/>
                  <a:gd name="csX14" fmla="*/ 42694 w 131673"/>
                  <a:gd name="csY14" fmla="*/ 31687 h 139175"/>
                  <a:gd name="csX15" fmla="*/ 27545 w 131673"/>
                  <a:gd name="csY15" fmla="*/ 60507 h 139175"/>
                  <a:gd name="csX16" fmla="*/ 24649 w 131673"/>
                  <a:gd name="csY16" fmla="*/ 76901 h 139175"/>
                  <a:gd name="csX17" fmla="*/ 23867 w 131673"/>
                  <a:gd name="csY17" fmla="*/ 84809 h 139175"/>
                  <a:gd name="csX18" fmla="*/ 33686 w 131673"/>
                  <a:gd name="csY18" fmla="*/ 108618 h 139175"/>
                  <a:gd name="csX19" fmla="*/ 59320 w 131673"/>
                  <a:gd name="csY19" fmla="*/ 117394 h 139175"/>
                  <a:gd name="csX20" fmla="*/ 87850 w 131673"/>
                  <a:gd name="csY20" fmla="*/ 109197 h 139175"/>
                  <a:gd name="csX21" fmla="*/ 101550 w 131673"/>
                  <a:gd name="csY21" fmla="*/ 86170 h 139175"/>
                  <a:gd name="csX22" fmla="*/ 125070 w 131673"/>
                  <a:gd name="csY22" fmla="*/ 86170 h 139175"/>
                  <a:gd name="csX23" fmla="*/ 104157 w 131673"/>
                  <a:gd name="csY23" fmla="*/ 125301 h 139175"/>
                  <a:gd name="csX24" fmla="*/ 58769 w 131673"/>
                  <a:gd name="csY24" fmla="*/ 139176 h 139175"/>
                  <a:gd name="csX25" fmla="*/ 29167 w 131673"/>
                  <a:gd name="csY25" fmla="*/ 132716 h 139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131673" h="139175">
                    <a:moveTo>
                      <a:pt x="29196" y="132745"/>
                    </a:moveTo>
                    <a:cubicBezTo>
                      <a:pt x="20275" y="128430"/>
                      <a:pt x="13150" y="122318"/>
                      <a:pt x="7907" y="114324"/>
                    </a:cubicBezTo>
                    <a:cubicBezTo>
                      <a:pt x="2636" y="106358"/>
                      <a:pt x="0" y="97235"/>
                      <a:pt x="0" y="86952"/>
                    </a:cubicBezTo>
                    <a:cubicBezTo>
                      <a:pt x="0" y="83998"/>
                      <a:pt x="319" y="80464"/>
                      <a:pt x="956" y="76351"/>
                    </a:cubicBezTo>
                    <a:lnTo>
                      <a:pt x="3650" y="60536"/>
                    </a:lnTo>
                    <a:cubicBezTo>
                      <a:pt x="10601" y="20188"/>
                      <a:pt x="34584" y="0"/>
                      <a:pt x="75569" y="0"/>
                    </a:cubicBezTo>
                    <a:cubicBezTo>
                      <a:pt x="86373" y="0"/>
                      <a:pt x="96047" y="1796"/>
                      <a:pt x="104592" y="5387"/>
                    </a:cubicBezTo>
                    <a:cubicBezTo>
                      <a:pt x="113136" y="8979"/>
                      <a:pt x="119798" y="14106"/>
                      <a:pt x="124548" y="20710"/>
                    </a:cubicBezTo>
                    <a:cubicBezTo>
                      <a:pt x="129299" y="27343"/>
                      <a:pt x="131674" y="35076"/>
                      <a:pt x="131674" y="43939"/>
                    </a:cubicBezTo>
                    <a:cubicBezTo>
                      <a:pt x="131674" y="47155"/>
                      <a:pt x="131413" y="50109"/>
                      <a:pt x="130892" y="52803"/>
                    </a:cubicBezTo>
                    <a:lnTo>
                      <a:pt x="107372" y="52803"/>
                    </a:lnTo>
                    <a:cubicBezTo>
                      <a:pt x="107749" y="50862"/>
                      <a:pt x="107952" y="48950"/>
                      <a:pt x="107952" y="47010"/>
                    </a:cubicBezTo>
                    <a:cubicBezTo>
                      <a:pt x="107952" y="39044"/>
                      <a:pt x="104910" y="32846"/>
                      <a:pt x="98799" y="28414"/>
                    </a:cubicBezTo>
                    <a:cubicBezTo>
                      <a:pt x="92687" y="23983"/>
                      <a:pt x="84490" y="21753"/>
                      <a:pt x="74208" y="21753"/>
                    </a:cubicBezTo>
                    <a:cubicBezTo>
                      <a:pt x="61087" y="21753"/>
                      <a:pt x="50601" y="25054"/>
                      <a:pt x="42694" y="31687"/>
                    </a:cubicBezTo>
                    <a:cubicBezTo>
                      <a:pt x="34787" y="38320"/>
                      <a:pt x="29747" y="47908"/>
                      <a:pt x="27545" y="60507"/>
                    </a:cubicBezTo>
                    <a:lnTo>
                      <a:pt x="24649" y="76901"/>
                    </a:lnTo>
                    <a:cubicBezTo>
                      <a:pt x="24128" y="80493"/>
                      <a:pt x="23867" y="83129"/>
                      <a:pt x="23867" y="84809"/>
                    </a:cubicBezTo>
                    <a:cubicBezTo>
                      <a:pt x="23867" y="94831"/>
                      <a:pt x="27140" y="102767"/>
                      <a:pt x="33686" y="108618"/>
                    </a:cubicBezTo>
                    <a:cubicBezTo>
                      <a:pt x="40232" y="114469"/>
                      <a:pt x="48777" y="117394"/>
                      <a:pt x="59320" y="117394"/>
                    </a:cubicBezTo>
                    <a:cubicBezTo>
                      <a:pt x="71022" y="117394"/>
                      <a:pt x="80522" y="114671"/>
                      <a:pt x="87850" y="109197"/>
                    </a:cubicBezTo>
                    <a:cubicBezTo>
                      <a:pt x="95178" y="103723"/>
                      <a:pt x="99726" y="96047"/>
                      <a:pt x="101550" y="86170"/>
                    </a:cubicBezTo>
                    <a:lnTo>
                      <a:pt x="125070" y="86170"/>
                    </a:lnTo>
                    <a:cubicBezTo>
                      <a:pt x="122115" y="102999"/>
                      <a:pt x="115135" y="116062"/>
                      <a:pt x="104157" y="125301"/>
                    </a:cubicBezTo>
                    <a:cubicBezTo>
                      <a:pt x="93180" y="134541"/>
                      <a:pt x="78031" y="139176"/>
                      <a:pt x="58769" y="139176"/>
                    </a:cubicBezTo>
                    <a:cubicBezTo>
                      <a:pt x="47966" y="139176"/>
                      <a:pt x="38118" y="137032"/>
                      <a:pt x="29167" y="132716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20A1C7E3-0721-D128-4BC2-8D7F4F15ABC9}"/>
                  </a:ext>
                </a:extLst>
              </p:cNvPr>
              <p:cNvSpPr/>
              <p:nvPr/>
            </p:nvSpPr>
            <p:spPr>
              <a:xfrm>
                <a:off x="4499618" y="2543897"/>
                <a:ext cx="132455" cy="139175"/>
              </a:xfrm>
              <a:custGeom>
                <a:avLst/>
                <a:gdLst>
                  <a:gd name="csX0" fmla="*/ 26792 w 132455"/>
                  <a:gd name="csY0" fmla="*/ 132890 h 139175"/>
                  <a:gd name="csX1" fmla="*/ 7038 w 132455"/>
                  <a:gd name="csY1" fmla="*/ 115164 h 139175"/>
                  <a:gd name="csX2" fmla="*/ 0 w 132455"/>
                  <a:gd name="csY2" fmla="*/ 88661 h 139175"/>
                  <a:gd name="csX3" fmla="*/ 956 w 132455"/>
                  <a:gd name="csY3" fmla="*/ 77278 h 139175"/>
                  <a:gd name="csX4" fmla="*/ 3650 w 132455"/>
                  <a:gd name="csY4" fmla="*/ 61666 h 139175"/>
                  <a:gd name="csX5" fmla="*/ 26792 w 132455"/>
                  <a:gd name="csY5" fmla="*/ 15989 h 139175"/>
                  <a:gd name="csX6" fmla="*/ 76351 w 132455"/>
                  <a:gd name="csY6" fmla="*/ 0 h 139175"/>
                  <a:gd name="csX7" fmla="*/ 105171 w 132455"/>
                  <a:gd name="csY7" fmla="*/ 6083 h 139175"/>
                  <a:gd name="csX8" fmla="*/ 125215 w 132455"/>
                  <a:gd name="csY8" fmla="*/ 23519 h 139175"/>
                  <a:gd name="csX9" fmla="*/ 132456 w 132455"/>
                  <a:gd name="csY9" fmla="*/ 50312 h 139175"/>
                  <a:gd name="csX10" fmla="*/ 131500 w 132455"/>
                  <a:gd name="csY10" fmla="*/ 61869 h 139175"/>
                  <a:gd name="csX11" fmla="*/ 128603 w 132455"/>
                  <a:gd name="csY11" fmla="*/ 77683 h 139175"/>
                  <a:gd name="csX12" fmla="*/ 105461 w 132455"/>
                  <a:gd name="csY12" fmla="*/ 123274 h 139175"/>
                  <a:gd name="csX13" fmla="*/ 55902 w 132455"/>
                  <a:gd name="csY13" fmla="*/ 139176 h 139175"/>
                  <a:gd name="csX14" fmla="*/ 26792 w 132455"/>
                  <a:gd name="csY14" fmla="*/ 132919 h 139175"/>
                  <a:gd name="csX15" fmla="*/ 23896 w 132455"/>
                  <a:gd name="csY15" fmla="*/ 86518 h 139175"/>
                  <a:gd name="csX16" fmla="*/ 32846 w 132455"/>
                  <a:gd name="csY16" fmla="*/ 109255 h 139175"/>
                  <a:gd name="csX17" fmla="*/ 58016 w 132455"/>
                  <a:gd name="csY17" fmla="*/ 117365 h 139175"/>
                  <a:gd name="csX18" fmla="*/ 89646 w 132455"/>
                  <a:gd name="csY18" fmla="*/ 106967 h 139175"/>
                  <a:gd name="csX19" fmla="*/ 104881 w 132455"/>
                  <a:gd name="csY19" fmla="*/ 76901 h 139175"/>
                  <a:gd name="csX20" fmla="*/ 107575 w 132455"/>
                  <a:gd name="csY20" fmla="*/ 62071 h 139175"/>
                  <a:gd name="csX21" fmla="*/ 108357 w 132455"/>
                  <a:gd name="csY21" fmla="*/ 52832 h 139175"/>
                  <a:gd name="csX22" fmla="*/ 99494 w 132455"/>
                  <a:gd name="csY22" fmla="*/ 29892 h 139175"/>
                  <a:gd name="csX23" fmla="*/ 74237 w 132455"/>
                  <a:gd name="csY23" fmla="*/ 21781 h 139175"/>
                  <a:gd name="csX24" fmla="*/ 42723 w 132455"/>
                  <a:gd name="csY24" fmla="*/ 32180 h 139175"/>
                  <a:gd name="csX25" fmla="*/ 27603 w 132455"/>
                  <a:gd name="csY25" fmla="*/ 62245 h 139175"/>
                  <a:gd name="csX26" fmla="*/ 24910 w 132455"/>
                  <a:gd name="csY26" fmla="*/ 77075 h 139175"/>
                  <a:gd name="csX27" fmla="*/ 23954 w 132455"/>
                  <a:gd name="csY27" fmla="*/ 86518 h 139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132455" h="139175">
                    <a:moveTo>
                      <a:pt x="26792" y="132890"/>
                    </a:moveTo>
                    <a:cubicBezTo>
                      <a:pt x="18306" y="128719"/>
                      <a:pt x="11731" y="122810"/>
                      <a:pt x="7038" y="115164"/>
                    </a:cubicBezTo>
                    <a:cubicBezTo>
                      <a:pt x="2346" y="107517"/>
                      <a:pt x="0" y="98683"/>
                      <a:pt x="0" y="88661"/>
                    </a:cubicBezTo>
                    <a:cubicBezTo>
                      <a:pt x="0" y="84287"/>
                      <a:pt x="319" y="80493"/>
                      <a:pt x="956" y="77278"/>
                    </a:cubicBezTo>
                    <a:lnTo>
                      <a:pt x="3650" y="61666"/>
                    </a:lnTo>
                    <a:cubicBezTo>
                      <a:pt x="6981" y="41883"/>
                      <a:pt x="14714" y="26648"/>
                      <a:pt x="26792" y="15989"/>
                    </a:cubicBezTo>
                    <a:cubicBezTo>
                      <a:pt x="38871" y="5330"/>
                      <a:pt x="55381" y="0"/>
                      <a:pt x="76351" y="0"/>
                    </a:cubicBezTo>
                    <a:cubicBezTo>
                      <a:pt x="87010" y="0"/>
                      <a:pt x="96626" y="2028"/>
                      <a:pt x="105171" y="6083"/>
                    </a:cubicBezTo>
                    <a:cubicBezTo>
                      <a:pt x="113716" y="10138"/>
                      <a:pt x="120406" y="15960"/>
                      <a:pt x="125215" y="23519"/>
                    </a:cubicBezTo>
                    <a:cubicBezTo>
                      <a:pt x="130023" y="31108"/>
                      <a:pt x="132456" y="40029"/>
                      <a:pt x="132456" y="50312"/>
                    </a:cubicBezTo>
                    <a:cubicBezTo>
                      <a:pt x="132456" y="54685"/>
                      <a:pt x="132137" y="58538"/>
                      <a:pt x="131500" y="61869"/>
                    </a:cubicBezTo>
                    <a:lnTo>
                      <a:pt x="128603" y="77683"/>
                    </a:lnTo>
                    <a:cubicBezTo>
                      <a:pt x="125128" y="97466"/>
                      <a:pt x="117423" y="112673"/>
                      <a:pt x="105461" y="123274"/>
                    </a:cubicBezTo>
                    <a:cubicBezTo>
                      <a:pt x="93498" y="133875"/>
                      <a:pt x="76988" y="139176"/>
                      <a:pt x="55902" y="139176"/>
                    </a:cubicBezTo>
                    <a:cubicBezTo>
                      <a:pt x="44982" y="139176"/>
                      <a:pt x="35279" y="137090"/>
                      <a:pt x="26792" y="132919"/>
                    </a:cubicBezTo>
                    <a:close/>
                    <a:moveTo>
                      <a:pt x="23896" y="86518"/>
                    </a:moveTo>
                    <a:cubicBezTo>
                      <a:pt x="23896" y="96279"/>
                      <a:pt x="26879" y="103868"/>
                      <a:pt x="32846" y="109255"/>
                    </a:cubicBezTo>
                    <a:cubicBezTo>
                      <a:pt x="38813" y="114642"/>
                      <a:pt x="47213" y="117365"/>
                      <a:pt x="58016" y="117365"/>
                    </a:cubicBezTo>
                    <a:cubicBezTo>
                      <a:pt x="71137" y="117365"/>
                      <a:pt x="81652" y="113889"/>
                      <a:pt x="89646" y="106967"/>
                    </a:cubicBezTo>
                    <a:cubicBezTo>
                      <a:pt x="97611" y="100015"/>
                      <a:pt x="102680" y="89993"/>
                      <a:pt x="104881" y="76901"/>
                    </a:cubicBezTo>
                    <a:lnTo>
                      <a:pt x="107575" y="62071"/>
                    </a:lnTo>
                    <a:cubicBezTo>
                      <a:pt x="108096" y="59117"/>
                      <a:pt x="108357" y="56018"/>
                      <a:pt x="108357" y="52832"/>
                    </a:cubicBezTo>
                    <a:cubicBezTo>
                      <a:pt x="108357" y="42926"/>
                      <a:pt x="105403" y="35279"/>
                      <a:pt x="99494" y="29892"/>
                    </a:cubicBezTo>
                    <a:cubicBezTo>
                      <a:pt x="93585" y="24504"/>
                      <a:pt x="85156" y="21781"/>
                      <a:pt x="74237" y="21781"/>
                    </a:cubicBezTo>
                    <a:cubicBezTo>
                      <a:pt x="61116" y="21781"/>
                      <a:pt x="50630" y="25257"/>
                      <a:pt x="42723" y="32180"/>
                    </a:cubicBezTo>
                    <a:cubicBezTo>
                      <a:pt x="34816" y="39131"/>
                      <a:pt x="29776" y="49153"/>
                      <a:pt x="27603" y="62245"/>
                    </a:cubicBezTo>
                    <a:lnTo>
                      <a:pt x="24910" y="77075"/>
                    </a:lnTo>
                    <a:cubicBezTo>
                      <a:pt x="24272" y="80667"/>
                      <a:pt x="23954" y="83824"/>
                      <a:pt x="23954" y="865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0141104E-FC20-0C95-1350-C538B2798A18}"/>
                  </a:ext>
                </a:extLst>
              </p:cNvPr>
              <p:cNvSpPr/>
              <p:nvPr/>
            </p:nvSpPr>
            <p:spPr>
              <a:xfrm>
                <a:off x="4642269" y="2545982"/>
                <a:ext cx="141145" cy="134946"/>
              </a:xfrm>
              <a:custGeom>
                <a:avLst/>
                <a:gdLst>
                  <a:gd name="csX0" fmla="*/ 23722 w 141145"/>
                  <a:gd name="csY0" fmla="*/ 0 h 134946"/>
                  <a:gd name="csX1" fmla="*/ 65750 w 141145"/>
                  <a:gd name="csY1" fmla="*/ 0 h 134946"/>
                  <a:gd name="csX2" fmla="*/ 92948 w 141145"/>
                  <a:gd name="csY2" fmla="*/ 115106 h 134946"/>
                  <a:gd name="csX3" fmla="*/ 97959 w 141145"/>
                  <a:gd name="csY3" fmla="*/ 115106 h 134946"/>
                  <a:gd name="csX4" fmla="*/ 118205 w 141145"/>
                  <a:gd name="csY4" fmla="*/ 0 h 134946"/>
                  <a:gd name="csX5" fmla="*/ 141145 w 141145"/>
                  <a:gd name="csY5" fmla="*/ 0 h 134946"/>
                  <a:gd name="csX6" fmla="*/ 117423 w 141145"/>
                  <a:gd name="csY6" fmla="*/ 134947 h 134946"/>
                  <a:gd name="csX7" fmla="*/ 75395 w 141145"/>
                  <a:gd name="csY7" fmla="*/ 134947 h 134946"/>
                  <a:gd name="csX8" fmla="*/ 48197 w 141145"/>
                  <a:gd name="csY8" fmla="*/ 19667 h 134946"/>
                  <a:gd name="csX9" fmla="*/ 43186 w 141145"/>
                  <a:gd name="csY9" fmla="*/ 19667 h 134946"/>
                  <a:gd name="csX10" fmla="*/ 22940 w 141145"/>
                  <a:gd name="csY10" fmla="*/ 134947 h 134946"/>
                  <a:gd name="csX11" fmla="*/ 0 w 141145"/>
                  <a:gd name="csY11" fmla="*/ 134947 h 134946"/>
                  <a:gd name="csX12" fmla="*/ 23722 w 141145"/>
                  <a:gd name="csY12" fmla="*/ 0 h 134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41145" h="134946">
                    <a:moveTo>
                      <a:pt x="23722" y="0"/>
                    </a:moveTo>
                    <a:lnTo>
                      <a:pt x="65750" y="0"/>
                    </a:lnTo>
                    <a:lnTo>
                      <a:pt x="92948" y="115106"/>
                    </a:lnTo>
                    <a:lnTo>
                      <a:pt x="97959" y="115106"/>
                    </a:lnTo>
                    <a:lnTo>
                      <a:pt x="118205" y="0"/>
                    </a:lnTo>
                    <a:lnTo>
                      <a:pt x="141145" y="0"/>
                    </a:lnTo>
                    <a:lnTo>
                      <a:pt x="117423" y="134947"/>
                    </a:lnTo>
                    <a:lnTo>
                      <a:pt x="75395" y="134947"/>
                    </a:lnTo>
                    <a:lnTo>
                      <a:pt x="48197" y="19667"/>
                    </a:lnTo>
                    <a:lnTo>
                      <a:pt x="43186" y="19667"/>
                    </a:lnTo>
                    <a:lnTo>
                      <a:pt x="22940" y="134947"/>
                    </a:lnTo>
                    <a:lnTo>
                      <a:pt x="0" y="134947"/>
                    </a:lnTo>
                    <a:lnTo>
                      <a:pt x="23722" y="0"/>
                    </a:ln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A2A4364D-7181-CCD9-C140-E68F1254C01B}"/>
                  </a:ext>
                </a:extLst>
              </p:cNvPr>
              <p:cNvSpPr/>
              <p:nvPr/>
            </p:nvSpPr>
            <p:spPr>
              <a:xfrm>
                <a:off x="4785963" y="2545982"/>
                <a:ext cx="118494" cy="134975"/>
              </a:xfrm>
              <a:custGeom>
                <a:avLst/>
                <a:gdLst>
                  <a:gd name="csX0" fmla="*/ 23635 w 118494"/>
                  <a:gd name="csY0" fmla="*/ 0 h 134975"/>
                  <a:gd name="csX1" fmla="*/ 118495 w 118494"/>
                  <a:gd name="csY1" fmla="*/ 0 h 134975"/>
                  <a:gd name="csX2" fmla="*/ 114845 w 118494"/>
                  <a:gd name="csY2" fmla="*/ 20623 h 134975"/>
                  <a:gd name="csX3" fmla="*/ 42752 w 118494"/>
                  <a:gd name="csY3" fmla="*/ 20623 h 134975"/>
                  <a:gd name="csX4" fmla="*/ 36785 w 118494"/>
                  <a:gd name="csY4" fmla="*/ 55525 h 134975"/>
                  <a:gd name="csX5" fmla="*/ 104852 w 118494"/>
                  <a:gd name="csY5" fmla="*/ 55525 h 134975"/>
                  <a:gd name="csX6" fmla="*/ 101203 w 118494"/>
                  <a:gd name="csY6" fmla="*/ 75974 h 134975"/>
                  <a:gd name="csX7" fmla="*/ 33136 w 118494"/>
                  <a:gd name="csY7" fmla="*/ 75974 h 134975"/>
                  <a:gd name="csX8" fmla="*/ 26387 w 118494"/>
                  <a:gd name="csY8" fmla="*/ 114150 h 134975"/>
                  <a:gd name="csX9" fmla="*/ 100421 w 118494"/>
                  <a:gd name="csY9" fmla="*/ 114150 h 134975"/>
                  <a:gd name="csX10" fmla="*/ 96771 w 118494"/>
                  <a:gd name="csY10" fmla="*/ 134976 h 134975"/>
                  <a:gd name="csX11" fmla="*/ 0 w 118494"/>
                  <a:gd name="csY11" fmla="*/ 134976 h 134975"/>
                  <a:gd name="csX12" fmla="*/ 23722 w 118494"/>
                  <a:gd name="csY12" fmla="*/ 29 h 1349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18494" h="134975">
                    <a:moveTo>
                      <a:pt x="23635" y="0"/>
                    </a:moveTo>
                    <a:lnTo>
                      <a:pt x="118495" y="0"/>
                    </a:lnTo>
                    <a:lnTo>
                      <a:pt x="114845" y="20623"/>
                    </a:lnTo>
                    <a:lnTo>
                      <a:pt x="42752" y="20623"/>
                    </a:lnTo>
                    <a:lnTo>
                      <a:pt x="36785" y="55525"/>
                    </a:lnTo>
                    <a:lnTo>
                      <a:pt x="104852" y="55525"/>
                    </a:lnTo>
                    <a:lnTo>
                      <a:pt x="101203" y="75974"/>
                    </a:lnTo>
                    <a:lnTo>
                      <a:pt x="33136" y="75974"/>
                    </a:lnTo>
                    <a:lnTo>
                      <a:pt x="26387" y="114150"/>
                    </a:lnTo>
                    <a:lnTo>
                      <a:pt x="100421" y="114150"/>
                    </a:lnTo>
                    <a:lnTo>
                      <a:pt x="96771" y="134976"/>
                    </a:lnTo>
                    <a:lnTo>
                      <a:pt x="0" y="134976"/>
                    </a:lnTo>
                    <a:lnTo>
                      <a:pt x="23722" y="29"/>
                    </a:ln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D5E097D1-3E46-2D84-10D1-36920FE548C0}"/>
                  </a:ext>
                </a:extLst>
              </p:cNvPr>
              <p:cNvSpPr/>
              <p:nvPr/>
            </p:nvSpPr>
            <p:spPr>
              <a:xfrm>
                <a:off x="4897912" y="2545953"/>
                <a:ext cx="150558" cy="134975"/>
              </a:xfrm>
              <a:custGeom>
                <a:avLst/>
                <a:gdLst>
                  <a:gd name="csX0" fmla="*/ 53382 w 150558"/>
                  <a:gd name="csY0" fmla="*/ 67488 h 134975"/>
                  <a:gd name="csX1" fmla="*/ 23693 w 150558"/>
                  <a:gd name="csY1" fmla="*/ 0 h 134975"/>
                  <a:gd name="csX2" fmla="*/ 49153 w 150558"/>
                  <a:gd name="csY2" fmla="*/ 0 h 134975"/>
                  <a:gd name="csX3" fmla="*/ 73049 w 150558"/>
                  <a:gd name="csY3" fmla="*/ 57437 h 134975"/>
                  <a:gd name="csX4" fmla="*/ 78060 w 150558"/>
                  <a:gd name="csY4" fmla="*/ 57437 h 134975"/>
                  <a:gd name="csX5" fmla="*/ 121246 w 150558"/>
                  <a:gd name="csY5" fmla="*/ 0 h 134975"/>
                  <a:gd name="csX6" fmla="*/ 150559 w 150558"/>
                  <a:gd name="csY6" fmla="*/ 0 h 134975"/>
                  <a:gd name="csX7" fmla="*/ 97148 w 150558"/>
                  <a:gd name="csY7" fmla="*/ 67488 h 134975"/>
                  <a:gd name="csX8" fmla="*/ 125301 w 150558"/>
                  <a:gd name="csY8" fmla="*/ 134976 h 134975"/>
                  <a:gd name="csX9" fmla="*/ 100247 w 150558"/>
                  <a:gd name="csY9" fmla="*/ 134976 h 134975"/>
                  <a:gd name="csX10" fmla="*/ 77510 w 150558"/>
                  <a:gd name="csY10" fmla="*/ 77336 h 134975"/>
                  <a:gd name="csX11" fmla="*/ 72499 w 150558"/>
                  <a:gd name="csY11" fmla="*/ 77336 h 134975"/>
                  <a:gd name="csX12" fmla="*/ 29110 w 150558"/>
                  <a:gd name="csY12" fmla="*/ 134976 h 134975"/>
                  <a:gd name="csX13" fmla="*/ 0 w 150558"/>
                  <a:gd name="csY13" fmla="*/ 134976 h 134975"/>
                  <a:gd name="csX14" fmla="*/ 53411 w 150558"/>
                  <a:gd name="csY14" fmla="*/ 67488 h 1349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</a:cxnLst>
                <a:rect l="l" t="t" r="r" b="b"/>
                <a:pathLst>
                  <a:path w="150558" h="134975">
                    <a:moveTo>
                      <a:pt x="53382" y="67488"/>
                    </a:moveTo>
                    <a:lnTo>
                      <a:pt x="23693" y="0"/>
                    </a:lnTo>
                    <a:lnTo>
                      <a:pt x="49153" y="0"/>
                    </a:lnTo>
                    <a:lnTo>
                      <a:pt x="73049" y="57437"/>
                    </a:lnTo>
                    <a:lnTo>
                      <a:pt x="78060" y="57437"/>
                    </a:lnTo>
                    <a:lnTo>
                      <a:pt x="121246" y="0"/>
                    </a:lnTo>
                    <a:lnTo>
                      <a:pt x="150559" y="0"/>
                    </a:lnTo>
                    <a:lnTo>
                      <a:pt x="97148" y="67488"/>
                    </a:lnTo>
                    <a:lnTo>
                      <a:pt x="125301" y="134976"/>
                    </a:lnTo>
                    <a:lnTo>
                      <a:pt x="100247" y="134976"/>
                    </a:lnTo>
                    <a:lnTo>
                      <a:pt x="77510" y="77336"/>
                    </a:lnTo>
                    <a:lnTo>
                      <a:pt x="72499" y="77336"/>
                    </a:lnTo>
                    <a:lnTo>
                      <a:pt x="29110" y="134976"/>
                    </a:lnTo>
                    <a:lnTo>
                      <a:pt x="0" y="134976"/>
                    </a:lnTo>
                    <a:lnTo>
                      <a:pt x="53411" y="67488"/>
                    </a:ln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E880719-F823-19FB-824E-4111558A00FB}"/>
                  </a:ext>
                </a:extLst>
              </p:cNvPr>
              <p:cNvSpPr/>
              <p:nvPr/>
            </p:nvSpPr>
            <p:spPr>
              <a:xfrm>
                <a:off x="5032887" y="2503144"/>
                <a:ext cx="136250" cy="177785"/>
              </a:xfrm>
              <a:custGeom>
                <a:avLst/>
                <a:gdLst>
                  <a:gd name="csX0" fmla="*/ 71485 w 136250"/>
                  <a:gd name="csY0" fmla="*/ 42839 h 177785"/>
                  <a:gd name="csX1" fmla="*/ 109661 w 136250"/>
                  <a:gd name="csY1" fmla="*/ 42839 h 177785"/>
                  <a:gd name="csX2" fmla="*/ 133383 w 136250"/>
                  <a:gd name="csY2" fmla="*/ 177786 h 177785"/>
                  <a:gd name="csX3" fmla="*/ 110066 w 136250"/>
                  <a:gd name="csY3" fmla="*/ 177786 h 177785"/>
                  <a:gd name="csX4" fmla="*/ 105634 w 136250"/>
                  <a:gd name="csY4" fmla="*/ 151949 h 177785"/>
                  <a:gd name="csX5" fmla="*/ 38929 w 136250"/>
                  <a:gd name="csY5" fmla="*/ 151949 h 177785"/>
                  <a:gd name="csX6" fmla="*/ 25634 w 136250"/>
                  <a:gd name="csY6" fmla="*/ 177786 h 177785"/>
                  <a:gd name="csX7" fmla="*/ 0 w 136250"/>
                  <a:gd name="csY7" fmla="*/ 177786 h 177785"/>
                  <a:gd name="csX8" fmla="*/ 71514 w 136250"/>
                  <a:gd name="csY8" fmla="*/ 42839 h 177785"/>
                  <a:gd name="csX9" fmla="*/ 102709 w 136250"/>
                  <a:gd name="csY9" fmla="*/ 132079 h 177785"/>
                  <a:gd name="csX10" fmla="*/ 90747 w 136250"/>
                  <a:gd name="csY10" fmla="*/ 60565 h 177785"/>
                  <a:gd name="csX11" fmla="*/ 85736 w 136250"/>
                  <a:gd name="csY11" fmla="*/ 60565 h 177785"/>
                  <a:gd name="csX12" fmla="*/ 48921 w 136250"/>
                  <a:gd name="csY12" fmla="*/ 132079 h 177785"/>
                  <a:gd name="csX13" fmla="*/ 102709 w 136250"/>
                  <a:gd name="csY13" fmla="*/ 132079 h 177785"/>
                  <a:gd name="csX14" fmla="*/ 118524 w 136250"/>
                  <a:gd name="csY14" fmla="*/ 29 h 177785"/>
                  <a:gd name="csX15" fmla="*/ 136250 w 136250"/>
                  <a:gd name="csY15" fmla="*/ 29 h 177785"/>
                  <a:gd name="csX16" fmla="*/ 134889 w 136250"/>
                  <a:gd name="csY16" fmla="*/ 7734 h 177785"/>
                  <a:gd name="csX17" fmla="*/ 128430 w 136250"/>
                  <a:gd name="csY17" fmla="*/ 21724 h 177785"/>
                  <a:gd name="csX18" fmla="*/ 114440 w 136250"/>
                  <a:gd name="csY18" fmla="*/ 26821 h 177785"/>
                  <a:gd name="csX19" fmla="*/ 104621 w 136250"/>
                  <a:gd name="csY19" fmla="*/ 25373 h 177785"/>
                  <a:gd name="csX20" fmla="*/ 94020 w 136250"/>
                  <a:gd name="csY20" fmla="*/ 21231 h 177785"/>
                  <a:gd name="csX21" fmla="*/ 87474 w 136250"/>
                  <a:gd name="csY21" fmla="*/ 18711 h 177785"/>
                  <a:gd name="csX22" fmla="*/ 81883 w 136250"/>
                  <a:gd name="csY22" fmla="*/ 17553 h 177785"/>
                  <a:gd name="csX23" fmla="*/ 73773 w 136250"/>
                  <a:gd name="csY23" fmla="*/ 23722 h 177785"/>
                  <a:gd name="csX24" fmla="*/ 73194 w 136250"/>
                  <a:gd name="csY24" fmla="*/ 26995 h 177785"/>
                  <a:gd name="csX25" fmla="*/ 55265 w 136250"/>
                  <a:gd name="csY25" fmla="*/ 26995 h 177785"/>
                  <a:gd name="csX26" fmla="*/ 56423 w 136250"/>
                  <a:gd name="csY26" fmla="*/ 20623 h 177785"/>
                  <a:gd name="csX27" fmla="*/ 63751 w 136250"/>
                  <a:gd name="csY27" fmla="*/ 5387 h 177785"/>
                  <a:gd name="csX28" fmla="*/ 79161 w 136250"/>
                  <a:gd name="csY28" fmla="*/ 0 h 177785"/>
                  <a:gd name="csX29" fmla="*/ 88806 w 136250"/>
                  <a:gd name="csY29" fmla="*/ 1448 h 177785"/>
                  <a:gd name="csX30" fmla="*/ 99610 w 136250"/>
                  <a:gd name="csY30" fmla="*/ 5590 h 177785"/>
                  <a:gd name="csX31" fmla="*/ 106156 w 136250"/>
                  <a:gd name="csY31" fmla="*/ 8110 h 177785"/>
                  <a:gd name="csX32" fmla="*/ 111543 w 136250"/>
                  <a:gd name="csY32" fmla="*/ 9269 h 177785"/>
                  <a:gd name="csX33" fmla="*/ 115975 w 136250"/>
                  <a:gd name="csY33" fmla="*/ 7734 h 177785"/>
                  <a:gd name="csX34" fmla="*/ 117916 w 136250"/>
                  <a:gd name="csY34" fmla="*/ 3505 h 177785"/>
                  <a:gd name="csX35" fmla="*/ 118495 w 136250"/>
                  <a:gd name="csY35" fmla="*/ 29 h 17778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</a:cxnLst>
                <a:rect l="l" t="t" r="r" b="b"/>
                <a:pathLst>
                  <a:path w="136250" h="177785">
                    <a:moveTo>
                      <a:pt x="71485" y="42839"/>
                    </a:moveTo>
                    <a:lnTo>
                      <a:pt x="109661" y="42839"/>
                    </a:lnTo>
                    <a:lnTo>
                      <a:pt x="133383" y="177786"/>
                    </a:lnTo>
                    <a:lnTo>
                      <a:pt x="110066" y="177786"/>
                    </a:lnTo>
                    <a:lnTo>
                      <a:pt x="105634" y="151949"/>
                    </a:lnTo>
                    <a:lnTo>
                      <a:pt x="38929" y="151949"/>
                    </a:lnTo>
                    <a:lnTo>
                      <a:pt x="25634" y="177786"/>
                    </a:lnTo>
                    <a:lnTo>
                      <a:pt x="0" y="177786"/>
                    </a:lnTo>
                    <a:lnTo>
                      <a:pt x="71514" y="42839"/>
                    </a:lnTo>
                    <a:close/>
                    <a:moveTo>
                      <a:pt x="102709" y="132079"/>
                    </a:moveTo>
                    <a:lnTo>
                      <a:pt x="90747" y="60565"/>
                    </a:lnTo>
                    <a:lnTo>
                      <a:pt x="85736" y="60565"/>
                    </a:lnTo>
                    <a:lnTo>
                      <a:pt x="48921" y="132079"/>
                    </a:lnTo>
                    <a:lnTo>
                      <a:pt x="102709" y="132079"/>
                    </a:lnTo>
                    <a:close/>
                    <a:moveTo>
                      <a:pt x="118524" y="29"/>
                    </a:moveTo>
                    <a:lnTo>
                      <a:pt x="136250" y="29"/>
                    </a:lnTo>
                    <a:lnTo>
                      <a:pt x="134889" y="7734"/>
                    </a:lnTo>
                    <a:cubicBezTo>
                      <a:pt x="133991" y="13642"/>
                      <a:pt x="131848" y="18306"/>
                      <a:pt x="128430" y="21724"/>
                    </a:cubicBezTo>
                    <a:cubicBezTo>
                      <a:pt x="125012" y="25141"/>
                      <a:pt x="120349" y="26821"/>
                      <a:pt x="114440" y="26821"/>
                    </a:cubicBezTo>
                    <a:cubicBezTo>
                      <a:pt x="110964" y="26821"/>
                      <a:pt x="107691" y="26329"/>
                      <a:pt x="104621" y="25373"/>
                    </a:cubicBezTo>
                    <a:cubicBezTo>
                      <a:pt x="101550" y="24417"/>
                      <a:pt x="97988" y="23027"/>
                      <a:pt x="94020" y="21231"/>
                    </a:cubicBezTo>
                    <a:cubicBezTo>
                      <a:pt x="91818" y="20333"/>
                      <a:pt x="89646" y="19493"/>
                      <a:pt x="87474" y="18711"/>
                    </a:cubicBezTo>
                    <a:cubicBezTo>
                      <a:pt x="85301" y="17929"/>
                      <a:pt x="83419" y="17553"/>
                      <a:pt x="81883" y="17553"/>
                    </a:cubicBezTo>
                    <a:cubicBezTo>
                      <a:pt x="77133" y="17553"/>
                      <a:pt x="74439" y="19609"/>
                      <a:pt x="73773" y="23722"/>
                    </a:cubicBezTo>
                    <a:lnTo>
                      <a:pt x="73194" y="26995"/>
                    </a:lnTo>
                    <a:lnTo>
                      <a:pt x="55265" y="26995"/>
                    </a:lnTo>
                    <a:lnTo>
                      <a:pt x="56423" y="20623"/>
                    </a:lnTo>
                    <a:cubicBezTo>
                      <a:pt x="57437" y="14077"/>
                      <a:pt x="59899" y="8979"/>
                      <a:pt x="63751" y="5387"/>
                    </a:cubicBezTo>
                    <a:cubicBezTo>
                      <a:pt x="67604" y="1796"/>
                      <a:pt x="72759" y="0"/>
                      <a:pt x="79161" y="0"/>
                    </a:cubicBezTo>
                    <a:cubicBezTo>
                      <a:pt x="82376" y="0"/>
                      <a:pt x="85591" y="492"/>
                      <a:pt x="88806" y="1448"/>
                    </a:cubicBezTo>
                    <a:cubicBezTo>
                      <a:pt x="92021" y="2404"/>
                      <a:pt x="95613" y="3794"/>
                      <a:pt x="99610" y="5590"/>
                    </a:cubicBezTo>
                    <a:cubicBezTo>
                      <a:pt x="101782" y="6488"/>
                      <a:pt x="103983" y="7328"/>
                      <a:pt x="106156" y="8110"/>
                    </a:cubicBezTo>
                    <a:cubicBezTo>
                      <a:pt x="108328" y="8892"/>
                      <a:pt x="110153" y="9269"/>
                      <a:pt x="111543" y="9269"/>
                    </a:cubicBezTo>
                    <a:cubicBezTo>
                      <a:pt x="113600" y="9269"/>
                      <a:pt x="115077" y="8747"/>
                      <a:pt x="115975" y="7734"/>
                    </a:cubicBezTo>
                    <a:cubicBezTo>
                      <a:pt x="116873" y="6720"/>
                      <a:pt x="117510" y="5301"/>
                      <a:pt x="117916" y="3505"/>
                    </a:cubicBezTo>
                    <a:lnTo>
                      <a:pt x="118495" y="29"/>
                    </a:ln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68886123-1157-CBF0-F500-2B8D6583EA24}"/>
                  </a:ext>
                </a:extLst>
              </p:cNvPr>
              <p:cNvSpPr/>
              <p:nvPr/>
            </p:nvSpPr>
            <p:spPr>
              <a:xfrm>
                <a:off x="5181100" y="2543897"/>
                <a:ext cx="132455" cy="139175"/>
              </a:xfrm>
              <a:custGeom>
                <a:avLst/>
                <a:gdLst>
                  <a:gd name="csX0" fmla="*/ 26792 w 132455"/>
                  <a:gd name="csY0" fmla="*/ 132890 h 139175"/>
                  <a:gd name="csX1" fmla="*/ 7038 w 132455"/>
                  <a:gd name="csY1" fmla="*/ 115164 h 139175"/>
                  <a:gd name="csX2" fmla="*/ 0 w 132455"/>
                  <a:gd name="csY2" fmla="*/ 88661 h 139175"/>
                  <a:gd name="csX3" fmla="*/ 956 w 132455"/>
                  <a:gd name="csY3" fmla="*/ 77278 h 139175"/>
                  <a:gd name="csX4" fmla="*/ 3649 w 132455"/>
                  <a:gd name="csY4" fmla="*/ 61666 h 139175"/>
                  <a:gd name="csX5" fmla="*/ 26792 w 132455"/>
                  <a:gd name="csY5" fmla="*/ 15989 h 139175"/>
                  <a:gd name="csX6" fmla="*/ 76351 w 132455"/>
                  <a:gd name="csY6" fmla="*/ 0 h 139175"/>
                  <a:gd name="csX7" fmla="*/ 105171 w 132455"/>
                  <a:gd name="csY7" fmla="*/ 6083 h 139175"/>
                  <a:gd name="csX8" fmla="*/ 125215 w 132455"/>
                  <a:gd name="csY8" fmla="*/ 23519 h 139175"/>
                  <a:gd name="csX9" fmla="*/ 132456 w 132455"/>
                  <a:gd name="csY9" fmla="*/ 50312 h 139175"/>
                  <a:gd name="csX10" fmla="*/ 131500 w 132455"/>
                  <a:gd name="csY10" fmla="*/ 61869 h 139175"/>
                  <a:gd name="csX11" fmla="*/ 128603 w 132455"/>
                  <a:gd name="csY11" fmla="*/ 77683 h 139175"/>
                  <a:gd name="csX12" fmla="*/ 105461 w 132455"/>
                  <a:gd name="csY12" fmla="*/ 123274 h 139175"/>
                  <a:gd name="csX13" fmla="*/ 55902 w 132455"/>
                  <a:gd name="csY13" fmla="*/ 139176 h 139175"/>
                  <a:gd name="csX14" fmla="*/ 26792 w 132455"/>
                  <a:gd name="csY14" fmla="*/ 132919 h 139175"/>
                  <a:gd name="csX15" fmla="*/ 23925 w 132455"/>
                  <a:gd name="csY15" fmla="*/ 86518 h 139175"/>
                  <a:gd name="csX16" fmla="*/ 32875 w 132455"/>
                  <a:gd name="csY16" fmla="*/ 109255 h 139175"/>
                  <a:gd name="csX17" fmla="*/ 58045 w 132455"/>
                  <a:gd name="csY17" fmla="*/ 117365 h 139175"/>
                  <a:gd name="csX18" fmla="*/ 89675 w 132455"/>
                  <a:gd name="csY18" fmla="*/ 106967 h 139175"/>
                  <a:gd name="csX19" fmla="*/ 104910 w 132455"/>
                  <a:gd name="csY19" fmla="*/ 76901 h 139175"/>
                  <a:gd name="csX20" fmla="*/ 107604 w 132455"/>
                  <a:gd name="csY20" fmla="*/ 62071 h 139175"/>
                  <a:gd name="csX21" fmla="*/ 108386 w 132455"/>
                  <a:gd name="csY21" fmla="*/ 52832 h 139175"/>
                  <a:gd name="csX22" fmla="*/ 99523 w 132455"/>
                  <a:gd name="csY22" fmla="*/ 29892 h 139175"/>
                  <a:gd name="csX23" fmla="*/ 74266 w 132455"/>
                  <a:gd name="csY23" fmla="*/ 21781 h 139175"/>
                  <a:gd name="csX24" fmla="*/ 42752 w 132455"/>
                  <a:gd name="csY24" fmla="*/ 32180 h 139175"/>
                  <a:gd name="csX25" fmla="*/ 27632 w 132455"/>
                  <a:gd name="csY25" fmla="*/ 62245 h 139175"/>
                  <a:gd name="csX26" fmla="*/ 24939 w 132455"/>
                  <a:gd name="csY26" fmla="*/ 77075 h 139175"/>
                  <a:gd name="csX27" fmla="*/ 23983 w 132455"/>
                  <a:gd name="csY27" fmla="*/ 86518 h 1391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</a:cxnLst>
                <a:rect l="l" t="t" r="r" b="b"/>
                <a:pathLst>
                  <a:path w="132455" h="139175">
                    <a:moveTo>
                      <a:pt x="26792" y="132890"/>
                    </a:moveTo>
                    <a:cubicBezTo>
                      <a:pt x="18306" y="128719"/>
                      <a:pt x="11731" y="122810"/>
                      <a:pt x="7038" y="115164"/>
                    </a:cubicBezTo>
                    <a:cubicBezTo>
                      <a:pt x="2346" y="107517"/>
                      <a:pt x="0" y="98683"/>
                      <a:pt x="0" y="88661"/>
                    </a:cubicBezTo>
                    <a:cubicBezTo>
                      <a:pt x="0" y="84287"/>
                      <a:pt x="319" y="80493"/>
                      <a:pt x="956" y="77278"/>
                    </a:cubicBezTo>
                    <a:lnTo>
                      <a:pt x="3649" y="61666"/>
                    </a:lnTo>
                    <a:cubicBezTo>
                      <a:pt x="6981" y="41883"/>
                      <a:pt x="14714" y="26648"/>
                      <a:pt x="26792" y="15989"/>
                    </a:cubicBezTo>
                    <a:cubicBezTo>
                      <a:pt x="38871" y="5330"/>
                      <a:pt x="55381" y="0"/>
                      <a:pt x="76351" y="0"/>
                    </a:cubicBezTo>
                    <a:cubicBezTo>
                      <a:pt x="87010" y="0"/>
                      <a:pt x="96626" y="2028"/>
                      <a:pt x="105171" y="6083"/>
                    </a:cubicBezTo>
                    <a:cubicBezTo>
                      <a:pt x="113716" y="10138"/>
                      <a:pt x="120406" y="15960"/>
                      <a:pt x="125215" y="23519"/>
                    </a:cubicBezTo>
                    <a:cubicBezTo>
                      <a:pt x="130023" y="31108"/>
                      <a:pt x="132456" y="40029"/>
                      <a:pt x="132456" y="50312"/>
                    </a:cubicBezTo>
                    <a:cubicBezTo>
                      <a:pt x="132456" y="54685"/>
                      <a:pt x="132137" y="58538"/>
                      <a:pt x="131500" y="61869"/>
                    </a:cubicBezTo>
                    <a:lnTo>
                      <a:pt x="128603" y="77683"/>
                    </a:lnTo>
                    <a:cubicBezTo>
                      <a:pt x="125128" y="97466"/>
                      <a:pt x="117423" y="112673"/>
                      <a:pt x="105461" y="123274"/>
                    </a:cubicBezTo>
                    <a:cubicBezTo>
                      <a:pt x="93498" y="133875"/>
                      <a:pt x="76988" y="139176"/>
                      <a:pt x="55902" y="139176"/>
                    </a:cubicBezTo>
                    <a:cubicBezTo>
                      <a:pt x="44982" y="139176"/>
                      <a:pt x="35279" y="137090"/>
                      <a:pt x="26792" y="132919"/>
                    </a:cubicBezTo>
                    <a:close/>
                    <a:moveTo>
                      <a:pt x="23925" y="86518"/>
                    </a:moveTo>
                    <a:cubicBezTo>
                      <a:pt x="23925" y="96279"/>
                      <a:pt x="26908" y="103868"/>
                      <a:pt x="32875" y="109255"/>
                    </a:cubicBezTo>
                    <a:cubicBezTo>
                      <a:pt x="38842" y="114642"/>
                      <a:pt x="47241" y="117365"/>
                      <a:pt x="58045" y="117365"/>
                    </a:cubicBezTo>
                    <a:cubicBezTo>
                      <a:pt x="71166" y="117365"/>
                      <a:pt x="81681" y="113889"/>
                      <a:pt x="89675" y="106967"/>
                    </a:cubicBezTo>
                    <a:cubicBezTo>
                      <a:pt x="97640" y="100015"/>
                      <a:pt x="102709" y="89993"/>
                      <a:pt x="104910" y="76901"/>
                    </a:cubicBezTo>
                    <a:lnTo>
                      <a:pt x="107604" y="62071"/>
                    </a:lnTo>
                    <a:cubicBezTo>
                      <a:pt x="108125" y="59117"/>
                      <a:pt x="108386" y="56018"/>
                      <a:pt x="108386" y="52832"/>
                    </a:cubicBezTo>
                    <a:cubicBezTo>
                      <a:pt x="108386" y="42926"/>
                      <a:pt x="105432" y="35279"/>
                      <a:pt x="99523" y="29892"/>
                    </a:cubicBezTo>
                    <a:cubicBezTo>
                      <a:pt x="93614" y="24504"/>
                      <a:pt x="85185" y="21781"/>
                      <a:pt x="74266" y="21781"/>
                    </a:cubicBezTo>
                    <a:cubicBezTo>
                      <a:pt x="61145" y="21781"/>
                      <a:pt x="50659" y="25257"/>
                      <a:pt x="42752" y="32180"/>
                    </a:cubicBezTo>
                    <a:cubicBezTo>
                      <a:pt x="34845" y="39131"/>
                      <a:pt x="29805" y="49153"/>
                      <a:pt x="27632" y="62245"/>
                    </a:cubicBezTo>
                    <a:lnTo>
                      <a:pt x="24939" y="77075"/>
                    </a:lnTo>
                    <a:cubicBezTo>
                      <a:pt x="24301" y="80667"/>
                      <a:pt x="23983" y="83824"/>
                      <a:pt x="23983" y="865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91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sp>
        <p:nvSpPr>
          <p:cNvPr id="617" name="TextBox 616">
            <a:extLst>
              <a:ext uri="{FF2B5EF4-FFF2-40B4-BE49-F238E27FC236}">
                <a16:creationId xmlns:a16="http://schemas.microsoft.com/office/drawing/2014/main" id="{74695D1B-44B5-067C-20B5-87536FCCA84E}"/>
              </a:ext>
            </a:extLst>
          </p:cNvPr>
          <p:cNvSpPr txBox="1"/>
          <p:nvPr/>
        </p:nvSpPr>
        <p:spPr>
          <a:xfrm>
            <a:off x="4055822" y="470236"/>
            <a:ext cx="7806191" cy="307777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7701" marR="0" lvl="0" indent="0" algn="l" defTabSz="554389" rtl="0" eaLnBrk="1" fontAlgn="auto" latinLnBrk="0" hangingPunct="1">
              <a:lnSpc>
                <a:spcPct val="100000"/>
              </a:lnSpc>
              <a:spcBef>
                <a:spcPts val="76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0" cap="none" spc="42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PRINCIPAIS</a:t>
            </a:r>
            <a:r>
              <a:rPr kumimoji="0" lang="pt-BR" sz="1400" b="0" i="0" u="none" strike="noStrike" kern="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 </a:t>
            </a:r>
            <a:r>
              <a:rPr kumimoji="0" lang="pt-BR" sz="1400" b="0" i="0" u="none" strike="noStrike" kern="0" cap="none" spc="52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CARACTERÍSTICAS</a:t>
            </a:r>
            <a:r>
              <a:rPr kumimoji="0" lang="pt-BR" sz="1400" b="0" i="0" u="none" strike="noStrike" kern="0" cap="none" spc="10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 </a:t>
            </a:r>
            <a:r>
              <a:rPr kumimoji="0" lang="pt-BR" sz="1400" b="0" i="0" u="none" strike="noStrike" kern="0" cap="none" spc="3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DO</a:t>
            </a:r>
            <a:r>
              <a:rPr kumimoji="0" lang="pt-BR" sz="1400" b="0" i="0" u="none" strike="noStrike" kern="0" cap="none" spc="103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 </a:t>
            </a:r>
            <a:r>
              <a:rPr kumimoji="0" lang="pt-BR" sz="1400" b="0" i="0" u="none" strike="noStrike" kern="0" cap="none" spc="42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rPr>
              <a:t>FUNDO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Helvetica"/>
              <a:sym typeface="Arial"/>
            </a:endParaRPr>
          </a:p>
        </p:txBody>
      </p:sp>
      <p:sp>
        <p:nvSpPr>
          <p:cNvPr id="618" name="object 38">
            <a:extLst>
              <a:ext uri="{FF2B5EF4-FFF2-40B4-BE49-F238E27FC236}">
                <a16:creationId xmlns:a16="http://schemas.microsoft.com/office/drawing/2014/main" id="{131D9EAA-B0F6-B0B8-C9F4-8E69C5F1CB77}"/>
              </a:ext>
            </a:extLst>
          </p:cNvPr>
          <p:cNvSpPr txBox="1">
            <a:spLocks/>
          </p:cNvSpPr>
          <p:nvPr/>
        </p:nvSpPr>
        <p:spPr>
          <a:xfrm>
            <a:off x="9521170" y="711121"/>
            <a:ext cx="1051961" cy="13848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vert="horz" wrap="square" lIns="0" tIns="0" rIns="0" bIns="0" rtlCol="0" anchor="ctr" anchorCtr="0">
            <a:no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272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j-ea"/>
                <a:cs typeface="+mj-cs"/>
                <a:sym typeface="Arial"/>
              </a:rPr>
              <a:t>Data base: 30/09/2026</a:t>
            </a:r>
          </a:p>
        </p:txBody>
      </p:sp>
      <p:graphicFrame>
        <p:nvGraphicFramePr>
          <p:cNvPr id="636" name="Table 635">
            <a:extLst>
              <a:ext uri="{FF2B5EF4-FFF2-40B4-BE49-F238E27FC236}">
                <a16:creationId xmlns:a16="http://schemas.microsoft.com/office/drawing/2014/main" id="{7D1B4A28-3FFA-93AB-F9EF-3ED25EFD1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041114"/>
              </p:ext>
            </p:extLst>
          </p:nvPr>
        </p:nvGraphicFramePr>
        <p:xfrm>
          <a:off x="8679582" y="1000786"/>
          <a:ext cx="3177456" cy="122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8728">
                  <a:extLst>
                    <a:ext uri="{9D8B030D-6E8A-4147-A177-3AD203B41FA5}">
                      <a16:colId xmlns:a16="http://schemas.microsoft.com/office/drawing/2014/main" val="3149771784"/>
                    </a:ext>
                  </a:extLst>
                </a:gridCol>
                <a:gridCol w="1588728">
                  <a:extLst>
                    <a:ext uri="{9D8B030D-6E8A-4147-A177-3AD203B41FA5}">
                      <a16:colId xmlns:a16="http://schemas.microsoft.com/office/drawing/2014/main" val="3929296476"/>
                    </a:ext>
                  </a:extLst>
                </a:gridCol>
              </a:tblGrid>
              <a:tr h="356400">
                <a:tc gridSpan="2">
                  <a:txBody>
                    <a:bodyPr/>
                    <a:lstStyle/>
                    <a:p>
                      <a:pPr marL="0" marR="7620" indent="0" algn="ctr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200" b="1" spc="-10">
                          <a:solidFill>
                            <a:schemeClr val="bg1">
                              <a:lumMod val="95000"/>
                            </a:schemeClr>
                          </a:solidFill>
                          <a:latin typeface="Versos" panose="020B0503020204030204" pitchFamily="34" charset="0"/>
                          <a:ea typeface="+mn-ea"/>
                          <a:cs typeface="Arial"/>
                        </a:rPr>
                        <a:t>Patrimônio </a:t>
                      </a:r>
                      <a:r>
                        <a:rPr lang="pt-BR" sz="1200" b="1" spc="-1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Versos" panose="020B0503020204030204" pitchFamily="34" charset="0"/>
                          <a:ea typeface="+mn-ea"/>
                          <a:cs typeface="Arial"/>
                        </a:rPr>
                        <a:t>Líquído</a:t>
                      </a:r>
                      <a:r>
                        <a:rPr lang="pt-BR" sz="1200" b="1" spc="-10">
                          <a:solidFill>
                            <a:schemeClr val="bg1">
                              <a:lumMod val="95000"/>
                            </a:schemeClr>
                          </a:solidFill>
                          <a:latin typeface="Versos" panose="020B0503020204030204" pitchFamily="34" charset="0"/>
                          <a:ea typeface="+mn-ea"/>
                          <a:cs typeface="Arial"/>
                        </a:rPr>
                        <a:t> (R$ MM)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7620" indent="0" algn="ctr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endParaRPr sz="1000" b="1" spc="-10">
                        <a:solidFill>
                          <a:schemeClr val="bg1">
                            <a:lumMod val="95000"/>
                          </a:schemeClr>
                        </a:solidFill>
                        <a:latin typeface="Versos" panose="020B0503020204030204" pitchFamily="34" charset="0"/>
                        <a:ea typeface="+mn-ea"/>
                        <a:cs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85620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marL="0" marR="7620" indent="0" algn="ctr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000" b="1" spc="-10">
                          <a:solidFill>
                            <a:schemeClr val="bg1">
                              <a:lumMod val="95000"/>
                            </a:schemeClr>
                          </a:solidFill>
                          <a:latin typeface="Versos" panose="020B0503020204030204" pitchFamily="34" charset="0"/>
                          <a:ea typeface="+mn-ea"/>
                          <a:cs typeface="Arial"/>
                        </a:rPr>
                        <a:t>ATUAL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7620" indent="0" algn="ctr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sz="1000" b="1" spc="-10">
                          <a:solidFill>
                            <a:schemeClr val="bg1">
                              <a:lumMod val="95000"/>
                            </a:schemeClr>
                          </a:solidFill>
                          <a:latin typeface="Versos" panose="020B0503020204030204" pitchFamily="34" charset="0"/>
                          <a:ea typeface="+mn-ea"/>
                          <a:cs typeface="Arial"/>
                        </a:rPr>
                        <a:t>12 M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47351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algn="ctr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400" b="1" spc="-10">
                          <a:solidFill>
                            <a:schemeClr val="bg1"/>
                          </a:solidFill>
                          <a:latin typeface="Versos" panose="020B0503020204030204" pitchFamily="34" charset="0"/>
                          <a:ea typeface="+mn-ea"/>
                          <a:cs typeface="Arial"/>
                        </a:rPr>
                        <a:t>24,0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400" b="1" spc="-10">
                          <a:solidFill>
                            <a:schemeClr val="bg1"/>
                          </a:solidFill>
                          <a:latin typeface="Versos" panose="020B0503020204030204" pitchFamily="34" charset="0"/>
                          <a:ea typeface="+mn-ea"/>
                          <a:cs typeface="Arial"/>
                        </a:rPr>
                        <a:t>18,9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375021"/>
                  </a:ext>
                </a:extLst>
              </a:tr>
            </a:tbl>
          </a:graphicData>
        </a:graphic>
      </p:graphicFrame>
      <p:pic>
        <p:nvPicPr>
          <p:cNvPr id="2" name="Graphic 1">
            <a:extLst>
              <a:ext uri="{FF2B5EF4-FFF2-40B4-BE49-F238E27FC236}">
                <a16:creationId xmlns:a16="http://schemas.microsoft.com/office/drawing/2014/main" id="{59950F6A-9211-BE7A-EE8F-5B04DDCCC8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217111">
            <a:off x="291309" y="3498394"/>
            <a:ext cx="11536699" cy="58801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022E3FF-83B8-4062-2972-589BC576C15F}"/>
              </a:ext>
            </a:extLst>
          </p:cNvPr>
          <p:cNvSpPr/>
          <p:nvPr/>
        </p:nvSpPr>
        <p:spPr>
          <a:xfrm>
            <a:off x="393145" y="5058001"/>
            <a:ext cx="770588" cy="536472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126%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084810-DFE2-4E07-8031-B18B48A37205}"/>
              </a:ext>
            </a:extLst>
          </p:cNvPr>
          <p:cNvSpPr/>
          <p:nvPr/>
        </p:nvSpPr>
        <p:spPr>
          <a:xfrm>
            <a:off x="1278498" y="5058001"/>
            <a:ext cx="770588" cy="536472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124%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846B57-4744-C0AC-9D36-446252ACE03B}"/>
              </a:ext>
            </a:extLst>
          </p:cNvPr>
          <p:cNvSpPr/>
          <p:nvPr/>
        </p:nvSpPr>
        <p:spPr>
          <a:xfrm>
            <a:off x="2163851" y="5058001"/>
            <a:ext cx="770588" cy="536472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115%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D199F5-F3B4-33F4-A626-16EAAF7F1B4C}"/>
              </a:ext>
            </a:extLst>
          </p:cNvPr>
          <p:cNvSpPr/>
          <p:nvPr/>
        </p:nvSpPr>
        <p:spPr>
          <a:xfrm>
            <a:off x="3049204" y="5058001"/>
            <a:ext cx="770588" cy="536472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135%</a:t>
            </a:r>
            <a:br>
              <a:rPr lang="pt-BR" sz="1200">
                <a:solidFill>
                  <a:srgbClr val="FFFFFF"/>
                </a:solidFill>
                <a:latin typeface="Versos" panose="020B0503020204030204" pitchFamily="34" charset="0"/>
              </a:rPr>
            </a:b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E78AA62-D673-CB83-E3F4-769AFE3817CF}"/>
              </a:ext>
            </a:extLst>
          </p:cNvPr>
          <p:cNvSpPr/>
          <p:nvPr/>
        </p:nvSpPr>
        <p:spPr>
          <a:xfrm>
            <a:off x="3934557" y="5058001"/>
            <a:ext cx="770588" cy="536472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130%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5192B0-E153-5292-296D-39C64E5FE028}"/>
              </a:ext>
            </a:extLst>
          </p:cNvPr>
          <p:cNvSpPr/>
          <p:nvPr/>
        </p:nvSpPr>
        <p:spPr>
          <a:xfrm>
            <a:off x="4819910" y="5058001"/>
            <a:ext cx="770588" cy="536472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106%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41C489C-7958-E724-F88B-01D187F76E02}"/>
              </a:ext>
            </a:extLst>
          </p:cNvPr>
          <p:cNvSpPr/>
          <p:nvPr/>
        </p:nvSpPr>
        <p:spPr>
          <a:xfrm>
            <a:off x="5705263" y="5058001"/>
            <a:ext cx="770588" cy="536472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103%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A0B675-1548-9320-DAE8-620BED5CCC6E}"/>
              </a:ext>
            </a:extLst>
          </p:cNvPr>
          <p:cNvSpPr/>
          <p:nvPr/>
        </p:nvSpPr>
        <p:spPr>
          <a:xfrm>
            <a:off x="6590616" y="5058001"/>
            <a:ext cx="770588" cy="536472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109%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D03F0C0-754A-86B2-CB8A-72E67632EF1F}"/>
              </a:ext>
            </a:extLst>
          </p:cNvPr>
          <p:cNvSpPr/>
          <p:nvPr/>
        </p:nvSpPr>
        <p:spPr>
          <a:xfrm>
            <a:off x="7475969" y="5058001"/>
            <a:ext cx="770588" cy="536472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112%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0088A79-9508-1F39-E59C-4BB068865C0F}"/>
              </a:ext>
            </a:extLst>
          </p:cNvPr>
          <p:cNvSpPr/>
          <p:nvPr/>
        </p:nvSpPr>
        <p:spPr>
          <a:xfrm>
            <a:off x="8361322" y="5058001"/>
            <a:ext cx="770588" cy="536472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116,78%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6465756-2929-E026-4B73-EF23399755FE}"/>
              </a:ext>
            </a:extLst>
          </p:cNvPr>
          <p:cNvSpPr/>
          <p:nvPr/>
        </p:nvSpPr>
        <p:spPr>
          <a:xfrm>
            <a:off x="9246675" y="5058001"/>
            <a:ext cx="770588" cy="536472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120,57%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2E9B5FE6-8FD8-8D90-695B-B0D29FF30D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553953"/>
              </p:ext>
            </p:extLst>
          </p:nvPr>
        </p:nvGraphicFramePr>
        <p:xfrm>
          <a:off x="4132375" y="905404"/>
          <a:ext cx="4444882" cy="1315783"/>
        </p:xfrm>
        <a:graphic>
          <a:graphicData uri="http://schemas.openxmlformats.org/drawingml/2006/table">
            <a:tbl>
              <a:tblPr/>
              <a:tblGrid>
                <a:gridCol w="1006747">
                  <a:extLst>
                    <a:ext uri="{9D8B030D-6E8A-4147-A177-3AD203B41FA5}">
                      <a16:colId xmlns:a16="http://schemas.microsoft.com/office/drawing/2014/main" val="2938393691"/>
                    </a:ext>
                  </a:extLst>
                </a:gridCol>
                <a:gridCol w="1272680">
                  <a:extLst>
                    <a:ext uri="{9D8B030D-6E8A-4147-A177-3AD203B41FA5}">
                      <a16:colId xmlns:a16="http://schemas.microsoft.com/office/drawing/2014/main" val="2732732868"/>
                    </a:ext>
                  </a:extLst>
                </a:gridCol>
                <a:gridCol w="1044737">
                  <a:extLst>
                    <a:ext uri="{9D8B030D-6E8A-4147-A177-3AD203B41FA5}">
                      <a16:colId xmlns:a16="http://schemas.microsoft.com/office/drawing/2014/main" val="1635509832"/>
                    </a:ext>
                  </a:extLst>
                </a:gridCol>
                <a:gridCol w="1120718">
                  <a:extLst>
                    <a:ext uri="{9D8B030D-6E8A-4147-A177-3AD203B41FA5}">
                      <a16:colId xmlns:a16="http://schemas.microsoft.com/office/drawing/2014/main" val="3830124177"/>
                    </a:ext>
                  </a:extLst>
                </a:gridCol>
              </a:tblGrid>
              <a:tr h="4077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1200" b="0" i="0" u="none" strike="noStrike">
                        <a:solidFill>
                          <a:schemeClr val="bg1"/>
                        </a:solidFill>
                        <a:effectLst/>
                        <a:latin typeface="Versos" panose="020B050302020403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chemeClr val="bg1"/>
                          </a:solidFill>
                          <a:effectLst/>
                          <a:latin typeface="Versos" panose="020B0503020204030204" pitchFamily="34" charset="0"/>
                        </a:rPr>
                        <a:t>Mês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chemeClr val="bg1"/>
                          </a:solidFill>
                          <a:effectLst/>
                          <a:latin typeface="Versos" panose="020B0503020204030204" pitchFamily="34" charset="0"/>
                        </a:rPr>
                        <a:t>Ano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chemeClr val="bg1"/>
                          </a:solidFill>
                          <a:effectLst/>
                          <a:latin typeface="Versos" panose="020B0503020204030204" pitchFamily="34" charset="0"/>
                        </a:rPr>
                        <a:t>Desde o Início 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65922"/>
                  </a:ext>
                </a:extLst>
              </a:tr>
              <a:tr h="302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0" i="0" u="none" strike="noStrike">
                          <a:solidFill>
                            <a:schemeClr val="bg1"/>
                          </a:solidFill>
                          <a:effectLst/>
                          <a:latin typeface="Versos" panose="020B0503020204030204" pitchFamily="34" charset="0"/>
                        </a:rPr>
                        <a:t>  FUNDO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chemeClr val="accent2"/>
                          </a:solidFill>
                          <a:effectLst/>
                          <a:latin typeface="Versos" panose="020B0503020204030204" pitchFamily="34" charset="0"/>
                        </a:rPr>
                        <a:t>1,26%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chemeClr val="accent2"/>
                          </a:solidFill>
                          <a:effectLst/>
                          <a:latin typeface="Versos" panose="020B0503020204030204" pitchFamily="34" charset="0"/>
                        </a:rPr>
                        <a:t>12,13%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chemeClr val="accent2"/>
                          </a:solidFill>
                          <a:effectLst/>
                          <a:latin typeface="Versos" panose="020B0503020204030204" pitchFamily="34" charset="0"/>
                        </a:rPr>
                        <a:t>26,14%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097016"/>
                  </a:ext>
                </a:extLst>
              </a:tr>
              <a:tr h="302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0" i="0" u="none" strike="noStrike">
                          <a:solidFill>
                            <a:schemeClr val="bg1"/>
                          </a:solidFill>
                          <a:effectLst/>
                          <a:latin typeface="Versos" panose="020B0503020204030204" pitchFamily="34" charset="0"/>
                        </a:rPr>
                        <a:t>  CDI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chemeClr val="bg1"/>
                          </a:solidFill>
                          <a:effectLst/>
                          <a:latin typeface="Versos" panose="020B0503020204030204" pitchFamily="34" charset="0"/>
                        </a:rPr>
                        <a:t>1,08%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chemeClr val="bg1"/>
                          </a:solidFill>
                          <a:effectLst/>
                          <a:latin typeface="Versos" panose="020B0503020204030204" pitchFamily="34" charset="0"/>
                        </a:rPr>
                        <a:t>10,51%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chemeClr val="bg1"/>
                          </a:solidFill>
                          <a:effectLst/>
                          <a:latin typeface="Versos" panose="020B0503020204030204" pitchFamily="34" charset="0"/>
                        </a:rPr>
                        <a:t>21,39%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250668"/>
                  </a:ext>
                </a:extLst>
              </a:tr>
              <a:tr h="3026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>
                          <a:solidFill>
                            <a:schemeClr val="accent2"/>
                          </a:solidFill>
                          <a:effectLst/>
                          <a:latin typeface="Versos" panose="020B0503020204030204" pitchFamily="34" charset="0"/>
                        </a:rPr>
                        <a:t>  % CDI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chemeClr val="bg1"/>
                          </a:solidFill>
                          <a:effectLst/>
                          <a:latin typeface="Versos" panose="020B0503020204030204" pitchFamily="34" charset="0"/>
                        </a:rPr>
                        <a:t>116,07%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chemeClr val="bg1"/>
                          </a:solidFill>
                          <a:effectLst/>
                          <a:latin typeface="Versos" panose="020B0503020204030204" pitchFamily="34" charset="0"/>
                        </a:rPr>
                        <a:t>115,36%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chemeClr val="bg1"/>
                          </a:solidFill>
                          <a:effectLst/>
                          <a:latin typeface="Versos" panose="020B0503020204030204" pitchFamily="34" charset="0"/>
                        </a:rPr>
                        <a:t>122,23%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358718"/>
                  </a:ext>
                </a:extLst>
              </a:tr>
            </a:tbl>
          </a:graphicData>
        </a:graphic>
      </p:graphicFrame>
      <p:sp>
        <p:nvSpPr>
          <p:cNvPr id="8" name="TextBox 616">
            <a:extLst>
              <a:ext uri="{FF2B5EF4-FFF2-40B4-BE49-F238E27FC236}">
                <a16:creationId xmlns:a16="http://schemas.microsoft.com/office/drawing/2014/main" id="{7477EBBF-459E-D5F1-9289-413EBF49D219}"/>
              </a:ext>
            </a:extLst>
          </p:cNvPr>
          <p:cNvSpPr txBox="1"/>
          <p:nvPr/>
        </p:nvSpPr>
        <p:spPr>
          <a:xfrm>
            <a:off x="598685" y="1860849"/>
            <a:ext cx="2200757" cy="26161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fontAlgn="b"/>
            <a:r>
              <a:rPr lang="pt-BR" sz="1050">
                <a:solidFill>
                  <a:schemeClr val="bg1">
                    <a:lumMod val="50000"/>
                  </a:schemeClr>
                </a:solidFill>
                <a:latin typeface="Versos" panose="020B0503020204030204" pitchFamily="34" charset="0"/>
              </a:rPr>
              <a:t>60.173.255/0001-88</a:t>
            </a:r>
          </a:p>
        </p:txBody>
      </p:sp>
      <p:sp>
        <p:nvSpPr>
          <p:cNvPr id="6" name="Rectangle 35">
            <a:extLst>
              <a:ext uri="{FF2B5EF4-FFF2-40B4-BE49-F238E27FC236}">
                <a16:creationId xmlns:a16="http://schemas.microsoft.com/office/drawing/2014/main" id="{B0CED3EE-1E18-5F3A-745D-E6EB073B59A6}"/>
              </a:ext>
            </a:extLst>
          </p:cNvPr>
          <p:cNvSpPr/>
          <p:nvPr/>
        </p:nvSpPr>
        <p:spPr>
          <a:xfrm>
            <a:off x="10132028" y="5058001"/>
            <a:ext cx="770588" cy="536472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117%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7" name="Rectangle 35">
            <a:extLst>
              <a:ext uri="{FF2B5EF4-FFF2-40B4-BE49-F238E27FC236}">
                <a16:creationId xmlns:a16="http://schemas.microsoft.com/office/drawing/2014/main" id="{009D09F8-EE7D-6405-3792-2C595DF2A40A}"/>
              </a:ext>
            </a:extLst>
          </p:cNvPr>
          <p:cNvSpPr/>
          <p:nvPr/>
        </p:nvSpPr>
        <p:spPr>
          <a:xfrm>
            <a:off x="11017382" y="5058001"/>
            <a:ext cx="770588" cy="536472"/>
          </a:xfrm>
          <a:prstGeom prst="rect">
            <a:avLst/>
          </a:prstGeom>
          <a:solidFill>
            <a:schemeClr val="accent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116%</a:t>
            </a:r>
            <a:br>
              <a:rPr kumimoji="0" lang="pt-BR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</p:spTree>
    <p:extLst>
      <p:ext uri="{BB962C8B-B14F-4D97-AF65-F5344CB8AC3E}">
        <p14:creationId xmlns:p14="http://schemas.microsoft.com/office/powerpoint/2010/main" val="36227935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53A63-019C-35D3-8777-8720F2921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9141FE4F-D91E-A838-955C-23D10F8126D2}"/>
              </a:ext>
            </a:extLst>
          </p:cNvPr>
          <p:cNvSpPr/>
          <p:nvPr/>
        </p:nvSpPr>
        <p:spPr>
          <a:xfrm flipV="1">
            <a:off x="334963" y="87564"/>
            <a:ext cx="1152086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D749FCEE-1A1B-817E-7848-1021A5B171E9}"/>
              </a:ext>
            </a:extLst>
          </p:cNvPr>
          <p:cNvSpPr/>
          <p:nvPr/>
        </p:nvSpPr>
        <p:spPr>
          <a:xfrm>
            <a:off x="11100750" y="513297"/>
            <a:ext cx="755077" cy="256427"/>
          </a:xfrm>
          <a:custGeom>
            <a:avLst/>
            <a:gdLst>
              <a:gd name="connsiteX0" fmla="*/ 729170 w 755077"/>
              <a:gd name="connsiteY0" fmla="*/ 141860 h 256427"/>
              <a:gd name="connsiteX1" fmla="*/ 755078 w 755077"/>
              <a:gd name="connsiteY1" fmla="*/ 82229 h 256427"/>
              <a:gd name="connsiteX2" fmla="*/ 729170 w 755077"/>
              <a:gd name="connsiteY2" fmla="*/ 22599 h 256427"/>
              <a:gd name="connsiteX3" fmla="*/ 662720 w 755077"/>
              <a:gd name="connsiteY3" fmla="*/ 0 h 256427"/>
              <a:gd name="connsiteX4" fmla="*/ 596270 w 755077"/>
              <a:gd name="connsiteY4" fmla="*/ 22599 h 256427"/>
              <a:gd name="connsiteX5" fmla="*/ 570363 w 755077"/>
              <a:gd name="connsiteY5" fmla="*/ 82229 h 256427"/>
              <a:gd name="connsiteX6" fmla="*/ 596270 w 755077"/>
              <a:gd name="connsiteY6" fmla="*/ 141860 h 256427"/>
              <a:gd name="connsiteX7" fmla="*/ 662720 w 755077"/>
              <a:gd name="connsiteY7" fmla="*/ 164459 h 256427"/>
              <a:gd name="connsiteX8" fmla="*/ 729170 w 755077"/>
              <a:gd name="connsiteY8" fmla="*/ 141860 h 256427"/>
              <a:gd name="connsiteX9" fmla="*/ 596089 w 755077"/>
              <a:gd name="connsiteY9" fmla="*/ 82229 h 256427"/>
              <a:gd name="connsiteX10" fmla="*/ 613852 w 755077"/>
              <a:gd name="connsiteY10" fmla="*/ 41282 h 256427"/>
              <a:gd name="connsiteX11" fmla="*/ 662720 w 755077"/>
              <a:gd name="connsiteY11" fmla="*/ 25357 h 256427"/>
              <a:gd name="connsiteX12" fmla="*/ 711588 w 755077"/>
              <a:gd name="connsiteY12" fmla="*/ 41282 h 256427"/>
              <a:gd name="connsiteX13" fmla="*/ 729351 w 755077"/>
              <a:gd name="connsiteY13" fmla="*/ 82229 h 256427"/>
              <a:gd name="connsiteX14" fmla="*/ 711588 w 755077"/>
              <a:gd name="connsiteY14" fmla="*/ 123177 h 256427"/>
              <a:gd name="connsiteX15" fmla="*/ 662720 w 755077"/>
              <a:gd name="connsiteY15" fmla="*/ 139093 h 256427"/>
              <a:gd name="connsiteX16" fmla="*/ 613852 w 755077"/>
              <a:gd name="connsiteY16" fmla="*/ 123177 h 256427"/>
              <a:gd name="connsiteX17" fmla="*/ 596089 w 755077"/>
              <a:gd name="connsiteY17" fmla="*/ 82229 h 256427"/>
              <a:gd name="connsiteX18" fmla="*/ 234957 w 755077"/>
              <a:gd name="connsiteY18" fmla="*/ 204267 h 256427"/>
              <a:gd name="connsiteX19" fmla="*/ 246049 w 755077"/>
              <a:gd name="connsiteY19" fmla="*/ 201210 h 256427"/>
              <a:gd name="connsiteX20" fmla="*/ 257882 w 755077"/>
              <a:gd name="connsiteY20" fmla="*/ 204791 h 256427"/>
              <a:gd name="connsiteX21" fmla="*/ 264390 w 755077"/>
              <a:gd name="connsiteY21" fmla="*/ 214748 h 256427"/>
              <a:gd name="connsiteX22" fmla="*/ 271993 w 755077"/>
              <a:gd name="connsiteY22" fmla="*/ 214748 h 256427"/>
              <a:gd name="connsiteX23" fmla="*/ 263387 w 755077"/>
              <a:gd name="connsiteY23" fmla="*/ 199718 h 256427"/>
              <a:gd name="connsiteX24" fmla="*/ 246401 w 755077"/>
              <a:gd name="connsiteY24" fmla="*/ 194211 h 256427"/>
              <a:gd name="connsiteX25" fmla="*/ 231025 w 755077"/>
              <a:gd name="connsiteY25" fmla="*/ 198099 h 256427"/>
              <a:gd name="connsiteX26" fmla="*/ 220810 w 755077"/>
              <a:gd name="connsiteY26" fmla="*/ 209069 h 256427"/>
              <a:gd name="connsiteX27" fmla="*/ 217231 w 755077"/>
              <a:gd name="connsiteY27" fmla="*/ 225319 h 256427"/>
              <a:gd name="connsiteX28" fmla="*/ 220810 w 755077"/>
              <a:gd name="connsiteY28" fmla="*/ 241615 h 256427"/>
              <a:gd name="connsiteX29" fmla="*/ 231025 w 755077"/>
              <a:gd name="connsiteY29" fmla="*/ 252539 h 256427"/>
              <a:gd name="connsiteX30" fmla="*/ 246401 w 755077"/>
              <a:gd name="connsiteY30" fmla="*/ 256428 h 256427"/>
              <a:gd name="connsiteX31" fmla="*/ 263387 w 755077"/>
              <a:gd name="connsiteY31" fmla="*/ 250920 h 256427"/>
              <a:gd name="connsiteX32" fmla="*/ 271902 w 755077"/>
              <a:gd name="connsiteY32" fmla="*/ 235891 h 256427"/>
              <a:gd name="connsiteX33" fmla="*/ 264300 w 755077"/>
              <a:gd name="connsiteY33" fmla="*/ 235891 h 256427"/>
              <a:gd name="connsiteX34" fmla="*/ 257837 w 755077"/>
              <a:gd name="connsiteY34" fmla="*/ 245892 h 256427"/>
              <a:gd name="connsiteX35" fmla="*/ 246049 w 755077"/>
              <a:gd name="connsiteY35" fmla="*/ 249428 h 256427"/>
              <a:gd name="connsiteX36" fmla="*/ 234957 w 755077"/>
              <a:gd name="connsiteY36" fmla="*/ 246372 h 256427"/>
              <a:gd name="connsiteX37" fmla="*/ 227581 w 755077"/>
              <a:gd name="connsiteY37" fmla="*/ 237808 h 256427"/>
              <a:gd name="connsiteX38" fmla="*/ 225005 w 755077"/>
              <a:gd name="connsiteY38" fmla="*/ 225310 h 256427"/>
              <a:gd name="connsiteX39" fmla="*/ 227581 w 755077"/>
              <a:gd name="connsiteY39" fmla="*/ 212776 h 256427"/>
              <a:gd name="connsiteX40" fmla="*/ 234957 w 755077"/>
              <a:gd name="connsiteY40" fmla="*/ 204258 h 256427"/>
              <a:gd name="connsiteX41" fmla="*/ 330858 w 755077"/>
              <a:gd name="connsiteY41" fmla="*/ 194744 h 256427"/>
              <a:gd name="connsiteX42" fmla="*/ 307536 w 755077"/>
              <a:gd name="connsiteY42" fmla="*/ 255903 h 256427"/>
              <a:gd name="connsiteX43" fmla="*/ 315392 w 755077"/>
              <a:gd name="connsiteY43" fmla="*/ 255903 h 256427"/>
              <a:gd name="connsiteX44" fmla="*/ 321855 w 755077"/>
              <a:gd name="connsiteY44" fmla="*/ 239390 h 256427"/>
              <a:gd name="connsiteX45" fmla="*/ 348495 w 755077"/>
              <a:gd name="connsiteY45" fmla="*/ 239390 h 256427"/>
              <a:gd name="connsiteX46" fmla="*/ 354958 w 755077"/>
              <a:gd name="connsiteY46" fmla="*/ 255903 h 256427"/>
              <a:gd name="connsiteX47" fmla="*/ 363076 w 755077"/>
              <a:gd name="connsiteY47" fmla="*/ 255903 h 256427"/>
              <a:gd name="connsiteX48" fmla="*/ 339844 w 755077"/>
              <a:gd name="connsiteY48" fmla="*/ 194744 h 256427"/>
              <a:gd name="connsiteX49" fmla="*/ 330849 w 755077"/>
              <a:gd name="connsiteY49" fmla="*/ 194744 h 256427"/>
              <a:gd name="connsiteX50" fmla="*/ 324133 w 755077"/>
              <a:gd name="connsiteY50" fmla="*/ 232490 h 256427"/>
              <a:gd name="connsiteX51" fmla="*/ 335134 w 755077"/>
              <a:gd name="connsiteY51" fmla="*/ 203046 h 256427"/>
              <a:gd name="connsiteX52" fmla="*/ 346226 w 755077"/>
              <a:gd name="connsiteY52" fmla="*/ 232490 h 256427"/>
              <a:gd name="connsiteX53" fmla="*/ 324124 w 755077"/>
              <a:gd name="connsiteY53" fmla="*/ 232490 h 256427"/>
              <a:gd name="connsiteX54" fmla="*/ 715231 w 755077"/>
              <a:gd name="connsiteY54" fmla="*/ 194744 h 256427"/>
              <a:gd name="connsiteX55" fmla="*/ 707638 w 755077"/>
              <a:gd name="connsiteY55" fmla="*/ 194744 h 256427"/>
              <a:gd name="connsiteX56" fmla="*/ 707638 w 755077"/>
              <a:gd name="connsiteY56" fmla="*/ 255903 h 256427"/>
              <a:gd name="connsiteX57" fmla="*/ 743100 w 755077"/>
              <a:gd name="connsiteY57" fmla="*/ 255903 h 256427"/>
              <a:gd name="connsiteX58" fmla="*/ 743100 w 755077"/>
              <a:gd name="connsiteY58" fmla="*/ 248913 h 256427"/>
              <a:gd name="connsiteX59" fmla="*/ 715240 w 755077"/>
              <a:gd name="connsiteY59" fmla="*/ 248913 h 256427"/>
              <a:gd name="connsiteX60" fmla="*/ 715240 w 755077"/>
              <a:gd name="connsiteY60" fmla="*/ 194744 h 256427"/>
              <a:gd name="connsiteX61" fmla="*/ 247423 w 755077"/>
              <a:gd name="connsiteY61" fmla="*/ 2089 h 256427"/>
              <a:gd name="connsiteX62" fmla="*/ 222392 w 755077"/>
              <a:gd name="connsiteY62" fmla="*/ 2089 h 256427"/>
              <a:gd name="connsiteX63" fmla="*/ 222392 w 755077"/>
              <a:gd name="connsiteY63" fmla="*/ 162361 h 256427"/>
              <a:gd name="connsiteX64" fmla="*/ 247423 w 755077"/>
              <a:gd name="connsiteY64" fmla="*/ 162361 h 256427"/>
              <a:gd name="connsiteX65" fmla="*/ 247423 w 755077"/>
              <a:gd name="connsiteY65" fmla="*/ 2089 h 256427"/>
              <a:gd name="connsiteX66" fmla="*/ 79458 w 755077"/>
              <a:gd name="connsiteY66" fmla="*/ 61810 h 256427"/>
              <a:gd name="connsiteX67" fmla="*/ 79458 w 755077"/>
              <a:gd name="connsiteY67" fmla="*/ 162370 h 256427"/>
              <a:gd name="connsiteX68" fmla="*/ 105230 w 755077"/>
              <a:gd name="connsiteY68" fmla="*/ 162370 h 256427"/>
              <a:gd name="connsiteX69" fmla="*/ 105212 w 755077"/>
              <a:gd name="connsiteY69" fmla="*/ 61810 h 256427"/>
              <a:gd name="connsiteX70" fmla="*/ 93786 w 755077"/>
              <a:gd name="connsiteY70" fmla="*/ 28296 h 256427"/>
              <a:gd name="connsiteX71" fmla="*/ 92330 w 755077"/>
              <a:gd name="connsiteY71" fmla="*/ 26415 h 256427"/>
              <a:gd name="connsiteX72" fmla="*/ 90875 w 755077"/>
              <a:gd name="connsiteY72" fmla="*/ 28296 h 256427"/>
              <a:gd name="connsiteX73" fmla="*/ 79449 w 755077"/>
              <a:gd name="connsiteY73" fmla="*/ 61810 h 256427"/>
              <a:gd name="connsiteX74" fmla="*/ 46608 w 755077"/>
              <a:gd name="connsiteY74" fmla="*/ 2089 h 256427"/>
              <a:gd name="connsiteX75" fmla="*/ 0 w 755077"/>
              <a:gd name="connsiteY75" fmla="*/ 2089 h 256427"/>
              <a:gd name="connsiteX76" fmla="*/ 0 w 755077"/>
              <a:gd name="connsiteY76" fmla="*/ 26415 h 256427"/>
              <a:gd name="connsiteX77" fmla="*/ 92330 w 755077"/>
              <a:gd name="connsiteY77" fmla="*/ 26415 h 256427"/>
              <a:gd name="connsiteX78" fmla="*/ 90043 w 755077"/>
              <a:gd name="connsiteY78" fmla="*/ 23458 h 256427"/>
              <a:gd name="connsiteX79" fmla="*/ 46608 w 755077"/>
              <a:gd name="connsiteY79" fmla="*/ 2089 h 256427"/>
              <a:gd name="connsiteX80" fmla="*/ 94618 w 755077"/>
              <a:gd name="connsiteY80" fmla="*/ 23458 h 256427"/>
              <a:gd name="connsiteX81" fmla="*/ 92330 w 755077"/>
              <a:gd name="connsiteY81" fmla="*/ 26415 h 256427"/>
              <a:gd name="connsiteX82" fmla="*/ 184661 w 755077"/>
              <a:gd name="connsiteY82" fmla="*/ 26415 h 256427"/>
              <a:gd name="connsiteX83" fmla="*/ 184661 w 755077"/>
              <a:gd name="connsiteY83" fmla="*/ 2089 h 256427"/>
              <a:gd name="connsiteX84" fmla="*/ 138053 w 755077"/>
              <a:gd name="connsiteY84" fmla="*/ 2089 h 256427"/>
              <a:gd name="connsiteX85" fmla="*/ 94608 w 755077"/>
              <a:gd name="connsiteY85" fmla="*/ 23458 h 256427"/>
              <a:gd name="connsiteX86" fmla="*/ 507601 w 755077"/>
              <a:gd name="connsiteY86" fmla="*/ 162361 h 256427"/>
              <a:gd name="connsiteX87" fmla="*/ 532631 w 755077"/>
              <a:gd name="connsiteY87" fmla="*/ 162361 h 256427"/>
              <a:gd name="connsiteX88" fmla="*/ 532631 w 755077"/>
              <a:gd name="connsiteY88" fmla="*/ 2089 h 256427"/>
              <a:gd name="connsiteX89" fmla="*/ 507601 w 755077"/>
              <a:gd name="connsiteY89" fmla="*/ 2089 h 256427"/>
              <a:gd name="connsiteX90" fmla="*/ 507601 w 755077"/>
              <a:gd name="connsiteY90" fmla="*/ 162361 h 256427"/>
              <a:gd name="connsiteX91" fmla="*/ 488238 w 755077"/>
              <a:gd name="connsiteY91" fmla="*/ 255903 h 256427"/>
              <a:gd name="connsiteX92" fmla="*/ 495840 w 755077"/>
              <a:gd name="connsiteY92" fmla="*/ 255903 h 256427"/>
              <a:gd name="connsiteX93" fmla="*/ 495840 w 755077"/>
              <a:gd name="connsiteY93" fmla="*/ 194744 h 256427"/>
              <a:gd name="connsiteX94" fmla="*/ 488238 w 755077"/>
              <a:gd name="connsiteY94" fmla="*/ 194744 h 256427"/>
              <a:gd name="connsiteX95" fmla="*/ 488238 w 755077"/>
              <a:gd name="connsiteY95" fmla="*/ 255903 h 256427"/>
              <a:gd name="connsiteX96" fmla="*/ 537151 w 755077"/>
              <a:gd name="connsiteY96" fmla="*/ 201735 h 256427"/>
              <a:gd name="connsiteX97" fmla="*/ 556975 w 755077"/>
              <a:gd name="connsiteY97" fmla="*/ 201735 h 256427"/>
              <a:gd name="connsiteX98" fmla="*/ 556975 w 755077"/>
              <a:gd name="connsiteY98" fmla="*/ 255903 h 256427"/>
              <a:gd name="connsiteX99" fmla="*/ 564577 w 755077"/>
              <a:gd name="connsiteY99" fmla="*/ 255903 h 256427"/>
              <a:gd name="connsiteX100" fmla="*/ 564577 w 755077"/>
              <a:gd name="connsiteY100" fmla="*/ 201735 h 256427"/>
              <a:gd name="connsiteX101" fmla="*/ 584401 w 755077"/>
              <a:gd name="connsiteY101" fmla="*/ 201735 h 256427"/>
              <a:gd name="connsiteX102" fmla="*/ 584401 w 755077"/>
              <a:gd name="connsiteY102" fmla="*/ 194744 h 256427"/>
              <a:gd name="connsiteX103" fmla="*/ 537151 w 755077"/>
              <a:gd name="connsiteY103" fmla="*/ 194744 h 256427"/>
              <a:gd name="connsiteX104" fmla="*/ 537151 w 755077"/>
              <a:gd name="connsiteY104" fmla="*/ 201735 h 256427"/>
              <a:gd name="connsiteX105" fmla="*/ 283346 w 755077"/>
              <a:gd name="connsiteY105" fmla="*/ 2089 h 256427"/>
              <a:gd name="connsiteX106" fmla="*/ 340377 w 755077"/>
              <a:gd name="connsiteY106" fmla="*/ 138134 h 256427"/>
              <a:gd name="connsiteX107" fmla="*/ 376047 w 755077"/>
              <a:gd name="connsiteY107" fmla="*/ 164450 h 256427"/>
              <a:gd name="connsiteX108" fmla="*/ 377512 w 755077"/>
              <a:gd name="connsiteY108" fmla="*/ 164450 h 256427"/>
              <a:gd name="connsiteX109" fmla="*/ 312237 w 755077"/>
              <a:gd name="connsiteY109" fmla="*/ 2089 h 256427"/>
              <a:gd name="connsiteX110" fmla="*/ 283346 w 755077"/>
              <a:gd name="connsiteY110" fmla="*/ 2089 h 256427"/>
              <a:gd name="connsiteX111" fmla="*/ 437309 w 755077"/>
              <a:gd name="connsiteY111" fmla="*/ 197059 h 256427"/>
              <a:gd name="connsiteX112" fmla="*/ 426651 w 755077"/>
              <a:gd name="connsiteY112" fmla="*/ 194744 h 256427"/>
              <a:gd name="connsiteX113" fmla="*/ 403157 w 755077"/>
              <a:gd name="connsiteY113" fmla="*/ 194744 h 256427"/>
              <a:gd name="connsiteX114" fmla="*/ 403157 w 755077"/>
              <a:gd name="connsiteY114" fmla="*/ 255903 h 256427"/>
              <a:gd name="connsiteX115" fmla="*/ 410759 w 755077"/>
              <a:gd name="connsiteY115" fmla="*/ 255903 h 256427"/>
              <a:gd name="connsiteX116" fmla="*/ 410759 w 755077"/>
              <a:gd name="connsiteY116" fmla="*/ 232400 h 256427"/>
              <a:gd name="connsiteX117" fmla="*/ 426660 w 755077"/>
              <a:gd name="connsiteY117" fmla="*/ 232400 h 256427"/>
              <a:gd name="connsiteX118" fmla="*/ 437273 w 755077"/>
              <a:gd name="connsiteY118" fmla="*/ 230085 h 256427"/>
              <a:gd name="connsiteX119" fmla="*/ 444387 w 755077"/>
              <a:gd name="connsiteY119" fmla="*/ 223492 h 256427"/>
              <a:gd name="connsiteX120" fmla="*/ 446918 w 755077"/>
              <a:gd name="connsiteY120" fmla="*/ 213536 h 256427"/>
              <a:gd name="connsiteX121" fmla="*/ 444432 w 755077"/>
              <a:gd name="connsiteY121" fmla="*/ 203616 h 256427"/>
              <a:gd name="connsiteX122" fmla="*/ 437318 w 755077"/>
              <a:gd name="connsiteY122" fmla="*/ 197059 h 256427"/>
              <a:gd name="connsiteX123" fmla="*/ 435564 w 755077"/>
              <a:gd name="connsiteY123" fmla="*/ 222181 h 256427"/>
              <a:gd name="connsiteX124" fmla="*/ 425955 w 755077"/>
              <a:gd name="connsiteY124" fmla="*/ 225419 h 256427"/>
              <a:gd name="connsiteX125" fmla="*/ 410759 w 755077"/>
              <a:gd name="connsiteY125" fmla="*/ 225419 h 256427"/>
              <a:gd name="connsiteX126" fmla="*/ 410759 w 755077"/>
              <a:gd name="connsiteY126" fmla="*/ 201744 h 256427"/>
              <a:gd name="connsiteX127" fmla="*/ 426045 w 755077"/>
              <a:gd name="connsiteY127" fmla="*/ 201744 h 256427"/>
              <a:gd name="connsiteX128" fmla="*/ 435609 w 755077"/>
              <a:gd name="connsiteY128" fmla="*/ 204936 h 256427"/>
              <a:gd name="connsiteX129" fmla="*/ 439144 w 755077"/>
              <a:gd name="connsiteY129" fmla="*/ 213545 h 256427"/>
              <a:gd name="connsiteX130" fmla="*/ 435564 w 755077"/>
              <a:gd name="connsiteY130" fmla="*/ 222190 h 256427"/>
              <a:gd name="connsiteX131" fmla="*/ 377503 w 755077"/>
              <a:gd name="connsiteY131" fmla="*/ 164459 h 256427"/>
              <a:gd name="connsiteX132" fmla="*/ 378967 w 755077"/>
              <a:gd name="connsiteY132" fmla="*/ 164459 h 256427"/>
              <a:gd name="connsiteX133" fmla="*/ 414637 w 755077"/>
              <a:gd name="connsiteY133" fmla="*/ 138143 h 256427"/>
              <a:gd name="connsiteX134" fmla="*/ 471668 w 755077"/>
              <a:gd name="connsiteY134" fmla="*/ 2098 h 256427"/>
              <a:gd name="connsiteX135" fmla="*/ 442778 w 755077"/>
              <a:gd name="connsiteY135" fmla="*/ 2098 h 256427"/>
              <a:gd name="connsiteX136" fmla="*/ 377503 w 755077"/>
              <a:gd name="connsiteY136" fmla="*/ 164468 h 256427"/>
              <a:gd name="connsiteX137" fmla="*/ 635303 w 755077"/>
              <a:gd name="connsiteY137" fmla="*/ 194744 h 256427"/>
              <a:gd name="connsiteX138" fmla="*/ 611981 w 755077"/>
              <a:gd name="connsiteY138" fmla="*/ 255903 h 256427"/>
              <a:gd name="connsiteX139" fmla="*/ 619845 w 755077"/>
              <a:gd name="connsiteY139" fmla="*/ 255903 h 256427"/>
              <a:gd name="connsiteX140" fmla="*/ 626309 w 755077"/>
              <a:gd name="connsiteY140" fmla="*/ 239390 h 256427"/>
              <a:gd name="connsiteX141" fmla="*/ 652948 w 755077"/>
              <a:gd name="connsiteY141" fmla="*/ 239390 h 256427"/>
              <a:gd name="connsiteX142" fmla="*/ 659412 w 755077"/>
              <a:gd name="connsiteY142" fmla="*/ 255903 h 256427"/>
              <a:gd name="connsiteX143" fmla="*/ 667529 w 755077"/>
              <a:gd name="connsiteY143" fmla="*/ 255903 h 256427"/>
              <a:gd name="connsiteX144" fmla="*/ 644298 w 755077"/>
              <a:gd name="connsiteY144" fmla="*/ 194744 h 256427"/>
              <a:gd name="connsiteX145" fmla="*/ 635303 w 755077"/>
              <a:gd name="connsiteY145" fmla="*/ 194744 h 256427"/>
              <a:gd name="connsiteX146" fmla="*/ 628578 w 755077"/>
              <a:gd name="connsiteY146" fmla="*/ 232490 h 256427"/>
              <a:gd name="connsiteX147" fmla="*/ 639579 w 755077"/>
              <a:gd name="connsiteY147" fmla="*/ 203046 h 256427"/>
              <a:gd name="connsiteX148" fmla="*/ 650670 w 755077"/>
              <a:gd name="connsiteY148" fmla="*/ 232490 h 256427"/>
              <a:gd name="connsiteX149" fmla="*/ 628569 w 755077"/>
              <a:gd name="connsiteY149" fmla="*/ 232490 h 25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55077" h="256427">
                <a:moveTo>
                  <a:pt x="729170" y="141860"/>
                </a:moveTo>
                <a:cubicBezTo>
                  <a:pt x="745876" y="127092"/>
                  <a:pt x="755078" y="105913"/>
                  <a:pt x="755078" y="82229"/>
                </a:cubicBezTo>
                <a:cubicBezTo>
                  <a:pt x="755078" y="58545"/>
                  <a:pt x="745876" y="37366"/>
                  <a:pt x="729170" y="22599"/>
                </a:cubicBezTo>
                <a:cubicBezTo>
                  <a:pt x="712447" y="7813"/>
                  <a:pt x="689468" y="0"/>
                  <a:pt x="662720" y="0"/>
                </a:cubicBezTo>
                <a:cubicBezTo>
                  <a:pt x="635972" y="0"/>
                  <a:pt x="612993" y="7813"/>
                  <a:pt x="596270" y="22599"/>
                </a:cubicBezTo>
                <a:cubicBezTo>
                  <a:pt x="579565" y="37366"/>
                  <a:pt x="570363" y="58545"/>
                  <a:pt x="570363" y="82229"/>
                </a:cubicBezTo>
                <a:cubicBezTo>
                  <a:pt x="570363" y="105913"/>
                  <a:pt x="579565" y="127092"/>
                  <a:pt x="596270" y="141860"/>
                </a:cubicBezTo>
                <a:cubicBezTo>
                  <a:pt x="612993" y="156645"/>
                  <a:pt x="635972" y="164459"/>
                  <a:pt x="662720" y="164459"/>
                </a:cubicBezTo>
                <a:cubicBezTo>
                  <a:pt x="689468" y="164459"/>
                  <a:pt x="712447" y="156645"/>
                  <a:pt x="729170" y="141860"/>
                </a:cubicBezTo>
                <a:close/>
                <a:moveTo>
                  <a:pt x="596089" y="82229"/>
                </a:moveTo>
                <a:cubicBezTo>
                  <a:pt x="596089" y="65554"/>
                  <a:pt x="602227" y="51401"/>
                  <a:pt x="613852" y="41282"/>
                </a:cubicBezTo>
                <a:cubicBezTo>
                  <a:pt x="625821" y="30864"/>
                  <a:pt x="642716" y="25357"/>
                  <a:pt x="662720" y="25357"/>
                </a:cubicBezTo>
                <a:cubicBezTo>
                  <a:pt x="682725" y="25357"/>
                  <a:pt x="699620" y="30864"/>
                  <a:pt x="711588" y="41282"/>
                </a:cubicBezTo>
                <a:cubicBezTo>
                  <a:pt x="723204" y="51392"/>
                  <a:pt x="729351" y="65554"/>
                  <a:pt x="729351" y="82229"/>
                </a:cubicBezTo>
                <a:cubicBezTo>
                  <a:pt x="729351" y="98905"/>
                  <a:pt x="723213" y="113057"/>
                  <a:pt x="711588" y="123177"/>
                </a:cubicBezTo>
                <a:cubicBezTo>
                  <a:pt x="699620" y="133594"/>
                  <a:pt x="682725" y="139093"/>
                  <a:pt x="662720" y="139093"/>
                </a:cubicBezTo>
                <a:cubicBezTo>
                  <a:pt x="642716" y="139093"/>
                  <a:pt x="625812" y="133585"/>
                  <a:pt x="613852" y="123177"/>
                </a:cubicBezTo>
                <a:cubicBezTo>
                  <a:pt x="602236" y="113057"/>
                  <a:pt x="596089" y="98905"/>
                  <a:pt x="596089" y="82229"/>
                </a:cubicBezTo>
                <a:close/>
                <a:moveTo>
                  <a:pt x="234957" y="204267"/>
                </a:moveTo>
                <a:cubicBezTo>
                  <a:pt x="238157" y="202232"/>
                  <a:pt x="241855" y="201210"/>
                  <a:pt x="246049" y="201210"/>
                </a:cubicBezTo>
                <a:cubicBezTo>
                  <a:pt x="250704" y="201210"/>
                  <a:pt x="254655" y="202404"/>
                  <a:pt x="257882" y="204791"/>
                </a:cubicBezTo>
                <a:cubicBezTo>
                  <a:pt x="261109" y="207179"/>
                  <a:pt x="263278" y="210497"/>
                  <a:pt x="264390" y="214748"/>
                </a:cubicBezTo>
                <a:lnTo>
                  <a:pt x="271993" y="214748"/>
                </a:lnTo>
                <a:cubicBezTo>
                  <a:pt x="270826" y="208399"/>
                  <a:pt x="267961" y="203389"/>
                  <a:pt x="263387" y="199718"/>
                </a:cubicBezTo>
                <a:cubicBezTo>
                  <a:pt x="258813" y="196046"/>
                  <a:pt x="253154" y="194211"/>
                  <a:pt x="246401" y="194211"/>
                </a:cubicBezTo>
                <a:cubicBezTo>
                  <a:pt x="240580" y="194211"/>
                  <a:pt x="235454" y="195504"/>
                  <a:pt x="231025" y="198099"/>
                </a:cubicBezTo>
                <a:cubicBezTo>
                  <a:pt x="226605" y="200695"/>
                  <a:pt x="223197" y="204348"/>
                  <a:pt x="220810" y="209069"/>
                </a:cubicBezTo>
                <a:cubicBezTo>
                  <a:pt x="218424" y="213789"/>
                  <a:pt x="217231" y="219206"/>
                  <a:pt x="217231" y="225319"/>
                </a:cubicBezTo>
                <a:cubicBezTo>
                  <a:pt x="217231" y="231432"/>
                  <a:pt x="218424" y="236921"/>
                  <a:pt x="220810" y="241615"/>
                </a:cubicBezTo>
                <a:cubicBezTo>
                  <a:pt x="223197" y="246308"/>
                  <a:pt x="226605" y="249944"/>
                  <a:pt x="231025" y="252539"/>
                </a:cubicBezTo>
                <a:cubicBezTo>
                  <a:pt x="235445" y="255134"/>
                  <a:pt x="240571" y="256428"/>
                  <a:pt x="246401" y="256428"/>
                </a:cubicBezTo>
                <a:cubicBezTo>
                  <a:pt x="253217" y="256428"/>
                  <a:pt x="258876" y="254592"/>
                  <a:pt x="263387" y="250920"/>
                </a:cubicBezTo>
                <a:cubicBezTo>
                  <a:pt x="267898" y="247249"/>
                  <a:pt x="270736" y="242239"/>
                  <a:pt x="271902" y="235891"/>
                </a:cubicBezTo>
                <a:lnTo>
                  <a:pt x="264300" y="235891"/>
                </a:lnTo>
                <a:cubicBezTo>
                  <a:pt x="263134" y="240204"/>
                  <a:pt x="260982" y="243532"/>
                  <a:pt x="257837" y="245892"/>
                </a:cubicBezTo>
                <a:cubicBezTo>
                  <a:pt x="254691" y="248253"/>
                  <a:pt x="250759" y="249428"/>
                  <a:pt x="246049" y="249428"/>
                </a:cubicBezTo>
                <a:cubicBezTo>
                  <a:pt x="241855" y="249428"/>
                  <a:pt x="238157" y="248406"/>
                  <a:pt x="234957" y="246372"/>
                </a:cubicBezTo>
                <a:cubicBezTo>
                  <a:pt x="231757" y="244337"/>
                  <a:pt x="229289" y="241479"/>
                  <a:pt x="227581" y="237808"/>
                </a:cubicBezTo>
                <a:cubicBezTo>
                  <a:pt x="225863" y="234136"/>
                  <a:pt x="225005" y="229976"/>
                  <a:pt x="225005" y="225310"/>
                </a:cubicBezTo>
                <a:cubicBezTo>
                  <a:pt x="225005" y="220644"/>
                  <a:pt x="225863" y="216412"/>
                  <a:pt x="227581" y="212776"/>
                </a:cubicBezTo>
                <a:cubicBezTo>
                  <a:pt x="229299" y="209141"/>
                  <a:pt x="231757" y="206301"/>
                  <a:pt x="234957" y="204258"/>
                </a:cubicBezTo>
                <a:close/>
                <a:moveTo>
                  <a:pt x="330858" y="194744"/>
                </a:moveTo>
                <a:lnTo>
                  <a:pt x="307536" y="255903"/>
                </a:lnTo>
                <a:lnTo>
                  <a:pt x="315392" y="255903"/>
                </a:lnTo>
                <a:lnTo>
                  <a:pt x="321855" y="239390"/>
                </a:lnTo>
                <a:lnTo>
                  <a:pt x="348495" y="239390"/>
                </a:lnTo>
                <a:lnTo>
                  <a:pt x="354958" y="255903"/>
                </a:lnTo>
                <a:lnTo>
                  <a:pt x="363076" y="255903"/>
                </a:lnTo>
                <a:lnTo>
                  <a:pt x="339844" y="194744"/>
                </a:lnTo>
                <a:lnTo>
                  <a:pt x="330849" y="194744"/>
                </a:lnTo>
                <a:close/>
                <a:moveTo>
                  <a:pt x="324133" y="232490"/>
                </a:moveTo>
                <a:lnTo>
                  <a:pt x="335134" y="203046"/>
                </a:lnTo>
                <a:lnTo>
                  <a:pt x="346226" y="232490"/>
                </a:lnTo>
                <a:lnTo>
                  <a:pt x="324124" y="232490"/>
                </a:lnTo>
                <a:close/>
                <a:moveTo>
                  <a:pt x="715231" y="194744"/>
                </a:moveTo>
                <a:lnTo>
                  <a:pt x="707638" y="194744"/>
                </a:lnTo>
                <a:lnTo>
                  <a:pt x="707638" y="255903"/>
                </a:lnTo>
                <a:lnTo>
                  <a:pt x="743100" y="255903"/>
                </a:lnTo>
                <a:lnTo>
                  <a:pt x="743100" y="248913"/>
                </a:lnTo>
                <a:lnTo>
                  <a:pt x="715240" y="248913"/>
                </a:lnTo>
                <a:lnTo>
                  <a:pt x="715240" y="194744"/>
                </a:lnTo>
                <a:close/>
                <a:moveTo>
                  <a:pt x="247423" y="2089"/>
                </a:moveTo>
                <a:lnTo>
                  <a:pt x="222392" y="2089"/>
                </a:lnTo>
                <a:lnTo>
                  <a:pt x="222392" y="162361"/>
                </a:lnTo>
                <a:lnTo>
                  <a:pt x="247423" y="162361"/>
                </a:lnTo>
                <a:lnTo>
                  <a:pt x="247423" y="2089"/>
                </a:lnTo>
                <a:close/>
                <a:moveTo>
                  <a:pt x="79458" y="61810"/>
                </a:moveTo>
                <a:lnTo>
                  <a:pt x="79458" y="162370"/>
                </a:lnTo>
                <a:cubicBezTo>
                  <a:pt x="79458" y="162370"/>
                  <a:pt x="105230" y="162370"/>
                  <a:pt x="105230" y="162370"/>
                </a:cubicBezTo>
                <a:lnTo>
                  <a:pt x="105212" y="61810"/>
                </a:lnTo>
                <a:cubicBezTo>
                  <a:pt x="105212" y="49575"/>
                  <a:pt x="101262" y="37981"/>
                  <a:pt x="93786" y="28296"/>
                </a:cubicBezTo>
                <a:lnTo>
                  <a:pt x="92330" y="26415"/>
                </a:lnTo>
                <a:lnTo>
                  <a:pt x="90875" y="28296"/>
                </a:lnTo>
                <a:cubicBezTo>
                  <a:pt x="83399" y="37981"/>
                  <a:pt x="79449" y="49566"/>
                  <a:pt x="79449" y="61810"/>
                </a:cubicBezTo>
                <a:close/>
                <a:moveTo>
                  <a:pt x="46608" y="2089"/>
                </a:moveTo>
                <a:lnTo>
                  <a:pt x="0" y="2089"/>
                </a:lnTo>
                <a:lnTo>
                  <a:pt x="0" y="26415"/>
                </a:lnTo>
                <a:lnTo>
                  <a:pt x="92330" y="26415"/>
                </a:lnTo>
                <a:lnTo>
                  <a:pt x="90043" y="23458"/>
                </a:lnTo>
                <a:cubicBezTo>
                  <a:pt x="79558" y="9884"/>
                  <a:pt x="63720" y="2089"/>
                  <a:pt x="46608" y="2089"/>
                </a:cubicBezTo>
                <a:close/>
                <a:moveTo>
                  <a:pt x="94618" y="23458"/>
                </a:moveTo>
                <a:lnTo>
                  <a:pt x="92330" y="26415"/>
                </a:lnTo>
                <a:lnTo>
                  <a:pt x="184661" y="26415"/>
                </a:lnTo>
                <a:lnTo>
                  <a:pt x="184661" y="2089"/>
                </a:lnTo>
                <a:lnTo>
                  <a:pt x="138053" y="2089"/>
                </a:lnTo>
                <a:cubicBezTo>
                  <a:pt x="120932" y="2089"/>
                  <a:pt x="105103" y="9875"/>
                  <a:pt x="94608" y="23458"/>
                </a:cubicBezTo>
                <a:close/>
                <a:moveTo>
                  <a:pt x="507601" y="162361"/>
                </a:moveTo>
                <a:lnTo>
                  <a:pt x="532631" y="162361"/>
                </a:lnTo>
                <a:lnTo>
                  <a:pt x="532631" y="2089"/>
                </a:lnTo>
                <a:lnTo>
                  <a:pt x="507601" y="2089"/>
                </a:lnTo>
                <a:lnTo>
                  <a:pt x="507601" y="162361"/>
                </a:lnTo>
                <a:close/>
                <a:moveTo>
                  <a:pt x="488238" y="255903"/>
                </a:moveTo>
                <a:lnTo>
                  <a:pt x="495840" y="255903"/>
                </a:lnTo>
                <a:lnTo>
                  <a:pt x="495840" y="194744"/>
                </a:lnTo>
                <a:lnTo>
                  <a:pt x="488238" y="194744"/>
                </a:lnTo>
                <a:lnTo>
                  <a:pt x="488238" y="255903"/>
                </a:lnTo>
                <a:close/>
                <a:moveTo>
                  <a:pt x="537151" y="201735"/>
                </a:moveTo>
                <a:lnTo>
                  <a:pt x="556975" y="201735"/>
                </a:lnTo>
                <a:lnTo>
                  <a:pt x="556975" y="255903"/>
                </a:lnTo>
                <a:lnTo>
                  <a:pt x="564577" y="255903"/>
                </a:lnTo>
                <a:lnTo>
                  <a:pt x="564577" y="201735"/>
                </a:lnTo>
                <a:lnTo>
                  <a:pt x="584401" y="201735"/>
                </a:lnTo>
                <a:lnTo>
                  <a:pt x="584401" y="194744"/>
                </a:lnTo>
                <a:lnTo>
                  <a:pt x="537151" y="194744"/>
                </a:lnTo>
                <a:lnTo>
                  <a:pt x="537151" y="201735"/>
                </a:lnTo>
                <a:close/>
                <a:moveTo>
                  <a:pt x="283346" y="2089"/>
                </a:moveTo>
                <a:cubicBezTo>
                  <a:pt x="283346" y="2089"/>
                  <a:pt x="330958" y="115571"/>
                  <a:pt x="340377" y="138134"/>
                </a:cubicBezTo>
                <a:cubicBezTo>
                  <a:pt x="351360" y="164450"/>
                  <a:pt x="369195" y="164450"/>
                  <a:pt x="376047" y="164450"/>
                </a:cubicBezTo>
                <a:lnTo>
                  <a:pt x="377512" y="164450"/>
                </a:lnTo>
                <a:lnTo>
                  <a:pt x="312237" y="2089"/>
                </a:lnTo>
                <a:lnTo>
                  <a:pt x="283346" y="2089"/>
                </a:lnTo>
                <a:close/>
                <a:moveTo>
                  <a:pt x="437309" y="197059"/>
                </a:moveTo>
                <a:cubicBezTo>
                  <a:pt x="434217" y="195513"/>
                  <a:pt x="430674" y="194744"/>
                  <a:pt x="426651" y="194744"/>
                </a:cubicBezTo>
                <a:lnTo>
                  <a:pt x="403157" y="194744"/>
                </a:lnTo>
                <a:lnTo>
                  <a:pt x="403157" y="255903"/>
                </a:lnTo>
                <a:lnTo>
                  <a:pt x="410759" y="255903"/>
                </a:lnTo>
                <a:lnTo>
                  <a:pt x="410759" y="232400"/>
                </a:lnTo>
                <a:lnTo>
                  <a:pt x="426660" y="232400"/>
                </a:lnTo>
                <a:cubicBezTo>
                  <a:pt x="430674" y="232400"/>
                  <a:pt x="434217" y="231631"/>
                  <a:pt x="437273" y="230085"/>
                </a:cubicBezTo>
                <a:cubicBezTo>
                  <a:pt x="440328" y="228538"/>
                  <a:pt x="442696" y="226341"/>
                  <a:pt x="444387" y="223492"/>
                </a:cubicBezTo>
                <a:cubicBezTo>
                  <a:pt x="446077" y="220635"/>
                  <a:pt x="446918" y="217316"/>
                  <a:pt x="446918" y="213536"/>
                </a:cubicBezTo>
                <a:cubicBezTo>
                  <a:pt x="446918" y="209756"/>
                  <a:pt x="446086" y="206446"/>
                  <a:pt x="444432" y="203616"/>
                </a:cubicBezTo>
                <a:cubicBezTo>
                  <a:pt x="442769" y="200794"/>
                  <a:pt x="440400" y="198606"/>
                  <a:pt x="437318" y="197059"/>
                </a:cubicBezTo>
                <a:close/>
                <a:moveTo>
                  <a:pt x="435564" y="222181"/>
                </a:moveTo>
                <a:cubicBezTo>
                  <a:pt x="433178" y="224333"/>
                  <a:pt x="429978" y="225419"/>
                  <a:pt x="425955" y="225419"/>
                </a:cubicBezTo>
                <a:lnTo>
                  <a:pt x="410759" y="225419"/>
                </a:lnTo>
                <a:lnTo>
                  <a:pt x="410759" y="201744"/>
                </a:lnTo>
                <a:lnTo>
                  <a:pt x="426045" y="201744"/>
                </a:lnTo>
                <a:cubicBezTo>
                  <a:pt x="430059" y="201744"/>
                  <a:pt x="433250" y="202811"/>
                  <a:pt x="435609" y="204936"/>
                </a:cubicBezTo>
                <a:cubicBezTo>
                  <a:pt x="437969" y="207061"/>
                  <a:pt x="439144" y="209928"/>
                  <a:pt x="439144" y="213545"/>
                </a:cubicBezTo>
                <a:cubicBezTo>
                  <a:pt x="439144" y="217162"/>
                  <a:pt x="437951" y="220038"/>
                  <a:pt x="435564" y="222190"/>
                </a:cubicBezTo>
                <a:close/>
                <a:moveTo>
                  <a:pt x="377503" y="164459"/>
                </a:moveTo>
                <a:lnTo>
                  <a:pt x="378967" y="164459"/>
                </a:lnTo>
                <a:cubicBezTo>
                  <a:pt x="385828" y="164459"/>
                  <a:pt x="403663" y="164459"/>
                  <a:pt x="414637" y="138143"/>
                </a:cubicBezTo>
                <a:cubicBezTo>
                  <a:pt x="424048" y="115580"/>
                  <a:pt x="471668" y="2098"/>
                  <a:pt x="471668" y="2098"/>
                </a:cubicBezTo>
                <a:lnTo>
                  <a:pt x="442778" y="2098"/>
                </a:lnTo>
                <a:lnTo>
                  <a:pt x="377503" y="164468"/>
                </a:lnTo>
                <a:close/>
                <a:moveTo>
                  <a:pt x="635303" y="194744"/>
                </a:moveTo>
                <a:lnTo>
                  <a:pt x="611981" y="255903"/>
                </a:lnTo>
                <a:lnTo>
                  <a:pt x="619845" y="255903"/>
                </a:lnTo>
                <a:lnTo>
                  <a:pt x="626309" y="239390"/>
                </a:lnTo>
                <a:lnTo>
                  <a:pt x="652948" y="239390"/>
                </a:lnTo>
                <a:lnTo>
                  <a:pt x="659412" y="255903"/>
                </a:lnTo>
                <a:lnTo>
                  <a:pt x="667529" y="255903"/>
                </a:lnTo>
                <a:lnTo>
                  <a:pt x="644298" y="194744"/>
                </a:lnTo>
                <a:lnTo>
                  <a:pt x="635303" y="194744"/>
                </a:lnTo>
                <a:close/>
                <a:moveTo>
                  <a:pt x="628578" y="232490"/>
                </a:moveTo>
                <a:lnTo>
                  <a:pt x="639579" y="203046"/>
                </a:lnTo>
                <a:lnTo>
                  <a:pt x="650670" y="232490"/>
                </a:lnTo>
                <a:lnTo>
                  <a:pt x="628569" y="232490"/>
                </a:lnTo>
                <a:close/>
              </a:path>
            </a:pathLst>
          </a:custGeom>
          <a:solidFill>
            <a:schemeClr val="bg1"/>
          </a:solidFill>
          <a:ln w="104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6" name="object 5">
            <a:extLst>
              <a:ext uri="{FF2B5EF4-FFF2-40B4-BE49-F238E27FC236}">
                <a16:creationId xmlns:a16="http://schemas.microsoft.com/office/drawing/2014/main" id="{89BB24BB-12A3-9F18-2ED1-025FBEFB0AFB}"/>
              </a:ext>
            </a:extLst>
          </p:cNvPr>
          <p:cNvSpPr/>
          <p:nvPr/>
        </p:nvSpPr>
        <p:spPr>
          <a:xfrm flipV="1">
            <a:off x="334962" y="6294310"/>
            <a:ext cx="11097267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8" name="Espaço Reservado para Número de Slide 5">
            <a:extLst>
              <a:ext uri="{FF2B5EF4-FFF2-40B4-BE49-F238E27FC236}">
                <a16:creationId xmlns:a16="http://schemas.microsoft.com/office/drawing/2014/main" id="{12D6DE40-1C82-607B-59B0-133C155669CF}"/>
              </a:ext>
            </a:extLst>
          </p:cNvPr>
          <p:cNvSpPr txBox="1">
            <a:spLocks/>
          </p:cNvSpPr>
          <p:nvPr/>
        </p:nvSpPr>
        <p:spPr>
          <a:xfrm>
            <a:off x="11561763" y="647363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chemeClr val="bg1"/>
                </a:solidFill>
                <a:latin typeface="Versos" panose="020B0503020204030204" pitchFamily="34" charset="0"/>
                <a:ea typeface="Arial"/>
                <a:cs typeface="Versos" panose="020B050302020403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31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sp>
        <p:nvSpPr>
          <p:cNvPr id="79" name="object 38">
            <a:extLst>
              <a:ext uri="{FF2B5EF4-FFF2-40B4-BE49-F238E27FC236}">
                <a16:creationId xmlns:a16="http://schemas.microsoft.com/office/drawing/2014/main" id="{C7066B19-C08B-05E2-01CC-7F21BE83D4F9}"/>
              </a:ext>
            </a:extLst>
          </p:cNvPr>
          <p:cNvSpPr txBox="1">
            <a:spLocks/>
          </p:cNvSpPr>
          <p:nvPr/>
        </p:nvSpPr>
        <p:spPr>
          <a:xfrm>
            <a:off x="315195" y="531264"/>
            <a:ext cx="7850404" cy="317886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ALOCAÇÃO DO PORTFÓLIO</a:t>
            </a:r>
          </a:p>
        </p:txBody>
      </p:sp>
      <p:grpSp>
        <p:nvGrpSpPr>
          <p:cNvPr id="37" name="Graphic 34">
            <a:extLst>
              <a:ext uri="{FF2B5EF4-FFF2-40B4-BE49-F238E27FC236}">
                <a16:creationId xmlns:a16="http://schemas.microsoft.com/office/drawing/2014/main" id="{9784BF9E-32CF-D0BB-CE0E-023EF7532ABA}"/>
              </a:ext>
            </a:extLst>
          </p:cNvPr>
          <p:cNvGrpSpPr/>
          <p:nvPr/>
        </p:nvGrpSpPr>
        <p:grpSpPr>
          <a:xfrm>
            <a:off x="384781" y="2482706"/>
            <a:ext cx="3202183" cy="2583913"/>
            <a:chOff x="384781" y="2482706"/>
            <a:chExt cx="3202183" cy="2583913"/>
          </a:xfrm>
        </p:grpSpPr>
        <p:grpSp>
          <p:nvGrpSpPr>
            <p:cNvPr id="38" name="Graphic 34">
              <a:extLst>
                <a:ext uri="{FF2B5EF4-FFF2-40B4-BE49-F238E27FC236}">
                  <a16:creationId xmlns:a16="http://schemas.microsoft.com/office/drawing/2014/main" id="{7BA3020F-16B9-AED1-8185-8FDB85885B6C}"/>
                </a:ext>
              </a:extLst>
            </p:cNvPr>
            <p:cNvGrpSpPr/>
            <p:nvPr/>
          </p:nvGrpSpPr>
          <p:grpSpPr>
            <a:xfrm>
              <a:off x="384781" y="3673424"/>
              <a:ext cx="3202183" cy="1393196"/>
              <a:chOff x="384781" y="3673424"/>
              <a:chExt cx="3202183" cy="1393196"/>
            </a:xfrm>
            <a:solidFill>
              <a:srgbClr val="FFFFFF"/>
            </a:solidFill>
          </p:grpSpPr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EB363EAA-140A-DD1D-8F32-5ACF3E424968}"/>
                  </a:ext>
                </a:extLst>
              </p:cNvPr>
              <p:cNvSpPr/>
              <p:nvPr/>
            </p:nvSpPr>
            <p:spPr>
              <a:xfrm>
                <a:off x="384781" y="3673424"/>
                <a:ext cx="561898" cy="1370189"/>
              </a:xfrm>
              <a:custGeom>
                <a:avLst/>
                <a:gdLst>
                  <a:gd name="csX0" fmla="*/ 506100 w 561898"/>
                  <a:gd name="csY0" fmla="*/ 43293 h 1370189"/>
                  <a:gd name="csX1" fmla="*/ 321378 w 561898"/>
                  <a:gd name="csY1" fmla="*/ 0 h 1370189"/>
                  <a:gd name="csX2" fmla="*/ 0 w 561898"/>
                  <a:gd name="csY2" fmla="*/ 21193 h 1370189"/>
                  <a:gd name="csX3" fmla="*/ 0 w 561898"/>
                  <a:gd name="csY3" fmla="*/ 255938 h 1370189"/>
                  <a:gd name="csX4" fmla="*/ 292501 w 561898"/>
                  <a:gd name="csY4" fmla="*/ 255938 h 1370189"/>
                  <a:gd name="csX5" fmla="*/ 292501 w 561898"/>
                  <a:gd name="csY5" fmla="*/ 1370189 h 1370189"/>
                  <a:gd name="csX6" fmla="*/ 561899 w 561898"/>
                  <a:gd name="csY6" fmla="*/ 1370189 h 1370189"/>
                  <a:gd name="csX7" fmla="*/ 561899 w 561898"/>
                  <a:gd name="csY7" fmla="*/ 188636 h 1370189"/>
                  <a:gd name="csX8" fmla="*/ 506100 w 561898"/>
                  <a:gd name="csY8" fmla="*/ 43341 h 13701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561898" h="1370189">
                    <a:moveTo>
                      <a:pt x="506100" y="43293"/>
                    </a:moveTo>
                    <a:cubicBezTo>
                      <a:pt x="468870" y="14415"/>
                      <a:pt x="407296" y="0"/>
                      <a:pt x="321378" y="0"/>
                    </a:cubicBezTo>
                    <a:cubicBezTo>
                      <a:pt x="204626" y="0"/>
                      <a:pt x="97468" y="7064"/>
                      <a:pt x="0" y="21193"/>
                    </a:cubicBezTo>
                    <a:lnTo>
                      <a:pt x="0" y="255938"/>
                    </a:lnTo>
                    <a:lnTo>
                      <a:pt x="292501" y="255938"/>
                    </a:lnTo>
                    <a:lnTo>
                      <a:pt x="292501" y="1370189"/>
                    </a:lnTo>
                    <a:lnTo>
                      <a:pt x="561899" y="1370189"/>
                    </a:lnTo>
                    <a:lnTo>
                      <a:pt x="561899" y="188636"/>
                    </a:lnTo>
                    <a:cubicBezTo>
                      <a:pt x="561899" y="120666"/>
                      <a:pt x="543283" y="72218"/>
                      <a:pt x="506100" y="43341"/>
                    </a:cubicBezTo>
                  </a:path>
                </a:pathLst>
              </a:custGeom>
              <a:solidFill>
                <a:srgbClr val="FFFFFF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20D39D8C-01E3-3B4E-2EE4-49D8184C1101}"/>
                  </a:ext>
                </a:extLst>
              </p:cNvPr>
              <p:cNvSpPr/>
              <p:nvPr/>
            </p:nvSpPr>
            <p:spPr>
              <a:xfrm>
                <a:off x="1185386" y="3673424"/>
                <a:ext cx="1089239" cy="1393196"/>
              </a:xfrm>
              <a:custGeom>
                <a:avLst/>
                <a:gdLst>
                  <a:gd name="csX0" fmla="*/ 815880 w 1089239"/>
                  <a:gd name="csY0" fmla="*/ 661945 h 1393196"/>
                  <a:gd name="csX1" fmla="*/ 815880 w 1089239"/>
                  <a:gd name="csY1" fmla="*/ 654260 h 1393196"/>
                  <a:gd name="csX2" fmla="*/ 986187 w 1089239"/>
                  <a:gd name="csY2" fmla="*/ 554214 h 1393196"/>
                  <a:gd name="csX3" fmla="*/ 1050673 w 1089239"/>
                  <a:gd name="csY3" fmla="*/ 365626 h 1393196"/>
                  <a:gd name="csX4" fmla="*/ 989099 w 1089239"/>
                  <a:gd name="csY4" fmla="*/ 175128 h 1393196"/>
                  <a:gd name="csX5" fmla="*/ 813016 w 1089239"/>
                  <a:gd name="csY5" fmla="*/ 46204 h 1393196"/>
                  <a:gd name="csX6" fmla="*/ 544572 w 1089239"/>
                  <a:gd name="csY6" fmla="*/ 0 h 1393196"/>
                  <a:gd name="csX7" fmla="*/ 275174 w 1089239"/>
                  <a:gd name="csY7" fmla="*/ 46204 h 1393196"/>
                  <a:gd name="csX8" fmla="*/ 101001 w 1089239"/>
                  <a:gd name="csY8" fmla="*/ 175128 h 1393196"/>
                  <a:gd name="csX9" fmla="*/ 40381 w 1089239"/>
                  <a:gd name="csY9" fmla="*/ 365626 h 1393196"/>
                  <a:gd name="csX10" fmla="*/ 103912 w 1089239"/>
                  <a:gd name="csY10" fmla="*/ 548439 h 1393196"/>
                  <a:gd name="csX11" fmla="*/ 275174 w 1089239"/>
                  <a:gd name="csY11" fmla="*/ 656169 h 1393196"/>
                  <a:gd name="csX12" fmla="*/ 275174 w 1089239"/>
                  <a:gd name="csY12" fmla="*/ 663854 h 1393196"/>
                  <a:gd name="csX13" fmla="*/ 75034 w 1089239"/>
                  <a:gd name="csY13" fmla="*/ 780272 h 1393196"/>
                  <a:gd name="csX14" fmla="*/ 0 w 1089239"/>
                  <a:gd name="csY14" fmla="*/ 996784 h 1393196"/>
                  <a:gd name="csX15" fmla="*/ 67350 w 1089239"/>
                  <a:gd name="csY15" fmla="*/ 1203653 h 1393196"/>
                  <a:gd name="csX16" fmla="*/ 257895 w 1089239"/>
                  <a:gd name="csY16" fmla="*/ 1343173 h 1393196"/>
                  <a:gd name="csX17" fmla="*/ 544620 w 1089239"/>
                  <a:gd name="csY17" fmla="*/ 1393196 h 1393196"/>
                  <a:gd name="csX18" fmla="*/ 833302 w 1089239"/>
                  <a:gd name="csY18" fmla="*/ 1343173 h 1393196"/>
                  <a:gd name="csX19" fmla="*/ 1022845 w 1089239"/>
                  <a:gd name="csY19" fmla="*/ 1202699 h 1393196"/>
                  <a:gd name="csX20" fmla="*/ 1089240 w 1089239"/>
                  <a:gd name="csY20" fmla="*/ 996784 h 1393196"/>
                  <a:gd name="csX21" fmla="*/ 1014205 w 1089239"/>
                  <a:gd name="csY21" fmla="*/ 777408 h 1393196"/>
                  <a:gd name="csX22" fmla="*/ 815975 w 1089239"/>
                  <a:gd name="csY22" fmla="*/ 661945 h 1393196"/>
                  <a:gd name="csX23" fmla="*/ 368442 w 1089239"/>
                  <a:gd name="csY23" fmla="*/ 278038 h 1393196"/>
                  <a:gd name="csX24" fmla="*/ 542615 w 1089239"/>
                  <a:gd name="csY24" fmla="*/ 232836 h 1393196"/>
                  <a:gd name="csX25" fmla="*/ 719652 w 1089239"/>
                  <a:gd name="csY25" fmla="*/ 278038 h 1393196"/>
                  <a:gd name="csX26" fmla="*/ 783136 w 1089239"/>
                  <a:gd name="csY26" fmla="*/ 400231 h 1393196"/>
                  <a:gd name="csX27" fmla="*/ 720607 w 1089239"/>
                  <a:gd name="csY27" fmla="*/ 518558 h 1393196"/>
                  <a:gd name="csX28" fmla="*/ 542615 w 1089239"/>
                  <a:gd name="csY28" fmla="*/ 561851 h 1393196"/>
                  <a:gd name="csX29" fmla="*/ 368442 w 1089239"/>
                  <a:gd name="csY29" fmla="*/ 518558 h 1393196"/>
                  <a:gd name="csX30" fmla="*/ 305913 w 1089239"/>
                  <a:gd name="csY30" fmla="*/ 400231 h 1393196"/>
                  <a:gd name="csX31" fmla="*/ 368442 w 1089239"/>
                  <a:gd name="csY31" fmla="*/ 278038 h 1393196"/>
                  <a:gd name="csX32" fmla="*/ 744664 w 1089239"/>
                  <a:gd name="csY32" fmla="*/ 1109383 h 1393196"/>
                  <a:gd name="csX33" fmla="*/ 544524 w 1089239"/>
                  <a:gd name="csY33" fmla="*/ 1160408 h 1393196"/>
                  <a:gd name="csX34" fmla="*/ 344385 w 1089239"/>
                  <a:gd name="csY34" fmla="*/ 1109383 h 1393196"/>
                  <a:gd name="csX35" fmla="*/ 273169 w 1089239"/>
                  <a:gd name="csY35" fmla="*/ 969863 h 1393196"/>
                  <a:gd name="csX36" fmla="*/ 343430 w 1089239"/>
                  <a:gd name="csY36" fmla="*/ 834209 h 1393196"/>
                  <a:gd name="csX37" fmla="*/ 544524 w 1089239"/>
                  <a:gd name="csY37" fmla="*/ 785141 h 1393196"/>
                  <a:gd name="csX38" fmla="*/ 745619 w 1089239"/>
                  <a:gd name="csY38" fmla="*/ 834209 h 1393196"/>
                  <a:gd name="csX39" fmla="*/ 815880 w 1089239"/>
                  <a:gd name="csY39" fmla="*/ 969863 h 1393196"/>
                  <a:gd name="csX40" fmla="*/ 744664 w 1089239"/>
                  <a:gd name="csY40" fmla="*/ 1109383 h 13931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</a:cxnLst>
                <a:rect l="l" t="t" r="r" b="b"/>
                <a:pathLst>
                  <a:path w="1089239" h="1393196">
                    <a:moveTo>
                      <a:pt x="815880" y="661945"/>
                    </a:moveTo>
                    <a:lnTo>
                      <a:pt x="815880" y="654260"/>
                    </a:lnTo>
                    <a:cubicBezTo>
                      <a:pt x="886427" y="638890"/>
                      <a:pt x="943180" y="605526"/>
                      <a:pt x="986187" y="554214"/>
                    </a:cubicBezTo>
                    <a:cubicBezTo>
                      <a:pt x="1029145" y="502950"/>
                      <a:pt x="1050673" y="440040"/>
                      <a:pt x="1050673" y="365626"/>
                    </a:cubicBezTo>
                    <a:cubicBezTo>
                      <a:pt x="1050673" y="291212"/>
                      <a:pt x="1030148" y="230306"/>
                      <a:pt x="989099" y="175128"/>
                    </a:cubicBezTo>
                    <a:cubicBezTo>
                      <a:pt x="948049" y="119998"/>
                      <a:pt x="889339" y="76991"/>
                      <a:pt x="813016" y="46204"/>
                    </a:cubicBezTo>
                    <a:cubicBezTo>
                      <a:pt x="736645" y="15417"/>
                      <a:pt x="647196" y="0"/>
                      <a:pt x="544572" y="0"/>
                    </a:cubicBezTo>
                    <a:cubicBezTo>
                      <a:pt x="441949" y="0"/>
                      <a:pt x="350829" y="15417"/>
                      <a:pt x="275174" y="46204"/>
                    </a:cubicBezTo>
                    <a:cubicBezTo>
                      <a:pt x="199471" y="76991"/>
                      <a:pt x="141429" y="119998"/>
                      <a:pt x="101001" y="175128"/>
                    </a:cubicBezTo>
                    <a:cubicBezTo>
                      <a:pt x="60619" y="230306"/>
                      <a:pt x="40381" y="293837"/>
                      <a:pt x="40381" y="365626"/>
                    </a:cubicBezTo>
                    <a:cubicBezTo>
                      <a:pt x="40381" y="437414"/>
                      <a:pt x="61574" y="497175"/>
                      <a:pt x="103912" y="548439"/>
                    </a:cubicBezTo>
                    <a:cubicBezTo>
                      <a:pt x="146250" y="599750"/>
                      <a:pt x="203338" y="635692"/>
                      <a:pt x="275174" y="656169"/>
                    </a:cubicBezTo>
                    <a:lnTo>
                      <a:pt x="275174" y="663854"/>
                    </a:lnTo>
                    <a:cubicBezTo>
                      <a:pt x="191786" y="683090"/>
                      <a:pt x="125057" y="721944"/>
                      <a:pt x="75034" y="780272"/>
                    </a:cubicBezTo>
                    <a:cubicBezTo>
                      <a:pt x="25011" y="838648"/>
                      <a:pt x="0" y="910819"/>
                      <a:pt x="0" y="996784"/>
                    </a:cubicBezTo>
                    <a:cubicBezTo>
                      <a:pt x="0" y="1075064"/>
                      <a:pt x="22434" y="1143988"/>
                      <a:pt x="67350" y="1203653"/>
                    </a:cubicBezTo>
                    <a:cubicBezTo>
                      <a:pt x="112265" y="1263318"/>
                      <a:pt x="175749" y="1309856"/>
                      <a:pt x="257895" y="1343173"/>
                    </a:cubicBezTo>
                    <a:cubicBezTo>
                      <a:pt x="339994" y="1376490"/>
                      <a:pt x="435553" y="1393196"/>
                      <a:pt x="544620" y="1393196"/>
                    </a:cubicBezTo>
                    <a:cubicBezTo>
                      <a:pt x="653687" y="1393196"/>
                      <a:pt x="751155" y="1376490"/>
                      <a:pt x="833302" y="1343173"/>
                    </a:cubicBezTo>
                    <a:cubicBezTo>
                      <a:pt x="915401" y="1309809"/>
                      <a:pt x="978597" y="1263031"/>
                      <a:pt x="1022845" y="1202699"/>
                    </a:cubicBezTo>
                    <a:cubicBezTo>
                      <a:pt x="1067092" y="1142413"/>
                      <a:pt x="1089240" y="1073775"/>
                      <a:pt x="1089240" y="996784"/>
                    </a:cubicBezTo>
                    <a:cubicBezTo>
                      <a:pt x="1089240" y="910819"/>
                      <a:pt x="1064228" y="837693"/>
                      <a:pt x="1014205" y="777408"/>
                    </a:cubicBezTo>
                    <a:cubicBezTo>
                      <a:pt x="964183" y="717123"/>
                      <a:pt x="898074" y="678651"/>
                      <a:pt x="815975" y="661945"/>
                    </a:cubicBezTo>
                    <a:moveTo>
                      <a:pt x="368442" y="278038"/>
                    </a:moveTo>
                    <a:cubicBezTo>
                      <a:pt x="410112" y="247919"/>
                      <a:pt x="468201" y="232836"/>
                      <a:pt x="542615" y="232836"/>
                    </a:cubicBezTo>
                    <a:cubicBezTo>
                      <a:pt x="617029" y="232836"/>
                      <a:pt x="677314" y="247919"/>
                      <a:pt x="719652" y="278038"/>
                    </a:cubicBezTo>
                    <a:cubicBezTo>
                      <a:pt x="761991" y="308204"/>
                      <a:pt x="783136" y="348920"/>
                      <a:pt x="783136" y="400231"/>
                    </a:cubicBezTo>
                    <a:cubicBezTo>
                      <a:pt x="783136" y="451543"/>
                      <a:pt x="762277" y="489728"/>
                      <a:pt x="720607" y="518558"/>
                    </a:cubicBezTo>
                    <a:cubicBezTo>
                      <a:pt x="678889" y="547436"/>
                      <a:pt x="619559" y="561851"/>
                      <a:pt x="542615" y="561851"/>
                    </a:cubicBezTo>
                    <a:cubicBezTo>
                      <a:pt x="465672" y="561851"/>
                      <a:pt x="410112" y="547388"/>
                      <a:pt x="368442" y="518558"/>
                    </a:cubicBezTo>
                    <a:cubicBezTo>
                      <a:pt x="326724" y="489681"/>
                      <a:pt x="305913" y="450254"/>
                      <a:pt x="305913" y="400231"/>
                    </a:cubicBezTo>
                    <a:cubicBezTo>
                      <a:pt x="305913" y="350208"/>
                      <a:pt x="326724" y="308204"/>
                      <a:pt x="368442" y="278038"/>
                    </a:cubicBezTo>
                    <a:moveTo>
                      <a:pt x="744664" y="1109383"/>
                    </a:moveTo>
                    <a:cubicBezTo>
                      <a:pt x="697171" y="1143416"/>
                      <a:pt x="630489" y="1160408"/>
                      <a:pt x="544524" y="1160408"/>
                    </a:cubicBezTo>
                    <a:cubicBezTo>
                      <a:pt x="458559" y="1160408"/>
                      <a:pt x="391830" y="1143416"/>
                      <a:pt x="344385" y="1109383"/>
                    </a:cubicBezTo>
                    <a:cubicBezTo>
                      <a:pt x="296892" y="1075398"/>
                      <a:pt x="273169" y="1028907"/>
                      <a:pt x="273169" y="969863"/>
                    </a:cubicBezTo>
                    <a:cubicBezTo>
                      <a:pt x="273169" y="910819"/>
                      <a:pt x="296558" y="866905"/>
                      <a:pt x="343430" y="834209"/>
                    </a:cubicBezTo>
                    <a:cubicBezTo>
                      <a:pt x="390255" y="801465"/>
                      <a:pt x="457271" y="785141"/>
                      <a:pt x="544524" y="785141"/>
                    </a:cubicBezTo>
                    <a:cubicBezTo>
                      <a:pt x="631778" y="785141"/>
                      <a:pt x="698794" y="801465"/>
                      <a:pt x="745619" y="834209"/>
                    </a:cubicBezTo>
                    <a:cubicBezTo>
                      <a:pt x="792443" y="866905"/>
                      <a:pt x="815880" y="912155"/>
                      <a:pt x="815880" y="969863"/>
                    </a:cubicBezTo>
                    <a:cubicBezTo>
                      <a:pt x="815880" y="1027571"/>
                      <a:pt x="792157" y="1075398"/>
                      <a:pt x="744664" y="1109383"/>
                    </a:cubicBezTo>
                  </a:path>
                </a:pathLst>
              </a:custGeom>
              <a:solidFill>
                <a:srgbClr val="FFFFFF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B441895C-0D9E-3B25-70C0-9D6E3BF0260F}"/>
                  </a:ext>
                </a:extLst>
              </p:cNvPr>
              <p:cNvSpPr/>
              <p:nvPr/>
            </p:nvSpPr>
            <p:spPr>
              <a:xfrm>
                <a:off x="2470803" y="3673424"/>
                <a:ext cx="1116160" cy="1393196"/>
              </a:xfrm>
              <a:custGeom>
                <a:avLst/>
                <a:gdLst>
                  <a:gd name="csX0" fmla="*/ 975686 w 1116160"/>
                  <a:gd name="csY0" fmla="*/ 160665 h 1393196"/>
                  <a:gd name="csX1" fmla="*/ 560037 w 1116160"/>
                  <a:gd name="csY1" fmla="*/ 0 h 1393196"/>
                  <a:gd name="csX2" fmla="*/ 143386 w 1116160"/>
                  <a:gd name="csY2" fmla="*/ 161620 h 1393196"/>
                  <a:gd name="csX3" fmla="*/ 0 w 1116160"/>
                  <a:gd name="csY3" fmla="*/ 611922 h 1393196"/>
                  <a:gd name="csX4" fmla="*/ 0 w 1116160"/>
                  <a:gd name="csY4" fmla="*/ 779317 h 1393196"/>
                  <a:gd name="csX5" fmla="*/ 141429 w 1116160"/>
                  <a:gd name="csY5" fmla="*/ 1233485 h 1393196"/>
                  <a:gd name="csX6" fmla="*/ 558080 w 1116160"/>
                  <a:gd name="csY6" fmla="*/ 1393196 h 1393196"/>
                  <a:gd name="csX7" fmla="*/ 972774 w 1116160"/>
                  <a:gd name="csY7" fmla="*/ 1231529 h 1393196"/>
                  <a:gd name="csX8" fmla="*/ 1116161 w 1116160"/>
                  <a:gd name="csY8" fmla="*/ 779270 h 1393196"/>
                  <a:gd name="csX9" fmla="*/ 1116161 w 1116160"/>
                  <a:gd name="csY9" fmla="*/ 611874 h 1393196"/>
                  <a:gd name="csX10" fmla="*/ 975686 w 1116160"/>
                  <a:gd name="csY10" fmla="*/ 160618 h 1393196"/>
                  <a:gd name="csX11" fmla="*/ 846762 w 1116160"/>
                  <a:gd name="csY11" fmla="*/ 611922 h 1393196"/>
                  <a:gd name="csX12" fmla="*/ 846762 w 1116160"/>
                  <a:gd name="csY12" fmla="*/ 779317 h 1393196"/>
                  <a:gd name="csX13" fmla="*/ 829006 w 1116160"/>
                  <a:gd name="csY13" fmla="*/ 938980 h 1393196"/>
                  <a:gd name="csX14" fmla="*/ 490731 w 1116160"/>
                  <a:gd name="csY14" fmla="*/ 252215 h 1393196"/>
                  <a:gd name="csX15" fmla="*/ 560037 w 1116160"/>
                  <a:gd name="csY15" fmla="*/ 246248 h 1393196"/>
                  <a:gd name="csX16" fmla="*/ 846762 w 1116160"/>
                  <a:gd name="csY16" fmla="*/ 611874 h 1393196"/>
                  <a:gd name="csX17" fmla="*/ 269446 w 1116160"/>
                  <a:gd name="csY17" fmla="*/ 779365 h 1393196"/>
                  <a:gd name="csX18" fmla="*/ 269446 w 1116160"/>
                  <a:gd name="csY18" fmla="*/ 611970 h 1393196"/>
                  <a:gd name="csX19" fmla="*/ 326581 w 1116160"/>
                  <a:gd name="csY19" fmla="*/ 359755 h 1393196"/>
                  <a:gd name="csX20" fmla="*/ 699510 w 1116160"/>
                  <a:gd name="csY20" fmla="*/ 1116877 h 1393196"/>
                  <a:gd name="csX21" fmla="*/ 558128 w 1116160"/>
                  <a:gd name="csY21" fmla="*/ 1146948 h 1393196"/>
                  <a:gd name="csX22" fmla="*/ 269494 w 1116160"/>
                  <a:gd name="csY22" fmla="*/ 779413 h 13931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1116160" h="1393196">
                    <a:moveTo>
                      <a:pt x="975686" y="160665"/>
                    </a:moveTo>
                    <a:cubicBezTo>
                      <a:pt x="882036" y="53555"/>
                      <a:pt x="743471" y="0"/>
                      <a:pt x="560037" y="0"/>
                    </a:cubicBezTo>
                    <a:cubicBezTo>
                      <a:pt x="376604" y="0"/>
                      <a:pt x="238945" y="53889"/>
                      <a:pt x="143386" y="161620"/>
                    </a:cubicBezTo>
                    <a:cubicBezTo>
                      <a:pt x="47780" y="269398"/>
                      <a:pt x="0" y="419467"/>
                      <a:pt x="0" y="611922"/>
                    </a:cubicBezTo>
                    <a:lnTo>
                      <a:pt x="0" y="779317"/>
                    </a:lnTo>
                    <a:cubicBezTo>
                      <a:pt x="0" y="975591"/>
                      <a:pt x="47159" y="1126996"/>
                      <a:pt x="141429" y="1233485"/>
                    </a:cubicBezTo>
                    <a:cubicBezTo>
                      <a:pt x="235747" y="1339975"/>
                      <a:pt x="374599" y="1393196"/>
                      <a:pt x="558080" y="1393196"/>
                    </a:cubicBezTo>
                    <a:cubicBezTo>
                      <a:pt x="741561" y="1393196"/>
                      <a:pt x="877215" y="1339307"/>
                      <a:pt x="972774" y="1231529"/>
                    </a:cubicBezTo>
                    <a:cubicBezTo>
                      <a:pt x="1068333" y="1123750"/>
                      <a:pt x="1116161" y="973013"/>
                      <a:pt x="1116161" y="779270"/>
                    </a:cubicBezTo>
                    <a:lnTo>
                      <a:pt x="1116161" y="611874"/>
                    </a:lnTo>
                    <a:cubicBezTo>
                      <a:pt x="1116161" y="418178"/>
                      <a:pt x="1069336" y="267728"/>
                      <a:pt x="975686" y="160618"/>
                    </a:cubicBezTo>
                    <a:moveTo>
                      <a:pt x="846762" y="611922"/>
                    </a:moveTo>
                    <a:lnTo>
                      <a:pt x="846762" y="779317"/>
                    </a:lnTo>
                    <a:cubicBezTo>
                      <a:pt x="846762" y="840080"/>
                      <a:pt x="840843" y="893301"/>
                      <a:pt x="829006" y="938980"/>
                    </a:cubicBezTo>
                    <a:lnTo>
                      <a:pt x="490731" y="252215"/>
                    </a:lnTo>
                    <a:cubicBezTo>
                      <a:pt x="512258" y="248253"/>
                      <a:pt x="535360" y="246248"/>
                      <a:pt x="560037" y="246248"/>
                    </a:cubicBezTo>
                    <a:cubicBezTo>
                      <a:pt x="751203" y="246248"/>
                      <a:pt x="846762" y="368156"/>
                      <a:pt x="846762" y="611874"/>
                    </a:cubicBezTo>
                    <a:moveTo>
                      <a:pt x="269446" y="779365"/>
                    </a:moveTo>
                    <a:lnTo>
                      <a:pt x="269446" y="611970"/>
                    </a:lnTo>
                    <a:cubicBezTo>
                      <a:pt x="269446" y="503953"/>
                      <a:pt x="288539" y="419897"/>
                      <a:pt x="326581" y="359755"/>
                    </a:cubicBezTo>
                    <a:lnTo>
                      <a:pt x="699510" y="1116877"/>
                    </a:lnTo>
                    <a:cubicBezTo>
                      <a:pt x="660226" y="1136876"/>
                      <a:pt x="613115" y="1146948"/>
                      <a:pt x="558128" y="1146948"/>
                    </a:cubicBezTo>
                    <a:cubicBezTo>
                      <a:pt x="365673" y="1146948"/>
                      <a:pt x="269494" y="1024468"/>
                      <a:pt x="269494" y="779413"/>
                    </a:cubicBezTo>
                  </a:path>
                </a:pathLst>
              </a:custGeom>
              <a:solidFill>
                <a:srgbClr val="FFFFFF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aphic 34">
              <a:extLst>
                <a:ext uri="{FF2B5EF4-FFF2-40B4-BE49-F238E27FC236}">
                  <a16:creationId xmlns:a16="http://schemas.microsoft.com/office/drawing/2014/main" id="{F0E5C3F5-2B87-5F70-5035-6B55314570C5}"/>
                </a:ext>
              </a:extLst>
            </p:cNvPr>
            <p:cNvGrpSpPr/>
            <p:nvPr/>
          </p:nvGrpSpPr>
          <p:grpSpPr>
            <a:xfrm>
              <a:off x="400866" y="2482706"/>
              <a:ext cx="2941758" cy="1008191"/>
              <a:chOff x="400866" y="2482706"/>
              <a:chExt cx="2941758" cy="1008191"/>
            </a:xfrm>
            <a:solidFill>
              <a:srgbClr val="C1F4D4"/>
            </a:solidFill>
          </p:grpSpPr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3BF28CC4-6C06-64B1-2D13-FA84E3DB901D}"/>
                  </a:ext>
                </a:extLst>
              </p:cNvPr>
              <p:cNvSpPr/>
              <p:nvPr/>
            </p:nvSpPr>
            <p:spPr>
              <a:xfrm>
                <a:off x="1625951" y="2486572"/>
                <a:ext cx="786858" cy="999360"/>
              </a:xfrm>
              <a:custGeom>
                <a:avLst/>
                <a:gdLst>
                  <a:gd name="csX0" fmla="*/ 269255 w 786858"/>
                  <a:gd name="csY0" fmla="*/ 0 h 999360"/>
                  <a:gd name="csX1" fmla="*/ 0 w 786858"/>
                  <a:gd name="csY1" fmla="*/ 0 h 999360"/>
                  <a:gd name="csX2" fmla="*/ 0 w 786858"/>
                  <a:gd name="csY2" fmla="*/ 522186 h 999360"/>
                  <a:gd name="csX3" fmla="*/ 270114 w 786858"/>
                  <a:gd name="csY3" fmla="*/ 773160 h 999360"/>
                  <a:gd name="csX4" fmla="*/ 513594 w 786858"/>
                  <a:gd name="csY4" fmla="*/ 999361 h 999360"/>
                  <a:gd name="csX5" fmla="*/ 786859 w 786858"/>
                  <a:gd name="csY5" fmla="*/ 999361 h 999360"/>
                  <a:gd name="csX6" fmla="*/ 786859 w 786858"/>
                  <a:gd name="csY6" fmla="*/ 770917 h 999360"/>
                  <a:gd name="csX7" fmla="*/ 269255 w 786858"/>
                  <a:gd name="csY7" fmla="*/ 770917 h 999360"/>
                  <a:gd name="csX8" fmla="*/ 269255 w 786858"/>
                  <a:gd name="csY8" fmla="*/ 0 h 9993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86858" h="999360">
                    <a:moveTo>
                      <a:pt x="269255" y="0"/>
                    </a:moveTo>
                    <a:lnTo>
                      <a:pt x="0" y="0"/>
                    </a:lnTo>
                    <a:lnTo>
                      <a:pt x="0" y="522186"/>
                    </a:lnTo>
                    <a:cubicBezTo>
                      <a:pt x="0" y="660799"/>
                      <a:pt x="120952" y="773160"/>
                      <a:pt x="270114" y="773160"/>
                    </a:cubicBezTo>
                    <a:cubicBezTo>
                      <a:pt x="270114" y="898074"/>
                      <a:pt x="379134" y="999361"/>
                      <a:pt x="513594" y="999361"/>
                    </a:cubicBezTo>
                    <a:lnTo>
                      <a:pt x="786859" y="999361"/>
                    </a:lnTo>
                    <a:lnTo>
                      <a:pt x="786859" y="770917"/>
                    </a:lnTo>
                    <a:lnTo>
                      <a:pt x="269255" y="770917"/>
                    </a:lnTo>
                    <a:lnTo>
                      <a:pt x="269255" y="0"/>
                    </a:lnTo>
                    <a:close/>
                  </a:path>
                </a:pathLst>
              </a:custGeom>
              <a:solidFill>
                <a:srgbClr val="C1F4D4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DC914C2-94F5-1341-A27D-5F0A2723D57C}"/>
                  </a:ext>
                </a:extLst>
              </p:cNvPr>
              <p:cNvSpPr/>
              <p:nvPr/>
            </p:nvSpPr>
            <p:spPr>
              <a:xfrm>
                <a:off x="400866" y="2486572"/>
                <a:ext cx="1118022" cy="998549"/>
              </a:xfrm>
              <a:custGeom>
                <a:avLst/>
                <a:gdLst>
                  <a:gd name="csX0" fmla="*/ 652303 w 1118022"/>
                  <a:gd name="csY0" fmla="*/ 422570 h 998549"/>
                  <a:gd name="csX1" fmla="*/ 720368 w 1118022"/>
                  <a:gd name="csY1" fmla="*/ 636217 h 998549"/>
                  <a:gd name="csX2" fmla="*/ 396031 w 1118022"/>
                  <a:gd name="csY2" fmla="*/ 636217 h 998549"/>
                  <a:gd name="csX3" fmla="*/ 596648 w 1118022"/>
                  <a:gd name="csY3" fmla="*/ 0 h 998549"/>
                  <a:gd name="csX4" fmla="*/ 260091 w 1118022"/>
                  <a:gd name="csY4" fmla="*/ 229495 h 998549"/>
                  <a:gd name="csX5" fmla="*/ 0 w 1118022"/>
                  <a:gd name="csY5" fmla="*/ 998550 h 998549"/>
                  <a:gd name="csX6" fmla="*/ 285484 w 1118022"/>
                  <a:gd name="csY6" fmla="*/ 998550 h 998549"/>
                  <a:gd name="csX7" fmla="*/ 336318 w 1118022"/>
                  <a:gd name="csY7" fmla="*/ 837359 h 998549"/>
                  <a:gd name="csX8" fmla="*/ 781704 w 1118022"/>
                  <a:gd name="csY8" fmla="*/ 837359 h 998549"/>
                  <a:gd name="csX9" fmla="*/ 832538 w 1118022"/>
                  <a:gd name="csY9" fmla="*/ 998550 h 998549"/>
                  <a:gd name="csX10" fmla="*/ 1118022 w 1118022"/>
                  <a:gd name="csY10" fmla="*/ 998550 h 998549"/>
                  <a:gd name="csX11" fmla="*/ 842991 w 1118022"/>
                  <a:gd name="csY11" fmla="*/ 185486 h 998549"/>
                  <a:gd name="csX12" fmla="*/ 652398 w 1118022"/>
                  <a:gd name="csY12" fmla="*/ 422570 h 9985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118022" h="998549">
                    <a:moveTo>
                      <a:pt x="652303" y="422570"/>
                    </a:moveTo>
                    <a:lnTo>
                      <a:pt x="720368" y="636217"/>
                    </a:lnTo>
                    <a:lnTo>
                      <a:pt x="396031" y="636217"/>
                    </a:lnTo>
                    <a:lnTo>
                      <a:pt x="596648" y="0"/>
                    </a:lnTo>
                    <a:cubicBezTo>
                      <a:pt x="442569" y="0"/>
                      <a:pt x="306295" y="92934"/>
                      <a:pt x="260091" y="229495"/>
                    </a:cubicBezTo>
                    <a:lnTo>
                      <a:pt x="0" y="998550"/>
                    </a:lnTo>
                    <a:lnTo>
                      <a:pt x="285484" y="998550"/>
                    </a:lnTo>
                    <a:lnTo>
                      <a:pt x="336318" y="837359"/>
                    </a:lnTo>
                    <a:lnTo>
                      <a:pt x="781704" y="837359"/>
                    </a:lnTo>
                    <a:lnTo>
                      <a:pt x="832538" y="998550"/>
                    </a:lnTo>
                    <a:lnTo>
                      <a:pt x="1118022" y="998550"/>
                    </a:lnTo>
                    <a:lnTo>
                      <a:pt x="842991" y="185486"/>
                    </a:lnTo>
                    <a:cubicBezTo>
                      <a:pt x="710154" y="185486"/>
                      <a:pt x="614690" y="304243"/>
                      <a:pt x="652398" y="422570"/>
                    </a:cubicBezTo>
                  </a:path>
                </a:pathLst>
              </a:custGeom>
              <a:solidFill>
                <a:srgbClr val="C1F4D4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2EC4DDAD-A1CF-9EE5-5F82-62F86EDCDD9A}"/>
                  </a:ext>
                </a:extLst>
              </p:cNvPr>
              <p:cNvSpPr/>
              <p:nvPr/>
            </p:nvSpPr>
            <p:spPr>
              <a:xfrm>
                <a:off x="2360925" y="2482706"/>
                <a:ext cx="489966" cy="223050"/>
              </a:xfrm>
              <a:custGeom>
                <a:avLst/>
                <a:gdLst>
                  <a:gd name="csX0" fmla="*/ 147491 w 489966"/>
                  <a:gd name="csY0" fmla="*/ 0 h 223050"/>
                  <a:gd name="csX1" fmla="*/ 0 w 489966"/>
                  <a:gd name="csY1" fmla="*/ 0 h 223050"/>
                  <a:gd name="csX2" fmla="*/ 0 w 489966"/>
                  <a:gd name="csY2" fmla="*/ 223051 h 223050"/>
                  <a:gd name="csX3" fmla="*/ 489967 w 489966"/>
                  <a:gd name="csY3" fmla="*/ 223051 h 223050"/>
                  <a:gd name="csX4" fmla="*/ 477843 w 489966"/>
                  <a:gd name="csY4" fmla="*/ 195939 h 223050"/>
                  <a:gd name="csX5" fmla="*/ 147491 w 489966"/>
                  <a:gd name="csY5" fmla="*/ 0 h 2230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89966" h="223050">
                    <a:moveTo>
                      <a:pt x="147491" y="0"/>
                    </a:moveTo>
                    <a:lnTo>
                      <a:pt x="0" y="0"/>
                    </a:lnTo>
                    <a:lnTo>
                      <a:pt x="0" y="223051"/>
                    </a:lnTo>
                    <a:lnTo>
                      <a:pt x="489967" y="223051"/>
                    </a:lnTo>
                    <a:lnTo>
                      <a:pt x="477843" y="195939"/>
                    </a:lnTo>
                    <a:cubicBezTo>
                      <a:pt x="422188" y="71407"/>
                      <a:pt x="238325" y="0"/>
                      <a:pt x="147491" y="0"/>
                    </a:cubicBezTo>
                  </a:path>
                </a:pathLst>
              </a:custGeom>
              <a:solidFill>
                <a:srgbClr val="C1F4D4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74C8F9D7-8B22-BCE7-F9D1-5CA4694A2A5C}"/>
                  </a:ext>
                </a:extLst>
              </p:cNvPr>
              <p:cNvSpPr/>
              <p:nvPr/>
            </p:nvSpPr>
            <p:spPr>
              <a:xfrm>
                <a:off x="2728317" y="2705709"/>
                <a:ext cx="247871" cy="785188"/>
              </a:xfrm>
              <a:custGeom>
                <a:avLst/>
                <a:gdLst>
                  <a:gd name="csX0" fmla="*/ 191 w 247871"/>
                  <a:gd name="csY0" fmla="*/ 206965 h 785188"/>
                  <a:gd name="csX1" fmla="*/ 191 w 247871"/>
                  <a:gd name="csY1" fmla="*/ 458798 h 785188"/>
                  <a:gd name="csX2" fmla="*/ 0 w 247871"/>
                  <a:gd name="csY2" fmla="*/ 774449 h 785188"/>
                  <a:gd name="csX3" fmla="*/ 191 w 247871"/>
                  <a:gd name="csY3" fmla="*/ 785188 h 785188"/>
                  <a:gd name="csX4" fmla="*/ 247871 w 247871"/>
                  <a:gd name="csY4" fmla="*/ 785188 h 785188"/>
                  <a:gd name="csX5" fmla="*/ 247680 w 247871"/>
                  <a:gd name="csY5" fmla="*/ 462092 h 785188"/>
                  <a:gd name="csX6" fmla="*/ 247680 w 247871"/>
                  <a:gd name="csY6" fmla="*/ 462092 h 785188"/>
                  <a:gd name="csX7" fmla="*/ 247680 w 247871"/>
                  <a:gd name="csY7" fmla="*/ 206917 h 785188"/>
                  <a:gd name="csX8" fmla="*/ 137897 w 247871"/>
                  <a:gd name="csY8" fmla="*/ 10978 h 785188"/>
                  <a:gd name="csX9" fmla="*/ 123960 w 247871"/>
                  <a:gd name="csY9" fmla="*/ 0 h 785188"/>
                  <a:gd name="csX10" fmla="*/ 109974 w 247871"/>
                  <a:gd name="csY10" fmla="*/ 10978 h 785188"/>
                  <a:gd name="csX11" fmla="*/ 191 w 247871"/>
                  <a:gd name="csY11" fmla="*/ 206917 h 7851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47871" h="785188">
                    <a:moveTo>
                      <a:pt x="191" y="206965"/>
                    </a:moveTo>
                    <a:lnTo>
                      <a:pt x="191" y="458798"/>
                    </a:lnTo>
                    <a:lnTo>
                      <a:pt x="0" y="774449"/>
                    </a:lnTo>
                    <a:lnTo>
                      <a:pt x="191" y="785188"/>
                    </a:lnTo>
                    <a:lnTo>
                      <a:pt x="247871" y="785188"/>
                    </a:lnTo>
                    <a:lnTo>
                      <a:pt x="247680" y="462092"/>
                    </a:lnTo>
                    <a:lnTo>
                      <a:pt x="247680" y="462092"/>
                    </a:lnTo>
                    <a:lnTo>
                      <a:pt x="247680" y="206917"/>
                    </a:lnTo>
                    <a:cubicBezTo>
                      <a:pt x="247680" y="135367"/>
                      <a:pt x="209733" y="67636"/>
                      <a:pt x="137897" y="10978"/>
                    </a:cubicBezTo>
                    <a:lnTo>
                      <a:pt x="123960" y="0"/>
                    </a:lnTo>
                    <a:lnTo>
                      <a:pt x="109974" y="10978"/>
                    </a:lnTo>
                    <a:cubicBezTo>
                      <a:pt x="38185" y="67636"/>
                      <a:pt x="191" y="135367"/>
                      <a:pt x="191" y="206917"/>
                    </a:cubicBezTo>
                  </a:path>
                </a:pathLst>
              </a:custGeom>
              <a:solidFill>
                <a:srgbClr val="C1F4D4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4693B733-AD49-950F-C42B-851316C83CA3}"/>
                  </a:ext>
                </a:extLst>
              </p:cNvPr>
              <p:cNvSpPr/>
              <p:nvPr/>
            </p:nvSpPr>
            <p:spPr>
              <a:xfrm>
                <a:off x="2850892" y="2482706"/>
                <a:ext cx="491733" cy="223050"/>
              </a:xfrm>
              <a:custGeom>
                <a:avLst/>
                <a:gdLst>
                  <a:gd name="csX0" fmla="*/ 491733 w 491733"/>
                  <a:gd name="csY0" fmla="*/ 0 h 223050"/>
                  <a:gd name="csX1" fmla="*/ 310448 w 491733"/>
                  <a:gd name="csY1" fmla="*/ 0 h 223050"/>
                  <a:gd name="csX2" fmla="*/ 12124 w 491733"/>
                  <a:gd name="csY2" fmla="*/ 195939 h 223050"/>
                  <a:gd name="csX3" fmla="*/ 0 w 491733"/>
                  <a:gd name="csY3" fmla="*/ 223051 h 223050"/>
                  <a:gd name="csX4" fmla="*/ 491733 w 491733"/>
                  <a:gd name="csY4" fmla="*/ 223051 h 223050"/>
                  <a:gd name="csX5" fmla="*/ 491733 w 491733"/>
                  <a:gd name="csY5" fmla="*/ 0 h 2230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91733" h="223050">
                    <a:moveTo>
                      <a:pt x="491733" y="0"/>
                    </a:moveTo>
                    <a:lnTo>
                      <a:pt x="310448" y="0"/>
                    </a:lnTo>
                    <a:cubicBezTo>
                      <a:pt x="219280" y="0"/>
                      <a:pt x="68018" y="71407"/>
                      <a:pt x="12124" y="195939"/>
                    </a:cubicBezTo>
                    <a:lnTo>
                      <a:pt x="0" y="223051"/>
                    </a:lnTo>
                    <a:lnTo>
                      <a:pt x="491733" y="223051"/>
                    </a:lnTo>
                    <a:lnTo>
                      <a:pt x="491733" y="0"/>
                    </a:lnTo>
                    <a:close/>
                  </a:path>
                </a:pathLst>
              </a:custGeom>
              <a:solidFill>
                <a:srgbClr val="C1F4D4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5" name="Graphic 34">
            <a:extLst>
              <a:ext uri="{FF2B5EF4-FFF2-40B4-BE49-F238E27FC236}">
                <a16:creationId xmlns:a16="http://schemas.microsoft.com/office/drawing/2014/main" id="{E37D8EE0-C5A6-075A-6784-3C37FC03E293}"/>
              </a:ext>
            </a:extLst>
          </p:cNvPr>
          <p:cNvGrpSpPr/>
          <p:nvPr/>
        </p:nvGrpSpPr>
        <p:grpSpPr>
          <a:xfrm>
            <a:off x="400055" y="2063955"/>
            <a:ext cx="1586271" cy="296510"/>
            <a:chOff x="400055" y="2063955"/>
            <a:chExt cx="1586271" cy="296510"/>
          </a:xfrm>
          <a:solidFill>
            <a:srgbClr val="FFFFFF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28772C9-0A4D-DDD9-0325-E98AC3F497CC}"/>
                </a:ext>
              </a:extLst>
            </p:cNvPr>
            <p:cNvSpPr/>
            <p:nvPr/>
          </p:nvSpPr>
          <p:spPr>
            <a:xfrm>
              <a:off x="400055" y="2131018"/>
              <a:ext cx="216988" cy="229351"/>
            </a:xfrm>
            <a:custGeom>
              <a:avLst/>
              <a:gdLst>
                <a:gd name="csX0" fmla="*/ 48114 w 216988"/>
                <a:gd name="csY0" fmla="*/ 218755 h 229351"/>
                <a:gd name="csX1" fmla="*/ 13031 w 216988"/>
                <a:gd name="csY1" fmla="*/ 188397 h 229351"/>
                <a:gd name="csX2" fmla="*/ 0 w 216988"/>
                <a:gd name="csY2" fmla="*/ 143291 h 229351"/>
                <a:gd name="csX3" fmla="*/ 1575 w 216988"/>
                <a:gd name="csY3" fmla="*/ 125821 h 229351"/>
                <a:gd name="csX4" fmla="*/ 6014 w 216988"/>
                <a:gd name="csY4" fmla="*/ 99759 h 229351"/>
                <a:gd name="csX5" fmla="*/ 124532 w 216988"/>
                <a:gd name="csY5" fmla="*/ 0 h 229351"/>
                <a:gd name="csX6" fmla="*/ 172360 w 216988"/>
                <a:gd name="csY6" fmla="*/ 8878 h 229351"/>
                <a:gd name="csX7" fmla="*/ 205247 w 216988"/>
                <a:gd name="csY7" fmla="*/ 34128 h 229351"/>
                <a:gd name="csX8" fmla="*/ 216989 w 216988"/>
                <a:gd name="csY8" fmla="*/ 72409 h 229351"/>
                <a:gd name="csX9" fmla="*/ 215700 w 216988"/>
                <a:gd name="csY9" fmla="*/ 87015 h 229351"/>
                <a:gd name="csX10" fmla="*/ 176942 w 216988"/>
                <a:gd name="csY10" fmla="*/ 87015 h 229351"/>
                <a:gd name="csX11" fmla="*/ 177896 w 216988"/>
                <a:gd name="csY11" fmla="*/ 77469 h 229351"/>
                <a:gd name="csX12" fmla="*/ 162813 w 216988"/>
                <a:gd name="csY12" fmla="*/ 46825 h 229351"/>
                <a:gd name="csX13" fmla="*/ 122289 w 216988"/>
                <a:gd name="csY13" fmla="*/ 35847 h 229351"/>
                <a:gd name="csX14" fmla="*/ 70357 w 216988"/>
                <a:gd name="csY14" fmla="*/ 52219 h 229351"/>
                <a:gd name="csX15" fmla="*/ 45393 w 216988"/>
                <a:gd name="csY15" fmla="*/ 99712 h 229351"/>
                <a:gd name="csX16" fmla="*/ 40620 w 216988"/>
                <a:gd name="csY16" fmla="*/ 126728 h 229351"/>
                <a:gd name="csX17" fmla="*/ 39331 w 216988"/>
                <a:gd name="csY17" fmla="*/ 139759 h 229351"/>
                <a:gd name="csX18" fmla="*/ 55512 w 216988"/>
                <a:gd name="csY18" fmla="*/ 178994 h 229351"/>
                <a:gd name="csX19" fmla="*/ 97755 w 216988"/>
                <a:gd name="csY19" fmla="*/ 193457 h 229351"/>
                <a:gd name="csX20" fmla="*/ 144771 w 216988"/>
                <a:gd name="csY20" fmla="*/ 179949 h 229351"/>
                <a:gd name="csX21" fmla="*/ 167348 w 216988"/>
                <a:gd name="csY21" fmla="*/ 142002 h 229351"/>
                <a:gd name="csX22" fmla="*/ 206106 w 216988"/>
                <a:gd name="csY22" fmla="*/ 142002 h 229351"/>
                <a:gd name="csX23" fmla="*/ 171644 w 216988"/>
                <a:gd name="csY23" fmla="*/ 206488 h 229351"/>
                <a:gd name="csX24" fmla="*/ 96848 w 216988"/>
                <a:gd name="csY24" fmla="*/ 229351 h 229351"/>
                <a:gd name="csX25" fmla="*/ 48066 w 216988"/>
                <a:gd name="csY25" fmla="*/ 218707 h 229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16988" h="229351">
                  <a:moveTo>
                    <a:pt x="48114" y="218755"/>
                  </a:moveTo>
                  <a:cubicBezTo>
                    <a:pt x="33412" y="211643"/>
                    <a:pt x="21670" y="201571"/>
                    <a:pt x="13031" y="188397"/>
                  </a:cubicBezTo>
                  <a:cubicBezTo>
                    <a:pt x="4344" y="175271"/>
                    <a:pt x="0" y="160236"/>
                    <a:pt x="0" y="143291"/>
                  </a:cubicBezTo>
                  <a:cubicBezTo>
                    <a:pt x="0" y="138422"/>
                    <a:pt x="525" y="132599"/>
                    <a:pt x="1575" y="125821"/>
                  </a:cubicBezTo>
                  <a:lnTo>
                    <a:pt x="6014" y="99759"/>
                  </a:lnTo>
                  <a:cubicBezTo>
                    <a:pt x="17470" y="33269"/>
                    <a:pt x="56944" y="0"/>
                    <a:pt x="124532" y="0"/>
                  </a:cubicBezTo>
                  <a:cubicBezTo>
                    <a:pt x="142336" y="0"/>
                    <a:pt x="158279" y="2959"/>
                    <a:pt x="172360" y="8878"/>
                  </a:cubicBezTo>
                  <a:cubicBezTo>
                    <a:pt x="186440" y="14797"/>
                    <a:pt x="197419" y="23245"/>
                    <a:pt x="205247" y="34128"/>
                  </a:cubicBezTo>
                  <a:cubicBezTo>
                    <a:pt x="213075" y="45059"/>
                    <a:pt x="216989" y="57803"/>
                    <a:pt x="216989" y="72409"/>
                  </a:cubicBezTo>
                  <a:cubicBezTo>
                    <a:pt x="216989" y="77707"/>
                    <a:pt x="216559" y="82576"/>
                    <a:pt x="215700" y="87015"/>
                  </a:cubicBezTo>
                  <a:lnTo>
                    <a:pt x="176942" y="87015"/>
                  </a:lnTo>
                  <a:cubicBezTo>
                    <a:pt x="177562" y="83817"/>
                    <a:pt x="177896" y="80667"/>
                    <a:pt x="177896" y="77469"/>
                  </a:cubicBezTo>
                  <a:cubicBezTo>
                    <a:pt x="177896" y="64342"/>
                    <a:pt x="172885" y="54128"/>
                    <a:pt x="162813" y="46825"/>
                  </a:cubicBezTo>
                  <a:cubicBezTo>
                    <a:pt x="152742" y="39522"/>
                    <a:pt x="139234" y="35847"/>
                    <a:pt x="122289" y="35847"/>
                  </a:cubicBezTo>
                  <a:cubicBezTo>
                    <a:pt x="100666" y="35847"/>
                    <a:pt x="83387" y="41288"/>
                    <a:pt x="70357" y="52219"/>
                  </a:cubicBezTo>
                  <a:cubicBezTo>
                    <a:pt x="57326" y="63149"/>
                    <a:pt x="49021" y="78948"/>
                    <a:pt x="45393" y="99712"/>
                  </a:cubicBezTo>
                  <a:lnTo>
                    <a:pt x="40620" y="126728"/>
                  </a:lnTo>
                  <a:cubicBezTo>
                    <a:pt x="39761" y="132647"/>
                    <a:pt x="39331" y="136990"/>
                    <a:pt x="39331" y="139759"/>
                  </a:cubicBezTo>
                  <a:cubicBezTo>
                    <a:pt x="39331" y="156274"/>
                    <a:pt x="44725" y="169352"/>
                    <a:pt x="55512" y="178994"/>
                  </a:cubicBezTo>
                  <a:cubicBezTo>
                    <a:pt x="66299" y="188636"/>
                    <a:pt x="80380" y="193457"/>
                    <a:pt x="97755" y="193457"/>
                  </a:cubicBezTo>
                  <a:cubicBezTo>
                    <a:pt x="117038" y="193457"/>
                    <a:pt x="132694" y="188970"/>
                    <a:pt x="144771" y="179949"/>
                  </a:cubicBezTo>
                  <a:cubicBezTo>
                    <a:pt x="156847" y="170928"/>
                    <a:pt x="164341" y="158279"/>
                    <a:pt x="167348" y="142002"/>
                  </a:cubicBezTo>
                  <a:lnTo>
                    <a:pt x="206106" y="142002"/>
                  </a:lnTo>
                  <a:cubicBezTo>
                    <a:pt x="201237" y="169734"/>
                    <a:pt x="189734" y="191261"/>
                    <a:pt x="171644" y="206488"/>
                  </a:cubicBezTo>
                  <a:cubicBezTo>
                    <a:pt x="153553" y="221714"/>
                    <a:pt x="128589" y="229351"/>
                    <a:pt x="96848" y="229351"/>
                  </a:cubicBezTo>
                  <a:cubicBezTo>
                    <a:pt x="79044" y="229351"/>
                    <a:pt x="62815" y="225819"/>
                    <a:pt x="48066" y="218707"/>
                  </a:cubicBezTo>
                  <a:close/>
                </a:path>
              </a:pathLst>
            </a:custGeom>
            <a:solidFill>
              <a:srgbClr val="FFFFFF"/>
            </a:solidFill>
            <a:ln w="477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5218011-AEC8-421F-032F-BE3D842526FC}"/>
                </a:ext>
              </a:extLst>
            </p:cNvPr>
            <p:cNvSpPr/>
            <p:nvPr/>
          </p:nvSpPr>
          <p:spPr>
            <a:xfrm>
              <a:off x="644967" y="2131113"/>
              <a:ext cx="218277" cy="229351"/>
            </a:xfrm>
            <a:custGeom>
              <a:avLst/>
              <a:gdLst>
                <a:gd name="csX0" fmla="*/ 44152 w 218277"/>
                <a:gd name="csY0" fmla="*/ 218994 h 229351"/>
                <a:gd name="csX1" fmla="*/ 11599 w 218277"/>
                <a:gd name="csY1" fmla="*/ 189782 h 229351"/>
                <a:gd name="csX2" fmla="*/ 0 w 218277"/>
                <a:gd name="csY2" fmla="*/ 146107 h 229351"/>
                <a:gd name="csX3" fmla="*/ 1575 w 218277"/>
                <a:gd name="csY3" fmla="*/ 127348 h 229351"/>
                <a:gd name="csX4" fmla="*/ 6014 w 218277"/>
                <a:gd name="csY4" fmla="*/ 101621 h 229351"/>
                <a:gd name="csX5" fmla="*/ 44152 w 218277"/>
                <a:gd name="csY5" fmla="*/ 26348 h 229351"/>
                <a:gd name="csX6" fmla="*/ 125821 w 218277"/>
                <a:gd name="csY6" fmla="*/ 0 h 229351"/>
                <a:gd name="csX7" fmla="*/ 173314 w 218277"/>
                <a:gd name="csY7" fmla="*/ 10024 h 229351"/>
                <a:gd name="csX8" fmla="*/ 206345 w 218277"/>
                <a:gd name="csY8" fmla="*/ 38758 h 229351"/>
                <a:gd name="csX9" fmla="*/ 218278 w 218277"/>
                <a:gd name="csY9" fmla="*/ 82910 h 229351"/>
                <a:gd name="csX10" fmla="*/ 216702 w 218277"/>
                <a:gd name="csY10" fmla="*/ 101955 h 229351"/>
                <a:gd name="csX11" fmla="*/ 211929 w 218277"/>
                <a:gd name="csY11" fmla="*/ 128017 h 229351"/>
                <a:gd name="csX12" fmla="*/ 173792 w 218277"/>
                <a:gd name="csY12" fmla="*/ 203147 h 229351"/>
                <a:gd name="csX13" fmla="*/ 92122 w 218277"/>
                <a:gd name="csY13" fmla="*/ 229351 h 229351"/>
                <a:gd name="csX14" fmla="*/ 44152 w 218277"/>
                <a:gd name="csY14" fmla="*/ 219041 h 229351"/>
                <a:gd name="csX15" fmla="*/ 39379 w 218277"/>
                <a:gd name="csY15" fmla="*/ 142575 h 229351"/>
                <a:gd name="csX16" fmla="*/ 54128 w 218277"/>
                <a:gd name="csY16" fmla="*/ 180044 h 229351"/>
                <a:gd name="csX17" fmla="*/ 95607 w 218277"/>
                <a:gd name="csY17" fmla="*/ 193409 h 229351"/>
                <a:gd name="csX18" fmla="*/ 147730 w 218277"/>
                <a:gd name="csY18" fmla="*/ 176274 h 229351"/>
                <a:gd name="csX19" fmla="*/ 172837 w 218277"/>
                <a:gd name="csY19" fmla="*/ 126728 h 229351"/>
                <a:gd name="csX20" fmla="*/ 177276 w 218277"/>
                <a:gd name="csY20" fmla="*/ 102289 h 229351"/>
                <a:gd name="csX21" fmla="*/ 178565 w 218277"/>
                <a:gd name="csY21" fmla="*/ 87063 h 229351"/>
                <a:gd name="csX22" fmla="*/ 163959 w 218277"/>
                <a:gd name="csY22" fmla="*/ 49259 h 229351"/>
                <a:gd name="csX23" fmla="*/ 122337 w 218277"/>
                <a:gd name="csY23" fmla="*/ 35894 h 229351"/>
                <a:gd name="csX24" fmla="*/ 70404 w 218277"/>
                <a:gd name="csY24" fmla="*/ 53030 h 229351"/>
                <a:gd name="csX25" fmla="*/ 45488 w 218277"/>
                <a:gd name="csY25" fmla="*/ 102576 h 229351"/>
                <a:gd name="csX26" fmla="*/ 41049 w 218277"/>
                <a:gd name="csY26" fmla="*/ 127014 h 229351"/>
                <a:gd name="csX27" fmla="*/ 39474 w 218277"/>
                <a:gd name="csY27" fmla="*/ 142575 h 229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218277" h="229351">
                  <a:moveTo>
                    <a:pt x="44152" y="218994"/>
                  </a:moveTo>
                  <a:cubicBezTo>
                    <a:pt x="30167" y="212120"/>
                    <a:pt x="19331" y="202383"/>
                    <a:pt x="11599" y="189782"/>
                  </a:cubicBezTo>
                  <a:cubicBezTo>
                    <a:pt x="3866" y="177180"/>
                    <a:pt x="0" y="162622"/>
                    <a:pt x="0" y="146107"/>
                  </a:cubicBezTo>
                  <a:cubicBezTo>
                    <a:pt x="0" y="138900"/>
                    <a:pt x="525" y="132647"/>
                    <a:pt x="1575" y="127348"/>
                  </a:cubicBezTo>
                  <a:lnTo>
                    <a:pt x="6014" y="101621"/>
                  </a:lnTo>
                  <a:cubicBezTo>
                    <a:pt x="11503" y="69020"/>
                    <a:pt x="24248" y="43913"/>
                    <a:pt x="44152" y="26348"/>
                  </a:cubicBezTo>
                  <a:cubicBezTo>
                    <a:pt x="64056" y="8783"/>
                    <a:pt x="91263" y="0"/>
                    <a:pt x="125821" y="0"/>
                  </a:cubicBezTo>
                  <a:cubicBezTo>
                    <a:pt x="143386" y="0"/>
                    <a:pt x="159233" y="3341"/>
                    <a:pt x="173314" y="10024"/>
                  </a:cubicBezTo>
                  <a:cubicBezTo>
                    <a:pt x="187395" y="16706"/>
                    <a:pt x="198421" y="26300"/>
                    <a:pt x="206345" y="38758"/>
                  </a:cubicBezTo>
                  <a:cubicBezTo>
                    <a:pt x="214268" y="51264"/>
                    <a:pt x="218278" y="65965"/>
                    <a:pt x="218278" y="82910"/>
                  </a:cubicBezTo>
                  <a:cubicBezTo>
                    <a:pt x="218278" y="90118"/>
                    <a:pt x="217752" y="96466"/>
                    <a:pt x="216702" y="101955"/>
                  </a:cubicBezTo>
                  <a:lnTo>
                    <a:pt x="211929" y="128017"/>
                  </a:lnTo>
                  <a:cubicBezTo>
                    <a:pt x="206201" y="160618"/>
                    <a:pt x="193505" y="185677"/>
                    <a:pt x="173792" y="203147"/>
                  </a:cubicBezTo>
                  <a:cubicBezTo>
                    <a:pt x="154078" y="220616"/>
                    <a:pt x="126871" y="229351"/>
                    <a:pt x="92122" y="229351"/>
                  </a:cubicBezTo>
                  <a:cubicBezTo>
                    <a:pt x="74128" y="229351"/>
                    <a:pt x="58137" y="225915"/>
                    <a:pt x="44152" y="219041"/>
                  </a:cubicBezTo>
                  <a:close/>
                  <a:moveTo>
                    <a:pt x="39379" y="142575"/>
                  </a:moveTo>
                  <a:cubicBezTo>
                    <a:pt x="39379" y="158661"/>
                    <a:pt x="44295" y="171166"/>
                    <a:pt x="54128" y="180044"/>
                  </a:cubicBezTo>
                  <a:cubicBezTo>
                    <a:pt x="63961" y="188923"/>
                    <a:pt x="77803" y="193409"/>
                    <a:pt x="95607" y="193409"/>
                  </a:cubicBezTo>
                  <a:cubicBezTo>
                    <a:pt x="117229" y="193409"/>
                    <a:pt x="134556" y="187681"/>
                    <a:pt x="147730" y="176274"/>
                  </a:cubicBezTo>
                  <a:cubicBezTo>
                    <a:pt x="160856" y="164818"/>
                    <a:pt x="169209" y="148303"/>
                    <a:pt x="172837" y="126728"/>
                  </a:cubicBezTo>
                  <a:lnTo>
                    <a:pt x="177276" y="102289"/>
                  </a:lnTo>
                  <a:cubicBezTo>
                    <a:pt x="178135" y="97421"/>
                    <a:pt x="178565" y="92313"/>
                    <a:pt x="178565" y="87063"/>
                  </a:cubicBezTo>
                  <a:cubicBezTo>
                    <a:pt x="178565" y="70739"/>
                    <a:pt x="173696" y="58137"/>
                    <a:pt x="163959" y="49259"/>
                  </a:cubicBezTo>
                  <a:cubicBezTo>
                    <a:pt x="154221" y="40381"/>
                    <a:pt x="140332" y="35894"/>
                    <a:pt x="122337" y="35894"/>
                  </a:cubicBezTo>
                  <a:cubicBezTo>
                    <a:pt x="100714" y="35894"/>
                    <a:pt x="83435" y="41622"/>
                    <a:pt x="70404" y="53030"/>
                  </a:cubicBezTo>
                  <a:cubicBezTo>
                    <a:pt x="57374" y="64486"/>
                    <a:pt x="49068" y="81001"/>
                    <a:pt x="45488" y="102576"/>
                  </a:cubicBezTo>
                  <a:lnTo>
                    <a:pt x="41049" y="127014"/>
                  </a:lnTo>
                  <a:cubicBezTo>
                    <a:pt x="39999" y="132933"/>
                    <a:pt x="39474" y="138136"/>
                    <a:pt x="39474" y="142575"/>
                  </a:cubicBezTo>
                  <a:close/>
                </a:path>
              </a:pathLst>
            </a:custGeom>
            <a:solidFill>
              <a:srgbClr val="FFFFFF"/>
            </a:solidFill>
            <a:ln w="477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55A3F94-11C8-139D-4CA6-905F1CF5BA0B}"/>
                </a:ext>
              </a:extLst>
            </p:cNvPr>
            <p:cNvSpPr/>
            <p:nvPr/>
          </p:nvSpPr>
          <p:spPr>
            <a:xfrm>
              <a:off x="880046" y="2134550"/>
              <a:ext cx="232597" cy="222382"/>
            </a:xfrm>
            <a:custGeom>
              <a:avLst/>
              <a:gdLst>
                <a:gd name="csX0" fmla="*/ 39092 w 232597"/>
                <a:gd name="csY0" fmla="*/ 0 h 222382"/>
                <a:gd name="csX1" fmla="*/ 108351 w 232597"/>
                <a:gd name="csY1" fmla="*/ 0 h 222382"/>
                <a:gd name="csX2" fmla="*/ 153171 w 232597"/>
                <a:gd name="csY2" fmla="*/ 189686 h 222382"/>
                <a:gd name="csX3" fmla="*/ 161429 w 232597"/>
                <a:gd name="csY3" fmla="*/ 189686 h 222382"/>
                <a:gd name="csX4" fmla="*/ 194794 w 232597"/>
                <a:gd name="csY4" fmla="*/ 0 h 222382"/>
                <a:gd name="csX5" fmla="*/ 232597 w 232597"/>
                <a:gd name="csY5" fmla="*/ 0 h 222382"/>
                <a:gd name="csX6" fmla="*/ 193505 w 232597"/>
                <a:gd name="csY6" fmla="*/ 222383 h 222382"/>
                <a:gd name="csX7" fmla="*/ 124246 w 232597"/>
                <a:gd name="csY7" fmla="*/ 222383 h 222382"/>
                <a:gd name="csX8" fmla="*/ 79426 w 232597"/>
                <a:gd name="csY8" fmla="*/ 32410 h 222382"/>
                <a:gd name="csX9" fmla="*/ 71168 w 232597"/>
                <a:gd name="csY9" fmla="*/ 32410 h 222382"/>
                <a:gd name="csX10" fmla="*/ 37804 w 232597"/>
                <a:gd name="csY10" fmla="*/ 222383 h 222382"/>
                <a:gd name="csX11" fmla="*/ 0 w 232597"/>
                <a:gd name="csY11" fmla="*/ 222383 h 222382"/>
                <a:gd name="csX12" fmla="*/ 39092 w 232597"/>
                <a:gd name="csY12" fmla="*/ 0 h 222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2597" h="222382">
                  <a:moveTo>
                    <a:pt x="39092" y="0"/>
                  </a:moveTo>
                  <a:lnTo>
                    <a:pt x="108351" y="0"/>
                  </a:lnTo>
                  <a:lnTo>
                    <a:pt x="153171" y="189686"/>
                  </a:lnTo>
                  <a:lnTo>
                    <a:pt x="161429" y="189686"/>
                  </a:lnTo>
                  <a:lnTo>
                    <a:pt x="194794" y="0"/>
                  </a:lnTo>
                  <a:lnTo>
                    <a:pt x="232597" y="0"/>
                  </a:lnTo>
                  <a:lnTo>
                    <a:pt x="193505" y="222383"/>
                  </a:lnTo>
                  <a:lnTo>
                    <a:pt x="124246" y="222383"/>
                  </a:lnTo>
                  <a:lnTo>
                    <a:pt x="79426" y="32410"/>
                  </a:lnTo>
                  <a:lnTo>
                    <a:pt x="71168" y="32410"/>
                  </a:lnTo>
                  <a:lnTo>
                    <a:pt x="37804" y="222383"/>
                  </a:lnTo>
                  <a:lnTo>
                    <a:pt x="0" y="222383"/>
                  </a:lnTo>
                  <a:lnTo>
                    <a:pt x="39092" y="0"/>
                  </a:lnTo>
                  <a:close/>
                </a:path>
              </a:pathLst>
            </a:custGeom>
            <a:solidFill>
              <a:srgbClr val="FFFFFF"/>
            </a:solidFill>
            <a:ln w="477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92CC36A-D497-85C0-5CBA-B0E2AAAA080C}"/>
                </a:ext>
              </a:extLst>
            </p:cNvPr>
            <p:cNvSpPr/>
            <p:nvPr/>
          </p:nvSpPr>
          <p:spPr>
            <a:xfrm>
              <a:off x="1116891" y="2134550"/>
              <a:ext cx="195270" cy="222430"/>
            </a:xfrm>
            <a:custGeom>
              <a:avLst/>
              <a:gdLst>
                <a:gd name="csX0" fmla="*/ 38949 w 195270"/>
                <a:gd name="csY0" fmla="*/ 0 h 222430"/>
                <a:gd name="csX1" fmla="*/ 195271 w 195270"/>
                <a:gd name="csY1" fmla="*/ 0 h 222430"/>
                <a:gd name="csX2" fmla="*/ 189257 w 195270"/>
                <a:gd name="csY2" fmla="*/ 33985 h 222430"/>
                <a:gd name="csX3" fmla="*/ 70452 w 195270"/>
                <a:gd name="csY3" fmla="*/ 33985 h 222430"/>
                <a:gd name="csX4" fmla="*/ 60619 w 195270"/>
                <a:gd name="csY4" fmla="*/ 91502 h 222430"/>
                <a:gd name="csX5" fmla="*/ 172789 w 195270"/>
                <a:gd name="csY5" fmla="*/ 91502 h 222430"/>
                <a:gd name="csX6" fmla="*/ 166775 w 195270"/>
                <a:gd name="csY6" fmla="*/ 125201 h 222430"/>
                <a:gd name="csX7" fmla="*/ 54605 w 195270"/>
                <a:gd name="csY7" fmla="*/ 125201 h 222430"/>
                <a:gd name="csX8" fmla="*/ 43484 w 195270"/>
                <a:gd name="csY8" fmla="*/ 188111 h 222430"/>
                <a:gd name="csX9" fmla="*/ 165486 w 195270"/>
                <a:gd name="csY9" fmla="*/ 188111 h 222430"/>
                <a:gd name="csX10" fmla="*/ 159472 w 195270"/>
                <a:gd name="csY10" fmla="*/ 222430 h 222430"/>
                <a:gd name="csX11" fmla="*/ 0 w 195270"/>
                <a:gd name="csY11" fmla="*/ 222430 h 222430"/>
                <a:gd name="csX12" fmla="*/ 39092 w 195270"/>
                <a:gd name="csY12" fmla="*/ 48 h 2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95270" h="222430">
                  <a:moveTo>
                    <a:pt x="38949" y="0"/>
                  </a:moveTo>
                  <a:lnTo>
                    <a:pt x="195271" y="0"/>
                  </a:lnTo>
                  <a:lnTo>
                    <a:pt x="189257" y="33985"/>
                  </a:lnTo>
                  <a:lnTo>
                    <a:pt x="70452" y="33985"/>
                  </a:lnTo>
                  <a:lnTo>
                    <a:pt x="60619" y="91502"/>
                  </a:lnTo>
                  <a:lnTo>
                    <a:pt x="172789" y="91502"/>
                  </a:lnTo>
                  <a:lnTo>
                    <a:pt x="166775" y="125201"/>
                  </a:lnTo>
                  <a:lnTo>
                    <a:pt x="54605" y="125201"/>
                  </a:lnTo>
                  <a:lnTo>
                    <a:pt x="43484" y="188111"/>
                  </a:lnTo>
                  <a:lnTo>
                    <a:pt x="165486" y="188111"/>
                  </a:lnTo>
                  <a:lnTo>
                    <a:pt x="159472" y="222430"/>
                  </a:lnTo>
                  <a:lnTo>
                    <a:pt x="0" y="222430"/>
                  </a:lnTo>
                  <a:lnTo>
                    <a:pt x="39092" y="48"/>
                  </a:lnTo>
                  <a:close/>
                </a:path>
              </a:pathLst>
            </a:custGeom>
            <a:solidFill>
              <a:srgbClr val="FFFFFF"/>
            </a:solidFill>
            <a:ln w="477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C613EC6-C584-B004-5C49-23F8BECDD5BA}"/>
                </a:ext>
              </a:extLst>
            </p:cNvPr>
            <p:cNvSpPr/>
            <p:nvPr/>
          </p:nvSpPr>
          <p:spPr>
            <a:xfrm>
              <a:off x="1301374" y="2134502"/>
              <a:ext cx="248109" cy="222430"/>
            </a:xfrm>
            <a:custGeom>
              <a:avLst/>
              <a:gdLst>
                <a:gd name="csX0" fmla="*/ 87970 w 248109"/>
                <a:gd name="csY0" fmla="*/ 111215 h 222430"/>
                <a:gd name="csX1" fmla="*/ 39045 w 248109"/>
                <a:gd name="csY1" fmla="*/ 0 h 222430"/>
                <a:gd name="csX2" fmla="*/ 81001 w 248109"/>
                <a:gd name="csY2" fmla="*/ 0 h 222430"/>
                <a:gd name="csX3" fmla="*/ 120380 w 248109"/>
                <a:gd name="csY3" fmla="*/ 94652 h 222430"/>
                <a:gd name="csX4" fmla="*/ 128637 w 248109"/>
                <a:gd name="csY4" fmla="*/ 94652 h 222430"/>
                <a:gd name="csX5" fmla="*/ 199805 w 248109"/>
                <a:gd name="csY5" fmla="*/ 0 h 222430"/>
                <a:gd name="csX6" fmla="*/ 248110 w 248109"/>
                <a:gd name="csY6" fmla="*/ 0 h 222430"/>
                <a:gd name="csX7" fmla="*/ 160093 w 248109"/>
                <a:gd name="csY7" fmla="*/ 111215 h 222430"/>
                <a:gd name="csX8" fmla="*/ 206488 w 248109"/>
                <a:gd name="csY8" fmla="*/ 222430 h 222430"/>
                <a:gd name="csX9" fmla="*/ 165200 w 248109"/>
                <a:gd name="csY9" fmla="*/ 222430 h 222430"/>
                <a:gd name="csX10" fmla="*/ 127730 w 248109"/>
                <a:gd name="csY10" fmla="*/ 127444 h 222430"/>
                <a:gd name="csX11" fmla="*/ 119473 w 248109"/>
                <a:gd name="csY11" fmla="*/ 127444 h 222430"/>
                <a:gd name="csX12" fmla="*/ 47970 w 248109"/>
                <a:gd name="csY12" fmla="*/ 222430 h 222430"/>
                <a:gd name="csX13" fmla="*/ 0 w 248109"/>
                <a:gd name="csY13" fmla="*/ 222430 h 222430"/>
                <a:gd name="csX14" fmla="*/ 88017 w 248109"/>
                <a:gd name="csY14" fmla="*/ 111215 h 2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48109" h="222430">
                  <a:moveTo>
                    <a:pt x="87970" y="111215"/>
                  </a:moveTo>
                  <a:lnTo>
                    <a:pt x="39045" y="0"/>
                  </a:lnTo>
                  <a:lnTo>
                    <a:pt x="81001" y="0"/>
                  </a:lnTo>
                  <a:lnTo>
                    <a:pt x="120380" y="94652"/>
                  </a:lnTo>
                  <a:lnTo>
                    <a:pt x="128637" y="94652"/>
                  </a:lnTo>
                  <a:lnTo>
                    <a:pt x="199805" y="0"/>
                  </a:lnTo>
                  <a:lnTo>
                    <a:pt x="248110" y="0"/>
                  </a:lnTo>
                  <a:lnTo>
                    <a:pt x="160093" y="111215"/>
                  </a:lnTo>
                  <a:lnTo>
                    <a:pt x="206488" y="222430"/>
                  </a:lnTo>
                  <a:lnTo>
                    <a:pt x="165200" y="222430"/>
                  </a:lnTo>
                  <a:lnTo>
                    <a:pt x="127730" y="127444"/>
                  </a:lnTo>
                  <a:lnTo>
                    <a:pt x="119473" y="127444"/>
                  </a:lnTo>
                  <a:lnTo>
                    <a:pt x="47970" y="222430"/>
                  </a:lnTo>
                  <a:lnTo>
                    <a:pt x="0" y="222430"/>
                  </a:lnTo>
                  <a:lnTo>
                    <a:pt x="88017" y="111215"/>
                  </a:lnTo>
                  <a:close/>
                </a:path>
              </a:pathLst>
            </a:custGeom>
            <a:solidFill>
              <a:srgbClr val="FFFFFF"/>
            </a:solidFill>
            <a:ln w="477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9DA1826-25DE-325B-C8ED-F2321E979205}"/>
                </a:ext>
              </a:extLst>
            </p:cNvPr>
            <p:cNvSpPr/>
            <p:nvPr/>
          </p:nvSpPr>
          <p:spPr>
            <a:xfrm>
              <a:off x="1523805" y="2063955"/>
              <a:ext cx="224530" cy="292977"/>
            </a:xfrm>
            <a:custGeom>
              <a:avLst/>
              <a:gdLst>
                <a:gd name="csX0" fmla="*/ 117802 w 224530"/>
                <a:gd name="csY0" fmla="*/ 70595 h 292977"/>
                <a:gd name="csX1" fmla="*/ 180713 w 224530"/>
                <a:gd name="csY1" fmla="*/ 70595 h 292977"/>
                <a:gd name="csX2" fmla="*/ 219805 w 224530"/>
                <a:gd name="csY2" fmla="*/ 292978 h 292977"/>
                <a:gd name="csX3" fmla="*/ 181381 w 224530"/>
                <a:gd name="csY3" fmla="*/ 292978 h 292977"/>
                <a:gd name="csX4" fmla="*/ 174078 w 224530"/>
                <a:gd name="csY4" fmla="*/ 250401 h 292977"/>
                <a:gd name="csX5" fmla="*/ 64152 w 224530"/>
                <a:gd name="csY5" fmla="*/ 250401 h 292977"/>
                <a:gd name="csX6" fmla="*/ 42243 w 224530"/>
                <a:gd name="csY6" fmla="*/ 292978 h 292977"/>
                <a:gd name="csX7" fmla="*/ 0 w 224530"/>
                <a:gd name="csY7" fmla="*/ 292978 h 292977"/>
                <a:gd name="csX8" fmla="*/ 117850 w 224530"/>
                <a:gd name="csY8" fmla="*/ 70595 h 292977"/>
                <a:gd name="csX9" fmla="*/ 169257 w 224530"/>
                <a:gd name="csY9" fmla="*/ 217657 h 292977"/>
                <a:gd name="csX10" fmla="*/ 149544 w 224530"/>
                <a:gd name="csY10" fmla="*/ 99807 h 292977"/>
                <a:gd name="csX11" fmla="*/ 141286 w 224530"/>
                <a:gd name="csY11" fmla="*/ 99807 h 292977"/>
                <a:gd name="csX12" fmla="*/ 80619 w 224530"/>
                <a:gd name="csY12" fmla="*/ 217657 h 292977"/>
                <a:gd name="csX13" fmla="*/ 169257 w 224530"/>
                <a:gd name="csY13" fmla="*/ 217657 h 292977"/>
                <a:gd name="csX14" fmla="*/ 195318 w 224530"/>
                <a:gd name="csY14" fmla="*/ 48 h 292977"/>
                <a:gd name="csX15" fmla="*/ 224530 w 224530"/>
                <a:gd name="csY15" fmla="*/ 48 h 292977"/>
                <a:gd name="csX16" fmla="*/ 222287 w 224530"/>
                <a:gd name="csY16" fmla="*/ 12744 h 292977"/>
                <a:gd name="csX17" fmla="*/ 211643 w 224530"/>
                <a:gd name="csY17" fmla="*/ 35799 h 292977"/>
                <a:gd name="csX18" fmla="*/ 188588 w 224530"/>
                <a:gd name="csY18" fmla="*/ 44200 h 292977"/>
                <a:gd name="csX19" fmla="*/ 172407 w 224530"/>
                <a:gd name="csY19" fmla="*/ 41813 h 292977"/>
                <a:gd name="csX20" fmla="*/ 154937 w 224530"/>
                <a:gd name="csY20" fmla="*/ 34987 h 292977"/>
                <a:gd name="csX21" fmla="*/ 144150 w 224530"/>
                <a:gd name="csY21" fmla="*/ 30835 h 292977"/>
                <a:gd name="csX22" fmla="*/ 134938 w 224530"/>
                <a:gd name="csY22" fmla="*/ 28925 h 292977"/>
                <a:gd name="csX23" fmla="*/ 121573 w 224530"/>
                <a:gd name="csY23" fmla="*/ 39092 h 292977"/>
                <a:gd name="csX24" fmla="*/ 120618 w 224530"/>
                <a:gd name="csY24" fmla="*/ 44486 h 292977"/>
                <a:gd name="csX25" fmla="*/ 91072 w 224530"/>
                <a:gd name="csY25" fmla="*/ 44486 h 292977"/>
                <a:gd name="csX26" fmla="*/ 92981 w 224530"/>
                <a:gd name="csY26" fmla="*/ 33985 h 292977"/>
                <a:gd name="csX27" fmla="*/ 105058 w 224530"/>
                <a:gd name="csY27" fmla="*/ 8878 h 292977"/>
                <a:gd name="csX28" fmla="*/ 130451 w 224530"/>
                <a:gd name="csY28" fmla="*/ 0 h 292977"/>
                <a:gd name="csX29" fmla="*/ 146346 w 224530"/>
                <a:gd name="csY29" fmla="*/ 2387 h 292977"/>
                <a:gd name="csX30" fmla="*/ 164150 w 224530"/>
                <a:gd name="csY30" fmla="*/ 9212 h 292977"/>
                <a:gd name="csX31" fmla="*/ 174937 w 224530"/>
                <a:gd name="csY31" fmla="*/ 13365 h 292977"/>
                <a:gd name="csX32" fmla="*/ 183815 w 224530"/>
                <a:gd name="csY32" fmla="*/ 15274 h 292977"/>
                <a:gd name="csX33" fmla="*/ 191118 w 224530"/>
                <a:gd name="csY33" fmla="*/ 12744 h 292977"/>
                <a:gd name="csX34" fmla="*/ 194316 w 224530"/>
                <a:gd name="csY34" fmla="*/ 5776 h 292977"/>
                <a:gd name="csX35" fmla="*/ 195271 w 224530"/>
                <a:gd name="csY35" fmla="*/ 48 h 2929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224530" h="292977">
                  <a:moveTo>
                    <a:pt x="117802" y="70595"/>
                  </a:moveTo>
                  <a:lnTo>
                    <a:pt x="180713" y="70595"/>
                  </a:lnTo>
                  <a:lnTo>
                    <a:pt x="219805" y="292978"/>
                  </a:lnTo>
                  <a:lnTo>
                    <a:pt x="181381" y="292978"/>
                  </a:lnTo>
                  <a:lnTo>
                    <a:pt x="174078" y="250401"/>
                  </a:lnTo>
                  <a:lnTo>
                    <a:pt x="64152" y="250401"/>
                  </a:lnTo>
                  <a:lnTo>
                    <a:pt x="42243" y="292978"/>
                  </a:lnTo>
                  <a:lnTo>
                    <a:pt x="0" y="292978"/>
                  </a:lnTo>
                  <a:lnTo>
                    <a:pt x="117850" y="70595"/>
                  </a:lnTo>
                  <a:close/>
                  <a:moveTo>
                    <a:pt x="169257" y="217657"/>
                  </a:moveTo>
                  <a:lnTo>
                    <a:pt x="149544" y="99807"/>
                  </a:lnTo>
                  <a:lnTo>
                    <a:pt x="141286" y="99807"/>
                  </a:lnTo>
                  <a:lnTo>
                    <a:pt x="80619" y="217657"/>
                  </a:lnTo>
                  <a:lnTo>
                    <a:pt x="169257" y="217657"/>
                  </a:lnTo>
                  <a:close/>
                  <a:moveTo>
                    <a:pt x="195318" y="48"/>
                  </a:moveTo>
                  <a:lnTo>
                    <a:pt x="224530" y="48"/>
                  </a:lnTo>
                  <a:lnTo>
                    <a:pt x="222287" y="12744"/>
                  </a:lnTo>
                  <a:cubicBezTo>
                    <a:pt x="220807" y="22482"/>
                    <a:pt x="217275" y="30167"/>
                    <a:pt x="211643" y="35799"/>
                  </a:cubicBezTo>
                  <a:cubicBezTo>
                    <a:pt x="206010" y="41431"/>
                    <a:pt x="198326" y="44200"/>
                    <a:pt x="188588" y="44200"/>
                  </a:cubicBezTo>
                  <a:cubicBezTo>
                    <a:pt x="182861" y="44200"/>
                    <a:pt x="177467" y="43388"/>
                    <a:pt x="172407" y="41813"/>
                  </a:cubicBezTo>
                  <a:cubicBezTo>
                    <a:pt x="167348" y="40238"/>
                    <a:pt x="161477" y="37947"/>
                    <a:pt x="154937" y="34987"/>
                  </a:cubicBezTo>
                  <a:cubicBezTo>
                    <a:pt x="151310" y="33508"/>
                    <a:pt x="147730" y="32124"/>
                    <a:pt x="144150" y="30835"/>
                  </a:cubicBezTo>
                  <a:cubicBezTo>
                    <a:pt x="140570" y="29546"/>
                    <a:pt x="137468" y="28925"/>
                    <a:pt x="134938" y="28925"/>
                  </a:cubicBezTo>
                  <a:cubicBezTo>
                    <a:pt x="127110" y="28925"/>
                    <a:pt x="122671" y="32314"/>
                    <a:pt x="121573" y="39092"/>
                  </a:cubicBezTo>
                  <a:lnTo>
                    <a:pt x="120618" y="44486"/>
                  </a:lnTo>
                  <a:lnTo>
                    <a:pt x="91072" y="44486"/>
                  </a:lnTo>
                  <a:lnTo>
                    <a:pt x="92981" y="33985"/>
                  </a:lnTo>
                  <a:cubicBezTo>
                    <a:pt x="94652" y="23198"/>
                    <a:pt x="98709" y="14797"/>
                    <a:pt x="105058" y="8878"/>
                  </a:cubicBezTo>
                  <a:cubicBezTo>
                    <a:pt x="111406" y="2959"/>
                    <a:pt x="119902" y="0"/>
                    <a:pt x="130451" y="0"/>
                  </a:cubicBezTo>
                  <a:cubicBezTo>
                    <a:pt x="135749" y="0"/>
                    <a:pt x="141047" y="811"/>
                    <a:pt x="146346" y="2387"/>
                  </a:cubicBezTo>
                  <a:cubicBezTo>
                    <a:pt x="151644" y="3962"/>
                    <a:pt x="157563" y="6253"/>
                    <a:pt x="164150" y="9212"/>
                  </a:cubicBezTo>
                  <a:cubicBezTo>
                    <a:pt x="167729" y="10692"/>
                    <a:pt x="171357" y="12076"/>
                    <a:pt x="174937" y="13365"/>
                  </a:cubicBezTo>
                  <a:cubicBezTo>
                    <a:pt x="178517" y="14654"/>
                    <a:pt x="181524" y="15274"/>
                    <a:pt x="183815" y="15274"/>
                  </a:cubicBezTo>
                  <a:cubicBezTo>
                    <a:pt x="187204" y="15274"/>
                    <a:pt x="189638" y="14415"/>
                    <a:pt x="191118" y="12744"/>
                  </a:cubicBezTo>
                  <a:cubicBezTo>
                    <a:pt x="192598" y="11074"/>
                    <a:pt x="193648" y="8735"/>
                    <a:pt x="194316" y="5776"/>
                  </a:cubicBezTo>
                  <a:lnTo>
                    <a:pt x="195271" y="48"/>
                  </a:lnTo>
                  <a:close/>
                </a:path>
              </a:pathLst>
            </a:custGeom>
            <a:solidFill>
              <a:srgbClr val="FFFFFF"/>
            </a:solidFill>
            <a:ln w="477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AD8F34C-EC6C-FBF7-3431-8AFB158F20EF}"/>
                </a:ext>
              </a:extLst>
            </p:cNvPr>
            <p:cNvSpPr/>
            <p:nvPr/>
          </p:nvSpPr>
          <p:spPr>
            <a:xfrm>
              <a:off x="1768048" y="2131113"/>
              <a:ext cx="218277" cy="229351"/>
            </a:xfrm>
            <a:custGeom>
              <a:avLst/>
              <a:gdLst>
                <a:gd name="csX0" fmla="*/ 44152 w 218277"/>
                <a:gd name="csY0" fmla="*/ 218994 h 229351"/>
                <a:gd name="csX1" fmla="*/ 11599 w 218277"/>
                <a:gd name="csY1" fmla="*/ 189782 h 229351"/>
                <a:gd name="csX2" fmla="*/ 0 w 218277"/>
                <a:gd name="csY2" fmla="*/ 146107 h 229351"/>
                <a:gd name="csX3" fmla="*/ 1575 w 218277"/>
                <a:gd name="csY3" fmla="*/ 127348 h 229351"/>
                <a:gd name="csX4" fmla="*/ 6014 w 218277"/>
                <a:gd name="csY4" fmla="*/ 101621 h 229351"/>
                <a:gd name="csX5" fmla="*/ 44152 w 218277"/>
                <a:gd name="csY5" fmla="*/ 26348 h 229351"/>
                <a:gd name="csX6" fmla="*/ 125821 w 218277"/>
                <a:gd name="csY6" fmla="*/ 0 h 229351"/>
                <a:gd name="csX7" fmla="*/ 173314 w 218277"/>
                <a:gd name="csY7" fmla="*/ 10024 h 229351"/>
                <a:gd name="csX8" fmla="*/ 206345 w 218277"/>
                <a:gd name="csY8" fmla="*/ 38758 h 229351"/>
                <a:gd name="csX9" fmla="*/ 218278 w 218277"/>
                <a:gd name="csY9" fmla="*/ 82910 h 229351"/>
                <a:gd name="csX10" fmla="*/ 216703 w 218277"/>
                <a:gd name="csY10" fmla="*/ 101955 h 229351"/>
                <a:gd name="csX11" fmla="*/ 211929 w 218277"/>
                <a:gd name="csY11" fmla="*/ 128017 h 229351"/>
                <a:gd name="csX12" fmla="*/ 173792 w 218277"/>
                <a:gd name="csY12" fmla="*/ 203147 h 229351"/>
                <a:gd name="csX13" fmla="*/ 92122 w 218277"/>
                <a:gd name="csY13" fmla="*/ 229351 h 229351"/>
                <a:gd name="csX14" fmla="*/ 44152 w 218277"/>
                <a:gd name="csY14" fmla="*/ 219041 h 229351"/>
                <a:gd name="csX15" fmla="*/ 39379 w 218277"/>
                <a:gd name="csY15" fmla="*/ 142575 h 229351"/>
                <a:gd name="csX16" fmla="*/ 54128 w 218277"/>
                <a:gd name="csY16" fmla="*/ 180044 h 229351"/>
                <a:gd name="csX17" fmla="*/ 95607 w 218277"/>
                <a:gd name="csY17" fmla="*/ 193409 h 229351"/>
                <a:gd name="csX18" fmla="*/ 147730 w 218277"/>
                <a:gd name="csY18" fmla="*/ 176274 h 229351"/>
                <a:gd name="csX19" fmla="*/ 172837 w 218277"/>
                <a:gd name="csY19" fmla="*/ 126728 h 229351"/>
                <a:gd name="csX20" fmla="*/ 177276 w 218277"/>
                <a:gd name="csY20" fmla="*/ 102289 h 229351"/>
                <a:gd name="csX21" fmla="*/ 178565 w 218277"/>
                <a:gd name="csY21" fmla="*/ 87063 h 229351"/>
                <a:gd name="csX22" fmla="*/ 163959 w 218277"/>
                <a:gd name="csY22" fmla="*/ 49259 h 229351"/>
                <a:gd name="csX23" fmla="*/ 122337 w 218277"/>
                <a:gd name="csY23" fmla="*/ 35894 h 229351"/>
                <a:gd name="csX24" fmla="*/ 70404 w 218277"/>
                <a:gd name="csY24" fmla="*/ 53030 h 229351"/>
                <a:gd name="csX25" fmla="*/ 45488 w 218277"/>
                <a:gd name="csY25" fmla="*/ 102576 h 229351"/>
                <a:gd name="csX26" fmla="*/ 41049 w 218277"/>
                <a:gd name="csY26" fmla="*/ 127014 h 229351"/>
                <a:gd name="csX27" fmla="*/ 39474 w 218277"/>
                <a:gd name="csY27" fmla="*/ 142575 h 229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218277" h="229351">
                  <a:moveTo>
                    <a:pt x="44152" y="218994"/>
                  </a:moveTo>
                  <a:cubicBezTo>
                    <a:pt x="30167" y="212120"/>
                    <a:pt x="19331" y="202383"/>
                    <a:pt x="11599" y="189782"/>
                  </a:cubicBezTo>
                  <a:cubicBezTo>
                    <a:pt x="3866" y="177180"/>
                    <a:pt x="0" y="162622"/>
                    <a:pt x="0" y="146107"/>
                  </a:cubicBezTo>
                  <a:cubicBezTo>
                    <a:pt x="0" y="138900"/>
                    <a:pt x="525" y="132647"/>
                    <a:pt x="1575" y="127348"/>
                  </a:cubicBezTo>
                  <a:lnTo>
                    <a:pt x="6014" y="101621"/>
                  </a:lnTo>
                  <a:cubicBezTo>
                    <a:pt x="11503" y="69020"/>
                    <a:pt x="24248" y="43913"/>
                    <a:pt x="44152" y="26348"/>
                  </a:cubicBezTo>
                  <a:cubicBezTo>
                    <a:pt x="64056" y="8783"/>
                    <a:pt x="91263" y="0"/>
                    <a:pt x="125821" y="0"/>
                  </a:cubicBezTo>
                  <a:cubicBezTo>
                    <a:pt x="143386" y="0"/>
                    <a:pt x="159233" y="3341"/>
                    <a:pt x="173314" y="10024"/>
                  </a:cubicBezTo>
                  <a:cubicBezTo>
                    <a:pt x="187395" y="16706"/>
                    <a:pt x="198421" y="26300"/>
                    <a:pt x="206345" y="38758"/>
                  </a:cubicBezTo>
                  <a:cubicBezTo>
                    <a:pt x="214268" y="51264"/>
                    <a:pt x="218278" y="65965"/>
                    <a:pt x="218278" y="82910"/>
                  </a:cubicBezTo>
                  <a:cubicBezTo>
                    <a:pt x="218278" y="90118"/>
                    <a:pt x="217753" y="96466"/>
                    <a:pt x="216703" y="101955"/>
                  </a:cubicBezTo>
                  <a:lnTo>
                    <a:pt x="211929" y="128017"/>
                  </a:lnTo>
                  <a:cubicBezTo>
                    <a:pt x="206201" y="160618"/>
                    <a:pt x="193505" y="185677"/>
                    <a:pt x="173792" y="203147"/>
                  </a:cubicBezTo>
                  <a:cubicBezTo>
                    <a:pt x="154078" y="220616"/>
                    <a:pt x="126871" y="229351"/>
                    <a:pt x="92122" y="229351"/>
                  </a:cubicBezTo>
                  <a:cubicBezTo>
                    <a:pt x="74127" y="229351"/>
                    <a:pt x="58137" y="225915"/>
                    <a:pt x="44152" y="219041"/>
                  </a:cubicBezTo>
                  <a:close/>
                  <a:moveTo>
                    <a:pt x="39379" y="142575"/>
                  </a:moveTo>
                  <a:cubicBezTo>
                    <a:pt x="39379" y="158661"/>
                    <a:pt x="44295" y="171166"/>
                    <a:pt x="54128" y="180044"/>
                  </a:cubicBezTo>
                  <a:cubicBezTo>
                    <a:pt x="63961" y="188923"/>
                    <a:pt x="77803" y="193409"/>
                    <a:pt x="95607" y="193409"/>
                  </a:cubicBezTo>
                  <a:cubicBezTo>
                    <a:pt x="117229" y="193409"/>
                    <a:pt x="134556" y="187681"/>
                    <a:pt x="147730" y="176274"/>
                  </a:cubicBezTo>
                  <a:cubicBezTo>
                    <a:pt x="160856" y="164818"/>
                    <a:pt x="169209" y="148303"/>
                    <a:pt x="172837" y="126728"/>
                  </a:cubicBezTo>
                  <a:lnTo>
                    <a:pt x="177276" y="102289"/>
                  </a:lnTo>
                  <a:cubicBezTo>
                    <a:pt x="178135" y="97421"/>
                    <a:pt x="178565" y="92313"/>
                    <a:pt x="178565" y="87063"/>
                  </a:cubicBezTo>
                  <a:cubicBezTo>
                    <a:pt x="178565" y="70739"/>
                    <a:pt x="173696" y="58137"/>
                    <a:pt x="163959" y="49259"/>
                  </a:cubicBezTo>
                  <a:cubicBezTo>
                    <a:pt x="154221" y="40381"/>
                    <a:pt x="140332" y="35894"/>
                    <a:pt x="122337" y="35894"/>
                  </a:cubicBezTo>
                  <a:cubicBezTo>
                    <a:pt x="100714" y="35894"/>
                    <a:pt x="83435" y="41622"/>
                    <a:pt x="70404" y="53030"/>
                  </a:cubicBezTo>
                  <a:cubicBezTo>
                    <a:pt x="57374" y="64486"/>
                    <a:pt x="49068" y="81001"/>
                    <a:pt x="45488" y="102576"/>
                  </a:cubicBezTo>
                  <a:lnTo>
                    <a:pt x="41049" y="127014"/>
                  </a:lnTo>
                  <a:cubicBezTo>
                    <a:pt x="39999" y="132933"/>
                    <a:pt x="39474" y="138136"/>
                    <a:pt x="39474" y="142575"/>
                  </a:cubicBezTo>
                  <a:close/>
                </a:path>
              </a:pathLst>
            </a:custGeom>
            <a:solidFill>
              <a:srgbClr val="FFFFFF"/>
            </a:solidFill>
            <a:ln w="477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E78904D-52A3-43C4-21AE-C527085B9EC6}"/>
              </a:ext>
            </a:extLst>
          </p:cNvPr>
          <p:cNvGrpSpPr/>
          <p:nvPr/>
        </p:nvGrpSpPr>
        <p:grpSpPr>
          <a:xfrm>
            <a:off x="4781741" y="1349764"/>
            <a:ext cx="7074086" cy="4608112"/>
            <a:chOff x="6612601" y="1349765"/>
            <a:chExt cx="3810082" cy="1532066"/>
          </a:xfrm>
        </p:grpSpPr>
        <p:sp>
          <p:nvSpPr>
            <p:cNvPr id="14" name="Rectangle 22">
              <a:extLst>
                <a:ext uri="{FF2B5EF4-FFF2-40B4-BE49-F238E27FC236}">
                  <a16:creationId xmlns:a16="http://schemas.microsoft.com/office/drawing/2014/main" id="{EE9F4190-6782-6297-800B-2CBD90FA9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12601" y="1349765"/>
              <a:ext cx="2244312" cy="766033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sp>
          <p:nvSpPr>
            <p:cNvPr id="15" name="Rectangle 23">
              <a:extLst>
                <a:ext uri="{FF2B5EF4-FFF2-40B4-BE49-F238E27FC236}">
                  <a16:creationId xmlns:a16="http://schemas.microsoft.com/office/drawing/2014/main" id="{3DA8397B-5C4B-E5ED-4DD2-3B1448267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5929" y="1349765"/>
              <a:ext cx="1576754" cy="766033"/>
            </a:xfrm>
            <a:prstGeom prst="rect">
              <a:avLst/>
            </a:prstGeom>
            <a:solidFill>
              <a:srgbClr val="E6ED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endParaRPr>
            </a:p>
          </p:txBody>
        </p:sp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19EA903C-3E46-72AA-634C-716CA06BF1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1395" y="1600285"/>
              <a:ext cx="875460" cy="306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altLang="pt-BR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FIDCs </a:t>
              </a:r>
              <a:br>
                <a:rPr kumimoji="0" lang="pt-BR" altLang="pt-BR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altLang="pt-BR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Cotas Sênior</a:t>
              </a:r>
              <a:br>
                <a:rPr kumimoji="0" lang="pt-BR" altLang="pt-BR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altLang="pt-BR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49,3%</a:t>
              </a:r>
            </a:p>
          </p:txBody>
        </p:sp>
        <p:sp>
          <p:nvSpPr>
            <p:cNvPr id="8" name="Rectangle 17">
              <a:extLst>
                <a:ext uri="{FF2B5EF4-FFF2-40B4-BE49-F238E27FC236}">
                  <a16:creationId xmlns:a16="http://schemas.microsoft.com/office/drawing/2014/main" id="{E053DB6C-B55F-C682-92F9-2BB41B8A63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6850" y="1600285"/>
              <a:ext cx="1098210" cy="3069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altLang="pt-BR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FIDCs </a:t>
              </a:r>
              <a:br>
                <a:rPr kumimoji="0" lang="pt-BR" altLang="pt-BR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altLang="pt-BR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Cotas Mezanino</a:t>
              </a:r>
              <a:br>
                <a:rPr kumimoji="0" lang="pt-BR" altLang="pt-BR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altLang="pt-BR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27,0%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EBECB57-1B44-8BDC-A37C-A7E1434F2026}"/>
                </a:ext>
              </a:extLst>
            </p:cNvPr>
            <p:cNvGrpSpPr/>
            <p:nvPr/>
          </p:nvGrpSpPr>
          <p:grpSpPr>
            <a:xfrm>
              <a:off x="6612603" y="2115798"/>
              <a:ext cx="3810079" cy="766033"/>
              <a:chOff x="10423904" y="1349765"/>
              <a:chExt cx="1289961" cy="766033"/>
            </a:xfrm>
          </p:grpSpPr>
          <p:sp>
            <p:nvSpPr>
              <p:cNvPr id="16" name="Rectangle 24">
                <a:extLst>
                  <a:ext uri="{FF2B5EF4-FFF2-40B4-BE49-F238E27FC236}">
                    <a16:creationId xmlns:a16="http://schemas.microsoft.com/office/drawing/2014/main" id="{622C4E5F-3AC8-1477-F782-302F0F4FB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23904" y="1349765"/>
                <a:ext cx="578469" cy="766033"/>
              </a:xfrm>
              <a:prstGeom prst="rect">
                <a:avLst/>
              </a:prstGeom>
              <a:solidFill>
                <a:srgbClr val="3C4A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0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7" name="Rectangle 25">
                <a:extLst>
                  <a:ext uri="{FF2B5EF4-FFF2-40B4-BE49-F238E27FC236}">
                    <a16:creationId xmlns:a16="http://schemas.microsoft.com/office/drawing/2014/main" id="{E7312069-DDC0-631C-C2D8-CE26336397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3593" y="1349765"/>
                <a:ext cx="434462" cy="493314"/>
              </a:xfrm>
              <a:prstGeom prst="rect">
                <a:avLst/>
              </a:prstGeom>
              <a:solidFill>
                <a:srgbClr val="C0F4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0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8" name="Rectangle 26">
                <a:extLst>
                  <a:ext uri="{FF2B5EF4-FFF2-40B4-BE49-F238E27FC236}">
                    <a16:creationId xmlns:a16="http://schemas.microsoft.com/office/drawing/2014/main" id="{4E915639-51F1-7EA1-22BD-BF68385ABD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9275" y="1349765"/>
                <a:ext cx="274590" cy="493314"/>
              </a:xfrm>
              <a:prstGeom prst="rect">
                <a:avLst/>
              </a:prstGeom>
              <a:solidFill>
                <a:srgbClr val="759D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0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19" name="Rectangle 27">
                <a:extLst>
                  <a:ext uri="{FF2B5EF4-FFF2-40B4-BE49-F238E27FC236}">
                    <a16:creationId xmlns:a16="http://schemas.microsoft.com/office/drawing/2014/main" id="{F27E7BB8-BEEC-D754-B7C5-27CE4705C5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02373" y="1843079"/>
                <a:ext cx="392968" cy="272719"/>
              </a:xfrm>
              <a:prstGeom prst="rect">
                <a:avLst/>
              </a:prstGeom>
              <a:solidFill>
                <a:srgbClr val="637881">
                  <a:lumMod val="60000"/>
                  <a:lumOff val="40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0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20" name="Rectangle 28">
                <a:extLst>
                  <a:ext uri="{FF2B5EF4-FFF2-40B4-BE49-F238E27FC236}">
                    <a16:creationId xmlns:a16="http://schemas.microsoft.com/office/drawing/2014/main" id="{55A14170-2C67-2F86-E137-CFF53B8D43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96561" y="1843079"/>
                <a:ext cx="317304" cy="272719"/>
              </a:xfrm>
              <a:prstGeom prst="rect">
                <a:avLst/>
              </a:prstGeom>
              <a:solidFill>
                <a:srgbClr val="C0F4D3">
                  <a:lumMod val="25000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20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9" name="Rectangle 17">
                <a:extLst>
                  <a:ext uri="{FF2B5EF4-FFF2-40B4-BE49-F238E27FC236}">
                    <a16:creationId xmlns:a16="http://schemas.microsoft.com/office/drawing/2014/main" id="{27C72CF8-532C-85C1-FCBD-655C38AA1E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63642" y="1726604"/>
                <a:ext cx="190585" cy="204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altLang="pt-BR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Liquidez</a:t>
                </a:r>
                <a:br>
                  <a:rPr kumimoji="0" lang="pt-BR" altLang="pt-BR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</a:br>
                <a:r>
                  <a:rPr kumimoji="0" lang="pt-BR" altLang="pt-BR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9,1%</a:t>
                </a:r>
              </a:p>
            </p:txBody>
          </p:sp>
          <p:sp>
            <p:nvSpPr>
              <p:cNvPr id="10" name="Rectangle 17">
                <a:extLst>
                  <a:ext uri="{FF2B5EF4-FFF2-40B4-BE49-F238E27FC236}">
                    <a16:creationId xmlns:a16="http://schemas.microsoft.com/office/drawing/2014/main" id="{3A22FE13-39F9-C692-713A-D7CC75ED2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33471" y="1503883"/>
                <a:ext cx="266000" cy="3069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altLang="pt-BR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Crédito</a:t>
                </a:r>
                <a:br>
                  <a:rPr kumimoji="0" lang="pt-BR" altLang="pt-BR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</a:br>
                <a:r>
                  <a:rPr kumimoji="0" lang="pt-BR" altLang="pt-BR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Estruturado</a:t>
                </a:r>
                <a:br>
                  <a:rPr kumimoji="0" lang="pt-BR" altLang="pt-BR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</a:br>
                <a:r>
                  <a:rPr kumimoji="0" lang="pt-BR" altLang="pt-BR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85000"/>
                        <a:lumOff val="15000"/>
                      </a:srgbClr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5,5%</a:t>
                </a:r>
              </a:p>
            </p:txBody>
          </p:sp>
          <p:sp>
            <p:nvSpPr>
              <p:cNvPr id="11" name="Rectangle 17">
                <a:extLst>
                  <a:ext uri="{FF2B5EF4-FFF2-40B4-BE49-F238E27FC236}">
                    <a16:creationId xmlns:a16="http://schemas.microsoft.com/office/drawing/2014/main" id="{D3F5E8DC-75FC-F477-D2A5-84712E30B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29089" y="1894416"/>
                <a:ext cx="236185" cy="204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altLang="pt-BR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Precatório</a:t>
                </a:r>
                <a:br>
                  <a:rPr kumimoji="0" lang="pt-BR" altLang="pt-BR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</a:br>
                <a:r>
                  <a:rPr kumimoji="0" lang="pt-BR" altLang="pt-BR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2,8%</a:t>
                </a:r>
              </a:p>
            </p:txBody>
          </p:sp>
          <p:sp>
            <p:nvSpPr>
              <p:cNvPr id="12" name="Rectangle 17">
                <a:extLst>
                  <a:ext uri="{FF2B5EF4-FFF2-40B4-BE49-F238E27FC236}">
                    <a16:creationId xmlns:a16="http://schemas.microsoft.com/office/drawing/2014/main" id="{89E4BCD9-8E6E-DBD2-083A-DE910AAE0F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20837" y="1876371"/>
                <a:ext cx="141477" cy="2046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altLang="pt-BR" sz="2000" b="0" i="0" u="none" strike="noStrike" kern="120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Fiagro</a:t>
                </a:r>
                <a:br>
                  <a:rPr kumimoji="0" lang="pt-BR" altLang="pt-BR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</a:br>
                <a:r>
                  <a:rPr lang="pt-BR" altLang="pt-BR" sz="2000" b="1">
                    <a:solidFill>
                      <a:srgbClr val="FFFFFF"/>
                    </a:solidFill>
                    <a:latin typeface="Versos"/>
                    <a:cs typeface="Arial"/>
                    <a:sym typeface="Arial"/>
                  </a:rPr>
                  <a:t>3,2</a:t>
                </a:r>
                <a:r>
                  <a:rPr kumimoji="0" lang="pt-BR" altLang="pt-BR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%</a:t>
                </a:r>
              </a:p>
            </p:txBody>
          </p:sp>
          <p:sp>
            <p:nvSpPr>
              <p:cNvPr id="13" name="Rectangle 17">
                <a:extLst>
                  <a:ext uri="{FF2B5EF4-FFF2-40B4-BE49-F238E27FC236}">
                    <a16:creationId xmlns:a16="http://schemas.microsoft.com/office/drawing/2014/main" id="{504C3BAF-7757-43C8-69F2-AC54A4F64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0350" y="1517087"/>
                <a:ext cx="228189" cy="3069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altLang="pt-BR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Crédito</a:t>
                </a:r>
                <a:br>
                  <a:rPr kumimoji="0" lang="pt-BR" altLang="pt-BR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</a:br>
                <a:r>
                  <a:rPr kumimoji="0" lang="pt-BR" altLang="pt-BR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Privado</a:t>
                </a:r>
                <a:br>
                  <a:rPr kumimoji="0" lang="pt-BR" altLang="pt-BR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</a:br>
                <a:r>
                  <a:rPr kumimoji="0" lang="pt-BR" altLang="pt-BR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Arial"/>
                    <a:sym typeface="Arial"/>
                  </a:rPr>
                  <a:t>3,4%</a:t>
                </a:r>
              </a:p>
            </p:txBody>
          </p:sp>
        </p:grp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817D835D-C92C-3AA8-7ABD-D52BEB9539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217111">
            <a:off x="327651" y="3134991"/>
            <a:ext cx="11536699" cy="58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1927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AEE7C-9DB4-80FC-0AFD-B52D50E5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94B0E830-40CE-1A33-30B2-F1A4B57405B9}"/>
              </a:ext>
            </a:extLst>
          </p:cNvPr>
          <p:cNvSpPr/>
          <p:nvPr/>
        </p:nvSpPr>
        <p:spPr>
          <a:xfrm flipV="1">
            <a:off x="334963" y="87564"/>
            <a:ext cx="1152086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E8A293D0-0067-ACA9-9BA0-8D8F1178240B}"/>
              </a:ext>
            </a:extLst>
          </p:cNvPr>
          <p:cNvSpPr/>
          <p:nvPr/>
        </p:nvSpPr>
        <p:spPr>
          <a:xfrm>
            <a:off x="11100750" y="513297"/>
            <a:ext cx="755077" cy="256427"/>
          </a:xfrm>
          <a:custGeom>
            <a:avLst/>
            <a:gdLst>
              <a:gd name="connsiteX0" fmla="*/ 729170 w 755077"/>
              <a:gd name="connsiteY0" fmla="*/ 141860 h 256427"/>
              <a:gd name="connsiteX1" fmla="*/ 755078 w 755077"/>
              <a:gd name="connsiteY1" fmla="*/ 82229 h 256427"/>
              <a:gd name="connsiteX2" fmla="*/ 729170 w 755077"/>
              <a:gd name="connsiteY2" fmla="*/ 22599 h 256427"/>
              <a:gd name="connsiteX3" fmla="*/ 662720 w 755077"/>
              <a:gd name="connsiteY3" fmla="*/ 0 h 256427"/>
              <a:gd name="connsiteX4" fmla="*/ 596270 w 755077"/>
              <a:gd name="connsiteY4" fmla="*/ 22599 h 256427"/>
              <a:gd name="connsiteX5" fmla="*/ 570363 w 755077"/>
              <a:gd name="connsiteY5" fmla="*/ 82229 h 256427"/>
              <a:gd name="connsiteX6" fmla="*/ 596270 w 755077"/>
              <a:gd name="connsiteY6" fmla="*/ 141860 h 256427"/>
              <a:gd name="connsiteX7" fmla="*/ 662720 w 755077"/>
              <a:gd name="connsiteY7" fmla="*/ 164459 h 256427"/>
              <a:gd name="connsiteX8" fmla="*/ 729170 w 755077"/>
              <a:gd name="connsiteY8" fmla="*/ 141860 h 256427"/>
              <a:gd name="connsiteX9" fmla="*/ 596089 w 755077"/>
              <a:gd name="connsiteY9" fmla="*/ 82229 h 256427"/>
              <a:gd name="connsiteX10" fmla="*/ 613852 w 755077"/>
              <a:gd name="connsiteY10" fmla="*/ 41282 h 256427"/>
              <a:gd name="connsiteX11" fmla="*/ 662720 w 755077"/>
              <a:gd name="connsiteY11" fmla="*/ 25357 h 256427"/>
              <a:gd name="connsiteX12" fmla="*/ 711588 w 755077"/>
              <a:gd name="connsiteY12" fmla="*/ 41282 h 256427"/>
              <a:gd name="connsiteX13" fmla="*/ 729351 w 755077"/>
              <a:gd name="connsiteY13" fmla="*/ 82229 h 256427"/>
              <a:gd name="connsiteX14" fmla="*/ 711588 w 755077"/>
              <a:gd name="connsiteY14" fmla="*/ 123177 h 256427"/>
              <a:gd name="connsiteX15" fmla="*/ 662720 w 755077"/>
              <a:gd name="connsiteY15" fmla="*/ 139093 h 256427"/>
              <a:gd name="connsiteX16" fmla="*/ 613852 w 755077"/>
              <a:gd name="connsiteY16" fmla="*/ 123177 h 256427"/>
              <a:gd name="connsiteX17" fmla="*/ 596089 w 755077"/>
              <a:gd name="connsiteY17" fmla="*/ 82229 h 256427"/>
              <a:gd name="connsiteX18" fmla="*/ 234957 w 755077"/>
              <a:gd name="connsiteY18" fmla="*/ 204267 h 256427"/>
              <a:gd name="connsiteX19" fmla="*/ 246049 w 755077"/>
              <a:gd name="connsiteY19" fmla="*/ 201210 h 256427"/>
              <a:gd name="connsiteX20" fmla="*/ 257882 w 755077"/>
              <a:gd name="connsiteY20" fmla="*/ 204791 h 256427"/>
              <a:gd name="connsiteX21" fmla="*/ 264390 w 755077"/>
              <a:gd name="connsiteY21" fmla="*/ 214748 h 256427"/>
              <a:gd name="connsiteX22" fmla="*/ 271993 w 755077"/>
              <a:gd name="connsiteY22" fmla="*/ 214748 h 256427"/>
              <a:gd name="connsiteX23" fmla="*/ 263387 w 755077"/>
              <a:gd name="connsiteY23" fmla="*/ 199718 h 256427"/>
              <a:gd name="connsiteX24" fmla="*/ 246401 w 755077"/>
              <a:gd name="connsiteY24" fmla="*/ 194211 h 256427"/>
              <a:gd name="connsiteX25" fmla="*/ 231025 w 755077"/>
              <a:gd name="connsiteY25" fmla="*/ 198099 h 256427"/>
              <a:gd name="connsiteX26" fmla="*/ 220810 w 755077"/>
              <a:gd name="connsiteY26" fmla="*/ 209069 h 256427"/>
              <a:gd name="connsiteX27" fmla="*/ 217231 w 755077"/>
              <a:gd name="connsiteY27" fmla="*/ 225319 h 256427"/>
              <a:gd name="connsiteX28" fmla="*/ 220810 w 755077"/>
              <a:gd name="connsiteY28" fmla="*/ 241615 h 256427"/>
              <a:gd name="connsiteX29" fmla="*/ 231025 w 755077"/>
              <a:gd name="connsiteY29" fmla="*/ 252539 h 256427"/>
              <a:gd name="connsiteX30" fmla="*/ 246401 w 755077"/>
              <a:gd name="connsiteY30" fmla="*/ 256428 h 256427"/>
              <a:gd name="connsiteX31" fmla="*/ 263387 w 755077"/>
              <a:gd name="connsiteY31" fmla="*/ 250920 h 256427"/>
              <a:gd name="connsiteX32" fmla="*/ 271902 w 755077"/>
              <a:gd name="connsiteY32" fmla="*/ 235891 h 256427"/>
              <a:gd name="connsiteX33" fmla="*/ 264300 w 755077"/>
              <a:gd name="connsiteY33" fmla="*/ 235891 h 256427"/>
              <a:gd name="connsiteX34" fmla="*/ 257837 w 755077"/>
              <a:gd name="connsiteY34" fmla="*/ 245892 h 256427"/>
              <a:gd name="connsiteX35" fmla="*/ 246049 w 755077"/>
              <a:gd name="connsiteY35" fmla="*/ 249428 h 256427"/>
              <a:gd name="connsiteX36" fmla="*/ 234957 w 755077"/>
              <a:gd name="connsiteY36" fmla="*/ 246372 h 256427"/>
              <a:gd name="connsiteX37" fmla="*/ 227581 w 755077"/>
              <a:gd name="connsiteY37" fmla="*/ 237808 h 256427"/>
              <a:gd name="connsiteX38" fmla="*/ 225005 w 755077"/>
              <a:gd name="connsiteY38" fmla="*/ 225310 h 256427"/>
              <a:gd name="connsiteX39" fmla="*/ 227581 w 755077"/>
              <a:gd name="connsiteY39" fmla="*/ 212776 h 256427"/>
              <a:gd name="connsiteX40" fmla="*/ 234957 w 755077"/>
              <a:gd name="connsiteY40" fmla="*/ 204258 h 256427"/>
              <a:gd name="connsiteX41" fmla="*/ 330858 w 755077"/>
              <a:gd name="connsiteY41" fmla="*/ 194744 h 256427"/>
              <a:gd name="connsiteX42" fmla="*/ 307536 w 755077"/>
              <a:gd name="connsiteY42" fmla="*/ 255903 h 256427"/>
              <a:gd name="connsiteX43" fmla="*/ 315392 w 755077"/>
              <a:gd name="connsiteY43" fmla="*/ 255903 h 256427"/>
              <a:gd name="connsiteX44" fmla="*/ 321855 w 755077"/>
              <a:gd name="connsiteY44" fmla="*/ 239390 h 256427"/>
              <a:gd name="connsiteX45" fmla="*/ 348495 w 755077"/>
              <a:gd name="connsiteY45" fmla="*/ 239390 h 256427"/>
              <a:gd name="connsiteX46" fmla="*/ 354958 w 755077"/>
              <a:gd name="connsiteY46" fmla="*/ 255903 h 256427"/>
              <a:gd name="connsiteX47" fmla="*/ 363076 w 755077"/>
              <a:gd name="connsiteY47" fmla="*/ 255903 h 256427"/>
              <a:gd name="connsiteX48" fmla="*/ 339844 w 755077"/>
              <a:gd name="connsiteY48" fmla="*/ 194744 h 256427"/>
              <a:gd name="connsiteX49" fmla="*/ 330849 w 755077"/>
              <a:gd name="connsiteY49" fmla="*/ 194744 h 256427"/>
              <a:gd name="connsiteX50" fmla="*/ 324133 w 755077"/>
              <a:gd name="connsiteY50" fmla="*/ 232490 h 256427"/>
              <a:gd name="connsiteX51" fmla="*/ 335134 w 755077"/>
              <a:gd name="connsiteY51" fmla="*/ 203046 h 256427"/>
              <a:gd name="connsiteX52" fmla="*/ 346226 w 755077"/>
              <a:gd name="connsiteY52" fmla="*/ 232490 h 256427"/>
              <a:gd name="connsiteX53" fmla="*/ 324124 w 755077"/>
              <a:gd name="connsiteY53" fmla="*/ 232490 h 256427"/>
              <a:gd name="connsiteX54" fmla="*/ 715231 w 755077"/>
              <a:gd name="connsiteY54" fmla="*/ 194744 h 256427"/>
              <a:gd name="connsiteX55" fmla="*/ 707638 w 755077"/>
              <a:gd name="connsiteY55" fmla="*/ 194744 h 256427"/>
              <a:gd name="connsiteX56" fmla="*/ 707638 w 755077"/>
              <a:gd name="connsiteY56" fmla="*/ 255903 h 256427"/>
              <a:gd name="connsiteX57" fmla="*/ 743100 w 755077"/>
              <a:gd name="connsiteY57" fmla="*/ 255903 h 256427"/>
              <a:gd name="connsiteX58" fmla="*/ 743100 w 755077"/>
              <a:gd name="connsiteY58" fmla="*/ 248913 h 256427"/>
              <a:gd name="connsiteX59" fmla="*/ 715240 w 755077"/>
              <a:gd name="connsiteY59" fmla="*/ 248913 h 256427"/>
              <a:gd name="connsiteX60" fmla="*/ 715240 w 755077"/>
              <a:gd name="connsiteY60" fmla="*/ 194744 h 256427"/>
              <a:gd name="connsiteX61" fmla="*/ 247423 w 755077"/>
              <a:gd name="connsiteY61" fmla="*/ 2089 h 256427"/>
              <a:gd name="connsiteX62" fmla="*/ 222392 w 755077"/>
              <a:gd name="connsiteY62" fmla="*/ 2089 h 256427"/>
              <a:gd name="connsiteX63" fmla="*/ 222392 w 755077"/>
              <a:gd name="connsiteY63" fmla="*/ 162361 h 256427"/>
              <a:gd name="connsiteX64" fmla="*/ 247423 w 755077"/>
              <a:gd name="connsiteY64" fmla="*/ 162361 h 256427"/>
              <a:gd name="connsiteX65" fmla="*/ 247423 w 755077"/>
              <a:gd name="connsiteY65" fmla="*/ 2089 h 256427"/>
              <a:gd name="connsiteX66" fmla="*/ 79458 w 755077"/>
              <a:gd name="connsiteY66" fmla="*/ 61810 h 256427"/>
              <a:gd name="connsiteX67" fmla="*/ 79458 w 755077"/>
              <a:gd name="connsiteY67" fmla="*/ 162370 h 256427"/>
              <a:gd name="connsiteX68" fmla="*/ 105230 w 755077"/>
              <a:gd name="connsiteY68" fmla="*/ 162370 h 256427"/>
              <a:gd name="connsiteX69" fmla="*/ 105212 w 755077"/>
              <a:gd name="connsiteY69" fmla="*/ 61810 h 256427"/>
              <a:gd name="connsiteX70" fmla="*/ 93786 w 755077"/>
              <a:gd name="connsiteY70" fmla="*/ 28296 h 256427"/>
              <a:gd name="connsiteX71" fmla="*/ 92330 w 755077"/>
              <a:gd name="connsiteY71" fmla="*/ 26415 h 256427"/>
              <a:gd name="connsiteX72" fmla="*/ 90875 w 755077"/>
              <a:gd name="connsiteY72" fmla="*/ 28296 h 256427"/>
              <a:gd name="connsiteX73" fmla="*/ 79449 w 755077"/>
              <a:gd name="connsiteY73" fmla="*/ 61810 h 256427"/>
              <a:gd name="connsiteX74" fmla="*/ 46608 w 755077"/>
              <a:gd name="connsiteY74" fmla="*/ 2089 h 256427"/>
              <a:gd name="connsiteX75" fmla="*/ 0 w 755077"/>
              <a:gd name="connsiteY75" fmla="*/ 2089 h 256427"/>
              <a:gd name="connsiteX76" fmla="*/ 0 w 755077"/>
              <a:gd name="connsiteY76" fmla="*/ 26415 h 256427"/>
              <a:gd name="connsiteX77" fmla="*/ 92330 w 755077"/>
              <a:gd name="connsiteY77" fmla="*/ 26415 h 256427"/>
              <a:gd name="connsiteX78" fmla="*/ 90043 w 755077"/>
              <a:gd name="connsiteY78" fmla="*/ 23458 h 256427"/>
              <a:gd name="connsiteX79" fmla="*/ 46608 w 755077"/>
              <a:gd name="connsiteY79" fmla="*/ 2089 h 256427"/>
              <a:gd name="connsiteX80" fmla="*/ 94618 w 755077"/>
              <a:gd name="connsiteY80" fmla="*/ 23458 h 256427"/>
              <a:gd name="connsiteX81" fmla="*/ 92330 w 755077"/>
              <a:gd name="connsiteY81" fmla="*/ 26415 h 256427"/>
              <a:gd name="connsiteX82" fmla="*/ 184661 w 755077"/>
              <a:gd name="connsiteY82" fmla="*/ 26415 h 256427"/>
              <a:gd name="connsiteX83" fmla="*/ 184661 w 755077"/>
              <a:gd name="connsiteY83" fmla="*/ 2089 h 256427"/>
              <a:gd name="connsiteX84" fmla="*/ 138053 w 755077"/>
              <a:gd name="connsiteY84" fmla="*/ 2089 h 256427"/>
              <a:gd name="connsiteX85" fmla="*/ 94608 w 755077"/>
              <a:gd name="connsiteY85" fmla="*/ 23458 h 256427"/>
              <a:gd name="connsiteX86" fmla="*/ 507601 w 755077"/>
              <a:gd name="connsiteY86" fmla="*/ 162361 h 256427"/>
              <a:gd name="connsiteX87" fmla="*/ 532631 w 755077"/>
              <a:gd name="connsiteY87" fmla="*/ 162361 h 256427"/>
              <a:gd name="connsiteX88" fmla="*/ 532631 w 755077"/>
              <a:gd name="connsiteY88" fmla="*/ 2089 h 256427"/>
              <a:gd name="connsiteX89" fmla="*/ 507601 w 755077"/>
              <a:gd name="connsiteY89" fmla="*/ 2089 h 256427"/>
              <a:gd name="connsiteX90" fmla="*/ 507601 w 755077"/>
              <a:gd name="connsiteY90" fmla="*/ 162361 h 256427"/>
              <a:gd name="connsiteX91" fmla="*/ 488238 w 755077"/>
              <a:gd name="connsiteY91" fmla="*/ 255903 h 256427"/>
              <a:gd name="connsiteX92" fmla="*/ 495840 w 755077"/>
              <a:gd name="connsiteY92" fmla="*/ 255903 h 256427"/>
              <a:gd name="connsiteX93" fmla="*/ 495840 w 755077"/>
              <a:gd name="connsiteY93" fmla="*/ 194744 h 256427"/>
              <a:gd name="connsiteX94" fmla="*/ 488238 w 755077"/>
              <a:gd name="connsiteY94" fmla="*/ 194744 h 256427"/>
              <a:gd name="connsiteX95" fmla="*/ 488238 w 755077"/>
              <a:gd name="connsiteY95" fmla="*/ 255903 h 256427"/>
              <a:gd name="connsiteX96" fmla="*/ 537151 w 755077"/>
              <a:gd name="connsiteY96" fmla="*/ 201735 h 256427"/>
              <a:gd name="connsiteX97" fmla="*/ 556975 w 755077"/>
              <a:gd name="connsiteY97" fmla="*/ 201735 h 256427"/>
              <a:gd name="connsiteX98" fmla="*/ 556975 w 755077"/>
              <a:gd name="connsiteY98" fmla="*/ 255903 h 256427"/>
              <a:gd name="connsiteX99" fmla="*/ 564577 w 755077"/>
              <a:gd name="connsiteY99" fmla="*/ 255903 h 256427"/>
              <a:gd name="connsiteX100" fmla="*/ 564577 w 755077"/>
              <a:gd name="connsiteY100" fmla="*/ 201735 h 256427"/>
              <a:gd name="connsiteX101" fmla="*/ 584401 w 755077"/>
              <a:gd name="connsiteY101" fmla="*/ 201735 h 256427"/>
              <a:gd name="connsiteX102" fmla="*/ 584401 w 755077"/>
              <a:gd name="connsiteY102" fmla="*/ 194744 h 256427"/>
              <a:gd name="connsiteX103" fmla="*/ 537151 w 755077"/>
              <a:gd name="connsiteY103" fmla="*/ 194744 h 256427"/>
              <a:gd name="connsiteX104" fmla="*/ 537151 w 755077"/>
              <a:gd name="connsiteY104" fmla="*/ 201735 h 256427"/>
              <a:gd name="connsiteX105" fmla="*/ 283346 w 755077"/>
              <a:gd name="connsiteY105" fmla="*/ 2089 h 256427"/>
              <a:gd name="connsiteX106" fmla="*/ 340377 w 755077"/>
              <a:gd name="connsiteY106" fmla="*/ 138134 h 256427"/>
              <a:gd name="connsiteX107" fmla="*/ 376047 w 755077"/>
              <a:gd name="connsiteY107" fmla="*/ 164450 h 256427"/>
              <a:gd name="connsiteX108" fmla="*/ 377512 w 755077"/>
              <a:gd name="connsiteY108" fmla="*/ 164450 h 256427"/>
              <a:gd name="connsiteX109" fmla="*/ 312237 w 755077"/>
              <a:gd name="connsiteY109" fmla="*/ 2089 h 256427"/>
              <a:gd name="connsiteX110" fmla="*/ 283346 w 755077"/>
              <a:gd name="connsiteY110" fmla="*/ 2089 h 256427"/>
              <a:gd name="connsiteX111" fmla="*/ 437309 w 755077"/>
              <a:gd name="connsiteY111" fmla="*/ 197059 h 256427"/>
              <a:gd name="connsiteX112" fmla="*/ 426651 w 755077"/>
              <a:gd name="connsiteY112" fmla="*/ 194744 h 256427"/>
              <a:gd name="connsiteX113" fmla="*/ 403157 w 755077"/>
              <a:gd name="connsiteY113" fmla="*/ 194744 h 256427"/>
              <a:gd name="connsiteX114" fmla="*/ 403157 w 755077"/>
              <a:gd name="connsiteY114" fmla="*/ 255903 h 256427"/>
              <a:gd name="connsiteX115" fmla="*/ 410759 w 755077"/>
              <a:gd name="connsiteY115" fmla="*/ 255903 h 256427"/>
              <a:gd name="connsiteX116" fmla="*/ 410759 w 755077"/>
              <a:gd name="connsiteY116" fmla="*/ 232400 h 256427"/>
              <a:gd name="connsiteX117" fmla="*/ 426660 w 755077"/>
              <a:gd name="connsiteY117" fmla="*/ 232400 h 256427"/>
              <a:gd name="connsiteX118" fmla="*/ 437273 w 755077"/>
              <a:gd name="connsiteY118" fmla="*/ 230085 h 256427"/>
              <a:gd name="connsiteX119" fmla="*/ 444387 w 755077"/>
              <a:gd name="connsiteY119" fmla="*/ 223492 h 256427"/>
              <a:gd name="connsiteX120" fmla="*/ 446918 w 755077"/>
              <a:gd name="connsiteY120" fmla="*/ 213536 h 256427"/>
              <a:gd name="connsiteX121" fmla="*/ 444432 w 755077"/>
              <a:gd name="connsiteY121" fmla="*/ 203616 h 256427"/>
              <a:gd name="connsiteX122" fmla="*/ 437318 w 755077"/>
              <a:gd name="connsiteY122" fmla="*/ 197059 h 256427"/>
              <a:gd name="connsiteX123" fmla="*/ 435564 w 755077"/>
              <a:gd name="connsiteY123" fmla="*/ 222181 h 256427"/>
              <a:gd name="connsiteX124" fmla="*/ 425955 w 755077"/>
              <a:gd name="connsiteY124" fmla="*/ 225419 h 256427"/>
              <a:gd name="connsiteX125" fmla="*/ 410759 w 755077"/>
              <a:gd name="connsiteY125" fmla="*/ 225419 h 256427"/>
              <a:gd name="connsiteX126" fmla="*/ 410759 w 755077"/>
              <a:gd name="connsiteY126" fmla="*/ 201744 h 256427"/>
              <a:gd name="connsiteX127" fmla="*/ 426045 w 755077"/>
              <a:gd name="connsiteY127" fmla="*/ 201744 h 256427"/>
              <a:gd name="connsiteX128" fmla="*/ 435609 w 755077"/>
              <a:gd name="connsiteY128" fmla="*/ 204936 h 256427"/>
              <a:gd name="connsiteX129" fmla="*/ 439144 w 755077"/>
              <a:gd name="connsiteY129" fmla="*/ 213545 h 256427"/>
              <a:gd name="connsiteX130" fmla="*/ 435564 w 755077"/>
              <a:gd name="connsiteY130" fmla="*/ 222190 h 256427"/>
              <a:gd name="connsiteX131" fmla="*/ 377503 w 755077"/>
              <a:gd name="connsiteY131" fmla="*/ 164459 h 256427"/>
              <a:gd name="connsiteX132" fmla="*/ 378967 w 755077"/>
              <a:gd name="connsiteY132" fmla="*/ 164459 h 256427"/>
              <a:gd name="connsiteX133" fmla="*/ 414637 w 755077"/>
              <a:gd name="connsiteY133" fmla="*/ 138143 h 256427"/>
              <a:gd name="connsiteX134" fmla="*/ 471668 w 755077"/>
              <a:gd name="connsiteY134" fmla="*/ 2098 h 256427"/>
              <a:gd name="connsiteX135" fmla="*/ 442778 w 755077"/>
              <a:gd name="connsiteY135" fmla="*/ 2098 h 256427"/>
              <a:gd name="connsiteX136" fmla="*/ 377503 w 755077"/>
              <a:gd name="connsiteY136" fmla="*/ 164468 h 256427"/>
              <a:gd name="connsiteX137" fmla="*/ 635303 w 755077"/>
              <a:gd name="connsiteY137" fmla="*/ 194744 h 256427"/>
              <a:gd name="connsiteX138" fmla="*/ 611981 w 755077"/>
              <a:gd name="connsiteY138" fmla="*/ 255903 h 256427"/>
              <a:gd name="connsiteX139" fmla="*/ 619845 w 755077"/>
              <a:gd name="connsiteY139" fmla="*/ 255903 h 256427"/>
              <a:gd name="connsiteX140" fmla="*/ 626309 w 755077"/>
              <a:gd name="connsiteY140" fmla="*/ 239390 h 256427"/>
              <a:gd name="connsiteX141" fmla="*/ 652948 w 755077"/>
              <a:gd name="connsiteY141" fmla="*/ 239390 h 256427"/>
              <a:gd name="connsiteX142" fmla="*/ 659412 w 755077"/>
              <a:gd name="connsiteY142" fmla="*/ 255903 h 256427"/>
              <a:gd name="connsiteX143" fmla="*/ 667529 w 755077"/>
              <a:gd name="connsiteY143" fmla="*/ 255903 h 256427"/>
              <a:gd name="connsiteX144" fmla="*/ 644298 w 755077"/>
              <a:gd name="connsiteY144" fmla="*/ 194744 h 256427"/>
              <a:gd name="connsiteX145" fmla="*/ 635303 w 755077"/>
              <a:gd name="connsiteY145" fmla="*/ 194744 h 256427"/>
              <a:gd name="connsiteX146" fmla="*/ 628578 w 755077"/>
              <a:gd name="connsiteY146" fmla="*/ 232490 h 256427"/>
              <a:gd name="connsiteX147" fmla="*/ 639579 w 755077"/>
              <a:gd name="connsiteY147" fmla="*/ 203046 h 256427"/>
              <a:gd name="connsiteX148" fmla="*/ 650670 w 755077"/>
              <a:gd name="connsiteY148" fmla="*/ 232490 h 256427"/>
              <a:gd name="connsiteX149" fmla="*/ 628569 w 755077"/>
              <a:gd name="connsiteY149" fmla="*/ 232490 h 25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55077" h="256427">
                <a:moveTo>
                  <a:pt x="729170" y="141860"/>
                </a:moveTo>
                <a:cubicBezTo>
                  <a:pt x="745876" y="127092"/>
                  <a:pt x="755078" y="105913"/>
                  <a:pt x="755078" y="82229"/>
                </a:cubicBezTo>
                <a:cubicBezTo>
                  <a:pt x="755078" y="58545"/>
                  <a:pt x="745876" y="37366"/>
                  <a:pt x="729170" y="22599"/>
                </a:cubicBezTo>
                <a:cubicBezTo>
                  <a:pt x="712447" y="7813"/>
                  <a:pt x="689468" y="0"/>
                  <a:pt x="662720" y="0"/>
                </a:cubicBezTo>
                <a:cubicBezTo>
                  <a:pt x="635972" y="0"/>
                  <a:pt x="612993" y="7813"/>
                  <a:pt x="596270" y="22599"/>
                </a:cubicBezTo>
                <a:cubicBezTo>
                  <a:pt x="579565" y="37366"/>
                  <a:pt x="570363" y="58545"/>
                  <a:pt x="570363" y="82229"/>
                </a:cubicBezTo>
                <a:cubicBezTo>
                  <a:pt x="570363" y="105913"/>
                  <a:pt x="579565" y="127092"/>
                  <a:pt x="596270" y="141860"/>
                </a:cubicBezTo>
                <a:cubicBezTo>
                  <a:pt x="612993" y="156645"/>
                  <a:pt x="635972" y="164459"/>
                  <a:pt x="662720" y="164459"/>
                </a:cubicBezTo>
                <a:cubicBezTo>
                  <a:pt x="689468" y="164459"/>
                  <a:pt x="712447" y="156645"/>
                  <a:pt x="729170" y="141860"/>
                </a:cubicBezTo>
                <a:close/>
                <a:moveTo>
                  <a:pt x="596089" y="82229"/>
                </a:moveTo>
                <a:cubicBezTo>
                  <a:pt x="596089" y="65554"/>
                  <a:pt x="602227" y="51401"/>
                  <a:pt x="613852" y="41282"/>
                </a:cubicBezTo>
                <a:cubicBezTo>
                  <a:pt x="625821" y="30864"/>
                  <a:pt x="642716" y="25357"/>
                  <a:pt x="662720" y="25357"/>
                </a:cubicBezTo>
                <a:cubicBezTo>
                  <a:pt x="682725" y="25357"/>
                  <a:pt x="699620" y="30864"/>
                  <a:pt x="711588" y="41282"/>
                </a:cubicBezTo>
                <a:cubicBezTo>
                  <a:pt x="723204" y="51392"/>
                  <a:pt x="729351" y="65554"/>
                  <a:pt x="729351" y="82229"/>
                </a:cubicBezTo>
                <a:cubicBezTo>
                  <a:pt x="729351" y="98905"/>
                  <a:pt x="723213" y="113057"/>
                  <a:pt x="711588" y="123177"/>
                </a:cubicBezTo>
                <a:cubicBezTo>
                  <a:pt x="699620" y="133594"/>
                  <a:pt x="682725" y="139093"/>
                  <a:pt x="662720" y="139093"/>
                </a:cubicBezTo>
                <a:cubicBezTo>
                  <a:pt x="642716" y="139093"/>
                  <a:pt x="625812" y="133585"/>
                  <a:pt x="613852" y="123177"/>
                </a:cubicBezTo>
                <a:cubicBezTo>
                  <a:pt x="602236" y="113057"/>
                  <a:pt x="596089" y="98905"/>
                  <a:pt x="596089" y="82229"/>
                </a:cubicBezTo>
                <a:close/>
                <a:moveTo>
                  <a:pt x="234957" y="204267"/>
                </a:moveTo>
                <a:cubicBezTo>
                  <a:pt x="238157" y="202232"/>
                  <a:pt x="241855" y="201210"/>
                  <a:pt x="246049" y="201210"/>
                </a:cubicBezTo>
                <a:cubicBezTo>
                  <a:pt x="250704" y="201210"/>
                  <a:pt x="254655" y="202404"/>
                  <a:pt x="257882" y="204791"/>
                </a:cubicBezTo>
                <a:cubicBezTo>
                  <a:pt x="261109" y="207179"/>
                  <a:pt x="263278" y="210497"/>
                  <a:pt x="264390" y="214748"/>
                </a:cubicBezTo>
                <a:lnTo>
                  <a:pt x="271993" y="214748"/>
                </a:lnTo>
                <a:cubicBezTo>
                  <a:pt x="270826" y="208399"/>
                  <a:pt x="267961" y="203389"/>
                  <a:pt x="263387" y="199718"/>
                </a:cubicBezTo>
                <a:cubicBezTo>
                  <a:pt x="258813" y="196046"/>
                  <a:pt x="253154" y="194211"/>
                  <a:pt x="246401" y="194211"/>
                </a:cubicBezTo>
                <a:cubicBezTo>
                  <a:pt x="240580" y="194211"/>
                  <a:pt x="235454" y="195504"/>
                  <a:pt x="231025" y="198099"/>
                </a:cubicBezTo>
                <a:cubicBezTo>
                  <a:pt x="226605" y="200695"/>
                  <a:pt x="223197" y="204348"/>
                  <a:pt x="220810" y="209069"/>
                </a:cubicBezTo>
                <a:cubicBezTo>
                  <a:pt x="218424" y="213789"/>
                  <a:pt x="217231" y="219206"/>
                  <a:pt x="217231" y="225319"/>
                </a:cubicBezTo>
                <a:cubicBezTo>
                  <a:pt x="217231" y="231432"/>
                  <a:pt x="218424" y="236921"/>
                  <a:pt x="220810" y="241615"/>
                </a:cubicBezTo>
                <a:cubicBezTo>
                  <a:pt x="223197" y="246308"/>
                  <a:pt x="226605" y="249944"/>
                  <a:pt x="231025" y="252539"/>
                </a:cubicBezTo>
                <a:cubicBezTo>
                  <a:pt x="235445" y="255134"/>
                  <a:pt x="240571" y="256428"/>
                  <a:pt x="246401" y="256428"/>
                </a:cubicBezTo>
                <a:cubicBezTo>
                  <a:pt x="253217" y="256428"/>
                  <a:pt x="258876" y="254592"/>
                  <a:pt x="263387" y="250920"/>
                </a:cubicBezTo>
                <a:cubicBezTo>
                  <a:pt x="267898" y="247249"/>
                  <a:pt x="270736" y="242239"/>
                  <a:pt x="271902" y="235891"/>
                </a:cubicBezTo>
                <a:lnTo>
                  <a:pt x="264300" y="235891"/>
                </a:lnTo>
                <a:cubicBezTo>
                  <a:pt x="263134" y="240204"/>
                  <a:pt x="260982" y="243532"/>
                  <a:pt x="257837" y="245892"/>
                </a:cubicBezTo>
                <a:cubicBezTo>
                  <a:pt x="254691" y="248253"/>
                  <a:pt x="250759" y="249428"/>
                  <a:pt x="246049" y="249428"/>
                </a:cubicBezTo>
                <a:cubicBezTo>
                  <a:pt x="241855" y="249428"/>
                  <a:pt x="238157" y="248406"/>
                  <a:pt x="234957" y="246372"/>
                </a:cubicBezTo>
                <a:cubicBezTo>
                  <a:pt x="231757" y="244337"/>
                  <a:pt x="229289" y="241479"/>
                  <a:pt x="227581" y="237808"/>
                </a:cubicBezTo>
                <a:cubicBezTo>
                  <a:pt x="225863" y="234136"/>
                  <a:pt x="225005" y="229976"/>
                  <a:pt x="225005" y="225310"/>
                </a:cubicBezTo>
                <a:cubicBezTo>
                  <a:pt x="225005" y="220644"/>
                  <a:pt x="225863" y="216412"/>
                  <a:pt x="227581" y="212776"/>
                </a:cubicBezTo>
                <a:cubicBezTo>
                  <a:pt x="229299" y="209141"/>
                  <a:pt x="231757" y="206301"/>
                  <a:pt x="234957" y="204258"/>
                </a:cubicBezTo>
                <a:close/>
                <a:moveTo>
                  <a:pt x="330858" y="194744"/>
                </a:moveTo>
                <a:lnTo>
                  <a:pt x="307536" y="255903"/>
                </a:lnTo>
                <a:lnTo>
                  <a:pt x="315392" y="255903"/>
                </a:lnTo>
                <a:lnTo>
                  <a:pt x="321855" y="239390"/>
                </a:lnTo>
                <a:lnTo>
                  <a:pt x="348495" y="239390"/>
                </a:lnTo>
                <a:lnTo>
                  <a:pt x="354958" y="255903"/>
                </a:lnTo>
                <a:lnTo>
                  <a:pt x="363076" y="255903"/>
                </a:lnTo>
                <a:lnTo>
                  <a:pt x="339844" y="194744"/>
                </a:lnTo>
                <a:lnTo>
                  <a:pt x="330849" y="194744"/>
                </a:lnTo>
                <a:close/>
                <a:moveTo>
                  <a:pt x="324133" y="232490"/>
                </a:moveTo>
                <a:lnTo>
                  <a:pt x="335134" y="203046"/>
                </a:lnTo>
                <a:lnTo>
                  <a:pt x="346226" y="232490"/>
                </a:lnTo>
                <a:lnTo>
                  <a:pt x="324124" y="232490"/>
                </a:lnTo>
                <a:close/>
                <a:moveTo>
                  <a:pt x="715231" y="194744"/>
                </a:moveTo>
                <a:lnTo>
                  <a:pt x="707638" y="194744"/>
                </a:lnTo>
                <a:lnTo>
                  <a:pt x="707638" y="255903"/>
                </a:lnTo>
                <a:lnTo>
                  <a:pt x="743100" y="255903"/>
                </a:lnTo>
                <a:lnTo>
                  <a:pt x="743100" y="248913"/>
                </a:lnTo>
                <a:lnTo>
                  <a:pt x="715240" y="248913"/>
                </a:lnTo>
                <a:lnTo>
                  <a:pt x="715240" y="194744"/>
                </a:lnTo>
                <a:close/>
                <a:moveTo>
                  <a:pt x="247423" y="2089"/>
                </a:moveTo>
                <a:lnTo>
                  <a:pt x="222392" y="2089"/>
                </a:lnTo>
                <a:lnTo>
                  <a:pt x="222392" y="162361"/>
                </a:lnTo>
                <a:lnTo>
                  <a:pt x="247423" y="162361"/>
                </a:lnTo>
                <a:lnTo>
                  <a:pt x="247423" y="2089"/>
                </a:lnTo>
                <a:close/>
                <a:moveTo>
                  <a:pt x="79458" y="61810"/>
                </a:moveTo>
                <a:lnTo>
                  <a:pt x="79458" y="162370"/>
                </a:lnTo>
                <a:cubicBezTo>
                  <a:pt x="79458" y="162370"/>
                  <a:pt x="105230" y="162370"/>
                  <a:pt x="105230" y="162370"/>
                </a:cubicBezTo>
                <a:lnTo>
                  <a:pt x="105212" y="61810"/>
                </a:lnTo>
                <a:cubicBezTo>
                  <a:pt x="105212" y="49575"/>
                  <a:pt x="101262" y="37981"/>
                  <a:pt x="93786" y="28296"/>
                </a:cubicBezTo>
                <a:lnTo>
                  <a:pt x="92330" y="26415"/>
                </a:lnTo>
                <a:lnTo>
                  <a:pt x="90875" y="28296"/>
                </a:lnTo>
                <a:cubicBezTo>
                  <a:pt x="83399" y="37981"/>
                  <a:pt x="79449" y="49566"/>
                  <a:pt x="79449" y="61810"/>
                </a:cubicBezTo>
                <a:close/>
                <a:moveTo>
                  <a:pt x="46608" y="2089"/>
                </a:moveTo>
                <a:lnTo>
                  <a:pt x="0" y="2089"/>
                </a:lnTo>
                <a:lnTo>
                  <a:pt x="0" y="26415"/>
                </a:lnTo>
                <a:lnTo>
                  <a:pt x="92330" y="26415"/>
                </a:lnTo>
                <a:lnTo>
                  <a:pt x="90043" y="23458"/>
                </a:lnTo>
                <a:cubicBezTo>
                  <a:pt x="79558" y="9884"/>
                  <a:pt x="63720" y="2089"/>
                  <a:pt x="46608" y="2089"/>
                </a:cubicBezTo>
                <a:close/>
                <a:moveTo>
                  <a:pt x="94618" y="23458"/>
                </a:moveTo>
                <a:lnTo>
                  <a:pt x="92330" y="26415"/>
                </a:lnTo>
                <a:lnTo>
                  <a:pt x="184661" y="26415"/>
                </a:lnTo>
                <a:lnTo>
                  <a:pt x="184661" y="2089"/>
                </a:lnTo>
                <a:lnTo>
                  <a:pt x="138053" y="2089"/>
                </a:lnTo>
                <a:cubicBezTo>
                  <a:pt x="120932" y="2089"/>
                  <a:pt x="105103" y="9875"/>
                  <a:pt x="94608" y="23458"/>
                </a:cubicBezTo>
                <a:close/>
                <a:moveTo>
                  <a:pt x="507601" y="162361"/>
                </a:moveTo>
                <a:lnTo>
                  <a:pt x="532631" y="162361"/>
                </a:lnTo>
                <a:lnTo>
                  <a:pt x="532631" y="2089"/>
                </a:lnTo>
                <a:lnTo>
                  <a:pt x="507601" y="2089"/>
                </a:lnTo>
                <a:lnTo>
                  <a:pt x="507601" y="162361"/>
                </a:lnTo>
                <a:close/>
                <a:moveTo>
                  <a:pt x="488238" y="255903"/>
                </a:moveTo>
                <a:lnTo>
                  <a:pt x="495840" y="255903"/>
                </a:lnTo>
                <a:lnTo>
                  <a:pt x="495840" y="194744"/>
                </a:lnTo>
                <a:lnTo>
                  <a:pt x="488238" y="194744"/>
                </a:lnTo>
                <a:lnTo>
                  <a:pt x="488238" y="255903"/>
                </a:lnTo>
                <a:close/>
                <a:moveTo>
                  <a:pt x="537151" y="201735"/>
                </a:moveTo>
                <a:lnTo>
                  <a:pt x="556975" y="201735"/>
                </a:lnTo>
                <a:lnTo>
                  <a:pt x="556975" y="255903"/>
                </a:lnTo>
                <a:lnTo>
                  <a:pt x="564577" y="255903"/>
                </a:lnTo>
                <a:lnTo>
                  <a:pt x="564577" y="201735"/>
                </a:lnTo>
                <a:lnTo>
                  <a:pt x="584401" y="201735"/>
                </a:lnTo>
                <a:lnTo>
                  <a:pt x="584401" y="194744"/>
                </a:lnTo>
                <a:lnTo>
                  <a:pt x="537151" y="194744"/>
                </a:lnTo>
                <a:lnTo>
                  <a:pt x="537151" y="201735"/>
                </a:lnTo>
                <a:close/>
                <a:moveTo>
                  <a:pt x="283346" y="2089"/>
                </a:moveTo>
                <a:cubicBezTo>
                  <a:pt x="283346" y="2089"/>
                  <a:pt x="330958" y="115571"/>
                  <a:pt x="340377" y="138134"/>
                </a:cubicBezTo>
                <a:cubicBezTo>
                  <a:pt x="351360" y="164450"/>
                  <a:pt x="369195" y="164450"/>
                  <a:pt x="376047" y="164450"/>
                </a:cubicBezTo>
                <a:lnTo>
                  <a:pt x="377512" y="164450"/>
                </a:lnTo>
                <a:lnTo>
                  <a:pt x="312237" y="2089"/>
                </a:lnTo>
                <a:lnTo>
                  <a:pt x="283346" y="2089"/>
                </a:lnTo>
                <a:close/>
                <a:moveTo>
                  <a:pt x="437309" y="197059"/>
                </a:moveTo>
                <a:cubicBezTo>
                  <a:pt x="434217" y="195513"/>
                  <a:pt x="430674" y="194744"/>
                  <a:pt x="426651" y="194744"/>
                </a:cubicBezTo>
                <a:lnTo>
                  <a:pt x="403157" y="194744"/>
                </a:lnTo>
                <a:lnTo>
                  <a:pt x="403157" y="255903"/>
                </a:lnTo>
                <a:lnTo>
                  <a:pt x="410759" y="255903"/>
                </a:lnTo>
                <a:lnTo>
                  <a:pt x="410759" y="232400"/>
                </a:lnTo>
                <a:lnTo>
                  <a:pt x="426660" y="232400"/>
                </a:lnTo>
                <a:cubicBezTo>
                  <a:pt x="430674" y="232400"/>
                  <a:pt x="434217" y="231631"/>
                  <a:pt x="437273" y="230085"/>
                </a:cubicBezTo>
                <a:cubicBezTo>
                  <a:pt x="440328" y="228538"/>
                  <a:pt x="442696" y="226341"/>
                  <a:pt x="444387" y="223492"/>
                </a:cubicBezTo>
                <a:cubicBezTo>
                  <a:pt x="446077" y="220635"/>
                  <a:pt x="446918" y="217316"/>
                  <a:pt x="446918" y="213536"/>
                </a:cubicBezTo>
                <a:cubicBezTo>
                  <a:pt x="446918" y="209756"/>
                  <a:pt x="446086" y="206446"/>
                  <a:pt x="444432" y="203616"/>
                </a:cubicBezTo>
                <a:cubicBezTo>
                  <a:pt x="442769" y="200794"/>
                  <a:pt x="440400" y="198606"/>
                  <a:pt x="437318" y="197059"/>
                </a:cubicBezTo>
                <a:close/>
                <a:moveTo>
                  <a:pt x="435564" y="222181"/>
                </a:moveTo>
                <a:cubicBezTo>
                  <a:pt x="433178" y="224333"/>
                  <a:pt x="429978" y="225419"/>
                  <a:pt x="425955" y="225419"/>
                </a:cubicBezTo>
                <a:lnTo>
                  <a:pt x="410759" y="225419"/>
                </a:lnTo>
                <a:lnTo>
                  <a:pt x="410759" y="201744"/>
                </a:lnTo>
                <a:lnTo>
                  <a:pt x="426045" y="201744"/>
                </a:lnTo>
                <a:cubicBezTo>
                  <a:pt x="430059" y="201744"/>
                  <a:pt x="433250" y="202811"/>
                  <a:pt x="435609" y="204936"/>
                </a:cubicBezTo>
                <a:cubicBezTo>
                  <a:pt x="437969" y="207061"/>
                  <a:pt x="439144" y="209928"/>
                  <a:pt x="439144" y="213545"/>
                </a:cubicBezTo>
                <a:cubicBezTo>
                  <a:pt x="439144" y="217162"/>
                  <a:pt x="437951" y="220038"/>
                  <a:pt x="435564" y="222190"/>
                </a:cubicBezTo>
                <a:close/>
                <a:moveTo>
                  <a:pt x="377503" y="164459"/>
                </a:moveTo>
                <a:lnTo>
                  <a:pt x="378967" y="164459"/>
                </a:lnTo>
                <a:cubicBezTo>
                  <a:pt x="385828" y="164459"/>
                  <a:pt x="403663" y="164459"/>
                  <a:pt x="414637" y="138143"/>
                </a:cubicBezTo>
                <a:cubicBezTo>
                  <a:pt x="424048" y="115580"/>
                  <a:pt x="471668" y="2098"/>
                  <a:pt x="471668" y="2098"/>
                </a:cubicBezTo>
                <a:lnTo>
                  <a:pt x="442778" y="2098"/>
                </a:lnTo>
                <a:lnTo>
                  <a:pt x="377503" y="164468"/>
                </a:lnTo>
                <a:close/>
                <a:moveTo>
                  <a:pt x="635303" y="194744"/>
                </a:moveTo>
                <a:lnTo>
                  <a:pt x="611981" y="255903"/>
                </a:lnTo>
                <a:lnTo>
                  <a:pt x="619845" y="255903"/>
                </a:lnTo>
                <a:lnTo>
                  <a:pt x="626309" y="239390"/>
                </a:lnTo>
                <a:lnTo>
                  <a:pt x="652948" y="239390"/>
                </a:lnTo>
                <a:lnTo>
                  <a:pt x="659412" y="255903"/>
                </a:lnTo>
                <a:lnTo>
                  <a:pt x="667529" y="255903"/>
                </a:lnTo>
                <a:lnTo>
                  <a:pt x="644298" y="194744"/>
                </a:lnTo>
                <a:lnTo>
                  <a:pt x="635303" y="194744"/>
                </a:lnTo>
                <a:close/>
                <a:moveTo>
                  <a:pt x="628578" y="232490"/>
                </a:moveTo>
                <a:lnTo>
                  <a:pt x="639579" y="203046"/>
                </a:lnTo>
                <a:lnTo>
                  <a:pt x="650670" y="232490"/>
                </a:lnTo>
                <a:lnTo>
                  <a:pt x="628569" y="232490"/>
                </a:lnTo>
                <a:close/>
              </a:path>
            </a:pathLst>
          </a:custGeom>
          <a:solidFill>
            <a:schemeClr val="bg1"/>
          </a:solidFill>
          <a:ln w="104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D6FDC0C-DD9A-5240-78D3-910E8CD04394}"/>
              </a:ext>
            </a:extLst>
          </p:cNvPr>
          <p:cNvSpPr/>
          <p:nvPr/>
        </p:nvSpPr>
        <p:spPr>
          <a:xfrm flipV="1">
            <a:off x="334962" y="6294310"/>
            <a:ext cx="11097267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AF6702-E967-A720-DCAE-EE7AF328ADAD}"/>
              </a:ext>
            </a:extLst>
          </p:cNvPr>
          <p:cNvSpPr txBox="1">
            <a:spLocks/>
          </p:cNvSpPr>
          <p:nvPr/>
        </p:nvSpPr>
        <p:spPr>
          <a:xfrm>
            <a:off x="11561763" y="647363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chemeClr val="bg1"/>
                </a:solidFill>
                <a:latin typeface="Versos" panose="020B0503020204030204" pitchFamily="34" charset="0"/>
                <a:ea typeface="Arial"/>
                <a:cs typeface="Versos" panose="020B050302020403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32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99AC9D-AABC-E666-67C0-A6E2D1F4F3D2}"/>
              </a:ext>
            </a:extLst>
          </p:cNvPr>
          <p:cNvGrpSpPr/>
          <p:nvPr/>
        </p:nvGrpSpPr>
        <p:grpSpPr>
          <a:xfrm>
            <a:off x="4239517" y="1383135"/>
            <a:ext cx="7576387" cy="267041"/>
            <a:chOff x="5483225" y="1383135"/>
            <a:chExt cx="6372602" cy="267041"/>
          </a:xfrm>
        </p:grpSpPr>
        <p:sp>
          <p:nvSpPr>
            <p:cNvPr id="13" name="TextBox 19">
              <a:extLst>
                <a:ext uri="{FF2B5EF4-FFF2-40B4-BE49-F238E27FC236}">
                  <a16:creationId xmlns:a16="http://schemas.microsoft.com/office/drawing/2014/main" id="{6B93C0A7-0C6E-35EE-87CC-3C547A81D9A8}"/>
                </a:ext>
              </a:extLst>
            </p:cNvPr>
            <p:cNvSpPr txBox="1"/>
            <p:nvPr/>
          </p:nvSpPr>
          <p:spPr>
            <a:xfrm>
              <a:off x="5483225" y="1383135"/>
              <a:ext cx="5404979" cy="1642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6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Plus Jakarta Sans Light" pitchFamily="2" charset="77"/>
                  <a:sym typeface="Arial"/>
                </a:rPr>
                <a:t>ALOCAÇÃO POR ESTRATÉGIA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974F5DB-16A6-0BDE-6AB9-F28EC0A17BE5}"/>
                </a:ext>
              </a:extLst>
            </p:cNvPr>
            <p:cNvCxnSpPr>
              <a:cxnSpLocks/>
            </p:cNvCxnSpPr>
            <p:nvPr/>
          </p:nvCxnSpPr>
          <p:spPr>
            <a:xfrm>
              <a:off x="5483225" y="1650176"/>
              <a:ext cx="637260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object 38">
            <a:extLst>
              <a:ext uri="{FF2B5EF4-FFF2-40B4-BE49-F238E27FC236}">
                <a16:creationId xmlns:a16="http://schemas.microsoft.com/office/drawing/2014/main" id="{1CCA1361-EEFD-F550-57F5-C34A4B5CD985}"/>
              </a:ext>
            </a:extLst>
          </p:cNvPr>
          <p:cNvSpPr txBox="1">
            <a:spLocks/>
          </p:cNvSpPr>
          <p:nvPr/>
        </p:nvSpPr>
        <p:spPr>
          <a:xfrm>
            <a:off x="315195" y="531264"/>
            <a:ext cx="7850404" cy="62566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Alocação Carteira</a:t>
            </a:r>
            <a:b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</a:br>
            <a:endParaRPr kumimoji="0" lang="pt-BR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/>
              <a:ea typeface="+mj-ea"/>
              <a:cs typeface="+mj-cs"/>
              <a:sym typeface="Arial"/>
            </a:endParaRPr>
          </a:p>
        </p:txBody>
      </p:sp>
      <p:grpSp>
        <p:nvGrpSpPr>
          <p:cNvPr id="41" name="Graphic 34">
            <a:extLst>
              <a:ext uri="{FF2B5EF4-FFF2-40B4-BE49-F238E27FC236}">
                <a16:creationId xmlns:a16="http://schemas.microsoft.com/office/drawing/2014/main" id="{A860FBC7-D3D2-D4DF-6E95-AE76BBF84627}"/>
              </a:ext>
            </a:extLst>
          </p:cNvPr>
          <p:cNvGrpSpPr/>
          <p:nvPr/>
        </p:nvGrpSpPr>
        <p:grpSpPr>
          <a:xfrm>
            <a:off x="384781" y="2482706"/>
            <a:ext cx="3202183" cy="2583913"/>
            <a:chOff x="384781" y="2482706"/>
            <a:chExt cx="3202183" cy="2583913"/>
          </a:xfrm>
        </p:grpSpPr>
        <p:grpSp>
          <p:nvGrpSpPr>
            <p:cNvPr id="42" name="Graphic 34">
              <a:extLst>
                <a:ext uri="{FF2B5EF4-FFF2-40B4-BE49-F238E27FC236}">
                  <a16:creationId xmlns:a16="http://schemas.microsoft.com/office/drawing/2014/main" id="{B42AC304-B2B7-0C40-3059-7852D452228B}"/>
                </a:ext>
              </a:extLst>
            </p:cNvPr>
            <p:cNvGrpSpPr/>
            <p:nvPr/>
          </p:nvGrpSpPr>
          <p:grpSpPr>
            <a:xfrm>
              <a:off x="384781" y="3673424"/>
              <a:ext cx="3202183" cy="1393196"/>
              <a:chOff x="384781" y="3673424"/>
              <a:chExt cx="3202183" cy="1393196"/>
            </a:xfrm>
            <a:solidFill>
              <a:srgbClr val="FFFFFF"/>
            </a:solidFill>
          </p:grpSpPr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9A8856E3-1531-DCCA-7DAA-28EB8D50111D}"/>
                  </a:ext>
                </a:extLst>
              </p:cNvPr>
              <p:cNvSpPr/>
              <p:nvPr/>
            </p:nvSpPr>
            <p:spPr>
              <a:xfrm>
                <a:off x="384781" y="3673424"/>
                <a:ext cx="561898" cy="1370189"/>
              </a:xfrm>
              <a:custGeom>
                <a:avLst/>
                <a:gdLst>
                  <a:gd name="csX0" fmla="*/ 506100 w 561898"/>
                  <a:gd name="csY0" fmla="*/ 43293 h 1370189"/>
                  <a:gd name="csX1" fmla="*/ 321378 w 561898"/>
                  <a:gd name="csY1" fmla="*/ 0 h 1370189"/>
                  <a:gd name="csX2" fmla="*/ 0 w 561898"/>
                  <a:gd name="csY2" fmla="*/ 21193 h 1370189"/>
                  <a:gd name="csX3" fmla="*/ 0 w 561898"/>
                  <a:gd name="csY3" fmla="*/ 255938 h 1370189"/>
                  <a:gd name="csX4" fmla="*/ 292501 w 561898"/>
                  <a:gd name="csY4" fmla="*/ 255938 h 1370189"/>
                  <a:gd name="csX5" fmla="*/ 292501 w 561898"/>
                  <a:gd name="csY5" fmla="*/ 1370189 h 1370189"/>
                  <a:gd name="csX6" fmla="*/ 561899 w 561898"/>
                  <a:gd name="csY6" fmla="*/ 1370189 h 1370189"/>
                  <a:gd name="csX7" fmla="*/ 561899 w 561898"/>
                  <a:gd name="csY7" fmla="*/ 188636 h 1370189"/>
                  <a:gd name="csX8" fmla="*/ 506100 w 561898"/>
                  <a:gd name="csY8" fmla="*/ 43341 h 13701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561898" h="1370189">
                    <a:moveTo>
                      <a:pt x="506100" y="43293"/>
                    </a:moveTo>
                    <a:cubicBezTo>
                      <a:pt x="468870" y="14415"/>
                      <a:pt x="407296" y="0"/>
                      <a:pt x="321378" y="0"/>
                    </a:cubicBezTo>
                    <a:cubicBezTo>
                      <a:pt x="204626" y="0"/>
                      <a:pt x="97468" y="7064"/>
                      <a:pt x="0" y="21193"/>
                    </a:cubicBezTo>
                    <a:lnTo>
                      <a:pt x="0" y="255938"/>
                    </a:lnTo>
                    <a:lnTo>
                      <a:pt x="292501" y="255938"/>
                    </a:lnTo>
                    <a:lnTo>
                      <a:pt x="292501" y="1370189"/>
                    </a:lnTo>
                    <a:lnTo>
                      <a:pt x="561899" y="1370189"/>
                    </a:lnTo>
                    <a:lnTo>
                      <a:pt x="561899" y="188636"/>
                    </a:lnTo>
                    <a:cubicBezTo>
                      <a:pt x="561899" y="120666"/>
                      <a:pt x="543283" y="72218"/>
                      <a:pt x="506100" y="43341"/>
                    </a:cubicBezTo>
                  </a:path>
                </a:pathLst>
              </a:custGeom>
              <a:solidFill>
                <a:srgbClr val="FFFFFF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6EF56E7A-61D8-0C15-DD53-A41CB7F8FE59}"/>
                  </a:ext>
                </a:extLst>
              </p:cNvPr>
              <p:cNvSpPr/>
              <p:nvPr/>
            </p:nvSpPr>
            <p:spPr>
              <a:xfrm>
                <a:off x="1185386" y="3673424"/>
                <a:ext cx="1089239" cy="1393196"/>
              </a:xfrm>
              <a:custGeom>
                <a:avLst/>
                <a:gdLst>
                  <a:gd name="csX0" fmla="*/ 815880 w 1089239"/>
                  <a:gd name="csY0" fmla="*/ 661945 h 1393196"/>
                  <a:gd name="csX1" fmla="*/ 815880 w 1089239"/>
                  <a:gd name="csY1" fmla="*/ 654260 h 1393196"/>
                  <a:gd name="csX2" fmla="*/ 986187 w 1089239"/>
                  <a:gd name="csY2" fmla="*/ 554214 h 1393196"/>
                  <a:gd name="csX3" fmla="*/ 1050673 w 1089239"/>
                  <a:gd name="csY3" fmla="*/ 365626 h 1393196"/>
                  <a:gd name="csX4" fmla="*/ 989099 w 1089239"/>
                  <a:gd name="csY4" fmla="*/ 175128 h 1393196"/>
                  <a:gd name="csX5" fmla="*/ 813016 w 1089239"/>
                  <a:gd name="csY5" fmla="*/ 46204 h 1393196"/>
                  <a:gd name="csX6" fmla="*/ 544572 w 1089239"/>
                  <a:gd name="csY6" fmla="*/ 0 h 1393196"/>
                  <a:gd name="csX7" fmla="*/ 275174 w 1089239"/>
                  <a:gd name="csY7" fmla="*/ 46204 h 1393196"/>
                  <a:gd name="csX8" fmla="*/ 101001 w 1089239"/>
                  <a:gd name="csY8" fmla="*/ 175128 h 1393196"/>
                  <a:gd name="csX9" fmla="*/ 40381 w 1089239"/>
                  <a:gd name="csY9" fmla="*/ 365626 h 1393196"/>
                  <a:gd name="csX10" fmla="*/ 103912 w 1089239"/>
                  <a:gd name="csY10" fmla="*/ 548439 h 1393196"/>
                  <a:gd name="csX11" fmla="*/ 275174 w 1089239"/>
                  <a:gd name="csY11" fmla="*/ 656169 h 1393196"/>
                  <a:gd name="csX12" fmla="*/ 275174 w 1089239"/>
                  <a:gd name="csY12" fmla="*/ 663854 h 1393196"/>
                  <a:gd name="csX13" fmla="*/ 75034 w 1089239"/>
                  <a:gd name="csY13" fmla="*/ 780272 h 1393196"/>
                  <a:gd name="csX14" fmla="*/ 0 w 1089239"/>
                  <a:gd name="csY14" fmla="*/ 996784 h 1393196"/>
                  <a:gd name="csX15" fmla="*/ 67350 w 1089239"/>
                  <a:gd name="csY15" fmla="*/ 1203653 h 1393196"/>
                  <a:gd name="csX16" fmla="*/ 257895 w 1089239"/>
                  <a:gd name="csY16" fmla="*/ 1343173 h 1393196"/>
                  <a:gd name="csX17" fmla="*/ 544620 w 1089239"/>
                  <a:gd name="csY17" fmla="*/ 1393196 h 1393196"/>
                  <a:gd name="csX18" fmla="*/ 833302 w 1089239"/>
                  <a:gd name="csY18" fmla="*/ 1343173 h 1393196"/>
                  <a:gd name="csX19" fmla="*/ 1022845 w 1089239"/>
                  <a:gd name="csY19" fmla="*/ 1202699 h 1393196"/>
                  <a:gd name="csX20" fmla="*/ 1089240 w 1089239"/>
                  <a:gd name="csY20" fmla="*/ 996784 h 1393196"/>
                  <a:gd name="csX21" fmla="*/ 1014205 w 1089239"/>
                  <a:gd name="csY21" fmla="*/ 777408 h 1393196"/>
                  <a:gd name="csX22" fmla="*/ 815975 w 1089239"/>
                  <a:gd name="csY22" fmla="*/ 661945 h 1393196"/>
                  <a:gd name="csX23" fmla="*/ 368442 w 1089239"/>
                  <a:gd name="csY23" fmla="*/ 278038 h 1393196"/>
                  <a:gd name="csX24" fmla="*/ 542615 w 1089239"/>
                  <a:gd name="csY24" fmla="*/ 232836 h 1393196"/>
                  <a:gd name="csX25" fmla="*/ 719652 w 1089239"/>
                  <a:gd name="csY25" fmla="*/ 278038 h 1393196"/>
                  <a:gd name="csX26" fmla="*/ 783136 w 1089239"/>
                  <a:gd name="csY26" fmla="*/ 400231 h 1393196"/>
                  <a:gd name="csX27" fmla="*/ 720607 w 1089239"/>
                  <a:gd name="csY27" fmla="*/ 518558 h 1393196"/>
                  <a:gd name="csX28" fmla="*/ 542615 w 1089239"/>
                  <a:gd name="csY28" fmla="*/ 561851 h 1393196"/>
                  <a:gd name="csX29" fmla="*/ 368442 w 1089239"/>
                  <a:gd name="csY29" fmla="*/ 518558 h 1393196"/>
                  <a:gd name="csX30" fmla="*/ 305913 w 1089239"/>
                  <a:gd name="csY30" fmla="*/ 400231 h 1393196"/>
                  <a:gd name="csX31" fmla="*/ 368442 w 1089239"/>
                  <a:gd name="csY31" fmla="*/ 278038 h 1393196"/>
                  <a:gd name="csX32" fmla="*/ 744664 w 1089239"/>
                  <a:gd name="csY32" fmla="*/ 1109383 h 1393196"/>
                  <a:gd name="csX33" fmla="*/ 544524 w 1089239"/>
                  <a:gd name="csY33" fmla="*/ 1160408 h 1393196"/>
                  <a:gd name="csX34" fmla="*/ 344385 w 1089239"/>
                  <a:gd name="csY34" fmla="*/ 1109383 h 1393196"/>
                  <a:gd name="csX35" fmla="*/ 273169 w 1089239"/>
                  <a:gd name="csY35" fmla="*/ 969863 h 1393196"/>
                  <a:gd name="csX36" fmla="*/ 343430 w 1089239"/>
                  <a:gd name="csY36" fmla="*/ 834209 h 1393196"/>
                  <a:gd name="csX37" fmla="*/ 544524 w 1089239"/>
                  <a:gd name="csY37" fmla="*/ 785141 h 1393196"/>
                  <a:gd name="csX38" fmla="*/ 745619 w 1089239"/>
                  <a:gd name="csY38" fmla="*/ 834209 h 1393196"/>
                  <a:gd name="csX39" fmla="*/ 815880 w 1089239"/>
                  <a:gd name="csY39" fmla="*/ 969863 h 1393196"/>
                  <a:gd name="csX40" fmla="*/ 744664 w 1089239"/>
                  <a:gd name="csY40" fmla="*/ 1109383 h 13931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</a:cxnLst>
                <a:rect l="l" t="t" r="r" b="b"/>
                <a:pathLst>
                  <a:path w="1089239" h="1393196">
                    <a:moveTo>
                      <a:pt x="815880" y="661945"/>
                    </a:moveTo>
                    <a:lnTo>
                      <a:pt x="815880" y="654260"/>
                    </a:lnTo>
                    <a:cubicBezTo>
                      <a:pt x="886427" y="638890"/>
                      <a:pt x="943180" y="605526"/>
                      <a:pt x="986187" y="554214"/>
                    </a:cubicBezTo>
                    <a:cubicBezTo>
                      <a:pt x="1029145" y="502950"/>
                      <a:pt x="1050673" y="440040"/>
                      <a:pt x="1050673" y="365626"/>
                    </a:cubicBezTo>
                    <a:cubicBezTo>
                      <a:pt x="1050673" y="291212"/>
                      <a:pt x="1030148" y="230306"/>
                      <a:pt x="989099" y="175128"/>
                    </a:cubicBezTo>
                    <a:cubicBezTo>
                      <a:pt x="948049" y="119998"/>
                      <a:pt x="889339" y="76991"/>
                      <a:pt x="813016" y="46204"/>
                    </a:cubicBezTo>
                    <a:cubicBezTo>
                      <a:pt x="736645" y="15417"/>
                      <a:pt x="647196" y="0"/>
                      <a:pt x="544572" y="0"/>
                    </a:cubicBezTo>
                    <a:cubicBezTo>
                      <a:pt x="441949" y="0"/>
                      <a:pt x="350829" y="15417"/>
                      <a:pt x="275174" y="46204"/>
                    </a:cubicBezTo>
                    <a:cubicBezTo>
                      <a:pt x="199471" y="76991"/>
                      <a:pt x="141429" y="119998"/>
                      <a:pt x="101001" y="175128"/>
                    </a:cubicBezTo>
                    <a:cubicBezTo>
                      <a:pt x="60619" y="230306"/>
                      <a:pt x="40381" y="293837"/>
                      <a:pt x="40381" y="365626"/>
                    </a:cubicBezTo>
                    <a:cubicBezTo>
                      <a:pt x="40381" y="437414"/>
                      <a:pt x="61574" y="497175"/>
                      <a:pt x="103912" y="548439"/>
                    </a:cubicBezTo>
                    <a:cubicBezTo>
                      <a:pt x="146250" y="599750"/>
                      <a:pt x="203338" y="635692"/>
                      <a:pt x="275174" y="656169"/>
                    </a:cubicBezTo>
                    <a:lnTo>
                      <a:pt x="275174" y="663854"/>
                    </a:lnTo>
                    <a:cubicBezTo>
                      <a:pt x="191786" y="683090"/>
                      <a:pt x="125057" y="721944"/>
                      <a:pt x="75034" y="780272"/>
                    </a:cubicBezTo>
                    <a:cubicBezTo>
                      <a:pt x="25011" y="838648"/>
                      <a:pt x="0" y="910819"/>
                      <a:pt x="0" y="996784"/>
                    </a:cubicBezTo>
                    <a:cubicBezTo>
                      <a:pt x="0" y="1075064"/>
                      <a:pt x="22434" y="1143988"/>
                      <a:pt x="67350" y="1203653"/>
                    </a:cubicBezTo>
                    <a:cubicBezTo>
                      <a:pt x="112265" y="1263318"/>
                      <a:pt x="175749" y="1309856"/>
                      <a:pt x="257895" y="1343173"/>
                    </a:cubicBezTo>
                    <a:cubicBezTo>
                      <a:pt x="339994" y="1376490"/>
                      <a:pt x="435553" y="1393196"/>
                      <a:pt x="544620" y="1393196"/>
                    </a:cubicBezTo>
                    <a:cubicBezTo>
                      <a:pt x="653687" y="1393196"/>
                      <a:pt x="751155" y="1376490"/>
                      <a:pt x="833302" y="1343173"/>
                    </a:cubicBezTo>
                    <a:cubicBezTo>
                      <a:pt x="915401" y="1309809"/>
                      <a:pt x="978597" y="1263031"/>
                      <a:pt x="1022845" y="1202699"/>
                    </a:cubicBezTo>
                    <a:cubicBezTo>
                      <a:pt x="1067092" y="1142413"/>
                      <a:pt x="1089240" y="1073775"/>
                      <a:pt x="1089240" y="996784"/>
                    </a:cubicBezTo>
                    <a:cubicBezTo>
                      <a:pt x="1089240" y="910819"/>
                      <a:pt x="1064228" y="837693"/>
                      <a:pt x="1014205" y="777408"/>
                    </a:cubicBezTo>
                    <a:cubicBezTo>
                      <a:pt x="964183" y="717123"/>
                      <a:pt x="898074" y="678651"/>
                      <a:pt x="815975" y="661945"/>
                    </a:cubicBezTo>
                    <a:moveTo>
                      <a:pt x="368442" y="278038"/>
                    </a:moveTo>
                    <a:cubicBezTo>
                      <a:pt x="410112" y="247919"/>
                      <a:pt x="468201" y="232836"/>
                      <a:pt x="542615" y="232836"/>
                    </a:cubicBezTo>
                    <a:cubicBezTo>
                      <a:pt x="617029" y="232836"/>
                      <a:pt x="677314" y="247919"/>
                      <a:pt x="719652" y="278038"/>
                    </a:cubicBezTo>
                    <a:cubicBezTo>
                      <a:pt x="761991" y="308204"/>
                      <a:pt x="783136" y="348920"/>
                      <a:pt x="783136" y="400231"/>
                    </a:cubicBezTo>
                    <a:cubicBezTo>
                      <a:pt x="783136" y="451543"/>
                      <a:pt x="762277" y="489728"/>
                      <a:pt x="720607" y="518558"/>
                    </a:cubicBezTo>
                    <a:cubicBezTo>
                      <a:pt x="678889" y="547436"/>
                      <a:pt x="619559" y="561851"/>
                      <a:pt x="542615" y="561851"/>
                    </a:cubicBezTo>
                    <a:cubicBezTo>
                      <a:pt x="465672" y="561851"/>
                      <a:pt x="410112" y="547388"/>
                      <a:pt x="368442" y="518558"/>
                    </a:cubicBezTo>
                    <a:cubicBezTo>
                      <a:pt x="326724" y="489681"/>
                      <a:pt x="305913" y="450254"/>
                      <a:pt x="305913" y="400231"/>
                    </a:cubicBezTo>
                    <a:cubicBezTo>
                      <a:pt x="305913" y="350208"/>
                      <a:pt x="326724" y="308204"/>
                      <a:pt x="368442" y="278038"/>
                    </a:cubicBezTo>
                    <a:moveTo>
                      <a:pt x="744664" y="1109383"/>
                    </a:moveTo>
                    <a:cubicBezTo>
                      <a:pt x="697171" y="1143416"/>
                      <a:pt x="630489" y="1160408"/>
                      <a:pt x="544524" y="1160408"/>
                    </a:cubicBezTo>
                    <a:cubicBezTo>
                      <a:pt x="458559" y="1160408"/>
                      <a:pt x="391830" y="1143416"/>
                      <a:pt x="344385" y="1109383"/>
                    </a:cubicBezTo>
                    <a:cubicBezTo>
                      <a:pt x="296892" y="1075398"/>
                      <a:pt x="273169" y="1028907"/>
                      <a:pt x="273169" y="969863"/>
                    </a:cubicBezTo>
                    <a:cubicBezTo>
                      <a:pt x="273169" y="910819"/>
                      <a:pt x="296558" y="866905"/>
                      <a:pt x="343430" y="834209"/>
                    </a:cubicBezTo>
                    <a:cubicBezTo>
                      <a:pt x="390255" y="801465"/>
                      <a:pt x="457271" y="785141"/>
                      <a:pt x="544524" y="785141"/>
                    </a:cubicBezTo>
                    <a:cubicBezTo>
                      <a:pt x="631778" y="785141"/>
                      <a:pt x="698794" y="801465"/>
                      <a:pt x="745619" y="834209"/>
                    </a:cubicBezTo>
                    <a:cubicBezTo>
                      <a:pt x="792443" y="866905"/>
                      <a:pt x="815880" y="912155"/>
                      <a:pt x="815880" y="969863"/>
                    </a:cubicBezTo>
                    <a:cubicBezTo>
                      <a:pt x="815880" y="1027571"/>
                      <a:pt x="792157" y="1075398"/>
                      <a:pt x="744664" y="1109383"/>
                    </a:cubicBezTo>
                  </a:path>
                </a:pathLst>
              </a:custGeom>
              <a:solidFill>
                <a:srgbClr val="FFFFFF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0792BFEA-1CAE-2BE7-B829-25AEC93538B2}"/>
                  </a:ext>
                </a:extLst>
              </p:cNvPr>
              <p:cNvSpPr/>
              <p:nvPr/>
            </p:nvSpPr>
            <p:spPr>
              <a:xfrm>
                <a:off x="2470803" y="3673424"/>
                <a:ext cx="1116160" cy="1393196"/>
              </a:xfrm>
              <a:custGeom>
                <a:avLst/>
                <a:gdLst>
                  <a:gd name="csX0" fmla="*/ 975686 w 1116160"/>
                  <a:gd name="csY0" fmla="*/ 160665 h 1393196"/>
                  <a:gd name="csX1" fmla="*/ 560037 w 1116160"/>
                  <a:gd name="csY1" fmla="*/ 0 h 1393196"/>
                  <a:gd name="csX2" fmla="*/ 143386 w 1116160"/>
                  <a:gd name="csY2" fmla="*/ 161620 h 1393196"/>
                  <a:gd name="csX3" fmla="*/ 0 w 1116160"/>
                  <a:gd name="csY3" fmla="*/ 611922 h 1393196"/>
                  <a:gd name="csX4" fmla="*/ 0 w 1116160"/>
                  <a:gd name="csY4" fmla="*/ 779317 h 1393196"/>
                  <a:gd name="csX5" fmla="*/ 141429 w 1116160"/>
                  <a:gd name="csY5" fmla="*/ 1233485 h 1393196"/>
                  <a:gd name="csX6" fmla="*/ 558080 w 1116160"/>
                  <a:gd name="csY6" fmla="*/ 1393196 h 1393196"/>
                  <a:gd name="csX7" fmla="*/ 972774 w 1116160"/>
                  <a:gd name="csY7" fmla="*/ 1231529 h 1393196"/>
                  <a:gd name="csX8" fmla="*/ 1116161 w 1116160"/>
                  <a:gd name="csY8" fmla="*/ 779270 h 1393196"/>
                  <a:gd name="csX9" fmla="*/ 1116161 w 1116160"/>
                  <a:gd name="csY9" fmla="*/ 611874 h 1393196"/>
                  <a:gd name="csX10" fmla="*/ 975686 w 1116160"/>
                  <a:gd name="csY10" fmla="*/ 160618 h 1393196"/>
                  <a:gd name="csX11" fmla="*/ 846762 w 1116160"/>
                  <a:gd name="csY11" fmla="*/ 611922 h 1393196"/>
                  <a:gd name="csX12" fmla="*/ 846762 w 1116160"/>
                  <a:gd name="csY12" fmla="*/ 779317 h 1393196"/>
                  <a:gd name="csX13" fmla="*/ 829006 w 1116160"/>
                  <a:gd name="csY13" fmla="*/ 938980 h 1393196"/>
                  <a:gd name="csX14" fmla="*/ 490731 w 1116160"/>
                  <a:gd name="csY14" fmla="*/ 252215 h 1393196"/>
                  <a:gd name="csX15" fmla="*/ 560037 w 1116160"/>
                  <a:gd name="csY15" fmla="*/ 246248 h 1393196"/>
                  <a:gd name="csX16" fmla="*/ 846762 w 1116160"/>
                  <a:gd name="csY16" fmla="*/ 611874 h 1393196"/>
                  <a:gd name="csX17" fmla="*/ 269446 w 1116160"/>
                  <a:gd name="csY17" fmla="*/ 779365 h 1393196"/>
                  <a:gd name="csX18" fmla="*/ 269446 w 1116160"/>
                  <a:gd name="csY18" fmla="*/ 611970 h 1393196"/>
                  <a:gd name="csX19" fmla="*/ 326581 w 1116160"/>
                  <a:gd name="csY19" fmla="*/ 359755 h 1393196"/>
                  <a:gd name="csX20" fmla="*/ 699510 w 1116160"/>
                  <a:gd name="csY20" fmla="*/ 1116877 h 1393196"/>
                  <a:gd name="csX21" fmla="*/ 558128 w 1116160"/>
                  <a:gd name="csY21" fmla="*/ 1146948 h 1393196"/>
                  <a:gd name="csX22" fmla="*/ 269494 w 1116160"/>
                  <a:gd name="csY22" fmla="*/ 779413 h 13931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1116160" h="1393196">
                    <a:moveTo>
                      <a:pt x="975686" y="160665"/>
                    </a:moveTo>
                    <a:cubicBezTo>
                      <a:pt x="882036" y="53555"/>
                      <a:pt x="743471" y="0"/>
                      <a:pt x="560037" y="0"/>
                    </a:cubicBezTo>
                    <a:cubicBezTo>
                      <a:pt x="376604" y="0"/>
                      <a:pt x="238945" y="53889"/>
                      <a:pt x="143386" y="161620"/>
                    </a:cubicBezTo>
                    <a:cubicBezTo>
                      <a:pt x="47780" y="269398"/>
                      <a:pt x="0" y="419467"/>
                      <a:pt x="0" y="611922"/>
                    </a:cubicBezTo>
                    <a:lnTo>
                      <a:pt x="0" y="779317"/>
                    </a:lnTo>
                    <a:cubicBezTo>
                      <a:pt x="0" y="975591"/>
                      <a:pt x="47159" y="1126996"/>
                      <a:pt x="141429" y="1233485"/>
                    </a:cubicBezTo>
                    <a:cubicBezTo>
                      <a:pt x="235747" y="1339975"/>
                      <a:pt x="374599" y="1393196"/>
                      <a:pt x="558080" y="1393196"/>
                    </a:cubicBezTo>
                    <a:cubicBezTo>
                      <a:pt x="741561" y="1393196"/>
                      <a:pt x="877215" y="1339307"/>
                      <a:pt x="972774" y="1231529"/>
                    </a:cubicBezTo>
                    <a:cubicBezTo>
                      <a:pt x="1068333" y="1123750"/>
                      <a:pt x="1116161" y="973013"/>
                      <a:pt x="1116161" y="779270"/>
                    </a:cubicBezTo>
                    <a:lnTo>
                      <a:pt x="1116161" y="611874"/>
                    </a:lnTo>
                    <a:cubicBezTo>
                      <a:pt x="1116161" y="418178"/>
                      <a:pt x="1069336" y="267728"/>
                      <a:pt x="975686" y="160618"/>
                    </a:cubicBezTo>
                    <a:moveTo>
                      <a:pt x="846762" y="611922"/>
                    </a:moveTo>
                    <a:lnTo>
                      <a:pt x="846762" y="779317"/>
                    </a:lnTo>
                    <a:cubicBezTo>
                      <a:pt x="846762" y="840080"/>
                      <a:pt x="840843" y="893301"/>
                      <a:pt x="829006" y="938980"/>
                    </a:cubicBezTo>
                    <a:lnTo>
                      <a:pt x="490731" y="252215"/>
                    </a:lnTo>
                    <a:cubicBezTo>
                      <a:pt x="512258" y="248253"/>
                      <a:pt x="535360" y="246248"/>
                      <a:pt x="560037" y="246248"/>
                    </a:cubicBezTo>
                    <a:cubicBezTo>
                      <a:pt x="751203" y="246248"/>
                      <a:pt x="846762" y="368156"/>
                      <a:pt x="846762" y="611874"/>
                    </a:cubicBezTo>
                    <a:moveTo>
                      <a:pt x="269446" y="779365"/>
                    </a:moveTo>
                    <a:lnTo>
                      <a:pt x="269446" y="611970"/>
                    </a:lnTo>
                    <a:cubicBezTo>
                      <a:pt x="269446" y="503953"/>
                      <a:pt x="288539" y="419897"/>
                      <a:pt x="326581" y="359755"/>
                    </a:cubicBezTo>
                    <a:lnTo>
                      <a:pt x="699510" y="1116877"/>
                    </a:lnTo>
                    <a:cubicBezTo>
                      <a:pt x="660226" y="1136876"/>
                      <a:pt x="613115" y="1146948"/>
                      <a:pt x="558128" y="1146948"/>
                    </a:cubicBezTo>
                    <a:cubicBezTo>
                      <a:pt x="365673" y="1146948"/>
                      <a:pt x="269494" y="1024468"/>
                      <a:pt x="269494" y="779413"/>
                    </a:cubicBezTo>
                  </a:path>
                </a:pathLst>
              </a:custGeom>
              <a:solidFill>
                <a:srgbClr val="FFFFFF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Graphic 34">
              <a:extLst>
                <a:ext uri="{FF2B5EF4-FFF2-40B4-BE49-F238E27FC236}">
                  <a16:creationId xmlns:a16="http://schemas.microsoft.com/office/drawing/2014/main" id="{F7409633-2FA9-79BE-9076-F349A5338CE5}"/>
                </a:ext>
              </a:extLst>
            </p:cNvPr>
            <p:cNvGrpSpPr/>
            <p:nvPr/>
          </p:nvGrpSpPr>
          <p:grpSpPr>
            <a:xfrm>
              <a:off x="400866" y="2482706"/>
              <a:ext cx="2941758" cy="1008191"/>
              <a:chOff x="400866" y="2482706"/>
              <a:chExt cx="2941758" cy="1008191"/>
            </a:xfrm>
            <a:solidFill>
              <a:srgbClr val="C1F4D4"/>
            </a:solidFill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BF5634B-FD66-C690-C18C-8E75B872BE9F}"/>
                  </a:ext>
                </a:extLst>
              </p:cNvPr>
              <p:cNvSpPr/>
              <p:nvPr/>
            </p:nvSpPr>
            <p:spPr>
              <a:xfrm>
                <a:off x="1625951" y="2486572"/>
                <a:ext cx="786858" cy="999360"/>
              </a:xfrm>
              <a:custGeom>
                <a:avLst/>
                <a:gdLst>
                  <a:gd name="csX0" fmla="*/ 269255 w 786858"/>
                  <a:gd name="csY0" fmla="*/ 0 h 999360"/>
                  <a:gd name="csX1" fmla="*/ 0 w 786858"/>
                  <a:gd name="csY1" fmla="*/ 0 h 999360"/>
                  <a:gd name="csX2" fmla="*/ 0 w 786858"/>
                  <a:gd name="csY2" fmla="*/ 522186 h 999360"/>
                  <a:gd name="csX3" fmla="*/ 270114 w 786858"/>
                  <a:gd name="csY3" fmla="*/ 773160 h 999360"/>
                  <a:gd name="csX4" fmla="*/ 513594 w 786858"/>
                  <a:gd name="csY4" fmla="*/ 999361 h 999360"/>
                  <a:gd name="csX5" fmla="*/ 786859 w 786858"/>
                  <a:gd name="csY5" fmla="*/ 999361 h 999360"/>
                  <a:gd name="csX6" fmla="*/ 786859 w 786858"/>
                  <a:gd name="csY6" fmla="*/ 770917 h 999360"/>
                  <a:gd name="csX7" fmla="*/ 269255 w 786858"/>
                  <a:gd name="csY7" fmla="*/ 770917 h 999360"/>
                  <a:gd name="csX8" fmla="*/ 269255 w 786858"/>
                  <a:gd name="csY8" fmla="*/ 0 h 99936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86858" h="999360">
                    <a:moveTo>
                      <a:pt x="269255" y="0"/>
                    </a:moveTo>
                    <a:lnTo>
                      <a:pt x="0" y="0"/>
                    </a:lnTo>
                    <a:lnTo>
                      <a:pt x="0" y="522186"/>
                    </a:lnTo>
                    <a:cubicBezTo>
                      <a:pt x="0" y="660799"/>
                      <a:pt x="120952" y="773160"/>
                      <a:pt x="270114" y="773160"/>
                    </a:cubicBezTo>
                    <a:cubicBezTo>
                      <a:pt x="270114" y="898074"/>
                      <a:pt x="379134" y="999361"/>
                      <a:pt x="513594" y="999361"/>
                    </a:cubicBezTo>
                    <a:lnTo>
                      <a:pt x="786859" y="999361"/>
                    </a:lnTo>
                    <a:lnTo>
                      <a:pt x="786859" y="770917"/>
                    </a:lnTo>
                    <a:lnTo>
                      <a:pt x="269255" y="770917"/>
                    </a:lnTo>
                    <a:lnTo>
                      <a:pt x="269255" y="0"/>
                    </a:lnTo>
                    <a:close/>
                  </a:path>
                </a:pathLst>
              </a:custGeom>
              <a:solidFill>
                <a:srgbClr val="C1F4D4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8CBB3EE4-9873-5F39-39E8-2B6042358FE7}"/>
                  </a:ext>
                </a:extLst>
              </p:cNvPr>
              <p:cNvSpPr/>
              <p:nvPr/>
            </p:nvSpPr>
            <p:spPr>
              <a:xfrm>
                <a:off x="400866" y="2486572"/>
                <a:ext cx="1118022" cy="998549"/>
              </a:xfrm>
              <a:custGeom>
                <a:avLst/>
                <a:gdLst>
                  <a:gd name="csX0" fmla="*/ 652303 w 1118022"/>
                  <a:gd name="csY0" fmla="*/ 422570 h 998549"/>
                  <a:gd name="csX1" fmla="*/ 720368 w 1118022"/>
                  <a:gd name="csY1" fmla="*/ 636217 h 998549"/>
                  <a:gd name="csX2" fmla="*/ 396031 w 1118022"/>
                  <a:gd name="csY2" fmla="*/ 636217 h 998549"/>
                  <a:gd name="csX3" fmla="*/ 596648 w 1118022"/>
                  <a:gd name="csY3" fmla="*/ 0 h 998549"/>
                  <a:gd name="csX4" fmla="*/ 260091 w 1118022"/>
                  <a:gd name="csY4" fmla="*/ 229495 h 998549"/>
                  <a:gd name="csX5" fmla="*/ 0 w 1118022"/>
                  <a:gd name="csY5" fmla="*/ 998550 h 998549"/>
                  <a:gd name="csX6" fmla="*/ 285484 w 1118022"/>
                  <a:gd name="csY6" fmla="*/ 998550 h 998549"/>
                  <a:gd name="csX7" fmla="*/ 336318 w 1118022"/>
                  <a:gd name="csY7" fmla="*/ 837359 h 998549"/>
                  <a:gd name="csX8" fmla="*/ 781704 w 1118022"/>
                  <a:gd name="csY8" fmla="*/ 837359 h 998549"/>
                  <a:gd name="csX9" fmla="*/ 832538 w 1118022"/>
                  <a:gd name="csY9" fmla="*/ 998550 h 998549"/>
                  <a:gd name="csX10" fmla="*/ 1118022 w 1118022"/>
                  <a:gd name="csY10" fmla="*/ 998550 h 998549"/>
                  <a:gd name="csX11" fmla="*/ 842991 w 1118022"/>
                  <a:gd name="csY11" fmla="*/ 185486 h 998549"/>
                  <a:gd name="csX12" fmla="*/ 652398 w 1118022"/>
                  <a:gd name="csY12" fmla="*/ 422570 h 9985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118022" h="998549">
                    <a:moveTo>
                      <a:pt x="652303" y="422570"/>
                    </a:moveTo>
                    <a:lnTo>
                      <a:pt x="720368" y="636217"/>
                    </a:lnTo>
                    <a:lnTo>
                      <a:pt x="396031" y="636217"/>
                    </a:lnTo>
                    <a:lnTo>
                      <a:pt x="596648" y="0"/>
                    </a:lnTo>
                    <a:cubicBezTo>
                      <a:pt x="442569" y="0"/>
                      <a:pt x="306295" y="92934"/>
                      <a:pt x="260091" y="229495"/>
                    </a:cubicBezTo>
                    <a:lnTo>
                      <a:pt x="0" y="998550"/>
                    </a:lnTo>
                    <a:lnTo>
                      <a:pt x="285484" y="998550"/>
                    </a:lnTo>
                    <a:lnTo>
                      <a:pt x="336318" y="837359"/>
                    </a:lnTo>
                    <a:lnTo>
                      <a:pt x="781704" y="837359"/>
                    </a:lnTo>
                    <a:lnTo>
                      <a:pt x="832538" y="998550"/>
                    </a:lnTo>
                    <a:lnTo>
                      <a:pt x="1118022" y="998550"/>
                    </a:lnTo>
                    <a:lnTo>
                      <a:pt x="842991" y="185486"/>
                    </a:lnTo>
                    <a:cubicBezTo>
                      <a:pt x="710154" y="185486"/>
                      <a:pt x="614690" y="304243"/>
                      <a:pt x="652398" y="422570"/>
                    </a:cubicBezTo>
                  </a:path>
                </a:pathLst>
              </a:custGeom>
              <a:solidFill>
                <a:srgbClr val="C1F4D4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C4DFD2F0-DDF7-D8FF-0955-1DE7DF9A624C}"/>
                  </a:ext>
                </a:extLst>
              </p:cNvPr>
              <p:cNvSpPr/>
              <p:nvPr/>
            </p:nvSpPr>
            <p:spPr>
              <a:xfrm>
                <a:off x="2360925" y="2482706"/>
                <a:ext cx="489966" cy="223050"/>
              </a:xfrm>
              <a:custGeom>
                <a:avLst/>
                <a:gdLst>
                  <a:gd name="csX0" fmla="*/ 147491 w 489966"/>
                  <a:gd name="csY0" fmla="*/ 0 h 223050"/>
                  <a:gd name="csX1" fmla="*/ 0 w 489966"/>
                  <a:gd name="csY1" fmla="*/ 0 h 223050"/>
                  <a:gd name="csX2" fmla="*/ 0 w 489966"/>
                  <a:gd name="csY2" fmla="*/ 223051 h 223050"/>
                  <a:gd name="csX3" fmla="*/ 489967 w 489966"/>
                  <a:gd name="csY3" fmla="*/ 223051 h 223050"/>
                  <a:gd name="csX4" fmla="*/ 477843 w 489966"/>
                  <a:gd name="csY4" fmla="*/ 195939 h 223050"/>
                  <a:gd name="csX5" fmla="*/ 147491 w 489966"/>
                  <a:gd name="csY5" fmla="*/ 0 h 2230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89966" h="223050">
                    <a:moveTo>
                      <a:pt x="147491" y="0"/>
                    </a:moveTo>
                    <a:lnTo>
                      <a:pt x="0" y="0"/>
                    </a:lnTo>
                    <a:lnTo>
                      <a:pt x="0" y="223051"/>
                    </a:lnTo>
                    <a:lnTo>
                      <a:pt x="489967" y="223051"/>
                    </a:lnTo>
                    <a:lnTo>
                      <a:pt x="477843" y="195939"/>
                    </a:lnTo>
                    <a:cubicBezTo>
                      <a:pt x="422188" y="71407"/>
                      <a:pt x="238325" y="0"/>
                      <a:pt x="147491" y="0"/>
                    </a:cubicBezTo>
                  </a:path>
                </a:pathLst>
              </a:custGeom>
              <a:solidFill>
                <a:srgbClr val="C1F4D4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469C7DB1-5C20-03C2-B569-102ED1C8C277}"/>
                  </a:ext>
                </a:extLst>
              </p:cNvPr>
              <p:cNvSpPr/>
              <p:nvPr/>
            </p:nvSpPr>
            <p:spPr>
              <a:xfrm>
                <a:off x="2728317" y="2705709"/>
                <a:ext cx="247871" cy="785188"/>
              </a:xfrm>
              <a:custGeom>
                <a:avLst/>
                <a:gdLst>
                  <a:gd name="csX0" fmla="*/ 191 w 247871"/>
                  <a:gd name="csY0" fmla="*/ 206965 h 785188"/>
                  <a:gd name="csX1" fmla="*/ 191 w 247871"/>
                  <a:gd name="csY1" fmla="*/ 458798 h 785188"/>
                  <a:gd name="csX2" fmla="*/ 0 w 247871"/>
                  <a:gd name="csY2" fmla="*/ 774449 h 785188"/>
                  <a:gd name="csX3" fmla="*/ 191 w 247871"/>
                  <a:gd name="csY3" fmla="*/ 785188 h 785188"/>
                  <a:gd name="csX4" fmla="*/ 247871 w 247871"/>
                  <a:gd name="csY4" fmla="*/ 785188 h 785188"/>
                  <a:gd name="csX5" fmla="*/ 247680 w 247871"/>
                  <a:gd name="csY5" fmla="*/ 462092 h 785188"/>
                  <a:gd name="csX6" fmla="*/ 247680 w 247871"/>
                  <a:gd name="csY6" fmla="*/ 462092 h 785188"/>
                  <a:gd name="csX7" fmla="*/ 247680 w 247871"/>
                  <a:gd name="csY7" fmla="*/ 206917 h 785188"/>
                  <a:gd name="csX8" fmla="*/ 137897 w 247871"/>
                  <a:gd name="csY8" fmla="*/ 10978 h 785188"/>
                  <a:gd name="csX9" fmla="*/ 123960 w 247871"/>
                  <a:gd name="csY9" fmla="*/ 0 h 785188"/>
                  <a:gd name="csX10" fmla="*/ 109974 w 247871"/>
                  <a:gd name="csY10" fmla="*/ 10978 h 785188"/>
                  <a:gd name="csX11" fmla="*/ 191 w 247871"/>
                  <a:gd name="csY11" fmla="*/ 206917 h 7851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47871" h="785188">
                    <a:moveTo>
                      <a:pt x="191" y="206965"/>
                    </a:moveTo>
                    <a:lnTo>
                      <a:pt x="191" y="458798"/>
                    </a:lnTo>
                    <a:lnTo>
                      <a:pt x="0" y="774449"/>
                    </a:lnTo>
                    <a:lnTo>
                      <a:pt x="191" y="785188"/>
                    </a:lnTo>
                    <a:lnTo>
                      <a:pt x="247871" y="785188"/>
                    </a:lnTo>
                    <a:lnTo>
                      <a:pt x="247680" y="462092"/>
                    </a:lnTo>
                    <a:lnTo>
                      <a:pt x="247680" y="462092"/>
                    </a:lnTo>
                    <a:lnTo>
                      <a:pt x="247680" y="206917"/>
                    </a:lnTo>
                    <a:cubicBezTo>
                      <a:pt x="247680" y="135367"/>
                      <a:pt x="209733" y="67636"/>
                      <a:pt x="137897" y="10978"/>
                    </a:cubicBezTo>
                    <a:lnTo>
                      <a:pt x="123960" y="0"/>
                    </a:lnTo>
                    <a:lnTo>
                      <a:pt x="109974" y="10978"/>
                    </a:lnTo>
                    <a:cubicBezTo>
                      <a:pt x="38185" y="67636"/>
                      <a:pt x="191" y="135367"/>
                      <a:pt x="191" y="206917"/>
                    </a:cubicBezTo>
                  </a:path>
                </a:pathLst>
              </a:custGeom>
              <a:solidFill>
                <a:srgbClr val="C1F4D4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704E848-6209-E35E-107E-49800E4B5EA1}"/>
                  </a:ext>
                </a:extLst>
              </p:cNvPr>
              <p:cNvSpPr/>
              <p:nvPr/>
            </p:nvSpPr>
            <p:spPr>
              <a:xfrm>
                <a:off x="2850892" y="2482706"/>
                <a:ext cx="491733" cy="223050"/>
              </a:xfrm>
              <a:custGeom>
                <a:avLst/>
                <a:gdLst>
                  <a:gd name="csX0" fmla="*/ 491733 w 491733"/>
                  <a:gd name="csY0" fmla="*/ 0 h 223050"/>
                  <a:gd name="csX1" fmla="*/ 310448 w 491733"/>
                  <a:gd name="csY1" fmla="*/ 0 h 223050"/>
                  <a:gd name="csX2" fmla="*/ 12124 w 491733"/>
                  <a:gd name="csY2" fmla="*/ 195939 h 223050"/>
                  <a:gd name="csX3" fmla="*/ 0 w 491733"/>
                  <a:gd name="csY3" fmla="*/ 223051 h 223050"/>
                  <a:gd name="csX4" fmla="*/ 491733 w 491733"/>
                  <a:gd name="csY4" fmla="*/ 223051 h 223050"/>
                  <a:gd name="csX5" fmla="*/ 491733 w 491733"/>
                  <a:gd name="csY5" fmla="*/ 0 h 22305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91733" h="223050">
                    <a:moveTo>
                      <a:pt x="491733" y="0"/>
                    </a:moveTo>
                    <a:lnTo>
                      <a:pt x="310448" y="0"/>
                    </a:lnTo>
                    <a:cubicBezTo>
                      <a:pt x="219280" y="0"/>
                      <a:pt x="68018" y="71407"/>
                      <a:pt x="12124" y="195939"/>
                    </a:cubicBezTo>
                    <a:lnTo>
                      <a:pt x="0" y="223051"/>
                    </a:lnTo>
                    <a:lnTo>
                      <a:pt x="491733" y="223051"/>
                    </a:lnTo>
                    <a:lnTo>
                      <a:pt x="491733" y="0"/>
                    </a:lnTo>
                    <a:close/>
                  </a:path>
                </a:pathLst>
              </a:custGeom>
              <a:solidFill>
                <a:srgbClr val="C1F4D4"/>
              </a:solidFill>
              <a:ln w="4770" cap="flat">
                <a:noFill/>
                <a:prstDash val="solid"/>
                <a:miter/>
              </a:ln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2" name="Graphic 34">
            <a:extLst>
              <a:ext uri="{FF2B5EF4-FFF2-40B4-BE49-F238E27FC236}">
                <a16:creationId xmlns:a16="http://schemas.microsoft.com/office/drawing/2014/main" id="{FB68C232-2A7B-5517-EBE5-29AE300A52BC}"/>
              </a:ext>
            </a:extLst>
          </p:cNvPr>
          <p:cNvGrpSpPr/>
          <p:nvPr/>
        </p:nvGrpSpPr>
        <p:grpSpPr>
          <a:xfrm>
            <a:off x="400055" y="2063955"/>
            <a:ext cx="1586271" cy="296510"/>
            <a:chOff x="400055" y="2063955"/>
            <a:chExt cx="1586271" cy="296510"/>
          </a:xfrm>
          <a:solidFill>
            <a:srgbClr val="FFFFFF"/>
          </a:solidFill>
        </p:grpSpPr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C70F3196-C430-0CF9-DFBD-7BAA4CB0618F}"/>
                </a:ext>
              </a:extLst>
            </p:cNvPr>
            <p:cNvSpPr/>
            <p:nvPr/>
          </p:nvSpPr>
          <p:spPr>
            <a:xfrm>
              <a:off x="400055" y="2131018"/>
              <a:ext cx="216988" cy="229351"/>
            </a:xfrm>
            <a:custGeom>
              <a:avLst/>
              <a:gdLst>
                <a:gd name="csX0" fmla="*/ 48114 w 216988"/>
                <a:gd name="csY0" fmla="*/ 218755 h 229351"/>
                <a:gd name="csX1" fmla="*/ 13031 w 216988"/>
                <a:gd name="csY1" fmla="*/ 188397 h 229351"/>
                <a:gd name="csX2" fmla="*/ 0 w 216988"/>
                <a:gd name="csY2" fmla="*/ 143291 h 229351"/>
                <a:gd name="csX3" fmla="*/ 1575 w 216988"/>
                <a:gd name="csY3" fmla="*/ 125821 h 229351"/>
                <a:gd name="csX4" fmla="*/ 6014 w 216988"/>
                <a:gd name="csY4" fmla="*/ 99759 h 229351"/>
                <a:gd name="csX5" fmla="*/ 124532 w 216988"/>
                <a:gd name="csY5" fmla="*/ 0 h 229351"/>
                <a:gd name="csX6" fmla="*/ 172360 w 216988"/>
                <a:gd name="csY6" fmla="*/ 8878 h 229351"/>
                <a:gd name="csX7" fmla="*/ 205247 w 216988"/>
                <a:gd name="csY7" fmla="*/ 34128 h 229351"/>
                <a:gd name="csX8" fmla="*/ 216989 w 216988"/>
                <a:gd name="csY8" fmla="*/ 72409 h 229351"/>
                <a:gd name="csX9" fmla="*/ 215700 w 216988"/>
                <a:gd name="csY9" fmla="*/ 87015 h 229351"/>
                <a:gd name="csX10" fmla="*/ 176942 w 216988"/>
                <a:gd name="csY10" fmla="*/ 87015 h 229351"/>
                <a:gd name="csX11" fmla="*/ 177896 w 216988"/>
                <a:gd name="csY11" fmla="*/ 77469 h 229351"/>
                <a:gd name="csX12" fmla="*/ 162813 w 216988"/>
                <a:gd name="csY12" fmla="*/ 46825 h 229351"/>
                <a:gd name="csX13" fmla="*/ 122289 w 216988"/>
                <a:gd name="csY13" fmla="*/ 35847 h 229351"/>
                <a:gd name="csX14" fmla="*/ 70357 w 216988"/>
                <a:gd name="csY14" fmla="*/ 52219 h 229351"/>
                <a:gd name="csX15" fmla="*/ 45393 w 216988"/>
                <a:gd name="csY15" fmla="*/ 99712 h 229351"/>
                <a:gd name="csX16" fmla="*/ 40620 w 216988"/>
                <a:gd name="csY16" fmla="*/ 126728 h 229351"/>
                <a:gd name="csX17" fmla="*/ 39331 w 216988"/>
                <a:gd name="csY17" fmla="*/ 139759 h 229351"/>
                <a:gd name="csX18" fmla="*/ 55512 w 216988"/>
                <a:gd name="csY18" fmla="*/ 178994 h 229351"/>
                <a:gd name="csX19" fmla="*/ 97755 w 216988"/>
                <a:gd name="csY19" fmla="*/ 193457 h 229351"/>
                <a:gd name="csX20" fmla="*/ 144771 w 216988"/>
                <a:gd name="csY20" fmla="*/ 179949 h 229351"/>
                <a:gd name="csX21" fmla="*/ 167348 w 216988"/>
                <a:gd name="csY21" fmla="*/ 142002 h 229351"/>
                <a:gd name="csX22" fmla="*/ 206106 w 216988"/>
                <a:gd name="csY22" fmla="*/ 142002 h 229351"/>
                <a:gd name="csX23" fmla="*/ 171644 w 216988"/>
                <a:gd name="csY23" fmla="*/ 206488 h 229351"/>
                <a:gd name="csX24" fmla="*/ 96848 w 216988"/>
                <a:gd name="csY24" fmla="*/ 229351 h 229351"/>
                <a:gd name="csX25" fmla="*/ 48066 w 216988"/>
                <a:gd name="csY25" fmla="*/ 218707 h 229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216988" h="229351">
                  <a:moveTo>
                    <a:pt x="48114" y="218755"/>
                  </a:moveTo>
                  <a:cubicBezTo>
                    <a:pt x="33412" y="211643"/>
                    <a:pt x="21670" y="201571"/>
                    <a:pt x="13031" y="188397"/>
                  </a:cubicBezTo>
                  <a:cubicBezTo>
                    <a:pt x="4344" y="175271"/>
                    <a:pt x="0" y="160236"/>
                    <a:pt x="0" y="143291"/>
                  </a:cubicBezTo>
                  <a:cubicBezTo>
                    <a:pt x="0" y="138422"/>
                    <a:pt x="525" y="132599"/>
                    <a:pt x="1575" y="125821"/>
                  </a:cubicBezTo>
                  <a:lnTo>
                    <a:pt x="6014" y="99759"/>
                  </a:lnTo>
                  <a:cubicBezTo>
                    <a:pt x="17470" y="33269"/>
                    <a:pt x="56944" y="0"/>
                    <a:pt x="124532" y="0"/>
                  </a:cubicBezTo>
                  <a:cubicBezTo>
                    <a:pt x="142336" y="0"/>
                    <a:pt x="158279" y="2959"/>
                    <a:pt x="172360" y="8878"/>
                  </a:cubicBezTo>
                  <a:cubicBezTo>
                    <a:pt x="186440" y="14797"/>
                    <a:pt x="197419" y="23245"/>
                    <a:pt x="205247" y="34128"/>
                  </a:cubicBezTo>
                  <a:cubicBezTo>
                    <a:pt x="213075" y="45059"/>
                    <a:pt x="216989" y="57803"/>
                    <a:pt x="216989" y="72409"/>
                  </a:cubicBezTo>
                  <a:cubicBezTo>
                    <a:pt x="216989" y="77707"/>
                    <a:pt x="216559" y="82576"/>
                    <a:pt x="215700" y="87015"/>
                  </a:cubicBezTo>
                  <a:lnTo>
                    <a:pt x="176942" y="87015"/>
                  </a:lnTo>
                  <a:cubicBezTo>
                    <a:pt x="177562" y="83817"/>
                    <a:pt x="177896" y="80667"/>
                    <a:pt x="177896" y="77469"/>
                  </a:cubicBezTo>
                  <a:cubicBezTo>
                    <a:pt x="177896" y="64342"/>
                    <a:pt x="172885" y="54128"/>
                    <a:pt x="162813" y="46825"/>
                  </a:cubicBezTo>
                  <a:cubicBezTo>
                    <a:pt x="152742" y="39522"/>
                    <a:pt x="139234" y="35847"/>
                    <a:pt x="122289" y="35847"/>
                  </a:cubicBezTo>
                  <a:cubicBezTo>
                    <a:pt x="100666" y="35847"/>
                    <a:pt x="83387" y="41288"/>
                    <a:pt x="70357" y="52219"/>
                  </a:cubicBezTo>
                  <a:cubicBezTo>
                    <a:pt x="57326" y="63149"/>
                    <a:pt x="49021" y="78948"/>
                    <a:pt x="45393" y="99712"/>
                  </a:cubicBezTo>
                  <a:lnTo>
                    <a:pt x="40620" y="126728"/>
                  </a:lnTo>
                  <a:cubicBezTo>
                    <a:pt x="39761" y="132647"/>
                    <a:pt x="39331" y="136990"/>
                    <a:pt x="39331" y="139759"/>
                  </a:cubicBezTo>
                  <a:cubicBezTo>
                    <a:pt x="39331" y="156274"/>
                    <a:pt x="44725" y="169352"/>
                    <a:pt x="55512" y="178994"/>
                  </a:cubicBezTo>
                  <a:cubicBezTo>
                    <a:pt x="66299" y="188636"/>
                    <a:pt x="80380" y="193457"/>
                    <a:pt x="97755" y="193457"/>
                  </a:cubicBezTo>
                  <a:cubicBezTo>
                    <a:pt x="117038" y="193457"/>
                    <a:pt x="132694" y="188970"/>
                    <a:pt x="144771" y="179949"/>
                  </a:cubicBezTo>
                  <a:cubicBezTo>
                    <a:pt x="156847" y="170928"/>
                    <a:pt x="164341" y="158279"/>
                    <a:pt x="167348" y="142002"/>
                  </a:cubicBezTo>
                  <a:lnTo>
                    <a:pt x="206106" y="142002"/>
                  </a:lnTo>
                  <a:cubicBezTo>
                    <a:pt x="201237" y="169734"/>
                    <a:pt x="189734" y="191261"/>
                    <a:pt x="171644" y="206488"/>
                  </a:cubicBezTo>
                  <a:cubicBezTo>
                    <a:pt x="153553" y="221714"/>
                    <a:pt x="128589" y="229351"/>
                    <a:pt x="96848" y="229351"/>
                  </a:cubicBezTo>
                  <a:cubicBezTo>
                    <a:pt x="79044" y="229351"/>
                    <a:pt x="62815" y="225819"/>
                    <a:pt x="48066" y="218707"/>
                  </a:cubicBezTo>
                  <a:close/>
                </a:path>
              </a:pathLst>
            </a:custGeom>
            <a:solidFill>
              <a:srgbClr val="FFFFFF"/>
            </a:solidFill>
            <a:ln w="477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4F9AEEEC-CA2D-80ED-35E9-2689150F5D7D}"/>
                </a:ext>
              </a:extLst>
            </p:cNvPr>
            <p:cNvSpPr/>
            <p:nvPr/>
          </p:nvSpPr>
          <p:spPr>
            <a:xfrm>
              <a:off x="644967" y="2131113"/>
              <a:ext cx="218277" cy="229351"/>
            </a:xfrm>
            <a:custGeom>
              <a:avLst/>
              <a:gdLst>
                <a:gd name="csX0" fmla="*/ 44152 w 218277"/>
                <a:gd name="csY0" fmla="*/ 218994 h 229351"/>
                <a:gd name="csX1" fmla="*/ 11599 w 218277"/>
                <a:gd name="csY1" fmla="*/ 189782 h 229351"/>
                <a:gd name="csX2" fmla="*/ 0 w 218277"/>
                <a:gd name="csY2" fmla="*/ 146107 h 229351"/>
                <a:gd name="csX3" fmla="*/ 1575 w 218277"/>
                <a:gd name="csY3" fmla="*/ 127348 h 229351"/>
                <a:gd name="csX4" fmla="*/ 6014 w 218277"/>
                <a:gd name="csY4" fmla="*/ 101621 h 229351"/>
                <a:gd name="csX5" fmla="*/ 44152 w 218277"/>
                <a:gd name="csY5" fmla="*/ 26348 h 229351"/>
                <a:gd name="csX6" fmla="*/ 125821 w 218277"/>
                <a:gd name="csY6" fmla="*/ 0 h 229351"/>
                <a:gd name="csX7" fmla="*/ 173314 w 218277"/>
                <a:gd name="csY7" fmla="*/ 10024 h 229351"/>
                <a:gd name="csX8" fmla="*/ 206345 w 218277"/>
                <a:gd name="csY8" fmla="*/ 38758 h 229351"/>
                <a:gd name="csX9" fmla="*/ 218278 w 218277"/>
                <a:gd name="csY9" fmla="*/ 82910 h 229351"/>
                <a:gd name="csX10" fmla="*/ 216702 w 218277"/>
                <a:gd name="csY10" fmla="*/ 101955 h 229351"/>
                <a:gd name="csX11" fmla="*/ 211929 w 218277"/>
                <a:gd name="csY11" fmla="*/ 128017 h 229351"/>
                <a:gd name="csX12" fmla="*/ 173792 w 218277"/>
                <a:gd name="csY12" fmla="*/ 203147 h 229351"/>
                <a:gd name="csX13" fmla="*/ 92122 w 218277"/>
                <a:gd name="csY13" fmla="*/ 229351 h 229351"/>
                <a:gd name="csX14" fmla="*/ 44152 w 218277"/>
                <a:gd name="csY14" fmla="*/ 219041 h 229351"/>
                <a:gd name="csX15" fmla="*/ 39379 w 218277"/>
                <a:gd name="csY15" fmla="*/ 142575 h 229351"/>
                <a:gd name="csX16" fmla="*/ 54128 w 218277"/>
                <a:gd name="csY16" fmla="*/ 180044 h 229351"/>
                <a:gd name="csX17" fmla="*/ 95607 w 218277"/>
                <a:gd name="csY17" fmla="*/ 193409 h 229351"/>
                <a:gd name="csX18" fmla="*/ 147730 w 218277"/>
                <a:gd name="csY18" fmla="*/ 176274 h 229351"/>
                <a:gd name="csX19" fmla="*/ 172837 w 218277"/>
                <a:gd name="csY19" fmla="*/ 126728 h 229351"/>
                <a:gd name="csX20" fmla="*/ 177276 w 218277"/>
                <a:gd name="csY20" fmla="*/ 102289 h 229351"/>
                <a:gd name="csX21" fmla="*/ 178565 w 218277"/>
                <a:gd name="csY21" fmla="*/ 87063 h 229351"/>
                <a:gd name="csX22" fmla="*/ 163959 w 218277"/>
                <a:gd name="csY22" fmla="*/ 49259 h 229351"/>
                <a:gd name="csX23" fmla="*/ 122337 w 218277"/>
                <a:gd name="csY23" fmla="*/ 35894 h 229351"/>
                <a:gd name="csX24" fmla="*/ 70404 w 218277"/>
                <a:gd name="csY24" fmla="*/ 53030 h 229351"/>
                <a:gd name="csX25" fmla="*/ 45488 w 218277"/>
                <a:gd name="csY25" fmla="*/ 102576 h 229351"/>
                <a:gd name="csX26" fmla="*/ 41049 w 218277"/>
                <a:gd name="csY26" fmla="*/ 127014 h 229351"/>
                <a:gd name="csX27" fmla="*/ 39474 w 218277"/>
                <a:gd name="csY27" fmla="*/ 142575 h 229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218277" h="229351">
                  <a:moveTo>
                    <a:pt x="44152" y="218994"/>
                  </a:moveTo>
                  <a:cubicBezTo>
                    <a:pt x="30167" y="212120"/>
                    <a:pt x="19331" y="202383"/>
                    <a:pt x="11599" y="189782"/>
                  </a:cubicBezTo>
                  <a:cubicBezTo>
                    <a:pt x="3866" y="177180"/>
                    <a:pt x="0" y="162622"/>
                    <a:pt x="0" y="146107"/>
                  </a:cubicBezTo>
                  <a:cubicBezTo>
                    <a:pt x="0" y="138900"/>
                    <a:pt x="525" y="132647"/>
                    <a:pt x="1575" y="127348"/>
                  </a:cubicBezTo>
                  <a:lnTo>
                    <a:pt x="6014" y="101621"/>
                  </a:lnTo>
                  <a:cubicBezTo>
                    <a:pt x="11503" y="69020"/>
                    <a:pt x="24248" y="43913"/>
                    <a:pt x="44152" y="26348"/>
                  </a:cubicBezTo>
                  <a:cubicBezTo>
                    <a:pt x="64056" y="8783"/>
                    <a:pt x="91263" y="0"/>
                    <a:pt x="125821" y="0"/>
                  </a:cubicBezTo>
                  <a:cubicBezTo>
                    <a:pt x="143386" y="0"/>
                    <a:pt x="159233" y="3341"/>
                    <a:pt x="173314" y="10024"/>
                  </a:cubicBezTo>
                  <a:cubicBezTo>
                    <a:pt x="187395" y="16706"/>
                    <a:pt x="198421" y="26300"/>
                    <a:pt x="206345" y="38758"/>
                  </a:cubicBezTo>
                  <a:cubicBezTo>
                    <a:pt x="214268" y="51264"/>
                    <a:pt x="218278" y="65965"/>
                    <a:pt x="218278" y="82910"/>
                  </a:cubicBezTo>
                  <a:cubicBezTo>
                    <a:pt x="218278" y="90118"/>
                    <a:pt x="217752" y="96466"/>
                    <a:pt x="216702" y="101955"/>
                  </a:cubicBezTo>
                  <a:lnTo>
                    <a:pt x="211929" y="128017"/>
                  </a:lnTo>
                  <a:cubicBezTo>
                    <a:pt x="206201" y="160618"/>
                    <a:pt x="193505" y="185677"/>
                    <a:pt x="173792" y="203147"/>
                  </a:cubicBezTo>
                  <a:cubicBezTo>
                    <a:pt x="154078" y="220616"/>
                    <a:pt x="126871" y="229351"/>
                    <a:pt x="92122" y="229351"/>
                  </a:cubicBezTo>
                  <a:cubicBezTo>
                    <a:pt x="74128" y="229351"/>
                    <a:pt x="58137" y="225915"/>
                    <a:pt x="44152" y="219041"/>
                  </a:cubicBezTo>
                  <a:close/>
                  <a:moveTo>
                    <a:pt x="39379" y="142575"/>
                  </a:moveTo>
                  <a:cubicBezTo>
                    <a:pt x="39379" y="158661"/>
                    <a:pt x="44295" y="171166"/>
                    <a:pt x="54128" y="180044"/>
                  </a:cubicBezTo>
                  <a:cubicBezTo>
                    <a:pt x="63961" y="188923"/>
                    <a:pt x="77803" y="193409"/>
                    <a:pt x="95607" y="193409"/>
                  </a:cubicBezTo>
                  <a:cubicBezTo>
                    <a:pt x="117229" y="193409"/>
                    <a:pt x="134556" y="187681"/>
                    <a:pt x="147730" y="176274"/>
                  </a:cubicBezTo>
                  <a:cubicBezTo>
                    <a:pt x="160856" y="164818"/>
                    <a:pt x="169209" y="148303"/>
                    <a:pt x="172837" y="126728"/>
                  </a:cubicBezTo>
                  <a:lnTo>
                    <a:pt x="177276" y="102289"/>
                  </a:lnTo>
                  <a:cubicBezTo>
                    <a:pt x="178135" y="97421"/>
                    <a:pt x="178565" y="92313"/>
                    <a:pt x="178565" y="87063"/>
                  </a:cubicBezTo>
                  <a:cubicBezTo>
                    <a:pt x="178565" y="70739"/>
                    <a:pt x="173696" y="58137"/>
                    <a:pt x="163959" y="49259"/>
                  </a:cubicBezTo>
                  <a:cubicBezTo>
                    <a:pt x="154221" y="40381"/>
                    <a:pt x="140332" y="35894"/>
                    <a:pt x="122337" y="35894"/>
                  </a:cubicBezTo>
                  <a:cubicBezTo>
                    <a:pt x="100714" y="35894"/>
                    <a:pt x="83435" y="41622"/>
                    <a:pt x="70404" y="53030"/>
                  </a:cubicBezTo>
                  <a:cubicBezTo>
                    <a:pt x="57374" y="64486"/>
                    <a:pt x="49068" y="81001"/>
                    <a:pt x="45488" y="102576"/>
                  </a:cubicBezTo>
                  <a:lnTo>
                    <a:pt x="41049" y="127014"/>
                  </a:lnTo>
                  <a:cubicBezTo>
                    <a:pt x="39999" y="132933"/>
                    <a:pt x="39474" y="138136"/>
                    <a:pt x="39474" y="142575"/>
                  </a:cubicBezTo>
                  <a:close/>
                </a:path>
              </a:pathLst>
            </a:custGeom>
            <a:solidFill>
              <a:srgbClr val="FFFFFF"/>
            </a:solidFill>
            <a:ln w="477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70FE309F-F895-F5A2-1ED7-082C255DCDDC}"/>
                </a:ext>
              </a:extLst>
            </p:cNvPr>
            <p:cNvSpPr/>
            <p:nvPr/>
          </p:nvSpPr>
          <p:spPr>
            <a:xfrm>
              <a:off x="880046" y="2134550"/>
              <a:ext cx="232597" cy="222382"/>
            </a:xfrm>
            <a:custGeom>
              <a:avLst/>
              <a:gdLst>
                <a:gd name="csX0" fmla="*/ 39092 w 232597"/>
                <a:gd name="csY0" fmla="*/ 0 h 222382"/>
                <a:gd name="csX1" fmla="*/ 108351 w 232597"/>
                <a:gd name="csY1" fmla="*/ 0 h 222382"/>
                <a:gd name="csX2" fmla="*/ 153171 w 232597"/>
                <a:gd name="csY2" fmla="*/ 189686 h 222382"/>
                <a:gd name="csX3" fmla="*/ 161429 w 232597"/>
                <a:gd name="csY3" fmla="*/ 189686 h 222382"/>
                <a:gd name="csX4" fmla="*/ 194794 w 232597"/>
                <a:gd name="csY4" fmla="*/ 0 h 222382"/>
                <a:gd name="csX5" fmla="*/ 232597 w 232597"/>
                <a:gd name="csY5" fmla="*/ 0 h 222382"/>
                <a:gd name="csX6" fmla="*/ 193505 w 232597"/>
                <a:gd name="csY6" fmla="*/ 222383 h 222382"/>
                <a:gd name="csX7" fmla="*/ 124246 w 232597"/>
                <a:gd name="csY7" fmla="*/ 222383 h 222382"/>
                <a:gd name="csX8" fmla="*/ 79426 w 232597"/>
                <a:gd name="csY8" fmla="*/ 32410 h 222382"/>
                <a:gd name="csX9" fmla="*/ 71168 w 232597"/>
                <a:gd name="csY9" fmla="*/ 32410 h 222382"/>
                <a:gd name="csX10" fmla="*/ 37804 w 232597"/>
                <a:gd name="csY10" fmla="*/ 222383 h 222382"/>
                <a:gd name="csX11" fmla="*/ 0 w 232597"/>
                <a:gd name="csY11" fmla="*/ 222383 h 222382"/>
                <a:gd name="csX12" fmla="*/ 39092 w 232597"/>
                <a:gd name="csY12" fmla="*/ 0 h 2223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32597" h="222382">
                  <a:moveTo>
                    <a:pt x="39092" y="0"/>
                  </a:moveTo>
                  <a:lnTo>
                    <a:pt x="108351" y="0"/>
                  </a:lnTo>
                  <a:lnTo>
                    <a:pt x="153171" y="189686"/>
                  </a:lnTo>
                  <a:lnTo>
                    <a:pt x="161429" y="189686"/>
                  </a:lnTo>
                  <a:lnTo>
                    <a:pt x="194794" y="0"/>
                  </a:lnTo>
                  <a:lnTo>
                    <a:pt x="232597" y="0"/>
                  </a:lnTo>
                  <a:lnTo>
                    <a:pt x="193505" y="222383"/>
                  </a:lnTo>
                  <a:lnTo>
                    <a:pt x="124246" y="222383"/>
                  </a:lnTo>
                  <a:lnTo>
                    <a:pt x="79426" y="32410"/>
                  </a:lnTo>
                  <a:lnTo>
                    <a:pt x="71168" y="32410"/>
                  </a:lnTo>
                  <a:lnTo>
                    <a:pt x="37804" y="222383"/>
                  </a:lnTo>
                  <a:lnTo>
                    <a:pt x="0" y="222383"/>
                  </a:lnTo>
                  <a:lnTo>
                    <a:pt x="39092" y="0"/>
                  </a:lnTo>
                  <a:close/>
                </a:path>
              </a:pathLst>
            </a:custGeom>
            <a:solidFill>
              <a:srgbClr val="FFFFFF"/>
            </a:solidFill>
            <a:ln w="477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135A574-587F-2033-4276-67E881A1E1A3}"/>
                </a:ext>
              </a:extLst>
            </p:cNvPr>
            <p:cNvSpPr/>
            <p:nvPr/>
          </p:nvSpPr>
          <p:spPr>
            <a:xfrm>
              <a:off x="1116891" y="2134550"/>
              <a:ext cx="195270" cy="222430"/>
            </a:xfrm>
            <a:custGeom>
              <a:avLst/>
              <a:gdLst>
                <a:gd name="csX0" fmla="*/ 38949 w 195270"/>
                <a:gd name="csY0" fmla="*/ 0 h 222430"/>
                <a:gd name="csX1" fmla="*/ 195271 w 195270"/>
                <a:gd name="csY1" fmla="*/ 0 h 222430"/>
                <a:gd name="csX2" fmla="*/ 189257 w 195270"/>
                <a:gd name="csY2" fmla="*/ 33985 h 222430"/>
                <a:gd name="csX3" fmla="*/ 70452 w 195270"/>
                <a:gd name="csY3" fmla="*/ 33985 h 222430"/>
                <a:gd name="csX4" fmla="*/ 60619 w 195270"/>
                <a:gd name="csY4" fmla="*/ 91502 h 222430"/>
                <a:gd name="csX5" fmla="*/ 172789 w 195270"/>
                <a:gd name="csY5" fmla="*/ 91502 h 222430"/>
                <a:gd name="csX6" fmla="*/ 166775 w 195270"/>
                <a:gd name="csY6" fmla="*/ 125201 h 222430"/>
                <a:gd name="csX7" fmla="*/ 54605 w 195270"/>
                <a:gd name="csY7" fmla="*/ 125201 h 222430"/>
                <a:gd name="csX8" fmla="*/ 43484 w 195270"/>
                <a:gd name="csY8" fmla="*/ 188111 h 222430"/>
                <a:gd name="csX9" fmla="*/ 165486 w 195270"/>
                <a:gd name="csY9" fmla="*/ 188111 h 222430"/>
                <a:gd name="csX10" fmla="*/ 159472 w 195270"/>
                <a:gd name="csY10" fmla="*/ 222430 h 222430"/>
                <a:gd name="csX11" fmla="*/ 0 w 195270"/>
                <a:gd name="csY11" fmla="*/ 222430 h 222430"/>
                <a:gd name="csX12" fmla="*/ 39092 w 195270"/>
                <a:gd name="csY12" fmla="*/ 48 h 2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95270" h="222430">
                  <a:moveTo>
                    <a:pt x="38949" y="0"/>
                  </a:moveTo>
                  <a:lnTo>
                    <a:pt x="195271" y="0"/>
                  </a:lnTo>
                  <a:lnTo>
                    <a:pt x="189257" y="33985"/>
                  </a:lnTo>
                  <a:lnTo>
                    <a:pt x="70452" y="33985"/>
                  </a:lnTo>
                  <a:lnTo>
                    <a:pt x="60619" y="91502"/>
                  </a:lnTo>
                  <a:lnTo>
                    <a:pt x="172789" y="91502"/>
                  </a:lnTo>
                  <a:lnTo>
                    <a:pt x="166775" y="125201"/>
                  </a:lnTo>
                  <a:lnTo>
                    <a:pt x="54605" y="125201"/>
                  </a:lnTo>
                  <a:lnTo>
                    <a:pt x="43484" y="188111"/>
                  </a:lnTo>
                  <a:lnTo>
                    <a:pt x="165486" y="188111"/>
                  </a:lnTo>
                  <a:lnTo>
                    <a:pt x="159472" y="222430"/>
                  </a:lnTo>
                  <a:lnTo>
                    <a:pt x="0" y="222430"/>
                  </a:lnTo>
                  <a:lnTo>
                    <a:pt x="39092" y="48"/>
                  </a:lnTo>
                  <a:close/>
                </a:path>
              </a:pathLst>
            </a:custGeom>
            <a:solidFill>
              <a:srgbClr val="FFFFFF"/>
            </a:solidFill>
            <a:ln w="477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C50DC94-B5C7-14A0-5F34-1C5B13648FED}"/>
                </a:ext>
              </a:extLst>
            </p:cNvPr>
            <p:cNvSpPr/>
            <p:nvPr/>
          </p:nvSpPr>
          <p:spPr>
            <a:xfrm>
              <a:off x="1301374" y="2134502"/>
              <a:ext cx="248109" cy="222430"/>
            </a:xfrm>
            <a:custGeom>
              <a:avLst/>
              <a:gdLst>
                <a:gd name="csX0" fmla="*/ 87970 w 248109"/>
                <a:gd name="csY0" fmla="*/ 111215 h 222430"/>
                <a:gd name="csX1" fmla="*/ 39045 w 248109"/>
                <a:gd name="csY1" fmla="*/ 0 h 222430"/>
                <a:gd name="csX2" fmla="*/ 81001 w 248109"/>
                <a:gd name="csY2" fmla="*/ 0 h 222430"/>
                <a:gd name="csX3" fmla="*/ 120380 w 248109"/>
                <a:gd name="csY3" fmla="*/ 94652 h 222430"/>
                <a:gd name="csX4" fmla="*/ 128637 w 248109"/>
                <a:gd name="csY4" fmla="*/ 94652 h 222430"/>
                <a:gd name="csX5" fmla="*/ 199805 w 248109"/>
                <a:gd name="csY5" fmla="*/ 0 h 222430"/>
                <a:gd name="csX6" fmla="*/ 248110 w 248109"/>
                <a:gd name="csY6" fmla="*/ 0 h 222430"/>
                <a:gd name="csX7" fmla="*/ 160093 w 248109"/>
                <a:gd name="csY7" fmla="*/ 111215 h 222430"/>
                <a:gd name="csX8" fmla="*/ 206488 w 248109"/>
                <a:gd name="csY8" fmla="*/ 222430 h 222430"/>
                <a:gd name="csX9" fmla="*/ 165200 w 248109"/>
                <a:gd name="csY9" fmla="*/ 222430 h 222430"/>
                <a:gd name="csX10" fmla="*/ 127730 w 248109"/>
                <a:gd name="csY10" fmla="*/ 127444 h 222430"/>
                <a:gd name="csX11" fmla="*/ 119473 w 248109"/>
                <a:gd name="csY11" fmla="*/ 127444 h 222430"/>
                <a:gd name="csX12" fmla="*/ 47970 w 248109"/>
                <a:gd name="csY12" fmla="*/ 222430 h 222430"/>
                <a:gd name="csX13" fmla="*/ 0 w 248109"/>
                <a:gd name="csY13" fmla="*/ 222430 h 222430"/>
                <a:gd name="csX14" fmla="*/ 88017 w 248109"/>
                <a:gd name="csY14" fmla="*/ 111215 h 2224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48109" h="222430">
                  <a:moveTo>
                    <a:pt x="87970" y="111215"/>
                  </a:moveTo>
                  <a:lnTo>
                    <a:pt x="39045" y="0"/>
                  </a:lnTo>
                  <a:lnTo>
                    <a:pt x="81001" y="0"/>
                  </a:lnTo>
                  <a:lnTo>
                    <a:pt x="120380" y="94652"/>
                  </a:lnTo>
                  <a:lnTo>
                    <a:pt x="128637" y="94652"/>
                  </a:lnTo>
                  <a:lnTo>
                    <a:pt x="199805" y="0"/>
                  </a:lnTo>
                  <a:lnTo>
                    <a:pt x="248110" y="0"/>
                  </a:lnTo>
                  <a:lnTo>
                    <a:pt x="160093" y="111215"/>
                  </a:lnTo>
                  <a:lnTo>
                    <a:pt x="206488" y="222430"/>
                  </a:lnTo>
                  <a:lnTo>
                    <a:pt x="165200" y="222430"/>
                  </a:lnTo>
                  <a:lnTo>
                    <a:pt x="127730" y="127444"/>
                  </a:lnTo>
                  <a:lnTo>
                    <a:pt x="119473" y="127444"/>
                  </a:lnTo>
                  <a:lnTo>
                    <a:pt x="47970" y="222430"/>
                  </a:lnTo>
                  <a:lnTo>
                    <a:pt x="0" y="222430"/>
                  </a:lnTo>
                  <a:lnTo>
                    <a:pt x="88017" y="111215"/>
                  </a:lnTo>
                  <a:close/>
                </a:path>
              </a:pathLst>
            </a:custGeom>
            <a:solidFill>
              <a:srgbClr val="FFFFFF"/>
            </a:solidFill>
            <a:ln w="477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94999DD-4BD8-136D-C074-F46FEBE3B89D}"/>
                </a:ext>
              </a:extLst>
            </p:cNvPr>
            <p:cNvSpPr/>
            <p:nvPr/>
          </p:nvSpPr>
          <p:spPr>
            <a:xfrm>
              <a:off x="1523805" y="2063955"/>
              <a:ext cx="224530" cy="292977"/>
            </a:xfrm>
            <a:custGeom>
              <a:avLst/>
              <a:gdLst>
                <a:gd name="csX0" fmla="*/ 117802 w 224530"/>
                <a:gd name="csY0" fmla="*/ 70595 h 292977"/>
                <a:gd name="csX1" fmla="*/ 180713 w 224530"/>
                <a:gd name="csY1" fmla="*/ 70595 h 292977"/>
                <a:gd name="csX2" fmla="*/ 219805 w 224530"/>
                <a:gd name="csY2" fmla="*/ 292978 h 292977"/>
                <a:gd name="csX3" fmla="*/ 181381 w 224530"/>
                <a:gd name="csY3" fmla="*/ 292978 h 292977"/>
                <a:gd name="csX4" fmla="*/ 174078 w 224530"/>
                <a:gd name="csY4" fmla="*/ 250401 h 292977"/>
                <a:gd name="csX5" fmla="*/ 64152 w 224530"/>
                <a:gd name="csY5" fmla="*/ 250401 h 292977"/>
                <a:gd name="csX6" fmla="*/ 42243 w 224530"/>
                <a:gd name="csY6" fmla="*/ 292978 h 292977"/>
                <a:gd name="csX7" fmla="*/ 0 w 224530"/>
                <a:gd name="csY7" fmla="*/ 292978 h 292977"/>
                <a:gd name="csX8" fmla="*/ 117850 w 224530"/>
                <a:gd name="csY8" fmla="*/ 70595 h 292977"/>
                <a:gd name="csX9" fmla="*/ 169257 w 224530"/>
                <a:gd name="csY9" fmla="*/ 217657 h 292977"/>
                <a:gd name="csX10" fmla="*/ 149544 w 224530"/>
                <a:gd name="csY10" fmla="*/ 99807 h 292977"/>
                <a:gd name="csX11" fmla="*/ 141286 w 224530"/>
                <a:gd name="csY11" fmla="*/ 99807 h 292977"/>
                <a:gd name="csX12" fmla="*/ 80619 w 224530"/>
                <a:gd name="csY12" fmla="*/ 217657 h 292977"/>
                <a:gd name="csX13" fmla="*/ 169257 w 224530"/>
                <a:gd name="csY13" fmla="*/ 217657 h 292977"/>
                <a:gd name="csX14" fmla="*/ 195318 w 224530"/>
                <a:gd name="csY14" fmla="*/ 48 h 292977"/>
                <a:gd name="csX15" fmla="*/ 224530 w 224530"/>
                <a:gd name="csY15" fmla="*/ 48 h 292977"/>
                <a:gd name="csX16" fmla="*/ 222287 w 224530"/>
                <a:gd name="csY16" fmla="*/ 12744 h 292977"/>
                <a:gd name="csX17" fmla="*/ 211643 w 224530"/>
                <a:gd name="csY17" fmla="*/ 35799 h 292977"/>
                <a:gd name="csX18" fmla="*/ 188588 w 224530"/>
                <a:gd name="csY18" fmla="*/ 44200 h 292977"/>
                <a:gd name="csX19" fmla="*/ 172407 w 224530"/>
                <a:gd name="csY19" fmla="*/ 41813 h 292977"/>
                <a:gd name="csX20" fmla="*/ 154937 w 224530"/>
                <a:gd name="csY20" fmla="*/ 34987 h 292977"/>
                <a:gd name="csX21" fmla="*/ 144150 w 224530"/>
                <a:gd name="csY21" fmla="*/ 30835 h 292977"/>
                <a:gd name="csX22" fmla="*/ 134938 w 224530"/>
                <a:gd name="csY22" fmla="*/ 28925 h 292977"/>
                <a:gd name="csX23" fmla="*/ 121573 w 224530"/>
                <a:gd name="csY23" fmla="*/ 39092 h 292977"/>
                <a:gd name="csX24" fmla="*/ 120618 w 224530"/>
                <a:gd name="csY24" fmla="*/ 44486 h 292977"/>
                <a:gd name="csX25" fmla="*/ 91072 w 224530"/>
                <a:gd name="csY25" fmla="*/ 44486 h 292977"/>
                <a:gd name="csX26" fmla="*/ 92981 w 224530"/>
                <a:gd name="csY26" fmla="*/ 33985 h 292977"/>
                <a:gd name="csX27" fmla="*/ 105058 w 224530"/>
                <a:gd name="csY27" fmla="*/ 8878 h 292977"/>
                <a:gd name="csX28" fmla="*/ 130451 w 224530"/>
                <a:gd name="csY28" fmla="*/ 0 h 292977"/>
                <a:gd name="csX29" fmla="*/ 146346 w 224530"/>
                <a:gd name="csY29" fmla="*/ 2387 h 292977"/>
                <a:gd name="csX30" fmla="*/ 164150 w 224530"/>
                <a:gd name="csY30" fmla="*/ 9212 h 292977"/>
                <a:gd name="csX31" fmla="*/ 174937 w 224530"/>
                <a:gd name="csY31" fmla="*/ 13365 h 292977"/>
                <a:gd name="csX32" fmla="*/ 183815 w 224530"/>
                <a:gd name="csY32" fmla="*/ 15274 h 292977"/>
                <a:gd name="csX33" fmla="*/ 191118 w 224530"/>
                <a:gd name="csY33" fmla="*/ 12744 h 292977"/>
                <a:gd name="csX34" fmla="*/ 194316 w 224530"/>
                <a:gd name="csY34" fmla="*/ 5776 h 292977"/>
                <a:gd name="csX35" fmla="*/ 195271 w 224530"/>
                <a:gd name="csY35" fmla="*/ 48 h 2929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224530" h="292977">
                  <a:moveTo>
                    <a:pt x="117802" y="70595"/>
                  </a:moveTo>
                  <a:lnTo>
                    <a:pt x="180713" y="70595"/>
                  </a:lnTo>
                  <a:lnTo>
                    <a:pt x="219805" y="292978"/>
                  </a:lnTo>
                  <a:lnTo>
                    <a:pt x="181381" y="292978"/>
                  </a:lnTo>
                  <a:lnTo>
                    <a:pt x="174078" y="250401"/>
                  </a:lnTo>
                  <a:lnTo>
                    <a:pt x="64152" y="250401"/>
                  </a:lnTo>
                  <a:lnTo>
                    <a:pt x="42243" y="292978"/>
                  </a:lnTo>
                  <a:lnTo>
                    <a:pt x="0" y="292978"/>
                  </a:lnTo>
                  <a:lnTo>
                    <a:pt x="117850" y="70595"/>
                  </a:lnTo>
                  <a:close/>
                  <a:moveTo>
                    <a:pt x="169257" y="217657"/>
                  </a:moveTo>
                  <a:lnTo>
                    <a:pt x="149544" y="99807"/>
                  </a:lnTo>
                  <a:lnTo>
                    <a:pt x="141286" y="99807"/>
                  </a:lnTo>
                  <a:lnTo>
                    <a:pt x="80619" y="217657"/>
                  </a:lnTo>
                  <a:lnTo>
                    <a:pt x="169257" y="217657"/>
                  </a:lnTo>
                  <a:close/>
                  <a:moveTo>
                    <a:pt x="195318" y="48"/>
                  </a:moveTo>
                  <a:lnTo>
                    <a:pt x="224530" y="48"/>
                  </a:lnTo>
                  <a:lnTo>
                    <a:pt x="222287" y="12744"/>
                  </a:lnTo>
                  <a:cubicBezTo>
                    <a:pt x="220807" y="22482"/>
                    <a:pt x="217275" y="30167"/>
                    <a:pt x="211643" y="35799"/>
                  </a:cubicBezTo>
                  <a:cubicBezTo>
                    <a:pt x="206010" y="41431"/>
                    <a:pt x="198326" y="44200"/>
                    <a:pt x="188588" y="44200"/>
                  </a:cubicBezTo>
                  <a:cubicBezTo>
                    <a:pt x="182861" y="44200"/>
                    <a:pt x="177467" y="43388"/>
                    <a:pt x="172407" y="41813"/>
                  </a:cubicBezTo>
                  <a:cubicBezTo>
                    <a:pt x="167348" y="40238"/>
                    <a:pt x="161477" y="37947"/>
                    <a:pt x="154937" y="34987"/>
                  </a:cubicBezTo>
                  <a:cubicBezTo>
                    <a:pt x="151310" y="33508"/>
                    <a:pt x="147730" y="32124"/>
                    <a:pt x="144150" y="30835"/>
                  </a:cubicBezTo>
                  <a:cubicBezTo>
                    <a:pt x="140570" y="29546"/>
                    <a:pt x="137468" y="28925"/>
                    <a:pt x="134938" y="28925"/>
                  </a:cubicBezTo>
                  <a:cubicBezTo>
                    <a:pt x="127110" y="28925"/>
                    <a:pt x="122671" y="32314"/>
                    <a:pt x="121573" y="39092"/>
                  </a:cubicBezTo>
                  <a:lnTo>
                    <a:pt x="120618" y="44486"/>
                  </a:lnTo>
                  <a:lnTo>
                    <a:pt x="91072" y="44486"/>
                  </a:lnTo>
                  <a:lnTo>
                    <a:pt x="92981" y="33985"/>
                  </a:lnTo>
                  <a:cubicBezTo>
                    <a:pt x="94652" y="23198"/>
                    <a:pt x="98709" y="14797"/>
                    <a:pt x="105058" y="8878"/>
                  </a:cubicBezTo>
                  <a:cubicBezTo>
                    <a:pt x="111406" y="2959"/>
                    <a:pt x="119902" y="0"/>
                    <a:pt x="130451" y="0"/>
                  </a:cubicBezTo>
                  <a:cubicBezTo>
                    <a:pt x="135749" y="0"/>
                    <a:pt x="141047" y="811"/>
                    <a:pt x="146346" y="2387"/>
                  </a:cubicBezTo>
                  <a:cubicBezTo>
                    <a:pt x="151644" y="3962"/>
                    <a:pt x="157563" y="6253"/>
                    <a:pt x="164150" y="9212"/>
                  </a:cubicBezTo>
                  <a:cubicBezTo>
                    <a:pt x="167729" y="10692"/>
                    <a:pt x="171357" y="12076"/>
                    <a:pt x="174937" y="13365"/>
                  </a:cubicBezTo>
                  <a:cubicBezTo>
                    <a:pt x="178517" y="14654"/>
                    <a:pt x="181524" y="15274"/>
                    <a:pt x="183815" y="15274"/>
                  </a:cubicBezTo>
                  <a:cubicBezTo>
                    <a:pt x="187204" y="15274"/>
                    <a:pt x="189638" y="14415"/>
                    <a:pt x="191118" y="12744"/>
                  </a:cubicBezTo>
                  <a:cubicBezTo>
                    <a:pt x="192598" y="11074"/>
                    <a:pt x="193648" y="8735"/>
                    <a:pt x="194316" y="5776"/>
                  </a:cubicBezTo>
                  <a:lnTo>
                    <a:pt x="195271" y="48"/>
                  </a:lnTo>
                  <a:close/>
                </a:path>
              </a:pathLst>
            </a:custGeom>
            <a:solidFill>
              <a:srgbClr val="FFFFFF"/>
            </a:solidFill>
            <a:ln w="477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F916915-4F3F-EEDC-E034-D7CF87B60C21}"/>
                </a:ext>
              </a:extLst>
            </p:cNvPr>
            <p:cNvSpPr/>
            <p:nvPr/>
          </p:nvSpPr>
          <p:spPr>
            <a:xfrm>
              <a:off x="1768048" y="2131113"/>
              <a:ext cx="218277" cy="229351"/>
            </a:xfrm>
            <a:custGeom>
              <a:avLst/>
              <a:gdLst>
                <a:gd name="csX0" fmla="*/ 44152 w 218277"/>
                <a:gd name="csY0" fmla="*/ 218994 h 229351"/>
                <a:gd name="csX1" fmla="*/ 11599 w 218277"/>
                <a:gd name="csY1" fmla="*/ 189782 h 229351"/>
                <a:gd name="csX2" fmla="*/ 0 w 218277"/>
                <a:gd name="csY2" fmla="*/ 146107 h 229351"/>
                <a:gd name="csX3" fmla="*/ 1575 w 218277"/>
                <a:gd name="csY3" fmla="*/ 127348 h 229351"/>
                <a:gd name="csX4" fmla="*/ 6014 w 218277"/>
                <a:gd name="csY4" fmla="*/ 101621 h 229351"/>
                <a:gd name="csX5" fmla="*/ 44152 w 218277"/>
                <a:gd name="csY5" fmla="*/ 26348 h 229351"/>
                <a:gd name="csX6" fmla="*/ 125821 w 218277"/>
                <a:gd name="csY6" fmla="*/ 0 h 229351"/>
                <a:gd name="csX7" fmla="*/ 173314 w 218277"/>
                <a:gd name="csY7" fmla="*/ 10024 h 229351"/>
                <a:gd name="csX8" fmla="*/ 206345 w 218277"/>
                <a:gd name="csY8" fmla="*/ 38758 h 229351"/>
                <a:gd name="csX9" fmla="*/ 218278 w 218277"/>
                <a:gd name="csY9" fmla="*/ 82910 h 229351"/>
                <a:gd name="csX10" fmla="*/ 216703 w 218277"/>
                <a:gd name="csY10" fmla="*/ 101955 h 229351"/>
                <a:gd name="csX11" fmla="*/ 211929 w 218277"/>
                <a:gd name="csY11" fmla="*/ 128017 h 229351"/>
                <a:gd name="csX12" fmla="*/ 173792 w 218277"/>
                <a:gd name="csY12" fmla="*/ 203147 h 229351"/>
                <a:gd name="csX13" fmla="*/ 92122 w 218277"/>
                <a:gd name="csY13" fmla="*/ 229351 h 229351"/>
                <a:gd name="csX14" fmla="*/ 44152 w 218277"/>
                <a:gd name="csY14" fmla="*/ 219041 h 229351"/>
                <a:gd name="csX15" fmla="*/ 39379 w 218277"/>
                <a:gd name="csY15" fmla="*/ 142575 h 229351"/>
                <a:gd name="csX16" fmla="*/ 54128 w 218277"/>
                <a:gd name="csY16" fmla="*/ 180044 h 229351"/>
                <a:gd name="csX17" fmla="*/ 95607 w 218277"/>
                <a:gd name="csY17" fmla="*/ 193409 h 229351"/>
                <a:gd name="csX18" fmla="*/ 147730 w 218277"/>
                <a:gd name="csY18" fmla="*/ 176274 h 229351"/>
                <a:gd name="csX19" fmla="*/ 172837 w 218277"/>
                <a:gd name="csY19" fmla="*/ 126728 h 229351"/>
                <a:gd name="csX20" fmla="*/ 177276 w 218277"/>
                <a:gd name="csY20" fmla="*/ 102289 h 229351"/>
                <a:gd name="csX21" fmla="*/ 178565 w 218277"/>
                <a:gd name="csY21" fmla="*/ 87063 h 229351"/>
                <a:gd name="csX22" fmla="*/ 163959 w 218277"/>
                <a:gd name="csY22" fmla="*/ 49259 h 229351"/>
                <a:gd name="csX23" fmla="*/ 122337 w 218277"/>
                <a:gd name="csY23" fmla="*/ 35894 h 229351"/>
                <a:gd name="csX24" fmla="*/ 70404 w 218277"/>
                <a:gd name="csY24" fmla="*/ 53030 h 229351"/>
                <a:gd name="csX25" fmla="*/ 45488 w 218277"/>
                <a:gd name="csY25" fmla="*/ 102576 h 229351"/>
                <a:gd name="csX26" fmla="*/ 41049 w 218277"/>
                <a:gd name="csY26" fmla="*/ 127014 h 229351"/>
                <a:gd name="csX27" fmla="*/ 39474 w 218277"/>
                <a:gd name="csY27" fmla="*/ 142575 h 2293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</a:cxnLst>
              <a:rect l="l" t="t" r="r" b="b"/>
              <a:pathLst>
                <a:path w="218277" h="229351">
                  <a:moveTo>
                    <a:pt x="44152" y="218994"/>
                  </a:moveTo>
                  <a:cubicBezTo>
                    <a:pt x="30167" y="212120"/>
                    <a:pt x="19331" y="202383"/>
                    <a:pt x="11599" y="189782"/>
                  </a:cubicBezTo>
                  <a:cubicBezTo>
                    <a:pt x="3866" y="177180"/>
                    <a:pt x="0" y="162622"/>
                    <a:pt x="0" y="146107"/>
                  </a:cubicBezTo>
                  <a:cubicBezTo>
                    <a:pt x="0" y="138900"/>
                    <a:pt x="525" y="132647"/>
                    <a:pt x="1575" y="127348"/>
                  </a:cubicBezTo>
                  <a:lnTo>
                    <a:pt x="6014" y="101621"/>
                  </a:lnTo>
                  <a:cubicBezTo>
                    <a:pt x="11503" y="69020"/>
                    <a:pt x="24248" y="43913"/>
                    <a:pt x="44152" y="26348"/>
                  </a:cubicBezTo>
                  <a:cubicBezTo>
                    <a:pt x="64056" y="8783"/>
                    <a:pt x="91263" y="0"/>
                    <a:pt x="125821" y="0"/>
                  </a:cubicBezTo>
                  <a:cubicBezTo>
                    <a:pt x="143386" y="0"/>
                    <a:pt x="159233" y="3341"/>
                    <a:pt x="173314" y="10024"/>
                  </a:cubicBezTo>
                  <a:cubicBezTo>
                    <a:pt x="187395" y="16706"/>
                    <a:pt x="198421" y="26300"/>
                    <a:pt x="206345" y="38758"/>
                  </a:cubicBezTo>
                  <a:cubicBezTo>
                    <a:pt x="214268" y="51264"/>
                    <a:pt x="218278" y="65965"/>
                    <a:pt x="218278" y="82910"/>
                  </a:cubicBezTo>
                  <a:cubicBezTo>
                    <a:pt x="218278" y="90118"/>
                    <a:pt x="217753" y="96466"/>
                    <a:pt x="216703" y="101955"/>
                  </a:cubicBezTo>
                  <a:lnTo>
                    <a:pt x="211929" y="128017"/>
                  </a:lnTo>
                  <a:cubicBezTo>
                    <a:pt x="206201" y="160618"/>
                    <a:pt x="193505" y="185677"/>
                    <a:pt x="173792" y="203147"/>
                  </a:cubicBezTo>
                  <a:cubicBezTo>
                    <a:pt x="154078" y="220616"/>
                    <a:pt x="126871" y="229351"/>
                    <a:pt x="92122" y="229351"/>
                  </a:cubicBezTo>
                  <a:cubicBezTo>
                    <a:pt x="74127" y="229351"/>
                    <a:pt x="58137" y="225915"/>
                    <a:pt x="44152" y="219041"/>
                  </a:cubicBezTo>
                  <a:close/>
                  <a:moveTo>
                    <a:pt x="39379" y="142575"/>
                  </a:moveTo>
                  <a:cubicBezTo>
                    <a:pt x="39379" y="158661"/>
                    <a:pt x="44295" y="171166"/>
                    <a:pt x="54128" y="180044"/>
                  </a:cubicBezTo>
                  <a:cubicBezTo>
                    <a:pt x="63961" y="188923"/>
                    <a:pt x="77803" y="193409"/>
                    <a:pt x="95607" y="193409"/>
                  </a:cubicBezTo>
                  <a:cubicBezTo>
                    <a:pt x="117229" y="193409"/>
                    <a:pt x="134556" y="187681"/>
                    <a:pt x="147730" y="176274"/>
                  </a:cubicBezTo>
                  <a:cubicBezTo>
                    <a:pt x="160856" y="164818"/>
                    <a:pt x="169209" y="148303"/>
                    <a:pt x="172837" y="126728"/>
                  </a:cubicBezTo>
                  <a:lnTo>
                    <a:pt x="177276" y="102289"/>
                  </a:lnTo>
                  <a:cubicBezTo>
                    <a:pt x="178135" y="97421"/>
                    <a:pt x="178565" y="92313"/>
                    <a:pt x="178565" y="87063"/>
                  </a:cubicBezTo>
                  <a:cubicBezTo>
                    <a:pt x="178565" y="70739"/>
                    <a:pt x="173696" y="58137"/>
                    <a:pt x="163959" y="49259"/>
                  </a:cubicBezTo>
                  <a:cubicBezTo>
                    <a:pt x="154221" y="40381"/>
                    <a:pt x="140332" y="35894"/>
                    <a:pt x="122337" y="35894"/>
                  </a:cubicBezTo>
                  <a:cubicBezTo>
                    <a:pt x="100714" y="35894"/>
                    <a:pt x="83435" y="41622"/>
                    <a:pt x="70404" y="53030"/>
                  </a:cubicBezTo>
                  <a:cubicBezTo>
                    <a:pt x="57374" y="64486"/>
                    <a:pt x="49068" y="81001"/>
                    <a:pt x="45488" y="102576"/>
                  </a:cubicBezTo>
                  <a:lnTo>
                    <a:pt x="41049" y="127014"/>
                  </a:lnTo>
                  <a:cubicBezTo>
                    <a:pt x="39999" y="132933"/>
                    <a:pt x="39474" y="138136"/>
                    <a:pt x="39474" y="142575"/>
                  </a:cubicBezTo>
                  <a:close/>
                </a:path>
              </a:pathLst>
            </a:custGeom>
            <a:solidFill>
              <a:srgbClr val="FFFFFF"/>
            </a:solidFill>
            <a:ln w="477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15" name="Graphic 14">
            <a:extLst>
              <a:ext uri="{FF2B5EF4-FFF2-40B4-BE49-F238E27FC236}">
                <a16:creationId xmlns:a16="http://schemas.microsoft.com/office/drawing/2014/main" id="{A59D00C7-58A7-09AB-947F-DB1F99E6A9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217111">
            <a:off x="327651" y="3134991"/>
            <a:ext cx="11536699" cy="588018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1EF08406-01EE-363B-0FA3-4303355A09AC}"/>
              </a:ext>
            </a:extLst>
          </p:cNvPr>
          <p:cNvSpPr/>
          <p:nvPr/>
        </p:nvSpPr>
        <p:spPr>
          <a:xfrm>
            <a:off x="12733516" y="4445978"/>
            <a:ext cx="2973888" cy="156682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>
                <a:solidFill>
                  <a:schemeClr val="tx1"/>
                </a:solidFill>
              </a:rPr>
              <a:t>PRECISA ATUALIZAR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BDB515A-1F86-4604-93F1-EE287629D1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0177656"/>
              </p:ext>
            </p:extLst>
          </p:nvPr>
        </p:nvGraphicFramePr>
        <p:xfrm>
          <a:off x="4239517" y="1906979"/>
          <a:ext cx="7551617" cy="41537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726344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6AAB1-E61A-8E5F-DDE2-FF2838082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5F6F5FC2-82B4-9BC1-D828-8FEC31517EF2}"/>
              </a:ext>
            </a:extLst>
          </p:cNvPr>
          <p:cNvSpPr/>
          <p:nvPr/>
        </p:nvSpPr>
        <p:spPr>
          <a:xfrm flipV="1">
            <a:off x="334963" y="87564"/>
            <a:ext cx="1152086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1D139B2D-5CE7-F4E3-1FF3-E5C46E8AE035}"/>
              </a:ext>
            </a:extLst>
          </p:cNvPr>
          <p:cNvSpPr/>
          <p:nvPr/>
        </p:nvSpPr>
        <p:spPr>
          <a:xfrm>
            <a:off x="11100750" y="513297"/>
            <a:ext cx="755077" cy="256427"/>
          </a:xfrm>
          <a:custGeom>
            <a:avLst/>
            <a:gdLst>
              <a:gd name="connsiteX0" fmla="*/ 729170 w 755077"/>
              <a:gd name="connsiteY0" fmla="*/ 141860 h 256427"/>
              <a:gd name="connsiteX1" fmla="*/ 755078 w 755077"/>
              <a:gd name="connsiteY1" fmla="*/ 82229 h 256427"/>
              <a:gd name="connsiteX2" fmla="*/ 729170 w 755077"/>
              <a:gd name="connsiteY2" fmla="*/ 22599 h 256427"/>
              <a:gd name="connsiteX3" fmla="*/ 662720 w 755077"/>
              <a:gd name="connsiteY3" fmla="*/ 0 h 256427"/>
              <a:gd name="connsiteX4" fmla="*/ 596270 w 755077"/>
              <a:gd name="connsiteY4" fmla="*/ 22599 h 256427"/>
              <a:gd name="connsiteX5" fmla="*/ 570363 w 755077"/>
              <a:gd name="connsiteY5" fmla="*/ 82229 h 256427"/>
              <a:gd name="connsiteX6" fmla="*/ 596270 w 755077"/>
              <a:gd name="connsiteY6" fmla="*/ 141860 h 256427"/>
              <a:gd name="connsiteX7" fmla="*/ 662720 w 755077"/>
              <a:gd name="connsiteY7" fmla="*/ 164459 h 256427"/>
              <a:gd name="connsiteX8" fmla="*/ 729170 w 755077"/>
              <a:gd name="connsiteY8" fmla="*/ 141860 h 256427"/>
              <a:gd name="connsiteX9" fmla="*/ 596089 w 755077"/>
              <a:gd name="connsiteY9" fmla="*/ 82229 h 256427"/>
              <a:gd name="connsiteX10" fmla="*/ 613852 w 755077"/>
              <a:gd name="connsiteY10" fmla="*/ 41282 h 256427"/>
              <a:gd name="connsiteX11" fmla="*/ 662720 w 755077"/>
              <a:gd name="connsiteY11" fmla="*/ 25357 h 256427"/>
              <a:gd name="connsiteX12" fmla="*/ 711588 w 755077"/>
              <a:gd name="connsiteY12" fmla="*/ 41282 h 256427"/>
              <a:gd name="connsiteX13" fmla="*/ 729351 w 755077"/>
              <a:gd name="connsiteY13" fmla="*/ 82229 h 256427"/>
              <a:gd name="connsiteX14" fmla="*/ 711588 w 755077"/>
              <a:gd name="connsiteY14" fmla="*/ 123177 h 256427"/>
              <a:gd name="connsiteX15" fmla="*/ 662720 w 755077"/>
              <a:gd name="connsiteY15" fmla="*/ 139093 h 256427"/>
              <a:gd name="connsiteX16" fmla="*/ 613852 w 755077"/>
              <a:gd name="connsiteY16" fmla="*/ 123177 h 256427"/>
              <a:gd name="connsiteX17" fmla="*/ 596089 w 755077"/>
              <a:gd name="connsiteY17" fmla="*/ 82229 h 256427"/>
              <a:gd name="connsiteX18" fmla="*/ 234957 w 755077"/>
              <a:gd name="connsiteY18" fmla="*/ 204267 h 256427"/>
              <a:gd name="connsiteX19" fmla="*/ 246049 w 755077"/>
              <a:gd name="connsiteY19" fmla="*/ 201210 h 256427"/>
              <a:gd name="connsiteX20" fmla="*/ 257882 w 755077"/>
              <a:gd name="connsiteY20" fmla="*/ 204791 h 256427"/>
              <a:gd name="connsiteX21" fmla="*/ 264390 w 755077"/>
              <a:gd name="connsiteY21" fmla="*/ 214748 h 256427"/>
              <a:gd name="connsiteX22" fmla="*/ 271993 w 755077"/>
              <a:gd name="connsiteY22" fmla="*/ 214748 h 256427"/>
              <a:gd name="connsiteX23" fmla="*/ 263387 w 755077"/>
              <a:gd name="connsiteY23" fmla="*/ 199718 h 256427"/>
              <a:gd name="connsiteX24" fmla="*/ 246401 w 755077"/>
              <a:gd name="connsiteY24" fmla="*/ 194211 h 256427"/>
              <a:gd name="connsiteX25" fmla="*/ 231025 w 755077"/>
              <a:gd name="connsiteY25" fmla="*/ 198099 h 256427"/>
              <a:gd name="connsiteX26" fmla="*/ 220810 w 755077"/>
              <a:gd name="connsiteY26" fmla="*/ 209069 h 256427"/>
              <a:gd name="connsiteX27" fmla="*/ 217231 w 755077"/>
              <a:gd name="connsiteY27" fmla="*/ 225319 h 256427"/>
              <a:gd name="connsiteX28" fmla="*/ 220810 w 755077"/>
              <a:gd name="connsiteY28" fmla="*/ 241615 h 256427"/>
              <a:gd name="connsiteX29" fmla="*/ 231025 w 755077"/>
              <a:gd name="connsiteY29" fmla="*/ 252539 h 256427"/>
              <a:gd name="connsiteX30" fmla="*/ 246401 w 755077"/>
              <a:gd name="connsiteY30" fmla="*/ 256428 h 256427"/>
              <a:gd name="connsiteX31" fmla="*/ 263387 w 755077"/>
              <a:gd name="connsiteY31" fmla="*/ 250920 h 256427"/>
              <a:gd name="connsiteX32" fmla="*/ 271902 w 755077"/>
              <a:gd name="connsiteY32" fmla="*/ 235891 h 256427"/>
              <a:gd name="connsiteX33" fmla="*/ 264300 w 755077"/>
              <a:gd name="connsiteY33" fmla="*/ 235891 h 256427"/>
              <a:gd name="connsiteX34" fmla="*/ 257837 w 755077"/>
              <a:gd name="connsiteY34" fmla="*/ 245892 h 256427"/>
              <a:gd name="connsiteX35" fmla="*/ 246049 w 755077"/>
              <a:gd name="connsiteY35" fmla="*/ 249428 h 256427"/>
              <a:gd name="connsiteX36" fmla="*/ 234957 w 755077"/>
              <a:gd name="connsiteY36" fmla="*/ 246372 h 256427"/>
              <a:gd name="connsiteX37" fmla="*/ 227581 w 755077"/>
              <a:gd name="connsiteY37" fmla="*/ 237808 h 256427"/>
              <a:gd name="connsiteX38" fmla="*/ 225005 w 755077"/>
              <a:gd name="connsiteY38" fmla="*/ 225310 h 256427"/>
              <a:gd name="connsiteX39" fmla="*/ 227581 w 755077"/>
              <a:gd name="connsiteY39" fmla="*/ 212776 h 256427"/>
              <a:gd name="connsiteX40" fmla="*/ 234957 w 755077"/>
              <a:gd name="connsiteY40" fmla="*/ 204258 h 256427"/>
              <a:gd name="connsiteX41" fmla="*/ 330858 w 755077"/>
              <a:gd name="connsiteY41" fmla="*/ 194744 h 256427"/>
              <a:gd name="connsiteX42" fmla="*/ 307536 w 755077"/>
              <a:gd name="connsiteY42" fmla="*/ 255903 h 256427"/>
              <a:gd name="connsiteX43" fmla="*/ 315392 w 755077"/>
              <a:gd name="connsiteY43" fmla="*/ 255903 h 256427"/>
              <a:gd name="connsiteX44" fmla="*/ 321855 w 755077"/>
              <a:gd name="connsiteY44" fmla="*/ 239390 h 256427"/>
              <a:gd name="connsiteX45" fmla="*/ 348495 w 755077"/>
              <a:gd name="connsiteY45" fmla="*/ 239390 h 256427"/>
              <a:gd name="connsiteX46" fmla="*/ 354958 w 755077"/>
              <a:gd name="connsiteY46" fmla="*/ 255903 h 256427"/>
              <a:gd name="connsiteX47" fmla="*/ 363076 w 755077"/>
              <a:gd name="connsiteY47" fmla="*/ 255903 h 256427"/>
              <a:gd name="connsiteX48" fmla="*/ 339844 w 755077"/>
              <a:gd name="connsiteY48" fmla="*/ 194744 h 256427"/>
              <a:gd name="connsiteX49" fmla="*/ 330849 w 755077"/>
              <a:gd name="connsiteY49" fmla="*/ 194744 h 256427"/>
              <a:gd name="connsiteX50" fmla="*/ 324133 w 755077"/>
              <a:gd name="connsiteY50" fmla="*/ 232490 h 256427"/>
              <a:gd name="connsiteX51" fmla="*/ 335134 w 755077"/>
              <a:gd name="connsiteY51" fmla="*/ 203046 h 256427"/>
              <a:gd name="connsiteX52" fmla="*/ 346226 w 755077"/>
              <a:gd name="connsiteY52" fmla="*/ 232490 h 256427"/>
              <a:gd name="connsiteX53" fmla="*/ 324124 w 755077"/>
              <a:gd name="connsiteY53" fmla="*/ 232490 h 256427"/>
              <a:gd name="connsiteX54" fmla="*/ 715231 w 755077"/>
              <a:gd name="connsiteY54" fmla="*/ 194744 h 256427"/>
              <a:gd name="connsiteX55" fmla="*/ 707638 w 755077"/>
              <a:gd name="connsiteY55" fmla="*/ 194744 h 256427"/>
              <a:gd name="connsiteX56" fmla="*/ 707638 w 755077"/>
              <a:gd name="connsiteY56" fmla="*/ 255903 h 256427"/>
              <a:gd name="connsiteX57" fmla="*/ 743100 w 755077"/>
              <a:gd name="connsiteY57" fmla="*/ 255903 h 256427"/>
              <a:gd name="connsiteX58" fmla="*/ 743100 w 755077"/>
              <a:gd name="connsiteY58" fmla="*/ 248913 h 256427"/>
              <a:gd name="connsiteX59" fmla="*/ 715240 w 755077"/>
              <a:gd name="connsiteY59" fmla="*/ 248913 h 256427"/>
              <a:gd name="connsiteX60" fmla="*/ 715240 w 755077"/>
              <a:gd name="connsiteY60" fmla="*/ 194744 h 256427"/>
              <a:gd name="connsiteX61" fmla="*/ 247423 w 755077"/>
              <a:gd name="connsiteY61" fmla="*/ 2089 h 256427"/>
              <a:gd name="connsiteX62" fmla="*/ 222392 w 755077"/>
              <a:gd name="connsiteY62" fmla="*/ 2089 h 256427"/>
              <a:gd name="connsiteX63" fmla="*/ 222392 w 755077"/>
              <a:gd name="connsiteY63" fmla="*/ 162361 h 256427"/>
              <a:gd name="connsiteX64" fmla="*/ 247423 w 755077"/>
              <a:gd name="connsiteY64" fmla="*/ 162361 h 256427"/>
              <a:gd name="connsiteX65" fmla="*/ 247423 w 755077"/>
              <a:gd name="connsiteY65" fmla="*/ 2089 h 256427"/>
              <a:gd name="connsiteX66" fmla="*/ 79458 w 755077"/>
              <a:gd name="connsiteY66" fmla="*/ 61810 h 256427"/>
              <a:gd name="connsiteX67" fmla="*/ 79458 w 755077"/>
              <a:gd name="connsiteY67" fmla="*/ 162370 h 256427"/>
              <a:gd name="connsiteX68" fmla="*/ 105230 w 755077"/>
              <a:gd name="connsiteY68" fmla="*/ 162370 h 256427"/>
              <a:gd name="connsiteX69" fmla="*/ 105212 w 755077"/>
              <a:gd name="connsiteY69" fmla="*/ 61810 h 256427"/>
              <a:gd name="connsiteX70" fmla="*/ 93786 w 755077"/>
              <a:gd name="connsiteY70" fmla="*/ 28296 h 256427"/>
              <a:gd name="connsiteX71" fmla="*/ 92330 w 755077"/>
              <a:gd name="connsiteY71" fmla="*/ 26415 h 256427"/>
              <a:gd name="connsiteX72" fmla="*/ 90875 w 755077"/>
              <a:gd name="connsiteY72" fmla="*/ 28296 h 256427"/>
              <a:gd name="connsiteX73" fmla="*/ 79449 w 755077"/>
              <a:gd name="connsiteY73" fmla="*/ 61810 h 256427"/>
              <a:gd name="connsiteX74" fmla="*/ 46608 w 755077"/>
              <a:gd name="connsiteY74" fmla="*/ 2089 h 256427"/>
              <a:gd name="connsiteX75" fmla="*/ 0 w 755077"/>
              <a:gd name="connsiteY75" fmla="*/ 2089 h 256427"/>
              <a:gd name="connsiteX76" fmla="*/ 0 w 755077"/>
              <a:gd name="connsiteY76" fmla="*/ 26415 h 256427"/>
              <a:gd name="connsiteX77" fmla="*/ 92330 w 755077"/>
              <a:gd name="connsiteY77" fmla="*/ 26415 h 256427"/>
              <a:gd name="connsiteX78" fmla="*/ 90043 w 755077"/>
              <a:gd name="connsiteY78" fmla="*/ 23458 h 256427"/>
              <a:gd name="connsiteX79" fmla="*/ 46608 w 755077"/>
              <a:gd name="connsiteY79" fmla="*/ 2089 h 256427"/>
              <a:gd name="connsiteX80" fmla="*/ 94618 w 755077"/>
              <a:gd name="connsiteY80" fmla="*/ 23458 h 256427"/>
              <a:gd name="connsiteX81" fmla="*/ 92330 w 755077"/>
              <a:gd name="connsiteY81" fmla="*/ 26415 h 256427"/>
              <a:gd name="connsiteX82" fmla="*/ 184661 w 755077"/>
              <a:gd name="connsiteY82" fmla="*/ 26415 h 256427"/>
              <a:gd name="connsiteX83" fmla="*/ 184661 w 755077"/>
              <a:gd name="connsiteY83" fmla="*/ 2089 h 256427"/>
              <a:gd name="connsiteX84" fmla="*/ 138053 w 755077"/>
              <a:gd name="connsiteY84" fmla="*/ 2089 h 256427"/>
              <a:gd name="connsiteX85" fmla="*/ 94608 w 755077"/>
              <a:gd name="connsiteY85" fmla="*/ 23458 h 256427"/>
              <a:gd name="connsiteX86" fmla="*/ 507601 w 755077"/>
              <a:gd name="connsiteY86" fmla="*/ 162361 h 256427"/>
              <a:gd name="connsiteX87" fmla="*/ 532631 w 755077"/>
              <a:gd name="connsiteY87" fmla="*/ 162361 h 256427"/>
              <a:gd name="connsiteX88" fmla="*/ 532631 w 755077"/>
              <a:gd name="connsiteY88" fmla="*/ 2089 h 256427"/>
              <a:gd name="connsiteX89" fmla="*/ 507601 w 755077"/>
              <a:gd name="connsiteY89" fmla="*/ 2089 h 256427"/>
              <a:gd name="connsiteX90" fmla="*/ 507601 w 755077"/>
              <a:gd name="connsiteY90" fmla="*/ 162361 h 256427"/>
              <a:gd name="connsiteX91" fmla="*/ 488238 w 755077"/>
              <a:gd name="connsiteY91" fmla="*/ 255903 h 256427"/>
              <a:gd name="connsiteX92" fmla="*/ 495840 w 755077"/>
              <a:gd name="connsiteY92" fmla="*/ 255903 h 256427"/>
              <a:gd name="connsiteX93" fmla="*/ 495840 w 755077"/>
              <a:gd name="connsiteY93" fmla="*/ 194744 h 256427"/>
              <a:gd name="connsiteX94" fmla="*/ 488238 w 755077"/>
              <a:gd name="connsiteY94" fmla="*/ 194744 h 256427"/>
              <a:gd name="connsiteX95" fmla="*/ 488238 w 755077"/>
              <a:gd name="connsiteY95" fmla="*/ 255903 h 256427"/>
              <a:gd name="connsiteX96" fmla="*/ 537151 w 755077"/>
              <a:gd name="connsiteY96" fmla="*/ 201735 h 256427"/>
              <a:gd name="connsiteX97" fmla="*/ 556975 w 755077"/>
              <a:gd name="connsiteY97" fmla="*/ 201735 h 256427"/>
              <a:gd name="connsiteX98" fmla="*/ 556975 w 755077"/>
              <a:gd name="connsiteY98" fmla="*/ 255903 h 256427"/>
              <a:gd name="connsiteX99" fmla="*/ 564577 w 755077"/>
              <a:gd name="connsiteY99" fmla="*/ 255903 h 256427"/>
              <a:gd name="connsiteX100" fmla="*/ 564577 w 755077"/>
              <a:gd name="connsiteY100" fmla="*/ 201735 h 256427"/>
              <a:gd name="connsiteX101" fmla="*/ 584401 w 755077"/>
              <a:gd name="connsiteY101" fmla="*/ 201735 h 256427"/>
              <a:gd name="connsiteX102" fmla="*/ 584401 w 755077"/>
              <a:gd name="connsiteY102" fmla="*/ 194744 h 256427"/>
              <a:gd name="connsiteX103" fmla="*/ 537151 w 755077"/>
              <a:gd name="connsiteY103" fmla="*/ 194744 h 256427"/>
              <a:gd name="connsiteX104" fmla="*/ 537151 w 755077"/>
              <a:gd name="connsiteY104" fmla="*/ 201735 h 256427"/>
              <a:gd name="connsiteX105" fmla="*/ 283346 w 755077"/>
              <a:gd name="connsiteY105" fmla="*/ 2089 h 256427"/>
              <a:gd name="connsiteX106" fmla="*/ 340377 w 755077"/>
              <a:gd name="connsiteY106" fmla="*/ 138134 h 256427"/>
              <a:gd name="connsiteX107" fmla="*/ 376047 w 755077"/>
              <a:gd name="connsiteY107" fmla="*/ 164450 h 256427"/>
              <a:gd name="connsiteX108" fmla="*/ 377512 w 755077"/>
              <a:gd name="connsiteY108" fmla="*/ 164450 h 256427"/>
              <a:gd name="connsiteX109" fmla="*/ 312237 w 755077"/>
              <a:gd name="connsiteY109" fmla="*/ 2089 h 256427"/>
              <a:gd name="connsiteX110" fmla="*/ 283346 w 755077"/>
              <a:gd name="connsiteY110" fmla="*/ 2089 h 256427"/>
              <a:gd name="connsiteX111" fmla="*/ 437309 w 755077"/>
              <a:gd name="connsiteY111" fmla="*/ 197059 h 256427"/>
              <a:gd name="connsiteX112" fmla="*/ 426651 w 755077"/>
              <a:gd name="connsiteY112" fmla="*/ 194744 h 256427"/>
              <a:gd name="connsiteX113" fmla="*/ 403157 w 755077"/>
              <a:gd name="connsiteY113" fmla="*/ 194744 h 256427"/>
              <a:gd name="connsiteX114" fmla="*/ 403157 w 755077"/>
              <a:gd name="connsiteY114" fmla="*/ 255903 h 256427"/>
              <a:gd name="connsiteX115" fmla="*/ 410759 w 755077"/>
              <a:gd name="connsiteY115" fmla="*/ 255903 h 256427"/>
              <a:gd name="connsiteX116" fmla="*/ 410759 w 755077"/>
              <a:gd name="connsiteY116" fmla="*/ 232400 h 256427"/>
              <a:gd name="connsiteX117" fmla="*/ 426660 w 755077"/>
              <a:gd name="connsiteY117" fmla="*/ 232400 h 256427"/>
              <a:gd name="connsiteX118" fmla="*/ 437273 w 755077"/>
              <a:gd name="connsiteY118" fmla="*/ 230085 h 256427"/>
              <a:gd name="connsiteX119" fmla="*/ 444387 w 755077"/>
              <a:gd name="connsiteY119" fmla="*/ 223492 h 256427"/>
              <a:gd name="connsiteX120" fmla="*/ 446918 w 755077"/>
              <a:gd name="connsiteY120" fmla="*/ 213536 h 256427"/>
              <a:gd name="connsiteX121" fmla="*/ 444432 w 755077"/>
              <a:gd name="connsiteY121" fmla="*/ 203616 h 256427"/>
              <a:gd name="connsiteX122" fmla="*/ 437318 w 755077"/>
              <a:gd name="connsiteY122" fmla="*/ 197059 h 256427"/>
              <a:gd name="connsiteX123" fmla="*/ 435564 w 755077"/>
              <a:gd name="connsiteY123" fmla="*/ 222181 h 256427"/>
              <a:gd name="connsiteX124" fmla="*/ 425955 w 755077"/>
              <a:gd name="connsiteY124" fmla="*/ 225419 h 256427"/>
              <a:gd name="connsiteX125" fmla="*/ 410759 w 755077"/>
              <a:gd name="connsiteY125" fmla="*/ 225419 h 256427"/>
              <a:gd name="connsiteX126" fmla="*/ 410759 w 755077"/>
              <a:gd name="connsiteY126" fmla="*/ 201744 h 256427"/>
              <a:gd name="connsiteX127" fmla="*/ 426045 w 755077"/>
              <a:gd name="connsiteY127" fmla="*/ 201744 h 256427"/>
              <a:gd name="connsiteX128" fmla="*/ 435609 w 755077"/>
              <a:gd name="connsiteY128" fmla="*/ 204936 h 256427"/>
              <a:gd name="connsiteX129" fmla="*/ 439144 w 755077"/>
              <a:gd name="connsiteY129" fmla="*/ 213545 h 256427"/>
              <a:gd name="connsiteX130" fmla="*/ 435564 w 755077"/>
              <a:gd name="connsiteY130" fmla="*/ 222190 h 256427"/>
              <a:gd name="connsiteX131" fmla="*/ 377503 w 755077"/>
              <a:gd name="connsiteY131" fmla="*/ 164459 h 256427"/>
              <a:gd name="connsiteX132" fmla="*/ 378967 w 755077"/>
              <a:gd name="connsiteY132" fmla="*/ 164459 h 256427"/>
              <a:gd name="connsiteX133" fmla="*/ 414637 w 755077"/>
              <a:gd name="connsiteY133" fmla="*/ 138143 h 256427"/>
              <a:gd name="connsiteX134" fmla="*/ 471668 w 755077"/>
              <a:gd name="connsiteY134" fmla="*/ 2098 h 256427"/>
              <a:gd name="connsiteX135" fmla="*/ 442778 w 755077"/>
              <a:gd name="connsiteY135" fmla="*/ 2098 h 256427"/>
              <a:gd name="connsiteX136" fmla="*/ 377503 w 755077"/>
              <a:gd name="connsiteY136" fmla="*/ 164468 h 256427"/>
              <a:gd name="connsiteX137" fmla="*/ 635303 w 755077"/>
              <a:gd name="connsiteY137" fmla="*/ 194744 h 256427"/>
              <a:gd name="connsiteX138" fmla="*/ 611981 w 755077"/>
              <a:gd name="connsiteY138" fmla="*/ 255903 h 256427"/>
              <a:gd name="connsiteX139" fmla="*/ 619845 w 755077"/>
              <a:gd name="connsiteY139" fmla="*/ 255903 h 256427"/>
              <a:gd name="connsiteX140" fmla="*/ 626309 w 755077"/>
              <a:gd name="connsiteY140" fmla="*/ 239390 h 256427"/>
              <a:gd name="connsiteX141" fmla="*/ 652948 w 755077"/>
              <a:gd name="connsiteY141" fmla="*/ 239390 h 256427"/>
              <a:gd name="connsiteX142" fmla="*/ 659412 w 755077"/>
              <a:gd name="connsiteY142" fmla="*/ 255903 h 256427"/>
              <a:gd name="connsiteX143" fmla="*/ 667529 w 755077"/>
              <a:gd name="connsiteY143" fmla="*/ 255903 h 256427"/>
              <a:gd name="connsiteX144" fmla="*/ 644298 w 755077"/>
              <a:gd name="connsiteY144" fmla="*/ 194744 h 256427"/>
              <a:gd name="connsiteX145" fmla="*/ 635303 w 755077"/>
              <a:gd name="connsiteY145" fmla="*/ 194744 h 256427"/>
              <a:gd name="connsiteX146" fmla="*/ 628578 w 755077"/>
              <a:gd name="connsiteY146" fmla="*/ 232490 h 256427"/>
              <a:gd name="connsiteX147" fmla="*/ 639579 w 755077"/>
              <a:gd name="connsiteY147" fmla="*/ 203046 h 256427"/>
              <a:gd name="connsiteX148" fmla="*/ 650670 w 755077"/>
              <a:gd name="connsiteY148" fmla="*/ 232490 h 256427"/>
              <a:gd name="connsiteX149" fmla="*/ 628569 w 755077"/>
              <a:gd name="connsiteY149" fmla="*/ 232490 h 25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55077" h="256427">
                <a:moveTo>
                  <a:pt x="729170" y="141860"/>
                </a:moveTo>
                <a:cubicBezTo>
                  <a:pt x="745876" y="127092"/>
                  <a:pt x="755078" y="105913"/>
                  <a:pt x="755078" y="82229"/>
                </a:cubicBezTo>
                <a:cubicBezTo>
                  <a:pt x="755078" y="58545"/>
                  <a:pt x="745876" y="37366"/>
                  <a:pt x="729170" y="22599"/>
                </a:cubicBezTo>
                <a:cubicBezTo>
                  <a:pt x="712447" y="7813"/>
                  <a:pt x="689468" y="0"/>
                  <a:pt x="662720" y="0"/>
                </a:cubicBezTo>
                <a:cubicBezTo>
                  <a:pt x="635972" y="0"/>
                  <a:pt x="612993" y="7813"/>
                  <a:pt x="596270" y="22599"/>
                </a:cubicBezTo>
                <a:cubicBezTo>
                  <a:pt x="579565" y="37366"/>
                  <a:pt x="570363" y="58545"/>
                  <a:pt x="570363" y="82229"/>
                </a:cubicBezTo>
                <a:cubicBezTo>
                  <a:pt x="570363" y="105913"/>
                  <a:pt x="579565" y="127092"/>
                  <a:pt x="596270" y="141860"/>
                </a:cubicBezTo>
                <a:cubicBezTo>
                  <a:pt x="612993" y="156645"/>
                  <a:pt x="635972" y="164459"/>
                  <a:pt x="662720" y="164459"/>
                </a:cubicBezTo>
                <a:cubicBezTo>
                  <a:pt x="689468" y="164459"/>
                  <a:pt x="712447" y="156645"/>
                  <a:pt x="729170" y="141860"/>
                </a:cubicBezTo>
                <a:close/>
                <a:moveTo>
                  <a:pt x="596089" y="82229"/>
                </a:moveTo>
                <a:cubicBezTo>
                  <a:pt x="596089" y="65554"/>
                  <a:pt x="602227" y="51401"/>
                  <a:pt x="613852" y="41282"/>
                </a:cubicBezTo>
                <a:cubicBezTo>
                  <a:pt x="625821" y="30864"/>
                  <a:pt x="642716" y="25357"/>
                  <a:pt x="662720" y="25357"/>
                </a:cubicBezTo>
                <a:cubicBezTo>
                  <a:pt x="682725" y="25357"/>
                  <a:pt x="699620" y="30864"/>
                  <a:pt x="711588" y="41282"/>
                </a:cubicBezTo>
                <a:cubicBezTo>
                  <a:pt x="723204" y="51392"/>
                  <a:pt x="729351" y="65554"/>
                  <a:pt x="729351" y="82229"/>
                </a:cubicBezTo>
                <a:cubicBezTo>
                  <a:pt x="729351" y="98905"/>
                  <a:pt x="723213" y="113057"/>
                  <a:pt x="711588" y="123177"/>
                </a:cubicBezTo>
                <a:cubicBezTo>
                  <a:pt x="699620" y="133594"/>
                  <a:pt x="682725" y="139093"/>
                  <a:pt x="662720" y="139093"/>
                </a:cubicBezTo>
                <a:cubicBezTo>
                  <a:pt x="642716" y="139093"/>
                  <a:pt x="625812" y="133585"/>
                  <a:pt x="613852" y="123177"/>
                </a:cubicBezTo>
                <a:cubicBezTo>
                  <a:pt x="602236" y="113057"/>
                  <a:pt x="596089" y="98905"/>
                  <a:pt x="596089" y="82229"/>
                </a:cubicBezTo>
                <a:close/>
                <a:moveTo>
                  <a:pt x="234957" y="204267"/>
                </a:moveTo>
                <a:cubicBezTo>
                  <a:pt x="238157" y="202232"/>
                  <a:pt x="241855" y="201210"/>
                  <a:pt x="246049" y="201210"/>
                </a:cubicBezTo>
                <a:cubicBezTo>
                  <a:pt x="250704" y="201210"/>
                  <a:pt x="254655" y="202404"/>
                  <a:pt x="257882" y="204791"/>
                </a:cubicBezTo>
                <a:cubicBezTo>
                  <a:pt x="261109" y="207179"/>
                  <a:pt x="263278" y="210497"/>
                  <a:pt x="264390" y="214748"/>
                </a:cubicBezTo>
                <a:lnTo>
                  <a:pt x="271993" y="214748"/>
                </a:lnTo>
                <a:cubicBezTo>
                  <a:pt x="270826" y="208399"/>
                  <a:pt x="267961" y="203389"/>
                  <a:pt x="263387" y="199718"/>
                </a:cubicBezTo>
                <a:cubicBezTo>
                  <a:pt x="258813" y="196046"/>
                  <a:pt x="253154" y="194211"/>
                  <a:pt x="246401" y="194211"/>
                </a:cubicBezTo>
                <a:cubicBezTo>
                  <a:pt x="240580" y="194211"/>
                  <a:pt x="235454" y="195504"/>
                  <a:pt x="231025" y="198099"/>
                </a:cubicBezTo>
                <a:cubicBezTo>
                  <a:pt x="226605" y="200695"/>
                  <a:pt x="223197" y="204348"/>
                  <a:pt x="220810" y="209069"/>
                </a:cubicBezTo>
                <a:cubicBezTo>
                  <a:pt x="218424" y="213789"/>
                  <a:pt x="217231" y="219206"/>
                  <a:pt x="217231" y="225319"/>
                </a:cubicBezTo>
                <a:cubicBezTo>
                  <a:pt x="217231" y="231432"/>
                  <a:pt x="218424" y="236921"/>
                  <a:pt x="220810" y="241615"/>
                </a:cubicBezTo>
                <a:cubicBezTo>
                  <a:pt x="223197" y="246308"/>
                  <a:pt x="226605" y="249944"/>
                  <a:pt x="231025" y="252539"/>
                </a:cubicBezTo>
                <a:cubicBezTo>
                  <a:pt x="235445" y="255134"/>
                  <a:pt x="240571" y="256428"/>
                  <a:pt x="246401" y="256428"/>
                </a:cubicBezTo>
                <a:cubicBezTo>
                  <a:pt x="253217" y="256428"/>
                  <a:pt x="258876" y="254592"/>
                  <a:pt x="263387" y="250920"/>
                </a:cubicBezTo>
                <a:cubicBezTo>
                  <a:pt x="267898" y="247249"/>
                  <a:pt x="270736" y="242239"/>
                  <a:pt x="271902" y="235891"/>
                </a:cubicBezTo>
                <a:lnTo>
                  <a:pt x="264300" y="235891"/>
                </a:lnTo>
                <a:cubicBezTo>
                  <a:pt x="263134" y="240204"/>
                  <a:pt x="260982" y="243532"/>
                  <a:pt x="257837" y="245892"/>
                </a:cubicBezTo>
                <a:cubicBezTo>
                  <a:pt x="254691" y="248253"/>
                  <a:pt x="250759" y="249428"/>
                  <a:pt x="246049" y="249428"/>
                </a:cubicBezTo>
                <a:cubicBezTo>
                  <a:pt x="241855" y="249428"/>
                  <a:pt x="238157" y="248406"/>
                  <a:pt x="234957" y="246372"/>
                </a:cubicBezTo>
                <a:cubicBezTo>
                  <a:pt x="231757" y="244337"/>
                  <a:pt x="229289" y="241479"/>
                  <a:pt x="227581" y="237808"/>
                </a:cubicBezTo>
                <a:cubicBezTo>
                  <a:pt x="225863" y="234136"/>
                  <a:pt x="225005" y="229976"/>
                  <a:pt x="225005" y="225310"/>
                </a:cubicBezTo>
                <a:cubicBezTo>
                  <a:pt x="225005" y="220644"/>
                  <a:pt x="225863" y="216412"/>
                  <a:pt x="227581" y="212776"/>
                </a:cubicBezTo>
                <a:cubicBezTo>
                  <a:pt x="229299" y="209141"/>
                  <a:pt x="231757" y="206301"/>
                  <a:pt x="234957" y="204258"/>
                </a:cubicBezTo>
                <a:close/>
                <a:moveTo>
                  <a:pt x="330858" y="194744"/>
                </a:moveTo>
                <a:lnTo>
                  <a:pt x="307536" y="255903"/>
                </a:lnTo>
                <a:lnTo>
                  <a:pt x="315392" y="255903"/>
                </a:lnTo>
                <a:lnTo>
                  <a:pt x="321855" y="239390"/>
                </a:lnTo>
                <a:lnTo>
                  <a:pt x="348495" y="239390"/>
                </a:lnTo>
                <a:lnTo>
                  <a:pt x="354958" y="255903"/>
                </a:lnTo>
                <a:lnTo>
                  <a:pt x="363076" y="255903"/>
                </a:lnTo>
                <a:lnTo>
                  <a:pt x="339844" y="194744"/>
                </a:lnTo>
                <a:lnTo>
                  <a:pt x="330849" y="194744"/>
                </a:lnTo>
                <a:close/>
                <a:moveTo>
                  <a:pt x="324133" y="232490"/>
                </a:moveTo>
                <a:lnTo>
                  <a:pt x="335134" y="203046"/>
                </a:lnTo>
                <a:lnTo>
                  <a:pt x="346226" y="232490"/>
                </a:lnTo>
                <a:lnTo>
                  <a:pt x="324124" y="232490"/>
                </a:lnTo>
                <a:close/>
                <a:moveTo>
                  <a:pt x="715231" y="194744"/>
                </a:moveTo>
                <a:lnTo>
                  <a:pt x="707638" y="194744"/>
                </a:lnTo>
                <a:lnTo>
                  <a:pt x="707638" y="255903"/>
                </a:lnTo>
                <a:lnTo>
                  <a:pt x="743100" y="255903"/>
                </a:lnTo>
                <a:lnTo>
                  <a:pt x="743100" y="248913"/>
                </a:lnTo>
                <a:lnTo>
                  <a:pt x="715240" y="248913"/>
                </a:lnTo>
                <a:lnTo>
                  <a:pt x="715240" y="194744"/>
                </a:lnTo>
                <a:close/>
                <a:moveTo>
                  <a:pt x="247423" y="2089"/>
                </a:moveTo>
                <a:lnTo>
                  <a:pt x="222392" y="2089"/>
                </a:lnTo>
                <a:lnTo>
                  <a:pt x="222392" y="162361"/>
                </a:lnTo>
                <a:lnTo>
                  <a:pt x="247423" y="162361"/>
                </a:lnTo>
                <a:lnTo>
                  <a:pt x="247423" y="2089"/>
                </a:lnTo>
                <a:close/>
                <a:moveTo>
                  <a:pt x="79458" y="61810"/>
                </a:moveTo>
                <a:lnTo>
                  <a:pt x="79458" y="162370"/>
                </a:lnTo>
                <a:cubicBezTo>
                  <a:pt x="79458" y="162370"/>
                  <a:pt x="105230" y="162370"/>
                  <a:pt x="105230" y="162370"/>
                </a:cubicBezTo>
                <a:lnTo>
                  <a:pt x="105212" y="61810"/>
                </a:lnTo>
                <a:cubicBezTo>
                  <a:pt x="105212" y="49575"/>
                  <a:pt x="101262" y="37981"/>
                  <a:pt x="93786" y="28296"/>
                </a:cubicBezTo>
                <a:lnTo>
                  <a:pt x="92330" y="26415"/>
                </a:lnTo>
                <a:lnTo>
                  <a:pt x="90875" y="28296"/>
                </a:lnTo>
                <a:cubicBezTo>
                  <a:pt x="83399" y="37981"/>
                  <a:pt x="79449" y="49566"/>
                  <a:pt x="79449" y="61810"/>
                </a:cubicBezTo>
                <a:close/>
                <a:moveTo>
                  <a:pt x="46608" y="2089"/>
                </a:moveTo>
                <a:lnTo>
                  <a:pt x="0" y="2089"/>
                </a:lnTo>
                <a:lnTo>
                  <a:pt x="0" y="26415"/>
                </a:lnTo>
                <a:lnTo>
                  <a:pt x="92330" y="26415"/>
                </a:lnTo>
                <a:lnTo>
                  <a:pt x="90043" y="23458"/>
                </a:lnTo>
                <a:cubicBezTo>
                  <a:pt x="79558" y="9884"/>
                  <a:pt x="63720" y="2089"/>
                  <a:pt x="46608" y="2089"/>
                </a:cubicBezTo>
                <a:close/>
                <a:moveTo>
                  <a:pt x="94618" y="23458"/>
                </a:moveTo>
                <a:lnTo>
                  <a:pt x="92330" y="26415"/>
                </a:lnTo>
                <a:lnTo>
                  <a:pt x="184661" y="26415"/>
                </a:lnTo>
                <a:lnTo>
                  <a:pt x="184661" y="2089"/>
                </a:lnTo>
                <a:lnTo>
                  <a:pt x="138053" y="2089"/>
                </a:lnTo>
                <a:cubicBezTo>
                  <a:pt x="120932" y="2089"/>
                  <a:pt x="105103" y="9875"/>
                  <a:pt x="94608" y="23458"/>
                </a:cubicBezTo>
                <a:close/>
                <a:moveTo>
                  <a:pt x="507601" y="162361"/>
                </a:moveTo>
                <a:lnTo>
                  <a:pt x="532631" y="162361"/>
                </a:lnTo>
                <a:lnTo>
                  <a:pt x="532631" y="2089"/>
                </a:lnTo>
                <a:lnTo>
                  <a:pt x="507601" y="2089"/>
                </a:lnTo>
                <a:lnTo>
                  <a:pt x="507601" y="162361"/>
                </a:lnTo>
                <a:close/>
                <a:moveTo>
                  <a:pt x="488238" y="255903"/>
                </a:moveTo>
                <a:lnTo>
                  <a:pt x="495840" y="255903"/>
                </a:lnTo>
                <a:lnTo>
                  <a:pt x="495840" y="194744"/>
                </a:lnTo>
                <a:lnTo>
                  <a:pt x="488238" y="194744"/>
                </a:lnTo>
                <a:lnTo>
                  <a:pt x="488238" y="255903"/>
                </a:lnTo>
                <a:close/>
                <a:moveTo>
                  <a:pt x="537151" y="201735"/>
                </a:moveTo>
                <a:lnTo>
                  <a:pt x="556975" y="201735"/>
                </a:lnTo>
                <a:lnTo>
                  <a:pt x="556975" y="255903"/>
                </a:lnTo>
                <a:lnTo>
                  <a:pt x="564577" y="255903"/>
                </a:lnTo>
                <a:lnTo>
                  <a:pt x="564577" y="201735"/>
                </a:lnTo>
                <a:lnTo>
                  <a:pt x="584401" y="201735"/>
                </a:lnTo>
                <a:lnTo>
                  <a:pt x="584401" y="194744"/>
                </a:lnTo>
                <a:lnTo>
                  <a:pt x="537151" y="194744"/>
                </a:lnTo>
                <a:lnTo>
                  <a:pt x="537151" y="201735"/>
                </a:lnTo>
                <a:close/>
                <a:moveTo>
                  <a:pt x="283346" y="2089"/>
                </a:moveTo>
                <a:cubicBezTo>
                  <a:pt x="283346" y="2089"/>
                  <a:pt x="330958" y="115571"/>
                  <a:pt x="340377" y="138134"/>
                </a:cubicBezTo>
                <a:cubicBezTo>
                  <a:pt x="351360" y="164450"/>
                  <a:pt x="369195" y="164450"/>
                  <a:pt x="376047" y="164450"/>
                </a:cubicBezTo>
                <a:lnTo>
                  <a:pt x="377512" y="164450"/>
                </a:lnTo>
                <a:lnTo>
                  <a:pt x="312237" y="2089"/>
                </a:lnTo>
                <a:lnTo>
                  <a:pt x="283346" y="2089"/>
                </a:lnTo>
                <a:close/>
                <a:moveTo>
                  <a:pt x="437309" y="197059"/>
                </a:moveTo>
                <a:cubicBezTo>
                  <a:pt x="434217" y="195513"/>
                  <a:pt x="430674" y="194744"/>
                  <a:pt x="426651" y="194744"/>
                </a:cubicBezTo>
                <a:lnTo>
                  <a:pt x="403157" y="194744"/>
                </a:lnTo>
                <a:lnTo>
                  <a:pt x="403157" y="255903"/>
                </a:lnTo>
                <a:lnTo>
                  <a:pt x="410759" y="255903"/>
                </a:lnTo>
                <a:lnTo>
                  <a:pt x="410759" y="232400"/>
                </a:lnTo>
                <a:lnTo>
                  <a:pt x="426660" y="232400"/>
                </a:lnTo>
                <a:cubicBezTo>
                  <a:pt x="430674" y="232400"/>
                  <a:pt x="434217" y="231631"/>
                  <a:pt x="437273" y="230085"/>
                </a:cubicBezTo>
                <a:cubicBezTo>
                  <a:pt x="440328" y="228538"/>
                  <a:pt x="442696" y="226341"/>
                  <a:pt x="444387" y="223492"/>
                </a:cubicBezTo>
                <a:cubicBezTo>
                  <a:pt x="446077" y="220635"/>
                  <a:pt x="446918" y="217316"/>
                  <a:pt x="446918" y="213536"/>
                </a:cubicBezTo>
                <a:cubicBezTo>
                  <a:pt x="446918" y="209756"/>
                  <a:pt x="446086" y="206446"/>
                  <a:pt x="444432" y="203616"/>
                </a:cubicBezTo>
                <a:cubicBezTo>
                  <a:pt x="442769" y="200794"/>
                  <a:pt x="440400" y="198606"/>
                  <a:pt x="437318" y="197059"/>
                </a:cubicBezTo>
                <a:close/>
                <a:moveTo>
                  <a:pt x="435564" y="222181"/>
                </a:moveTo>
                <a:cubicBezTo>
                  <a:pt x="433178" y="224333"/>
                  <a:pt x="429978" y="225419"/>
                  <a:pt x="425955" y="225419"/>
                </a:cubicBezTo>
                <a:lnTo>
                  <a:pt x="410759" y="225419"/>
                </a:lnTo>
                <a:lnTo>
                  <a:pt x="410759" y="201744"/>
                </a:lnTo>
                <a:lnTo>
                  <a:pt x="426045" y="201744"/>
                </a:lnTo>
                <a:cubicBezTo>
                  <a:pt x="430059" y="201744"/>
                  <a:pt x="433250" y="202811"/>
                  <a:pt x="435609" y="204936"/>
                </a:cubicBezTo>
                <a:cubicBezTo>
                  <a:pt x="437969" y="207061"/>
                  <a:pt x="439144" y="209928"/>
                  <a:pt x="439144" y="213545"/>
                </a:cubicBezTo>
                <a:cubicBezTo>
                  <a:pt x="439144" y="217162"/>
                  <a:pt x="437951" y="220038"/>
                  <a:pt x="435564" y="222190"/>
                </a:cubicBezTo>
                <a:close/>
                <a:moveTo>
                  <a:pt x="377503" y="164459"/>
                </a:moveTo>
                <a:lnTo>
                  <a:pt x="378967" y="164459"/>
                </a:lnTo>
                <a:cubicBezTo>
                  <a:pt x="385828" y="164459"/>
                  <a:pt x="403663" y="164459"/>
                  <a:pt x="414637" y="138143"/>
                </a:cubicBezTo>
                <a:cubicBezTo>
                  <a:pt x="424048" y="115580"/>
                  <a:pt x="471668" y="2098"/>
                  <a:pt x="471668" y="2098"/>
                </a:cubicBezTo>
                <a:lnTo>
                  <a:pt x="442778" y="2098"/>
                </a:lnTo>
                <a:lnTo>
                  <a:pt x="377503" y="164468"/>
                </a:lnTo>
                <a:close/>
                <a:moveTo>
                  <a:pt x="635303" y="194744"/>
                </a:moveTo>
                <a:lnTo>
                  <a:pt x="611981" y="255903"/>
                </a:lnTo>
                <a:lnTo>
                  <a:pt x="619845" y="255903"/>
                </a:lnTo>
                <a:lnTo>
                  <a:pt x="626309" y="239390"/>
                </a:lnTo>
                <a:lnTo>
                  <a:pt x="652948" y="239390"/>
                </a:lnTo>
                <a:lnTo>
                  <a:pt x="659412" y="255903"/>
                </a:lnTo>
                <a:lnTo>
                  <a:pt x="667529" y="255903"/>
                </a:lnTo>
                <a:lnTo>
                  <a:pt x="644298" y="194744"/>
                </a:lnTo>
                <a:lnTo>
                  <a:pt x="635303" y="194744"/>
                </a:lnTo>
                <a:close/>
                <a:moveTo>
                  <a:pt x="628578" y="232490"/>
                </a:moveTo>
                <a:lnTo>
                  <a:pt x="639579" y="203046"/>
                </a:lnTo>
                <a:lnTo>
                  <a:pt x="650670" y="232490"/>
                </a:lnTo>
                <a:lnTo>
                  <a:pt x="628569" y="232490"/>
                </a:lnTo>
                <a:close/>
              </a:path>
            </a:pathLst>
          </a:custGeom>
          <a:solidFill>
            <a:schemeClr val="bg1"/>
          </a:solidFill>
          <a:ln w="104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6" name="object 5">
            <a:extLst>
              <a:ext uri="{FF2B5EF4-FFF2-40B4-BE49-F238E27FC236}">
                <a16:creationId xmlns:a16="http://schemas.microsoft.com/office/drawing/2014/main" id="{2234C5C4-5A1F-E3C2-0A6C-63F8F4B11BBE}"/>
              </a:ext>
            </a:extLst>
          </p:cNvPr>
          <p:cNvSpPr/>
          <p:nvPr/>
        </p:nvSpPr>
        <p:spPr>
          <a:xfrm flipV="1">
            <a:off x="334962" y="6294310"/>
            <a:ext cx="11097267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8" name="Espaço Reservado para Número de Slide 5">
            <a:extLst>
              <a:ext uri="{FF2B5EF4-FFF2-40B4-BE49-F238E27FC236}">
                <a16:creationId xmlns:a16="http://schemas.microsoft.com/office/drawing/2014/main" id="{EA671219-A4AC-0E11-A9D4-08EFC875BC42}"/>
              </a:ext>
            </a:extLst>
          </p:cNvPr>
          <p:cNvSpPr txBox="1">
            <a:spLocks/>
          </p:cNvSpPr>
          <p:nvPr/>
        </p:nvSpPr>
        <p:spPr>
          <a:xfrm>
            <a:off x="11561763" y="647363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chemeClr val="bg1"/>
                </a:solidFill>
                <a:latin typeface="Versos" panose="020B0503020204030204" pitchFamily="34" charset="0"/>
                <a:ea typeface="Arial"/>
                <a:cs typeface="Versos" panose="020B050302020403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33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sp>
        <p:nvSpPr>
          <p:cNvPr id="79" name="object 38">
            <a:extLst>
              <a:ext uri="{FF2B5EF4-FFF2-40B4-BE49-F238E27FC236}">
                <a16:creationId xmlns:a16="http://schemas.microsoft.com/office/drawing/2014/main" id="{8EF7F923-3522-E9D5-7A23-0CB4219DE0B7}"/>
              </a:ext>
            </a:extLst>
          </p:cNvPr>
          <p:cNvSpPr txBox="1">
            <a:spLocks/>
          </p:cNvSpPr>
          <p:nvPr/>
        </p:nvSpPr>
        <p:spPr>
          <a:xfrm>
            <a:off x="315195" y="531264"/>
            <a:ext cx="7850404" cy="317886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BENEFÍCIOS DO </a:t>
            </a: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CRÉDITO ESTRUTURADO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2A72E94-C629-5B7C-3EFC-191EC62EEBBA}"/>
              </a:ext>
            </a:extLst>
          </p:cNvPr>
          <p:cNvGrpSpPr/>
          <p:nvPr/>
        </p:nvGrpSpPr>
        <p:grpSpPr>
          <a:xfrm>
            <a:off x="334962" y="1036424"/>
            <a:ext cx="11520865" cy="5303280"/>
            <a:chOff x="335366" y="1330784"/>
            <a:chExt cx="11521268" cy="500891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4E2BBB9-788E-85EC-36EB-4E7E30905016}"/>
                </a:ext>
              </a:extLst>
            </p:cNvPr>
            <p:cNvGrpSpPr/>
            <p:nvPr/>
          </p:nvGrpSpPr>
          <p:grpSpPr>
            <a:xfrm>
              <a:off x="335368" y="1330784"/>
              <a:ext cx="11521266" cy="3471078"/>
              <a:chOff x="552341" y="2194560"/>
              <a:chExt cx="17387307" cy="513588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ABED2BFD-978D-C9AF-8C7E-B626AB8292BE}"/>
                  </a:ext>
                </a:extLst>
              </p:cNvPr>
              <p:cNvSpPr/>
              <p:nvPr/>
            </p:nvSpPr>
            <p:spPr>
              <a:xfrm>
                <a:off x="552341" y="2194560"/>
                <a:ext cx="4118501" cy="5135880"/>
              </a:xfrm>
              <a:prstGeom prst="rect">
                <a:avLst/>
              </a:prstGeom>
              <a:noFill/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0983" tIns="261965" rIns="130983" rtlCol="0" anchor="t" anchorCtr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455" b="1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GESTÃO </a:t>
                </a:r>
                <a:br>
                  <a:rPr kumimoji="0" lang="pt-BR" sz="1455" b="1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</a:br>
                <a:r>
                  <a:rPr kumimoji="0" lang="pt-BR" sz="1455" b="1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DE RISCOS</a:t>
                </a:r>
              </a:p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092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182"/>
                  </a:spcBef>
                  <a:spcAft>
                    <a:spcPts val="182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+mn-cs"/>
                  </a:rPr>
                  <a:t>Os ativos de crédito estruturado são lastreados por ativos específicos como, imóveis, recebíveis de contratos de longo prazo, terrenos e fazendas, que figuram como garantia e reduzem o risco de perda em caso de inadimplência.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B5760F0E-80B1-AA93-A075-C1637E8DA5C4}"/>
                  </a:ext>
                </a:extLst>
              </p:cNvPr>
              <p:cNvSpPr/>
              <p:nvPr/>
            </p:nvSpPr>
            <p:spPr>
              <a:xfrm>
                <a:off x="4975276" y="2194560"/>
                <a:ext cx="4118501" cy="5135880"/>
              </a:xfrm>
              <a:prstGeom prst="rect">
                <a:avLst/>
              </a:prstGeom>
              <a:noFill/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0983" tIns="261965" rIns="130983" rtlCol="0" anchor="t" anchorCtr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455" b="1" i="0" u="none" strike="noStrike" kern="0" cap="none" spc="0" normalizeH="0" baseline="0" noProof="0">
                    <a:ln>
                      <a:noFill/>
                    </a:ln>
                    <a:solidFill>
                      <a:srgbClr val="92D3AB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ESTRUTURAÇÃO </a:t>
                </a:r>
                <a:br>
                  <a:rPr kumimoji="0" lang="pt-BR" sz="1455" b="1" i="0" u="none" strike="noStrike" kern="0" cap="none" spc="0" normalizeH="0" baseline="0" noProof="0">
                    <a:ln>
                      <a:noFill/>
                    </a:ln>
                    <a:solidFill>
                      <a:srgbClr val="92D3AB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</a:br>
                <a:r>
                  <a:rPr kumimoji="0" lang="pt-BR" sz="1455" b="1" i="0" u="none" strike="noStrike" kern="0" cap="none" spc="0" normalizeH="0" baseline="0" noProof="0">
                    <a:ln>
                      <a:noFill/>
                    </a:ln>
                    <a:solidFill>
                      <a:srgbClr val="92D3AB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DE RISCOS</a:t>
                </a:r>
              </a:p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092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182"/>
                  </a:spcBef>
                  <a:spcAft>
                    <a:spcPts val="182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+mn-cs"/>
                  </a:rPr>
                  <a:t>Em alguns instrumentos de crédito estruturado, o risco é dividido em diferentes tranches (camadas). As tranches seniores têm prioridade nos pagamentos e, portanto, apresentam menor risco e volatidade em comparação com as tranches subordinadas.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2AE4074-190B-6D3F-5975-57B76F8441BA}"/>
                  </a:ext>
                </a:extLst>
              </p:cNvPr>
              <p:cNvSpPr/>
              <p:nvPr/>
            </p:nvSpPr>
            <p:spPr>
              <a:xfrm>
                <a:off x="9398211" y="2194560"/>
                <a:ext cx="4118501" cy="5135880"/>
              </a:xfrm>
              <a:prstGeom prst="rect">
                <a:avLst/>
              </a:prstGeom>
              <a:noFill/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0983" tIns="261965" rIns="130983" rtlCol="0" anchor="t" anchorCtr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455" b="1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RETORNOS </a:t>
                </a:r>
                <a:br>
                  <a:rPr kumimoji="0" lang="pt-BR" sz="1455" b="1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</a:br>
                <a:r>
                  <a:rPr kumimoji="0" lang="pt-BR" sz="1455" b="1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ATRATIVOS</a:t>
                </a:r>
              </a:p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092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182"/>
                  </a:spcBef>
                  <a:spcAft>
                    <a:spcPts val="182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+mn-cs"/>
                  </a:rPr>
                  <a:t>Devido à sua complexidade e estruturação, o crédito estruturado oferece rendimentos superiores em comparação ao crédito privado tradicional.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5AD4CA0-3E87-3498-79F5-3A688FAC8ACE}"/>
                  </a:ext>
                </a:extLst>
              </p:cNvPr>
              <p:cNvSpPr/>
              <p:nvPr/>
            </p:nvSpPr>
            <p:spPr>
              <a:xfrm>
                <a:off x="13821147" y="2194560"/>
                <a:ext cx="4118501" cy="5135880"/>
              </a:xfrm>
              <a:prstGeom prst="rect">
                <a:avLst/>
              </a:prstGeom>
              <a:noFill/>
              <a:ln w="63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30983" tIns="261965" rIns="130983" rtlCol="0" anchor="t" anchorCtr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455" b="1" i="0" u="none" strike="noStrike" kern="0" cap="none" spc="0" normalizeH="0" baseline="0" noProof="0">
                    <a:ln>
                      <a:noFill/>
                    </a:ln>
                    <a:solidFill>
                      <a:srgbClr val="92D3AB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MENOR VOLATIDADE </a:t>
                </a:r>
                <a:br>
                  <a:rPr kumimoji="0" lang="pt-BR" sz="1455" b="1" i="0" u="none" strike="noStrike" kern="0" cap="none" spc="0" normalizeH="0" baseline="0" noProof="0">
                    <a:ln>
                      <a:noFill/>
                    </a:ln>
                    <a:solidFill>
                      <a:srgbClr val="92D3AB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</a:br>
                <a:r>
                  <a:rPr kumimoji="0" lang="pt-BR" sz="1455" b="1" i="0" u="none" strike="noStrike" kern="0" cap="none" spc="0" normalizeH="0" baseline="0" noProof="0">
                    <a:ln>
                      <a:noFill/>
                    </a:ln>
                    <a:solidFill>
                      <a:srgbClr val="92D3AB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</a:rPr>
                  <a:t>DE MERCADO</a:t>
                </a:r>
              </a:p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092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endParaRPr>
              </a:p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182"/>
                  </a:spcBef>
                  <a:spcAft>
                    <a:spcPts val="182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+mn-cs"/>
                  </a:rPr>
                  <a:t>Os ativos de crédito estruturado têm menor volatilidade no mercado secundário devido à sua natureza, suas garantias e estruturação de riscos. Sua menor liquidez, reduz a volatidade observada em eventos de crise de crédito.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39023D6-6AD1-301C-D333-57CD90C514BC}"/>
                </a:ext>
              </a:extLst>
            </p:cNvPr>
            <p:cNvGrpSpPr/>
            <p:nvPr/>
          </p:nvGrpSpPr>
          <p:grpSpPr>
            <a:xfrm>
              <a:off x="335366" y="4546842"/>
              <a:ext cx="11520975" cy="1792861"/>
              <a:chOff x="552337" y="7498080"/>
              <a:chExt cx="18998942" cy="2956560"/>
            </a:xfrm>
          </p:grpSpPr>
          <p:sp>
            <p:nvSpPr>
              <p:cNvPr id="12" name="object 23">
                <a:extLst>
                  <a:ext uri="{FF2B5EF4-FFF2-40B4-BE49-F238E27FC236}">
                    <a16:creationId xmlns:a16="http://schemas.microsoft.com/office/drawing/2014/main" id="{5F5C97AA-EF01-2EA0-07F0-EBB26AB8EDCF}"/>
                  </a:ext>
                </a:extLst>
              </p:cNvPr>
              <p:cNvSpPr/>
              <p:nvPr/>
            </p:nvSpPr>
            <p:spPr>
              <a:xfrm>
                <a:off x="6979101" y="7498080"/>
                <a:ext cx="1313362" cy="365910"/>
              </a:xfrm>
              <a:custGeom>
                <a:avLst/>
                <a:gdLst/>
                <a:ahLst/>
                <a:cxnLst/>
                <a:rect l="l" t="t" r="r" b="b"/>
                <a:pathLst>
                  <a:path w="1284604" h="370840">
                    <a:moveTo>
                      <a:pt x="642032" y="0"/>
                    </a:moveTo>
                    <a:lnTo>
                      <a:pt x="0" y="370679"/>
                    </a:lnTo>
                    <a:lnTo>
                      <a:pt x="1284065" y="370679"/>
                    </a:lnTo>
                    <a:lnTo>
                      <a:pt x="642032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F7172325-AD4C-684F-DB9A-F2B2B0ED0511}"/>
                  </a:ext>
                </a:extLst>
              </p:cNvPr>
              <p:cNvSpPr/>
              <p:nvPr/>
            </p:nvSpPr>
            <p:spPr>
              <a:xfrm>
                <a:off x="5385361" y="7820591"/>
                <a:ext cx="4500359" cy="2634049"/>
              </a:xfrm>
              <a:custGeom>
                <a:avLst/>
                <a:gdLst/>
                <a:ahLst/>
                <a:cxnLst/>
                <a:rect l="l" t="t" r="r" b="b"/>
                <a:pathLst>
                  <a:path w="4401820" h="2669540">
                    <a:moveTo>
                      <a:pt x="4401750" y="0"/>
                    </a:moveTo>
                    <a:lnTo>
                      <a:pt x="0" y="0"/>
                    </a:lnTo>
                    <a:lnTo>
                      <a:pt x="0" y="2669300"/>
                    </a:lnTo>
                    <a:lnTo>
                      <a:pt x="4401750" y="2669300"/>
                    </a:lnTo>
                    <a:lnTo>
                      <a:pt x="4401750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lIns="109152" tIns="349287" rIns="130983" bIns="0" rtlCol="0" anchor="t" anchorCtr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</a:rPr>
                  <a:t>Técnicas de aprimoramento </a:t>
                </a:r>
                <a:b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</a:rPr>
                </a:b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</a:rPr>
                  <a:t>de crédito, como subordinação, reservas de liquidez e seguros </a:t>
                </a:r>
                <a:b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</a:rPr>
                </a:b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</a:rPr>
                  <a:t>de crédito são usadas para proteger os investidores.</a:t>
                </a:r>
              </a:p>
            </p:txBody>
          </p:sp>
          <p:sp>
            <p:nvSpPr>
              <p:cNvPr id="14" name="object 23">
                <a:extLst>
                  <a:ext uri="{FF2B5EF4-FFF2-40B4-BE49-F238E27FC236}">
                    <a16:creationId xmlns:a16="http://schemas.microsoft.com/office/drawing/2014/main" id="{666BDBA2-2F9B-C89C-245F-EC9B16E273C5}"/>
                  </a:ext>
                </a:extLst>
              </p:cNvPr>
              <p:cNvSpPr/>
              <p:nvPr/>
            </p:nvSpPr>
            <p:spPr>
              <a:xfrm>
                <a:off x="11812122" y="7498080"/>
                <a:ext cx="1313362" cy="365910"/>
              </a:xfrm>
              <a:custGeom>
                <a:avLst/>
                <a:gdLst/>
                <a:ahLst/>
                <a:cxnLst/>
                <a:rect l="l" t="t" r="r" b="b"/>
                <a:pathLst>
                  <a:path w="1284604" h="370840">
                    <a:moveTo>
                      <a:pt x="642032" y="0"/>
                    </a:moveTo>
                    <a:lnTo>
                      <a:pt x="0" y="370679"/>
                    </a:lnTo>
                    <a:lnTo>
                      <a:pt x="1284065" y="370679"/>
                    </a:lnTo>
                    <a:lnTo>
                      <a:pt x="642032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object 6">
                <a:extLst>
                  <a:ext uri="{FF2B5EF4-FFF2-40B4-BE49-F238E27FC236}">
                    <a16:creationId xmlns:a16="http://schemas.microsoft.com/office/drawing/2014/main" id="{1F5CE7A4-8A82-FEA4-FEE1-3DCCE28261BA}"/>
                  </a:ext>
                </a:extLst>
              </p:cNvPr>
              <p:cNvSpPr/>
              <p:nvPr/>
            </p:nvSpPr>
            <p:spPr>
              <a:xfrm>
                <a:off x="10218382" y="7820591"/>
                <a:ext cx="4500358" cy="2634049"/>
              </a:xfrm>
              <a:custGeom>
                <a:avLst/>
                <a:gdLst/>
                <a:ahLst/>
                <a:cxnLst/>
                <a:rect l="l" t="t" r="r" b="b"/>
                <a:pathLst>
                  <a:path w="4401820" h="2669540">
                    <a:moveTo>
                      <a:pt x="4401750" y="0"/>
                    </a:moveTo>
                    <a:lnTo>
                      <a:pt x="0" y="0"/>
                    </a:lnTo>
                    <a:lnTo>
                      <a:pt x="0" y="2669300"/>
                    </a:lnTo>
                    <a:lnTo>
                      <a:pt x="4401750" y="2669300"/>
                    </a:lnTo>
                    <a:lnTo>
                      <a:pt x="4401750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lIns="109152" tIns="349287" rIns="130983" bIns="0" rtlCol="0" anchor="t" anchorCtr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</a:rPr>
                  <a:t>A presença dessas garantias </a:t>
                </a:r>
                <a:b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</a:rPr>
                </a:b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</a:rPr>
                  <a:t>e colaterais robustos diminui </a:t>
                </a:r>
                <a:b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</a:rPr>
                </a:b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</a:rPr>
                  <a:t>a exposição ao risco de crédito, proporcionando mais segurança ao investidor.</a:t>
                </a:r>
              </a:p>
            </p:txBody>
          </p:sp>
          <p:sp>
            <p:nvSpPr>
              <p:cNvPr id="16" name="object 23">
                <a:extLst>
                  <a:ext uri="{FF2B5EF4-FFF2-40B4-BE49-F238E27FC236}">
                    <a16:creationId xmlns:a16="http://schemas.microsoft.com/office/drawing/2014/main" id="{0AFFEE52-04BC-2961-581C-DB0E5F88E653}"/>
                  </a:ext>
                </a:extLst>
              </p:cNvPr>
              <p:cNvSpPr/>
              <p:nvPr/>
            </p:nvSpPr>
            <p:spPr>
              <a:xfrm>
                <a:off x="16644661" y="7498080"/>
                <a:ext cx="1313362" cy="365910"/>
              </a:xfrm>
              <a:custGeom>
                <a:avLst/>
                <a:gdLst/>
                <a:ahLst/>
                <a:cxnLst/>
                <a:rect l="l" t="t" r="r" b="b"/>
                <a:pathLst>
                  <a:path w="1284604" h="370840">
                    <a:moveTo>
                      <a:pt x="642032" y="0"/>
                    </a:moveTo>
                    <a:lnTo>
                      <a:pt x="0" y="370679"/>
                    </a:lnTo>
                    <a:lnTo>
                      <a:pt x="1284065" y="370679"/>
                    </a:lnTo>
                    <a:lnTo>
                      <a:pt x="642032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object 6">
                <a:extLst>
                  <a:ext uri="{FF2B5EF4-FFF2-40B4-BE49-F238E27FC236}">
                    <a16:creationId xmlns:a16="http://schemas.microsoft.com/office/drawing/2014/main" id="{3830BFC0-FD5A-F82A-CDF2-D8653F008F4C}"/>
                  </a:ext>
                </a:extLst>
              </p:cNvPr>
              <p:cNvSpPr/>
              <p:nvPr/>
            </p:nvSpPr>
            <p:spPr>
              <a:xfrm>
                <a:off x="15050921" y="7820591"/>
                <a:ext cx="4500358" cy="2634049"/>
              </a:xfrm>
              <a:custGeom>
                <a:avLst/>
                <a:gdLst/>
                <a:ahLst/>
                <a:cxnLst/>
                <a:rect l="l" t="t" r="r" b="b"/>
                <a:pathLst>
                  <a:path w="4401820" h="2669540">
                    <a:moveTo>
                      <a:pt x="4401750" y="0"/>
                    </a:moveTo>
                    <a:lnTo>
                      <a:pt x="0" y="0"/>
                    </a:lnTo>
                    <a:lnTo>
                      <a:pt x="0" y="2669300"/>
                    </a:lnTo>
                    <a:lnTo>
                      <a:pt x="4401750" y="2669300"/>
                    </a:lnTo>
                    <a:lnTo>
                      <a:pt x="4401750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lIns="109152" tIns="349287" rIns="130983" bIns="0" rtlCol="0" anchor="t" anchorCtr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</a:rPr>
                  <a:t>A </a:t>
                </a: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</a:rPr>
                  <a:t>menor volatilidade dos </a:t>
                </a:r>
                <a:b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</a:rPr>
                </a:b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</a:rPr>
                  <a:t>fundos de crédito estruturado </a:t>
                </a:r>
                <a:b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</a:rPr>
                </a:b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</a:rPr>
                  <a:t>é resultado de uma combinação de fatores resultantes da </a:t>
                </a:r>
                <a:b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</a:rPr>
                </a:b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</a:rPr>
                  <a:t>gestão ativa do fundo.</a:t>
                </a:r>
              </a:p>
            </p:txBody>
          </p:sp>
          <p:sp>
            <p:nvSpPr>
              <p:cNvPr id="18" name="object 23">
                <a:extLst>
                  <a:ext uri="{FF2B5EF4-FFF2-40B4-BE49-F238E27FC236}">
                    <a16:creationId xmlns:a16="http://schemas.microsoft.com/office/drawing/2014/main" id="{B02919AA-CDAE-D392-6A46-C17500D2D607}"/>
                  </a:ext>
                </a:extLst>
              </p:cNvPr>
              <p:cNvSpPr/>
              <p:nvPr/>
            </p:nvSpPr>
            <p:spPr>
              <a:xfrm>
                <a:off x="2146077" y="7498080"/>
                <a:ext cx="1313362" cy="365910"/>
              </a:xfrm>
              <a:custGeom>
                <a:avLst/>
                <a:gdLst/>
                <a:ahLst/>
                <a:cxnLst/>
                <a:rect l="l" t="t" r="r" b="b"/>
                <a:pathLst>
                  <a:path w="1284604" h="370840">
                    <a:moveTo>
                      <a:pt x="642032" y="0"/>
                    </a:moveTo>
                    <a:lnTo>
                      <a:pt x="0" y="370679"/>
                    </a:lnTo>
                    <a:lnTo>
                      <a:pt x="1284065" y="370679"/>
                    </a:lnTo>
                    <a:lnTo>
                      <a:pt x="642032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object 6">
                <a:extLst>
                  <a:ext uri="{FF2B5EF4-FFF2-40B4-BE49-F238E27FC236}">
                    <a16:creationId xmlns:a16="http://schemas.microsoft.com/office/drawing/2014/main" id="{E916CE4A-A673-0A0F-74B6-F85B7CEDBD83}"/>
                  </a:ext>
                </a:extLst>
              </p:cNvPr>
              <p:cNvSpPr/>
              <p:nvPr/>
            </p:nvSpPr>
            <p:spPr>
              <a:xfrm>
                <a:off x="552337" y="7820591"/>
                <a:ext cx="4500359" cy="2634049"/>
              </a:xfrm>
              <a:custGeom>
                <a:avLst/>
                <a:gdLst/>
                <a:ahLst/>
                <a:cxnLst/>
                <a:rect l="l" t="t" r="r" b="b"/>
                <a:pathLst>
                  <a:path w="4401820" h="2669540">
                    <a:moveTo>
                      <a:pt x="4401750" y="0"/>
                    </a:moveTo>
                    <a:lnTo>
                      <a:pt x="0" y="0"/>
                    </a:lnTo>
                    <a:lnTo>
                      <a:pt x="0" y="2669300"/>
                    </a:lnTo>
                    <a:lnTo>
                      <a:pt x="4401750" y="2669300"/>
                    </a:lnTo>
                    <a:lnTo>
                      <a:pt x="4401750" y="0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lIns="109152" tIns="349287" rIns="130983" bIns="0" rtlCol="0" anchor="t" anchorCtr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</a:rPr>
                  <a:t>A presença dessas </a:t>
                </a: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</a:rPr>
                  <a:t>garantias </a:t>
                </a:r>
                <a:b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</a:rPr>
                </a:b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</a:rPr>
                  <a:t>e colaterais robustos diminui </a:t>
                </a:r>
                <a:b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</a:rPr>
                </a:b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C1F4D4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Helvetica"/>
                  </a:rPr>
                  <a:t>a exposição ao risco de crédito</a:t>
                </a: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</a:rPr>
                  <a:t>, proporcionando segurança </a:t>
                </a:r>
                <a:b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</a:rPr>
                </a:br>
                <a:r>
                  <a:rPr kumimoji="0" lang="pt-BR" sz="1213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 Light" panose="020B0403020204030204" pitchFamily="34" charset="0"/>
                    <a:ea typeface="+mn-ea"/>
                    <a:cs typeface="Helvetica"/>
                  </a:rPr>
                  <a:t>ao investidor.</a:t>
                </a:r>
              </a:p>
            </p:txBody>
          </p:sp>
        </p:grp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117D84FA-AE60-F32A-414E-FF9866F7A1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217111">
            <a:off x="327651" y="3134991"/>
            <a:ext cx="11536699" cy="58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645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" name="Picture Placeholder 1166">
            <a:extLst>
              <a:ext uri="{FF2B5EF4-FFF2-40B4-BE49-F238E27FC236}">
                <a16:creationId xmlns:a16="http://schemas.microsoft.com/office/drawing/2014/main" id="{7AC6059F-9AE6-A1F3-892B-BFB4528F7320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>
            <a:alphaModFix amt="35000"/>
          </a:blip>
          <a:srcRect t="28906" b="28906"/>
          <a:stretch/>
        </p:blipFill>
        <p:spPr>
          <a:xfrm>
            <a:off x="0" y="0"/>
            <a:ext cx="12192000" cy="6858000"/>
          </a:xfrm>
        </p:spPr>
      </p:pic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A82072-6C23-06B4-1B61-C2AF7E429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2287357"/>
            <a:ext cx="6091880" cy="1046440"/>
          </a:xfrm>
        </p:spPr>
        <p:txBody>
          <a:bodyPr/>
          <a:lstStyle/>
          <a:p>
            <a:r>
              <a:rPr lang="pt-BR" b="1">
                <a:latin typeface="Versos" panose="020B0503020204030204" pitchFamily="34" charset="0"/>
              </a:rPr>
              <a:t>Fundos de Previdência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8C734B2-1D01-84BD-C270-E9807690C45D}"/>
              </a:ext>
            </a:extLst>
          </p:cNvPr>
          <p:cNvSpPr/>
          <p:nvPr/>
        </p:nvSpPr>
        <p:spPr>
          <a:xfrm flipV="1">
            <a:off x="-62630" y="4136905"/>
            <a:ext cx="12254630" cy="200722"/>
          </a:xfrm>
          <a:custGeom>
            <a:avLst/>
            <a:gdLst>
              <a:gd name="connsiteX0" fmla="*/ 0 w 12225403"/>
              <a:gd name="connsiteY0" fmla="*/ 0 h 0"/>
              <a:gd name="connsiteX1" fmla="*/ 12225403 w 1222540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225403">
                <a:moveTo>
                  <a:pt x="0" y="0"/>
                </a:moveTo>
                <a:lnTo>
                  <a:pt x="12225403" y="0"/>
                </a:lnTo>
              </a:path>
            </a:pathLst>
          </a:custGeom>
          <a:noFill/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DCAD44-55DC-C581-75D4-9B8AABC11455}"/>
              </a:ext>
            </a:extLst>
          </p:cNvPr>
          <p:cNvSpPr/>
          <p:nvPr/>
        </p:nvSpPr>
        <p:spPr>
          <a:xfrm rot="20655882">
            <a:off x="4379326" y="-631472"/>
            <a:ext cx="9682944" cy="7425208"/>
          </a:xfrm>
          <a:custGeom>
            <a:avLst/>
            <a:gdLst>
              <a:gd name="connsiteX0" fmla="*/ 0 w 5087815"/>
              <a:gd name="connsiteY0" fmla="*/ 3845169 h 3845169"/>
              <a:gd name="connsiteX1" fmla="*/ 5087815 w 5087815"/>
              <a:gd name="connsiteY1" fmla="*/ 0 h 3845169"/>
              <a:gd name="connsiteX0" fmla="*/ 0 w 5048059"/>
              <a:gd name="connsiteY0" fmla="*/ 3954500 h 3954500"/>
              <a:gd name="connsiteX1" fmla="*/ 5048059 w 5048059"/>
              <a:gd name="connsiteY1" fmla="*/ 0 h 3954500"/>
              <a:gd name="connsiteX0" fmla="*/ 0 w 5048059"/>
              <a:gd name="connsiteY0" fmla="*/ 3954500 h 3954500"/>
              <a:gd name="connsiteX1" fmla="*/ 5048059 w 5048059"/>
              <a:gd name="connsiteY1" fmla="*/ 0 h 3954500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25292 h 3825292"/>
              <a:gd name="connsiteX1" fmla="*/ 4988424 w 4988424"/>
              <a:gd name="connsiteY1" fmla="*/ 0 h 3825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988424" h="3825292">
                <a:moveTo>
                  <a:pt x="0" y="3825292"/>
                </a:moveTo>
                <a:cubicBezTo>
                  <a:pt x="1384087" y="1839675"/>
                  <a:pt x="2310976" y="251621"/>
                  <a:pt x="4988424" y="0"/>
                </a:cubicBezTo>
              </a:path>
            </a:pathLst>
          </a:custGeom>
          <a:noFill/>
          <a:ln w="190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BDDD17F-AD31-DC6B-A206-884DD5F3FC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7988" y="560206"/>
            <a:ext cx="2545048" cy="274001"/>
          </a:xfrm>
          <a:prstGeom prst="rect">
            <a:avLst/>
          </a:prstGeom>
        </p:spPr>
      </p:pic>
      <p:grpSp>
        <p:nvGrpSpPr>
          <p:cNvPr id="1159" name="Group 1158">
            <a:extLst>
              <a:ext uri="{FF2B5EF4-FFF2-40B4-BE49-F238E27FC236}">
                <a16:creationId xmlns:a16="http://schemas.microsoft.com/office/drawing/2014/main" id="{223A90E5-791D-BBE5-1AAD-EA8D45B59588}"/>
              </a:ext>
            </a:extLst>
          </p:cNvPr>
          <p:cNvGrpSpPr/>
          <p:nvPr/>
        </p:nvGrpSpPr>
        <p:grpSpPr>
          <a:xfrm>
            <a:off x="421277" y="1127699"/>
            <a:ext cx="3674622" cy="283488"/>
            <a:chOff x="419511" y="3092613"/>
            <a:chExt cx="4973352" cy="383682"/>
          </a:xfrm>
        </p:grpSpPr>
        <p:grpSp>
          <p:nvGrpSpPr>
            <p:cNvPr id="1133" name="Graphic 29">
              <a:extLst>
                <a:ext uri="{FF2B5EF4-FFF2-40B4-BE49-F238E27FC236}">
                  <a16:creationId xmlns:a16="http://schemas.microsoft.com/office/drawing/2014/main" id="{7F35CE5B-F919-3FC3-42E9-33F4A5D3EBD8}"/>
                </a:ext>
              </a:extLst>
            </p:cNvPr>
            <p:cNvGrpSpPr/>
            <p:nvPr/>
          </p:nvGrpSpPr>
          <p:grpSpPr>
            <a:xfrm>
              <a:off x="419511" y="3111657"/>
              <a:ext cx="1496487" cy="360073"/>
              <a:chOff x="419511" y="3111657"/>
              <a:chExt cx="1496487" cy="360073"/>
            </a:xfrm>
            <a:solidFill>
              <a:srgbClr val="FFFFFF"/>
            </a:solidFill>
          </p:grpSpPr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9A42BE51-C78C-932A-E479-87331C34359A}"/>
                  </a:ext>
                </a:extLst>
              </p:cNvPr>
              <p:cNvSpPr/>
              <p:nvPr/>
            </p:nvSpPr>
            <p:spPr>
              <a:xfrm>
                <a:off x="419511" y="3116578"/>
                <a:ext cx="286118" cy="350089"/>
              </a:xfrm>
              <a:custGeom>
                <a:avLst/>
                <a:gdLst>
                  <a:gd name="connsiteX0" fmla="*/ 120524 w 286118"/>
                  <a:gd name="connsiteY0" fmla="*/ 42504 h 350089"/>
                  <a:gd name="connsiteX1" fmla="*/ 0 w 286118"/>
                  <a:gd name="connsiteY1" fmla="*/ 42504 h 350089"/>
                  <a:gd name="connsiteX2" fmla="*/ 0 w 286118"/>
                  <a:gd name="connsiteY2" fmla="*/ 0 h 350089"/>
                  <a:gd name="connsiteX3" fmla="*/ 286119 w 286118"/>
                  <a:gd name="connsiteY3" fmla="*/ 0 h 350089"/>
                  <a:gd name="connsiteX4" fmla="*/ 286119 w 286118"/>
                  <a:gd name="connsiteY4" fmla="*/ 42504 h 350089"/>
                  <a:gd name="connsiteX5" fmla="*/ 165595 w 286118"/>
                  <a:gd name="connsiteY5" fmla="*/ 42504 h 350089"/>
                  <a:gd name="connsiteX6" fmla="*/ 165595 w 286118"/>
                  <a:gd name="connsiteY6" fmla="*/ 350089 h 350089"/>
                  <a:gd name="connsiteX7" fmla="*/ 120595 w 286118"/>
                  <a:gd name="connsiteY7" fmla="*/ 350089 h 350089"/>
                  <a:gd name="connsiteX8" fmla="*/ 120595 w 286118"/>
                  <a:gd name="connsiteY8" fmla="*/ 42504 h 350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6118" h="350089">
                    <a:moveTo>
                      <a:pt x="120524" y="42504"/>
                    </a:moveTo>
                    <a:lnTo>
                      <a:pt x="0" y="42504"/>
                    </a:lnTo>
                    <a:lnTo>
                      <a:pt x="0" y="0"/>
                    </a:lnTo>
                    <a:lnTo>
                      <a:pt x="286119" y="0"/>
                    </a:lnTo>
                    <a:lnTo>
                      <a:pt x="286119" y="42504"/>
                    </a:lnTo>
                    <a:lnTo>
                      <a:pt x="165595" y="42504"/>
                    </a:lnTo>
                    <a:lnTo>
                      <a:pt x="165595" y="350089"/>
                    </a:lnTo>
                    <a:lnTo>
                      <a:pt x="120595" y="350089"/>
                    </a:lnTo>
                    <a:lnTo>
                      <a:pt x="120595" y="42504"/>
                    </a:lnTo>
                    <a:close/>
                  </a:path>
                </a:pathLst>
              </a:custGeom>
              <a:solidFill>
                <a:srgbClr val="FFFFFF"/>
              </a:solidFill>
              <a:ln w="71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F045C460-40DF-2895-6C92-426098CB01B7}"/>
                  </a:ext>
                </a:extLst>
              </p:cNvPr>
              <p:cNvSpPr/>
              <p:nvPr/>
            </p:nvSpPr>
            <p:spPr>
              <a:xfrm>
                <a:off x="748133" y="3116578"/>
                <a:ext cx="207029" cy="350089"/>
              </a:xfrm>
              <a:custGeom>
                <a:avLst/>
                <a:gdLst>
                  <a:gd name="connsiteX0" fmla="*/ 0 w 207029"/>
                  <a:gd name="connsiteY0" fmla="*/ 307585 h 350089"/>
                  <a:gd name="connsiteX1" fmla="*/ 81015 w 207029"/>
                  <a:gd name="connsiteY1" fmla="*/ 307585 h 350089"/>
                  <a:gd name="connsiteX2" fmla="*/ 81015 w 207029"/>
                  <a:gd name="connsiteY2" fmla="*/ 42504 h 350089"/>
                  <a:gd name="connsiteX3" fmla="*/ 0 w 207029"/>
                  <a:gd name="connsiteY3" fmla="*/ 42504 h 350089"/>
                  <a:gd name="connsiteX4" fmla="*/ 0 w 207029"/>
                  <a:gd name="connsiteY4" fmla="*/ 0 h 350089"/>
                  <a:gd name="connsiteX5" fmla="*/ 207030 w 207029"/>
                  <a:gd name="connsiteY5" fmla="*/ 0 h 350089"/>
                  <a:gd name="connsiteX6" fmla="*/ 207030 w 207029"/>
                  <a:gd name="connsiteY6" fmla="*/ 42504 h 350089"/>
                  <a:gd name="connsiteX7" fmla="*/ 126015 w 207029"/>
                  <a:gd name="connsiteY7" fmla="*/ 42504 h 350089"/>
                  <a:gd name="connsiteX8" fmla="*/ 126015 w 207029"/>
                  <a:gd name="connsiteY8" fmla="*/ 307585 h 350089"/>
                  <a:gd name="connsiteX9" fmla="*/ 207030 w 207029"/>
                  <a:gd name="connsiteY9" fmla="*/ 307585 h 350089"/>
                  <a:gd name="connsiteX10" fmla="*/ 207030 w 207029"/>
                  <a:gd name="connsiteY10" fmla="*/ 350089 h 350089"/>
                  <a:gd name="connsiteX11" fmla="*/ 0 w 207029"/>
                  <a:gd name="connsiteY11" fmla="*/ 350089 h 350089"/>
                  <a:gd name="connsiteX12" fmla="*/ 0 w 207029"/>
                  <a:gd name="connsiteY12" fmla="*/ 307585 h 350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029" h="350089">
                    <a:moveTo>
                      <a:pt x="0" y="307585"/>
                    </a:moveTo>
                    <a:lnTo>
                      <a:pt x="81015" y="307585"/>
                    </a:lnTo>
                    <a:lnTo>
                      <a:pt x="81015" y="42504"/>
                    </a:lnTo>
                    <a:lnTo>
                      <a:pt x="0" y="42504"/>
                    </a:lnTo>
                    <a:lnTo>
                      <a:pt x="0" y="0"/>
                    </a:lnTo>
                    <a:lnTo>
                      <a:pt x="207030" y="0"/>
                    </a:lnTo>
                    <a:lnTo>
                      <a:pt x="207030" y="42504"/>
                    </a:lnTo>
                    <a:lnTo>
                      <a:pt x="126015" y="42504"/>
                    </a:lnTo>
                    <a:lnTo>
                      <a:pt x="126015" y="307585"/>
                    </a:lnTo>
                    <a:lnTo>
                      <a:pt x="207030" y="307585"/>
                    </a:lnTo>
                    <a:lnTo>
                      <a:pt x="207030" y="350089"/>
                    </a:lnTo>
                    <a:lnTo>
                      <a:pt x="0" y="350089"/>
                    </a:lnTo>
                    <a:lnTo>
                      <a:pt x="0" y="307585"/>
                    </a:lnTo>
                    <a:close/>
                  </a:path>
                </a:pathLst>
              </a:custGeom>
              <a:solidFill>
                <a:srgbClr val="FFFFFF"/>
              </a:solidFill>
              <a:ln w="71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F3F1EE08-1C69-8B1F-5DA9-46B769543CFE}"/>
                  </a:ext>
                </a:extLst>
              </p:cNvPr>
              <p:cNvSpPr/>
              <p:nvPr/>
            </p:nvSpPr>
            <p:spPr>
              <a:xfrm>
                <a:off x="992675" y="3116578"/>
                <a:ext cx="317568" cy="350089"/>
              </a:xfrm>
              <a:custGeom>
                <a:avLst/>
                <a:gdLst>
                  <a:gd name="connsiteX0" fmla="*/ 0 w 317568"/>
                  <a:gd name="connsiteY0" fmla="*/ 0 h 350089"/>
                  <a:gd name="connsiteX1" fmla="*/ 49992 w 317568"/>
                  <a:gd name="connsiteY1" fmla="*/ 0 h 350089"/>
                  <a:gd name="connsiteX2" fmla="*/ 152544 w 317568"/>
                  <a:gd name="connsiteY2" fmla="*/ 312577 h 350089"/>
                  <a:gd name="connsiteX3" fmla="*/ 165524 w 317568"/>
                  <a:gd name="connsiteY3" fmla="*/ 312577 h 350089"/>
                  <a:gd name="connsiteX4" fmla="*/ 267577 w 317568"/>
                  <a:gd name="connsiteY4" fmla="*/ 0 h 350089"/>
                  <a:gd name="connsiteX5" fmla="*/ 317569 w 317568"/>
                  <a:gd name="connsiteY5" fmla="*/ 0 h 350089"/>
                  <a:gd name="connsiteX6" fmla="*/ 199042 w 317568"/>
                  <a:gd name="connsiteY6" fmla="*/ 350089 h 350089"/>
                  <a:gd name="connsiteX7" fmla="*/ 118527 w 317568"/>
                  <a:gd name="connsiteY7" fmla="*/ 350089 h 350089"/>
                  <a:gd name="connsiteX8" fmla="*/ 0 w 317568"/>
                  <a:gd name="connsiteY8" fmla="*/ 0 h 350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7568" h="350089">
                    <a:moveTo>
                      <a:pt x="0" y="0"/>
                    </a:moveTo>
                    <a:lnTo>
                      <a:pt x="49992" y="0"/>
                    </a:lnTo>
                    <a:lnTo>
                      <a:pt x="152544" y="312577"/>
                    </a:lnTo>
                    <a:lnTo>
                      <a:pt x="165524" y="312577"/>
                    </a:lnTo>
                    <a:lnTo>
                      <a:pt x="267577" y="0"/>
                    </a:lnTo>
                    <a:lnTo>
                      <a:pt x="317569" y="0"/>
                    </a:lnTo>
                    <a:lnTo>
                      <a:pt x="199042" y="350089"/>
                    </a:lnTo>
                    <a:lnTo>
                      <a:pt x="118527" y="3500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1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A817D341-A756-7D27-EDAC-583343D6D2E5}"/>
                  </a:ext>
                </a:extLst>
              </p:cNvPr>
              <p:cNvSpPr/>
              <p:nvPr/>
            </p:nvSpPr>
            <p:spPr>
              <a:xfrm>
                <a:off x="1347756" y="3116578"/>
                <a:ext cx="207029" cy="350089"/>
              </a:xfrm>
              <a:custGeom>
                <a:avLst/>
                <a:gdLst>
                  <a:gd name="connsiteX0" fmla="*/ 0 w 207029"/>
                  <a:gd name="connsiteY0" fmla="*/ 307585 h 350089"/>
                  <a:gd name="connsiteX1" fmla="*/ 81015 w 207029"/>
                  <a:gd name="connsiteY1" fmla="*/ 307585 h 350089"/>
                  <a:gd name="connsiteX2" fmla="*/ 81015 w 207029"/>
                  <a:gd name="connsiteY2" fmla="*/ 42504 h 350089"/>
                  <a:gd name="connsiteX3" fmla="*/ 0 w 207029"/>
                  <a:gd name="connsiteY3" fmla="*/ 42504 h 350089"/>
                  <a:gd name="connsiteX4" fmla="*/ 0 w 207029"/>
                  <a:gd name="connsiteY4" fmla="*/ 0 h 350089"/>
                  <a:gd name="connsiteX5" fmla="*/ 207030 w 207029"/>
                  <a:gd name="connsiteY5" fmla="*/ 0 h 350089"/>
                  <a:gd name="connsiteX6" fmla="*/ 207030 w 207029"/>
                  <a:gd name="connsiteY6" fmla="*/ 42504 h 350089"/>
                  <a:gd name="connsiteX7" fmla="*/ 126015 w 207029"/>
                  <a:gd name="connsiteY7" fmla="*/ 42504 h 350089"/>
                  <a:gd name="connsiteX8" fmla="*/ 126015 w 207029"/>
                  <a:gd name="connsiteY8" fmla="*/ 307585 h 350089"/>
                  <a:gd name="connsiteX9" fmla="*/ 207030 w 207029"/>
                  <a:gd name="connsiteY9" fmla="*/ 307585 h 350089"/>
                  <a:gd name="connsiteX10" fmla="*/ 207030 w 207029"/>
                  <a:gd name="connsiteY10" fmla="*/ 350089 h 350089"/>
                  <a:gd name="connsiteX11" fmla="*/ 0 w 207029"/>
                  <a:gd name="connsiteY11" fmla="*/ 350089 h 350089"/>
                  <a:gd name="connsiteX12" fmla="*/ 0 w 207029"/>
                  <a:gd name="connsiteY12" fmla="*/ 307585 h 350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029" h="350089">
                    <a:moveTo>
                      <a:pt x="0" y="307585"/>
                    </a:moveTo>
                    <a:lnTo>
                      <a:pt x="81015" y="307585"/>
                    </a:lnTo>
                    <a:lnTo>
                      <a:pt x="81015" y="42504"/>
                    </a:lnTo>
                    <a:lnTo>
                      <a:pt x="0" y="42504"/>
                    </a:lnTo>
                    <a:lnTo>
                      <a:pt x="0" y="0"/>
                    </a:lnTo>
                    <a:lnTo>
                      <a:pt x="207030" y="0"/>
                    </a:lnTo>
                    <a:lnTo>
                      <a:pt x="207030" y="42504"/>
                    </a:lnTo>
                    <a:lnTo>
                      <a:pt x="126015" y="42504"/>
                    </a:lnTo>
                    <a:lnTo>
                      <a:pt x="126015" y="307585"/>
                    </a:lnTo>
                    <a:lnTo>
                      <a:pt x="207030" y="307585"/>
                    </a:lnTo>
                    <a:lnTo>
                      <a:pt x="207030" y="350089"/>
                    </a:lnTo>
                    <a:lnTo>
                      <a:pt x="0" y="350089"/>
                    </a:lnTo>
                    <a:lnTo>
                      <a:pt x="0" y="307585"/>
                    </a:lnTo>
                    <a:close/>
                  </a:path>
                </a:pathLst>
              </a:custGeom>
              <a:solidFill>
                <a:srgbClr val="FFFFFF"/>
              </a:solidFill>
              <a:ln w="71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57964EA8-611C-A4ED-5446-F3FCFA5580F4}"/>
                  </a:ext>
                </a:extLst>
              </p:cNvPr>
              <p:cNvSpPr/>
              <p:nvPr/>
            </p:nvSpPr>
            <p:spPr>
              <a:xfrm>
                <a:off x="1594793" y="3111657"/>
                <a:ext cx="321205" cy="360073"/>
              </a:xfrm>
              <a:custGeom>
                <a:avLst/>
                <a:gdLst>
                  <a:gd name="connsiteX0" fmla="*/ 75309 w 321205"/>
                  <a:gd name="connsiteY0" fmla="*/ 341317 h 360073"/>
                  <a:gd name="connsiteX1" fmla="*/ 19540 w 321205"/>
                  <a:gd name="connsiteY1" fmla="*/ 287046 h 360073"/>
                  <a:gd name="connsiteX2" fmla="*/ 0 w 321205"/>
                  <a:gd name="connsiteY2" fmla="*/ 203036 h 360073"/>
                  <a:gd name="connsiteX3" fmla="*/ 0 w 321205"/>
                  <a:gd name="connsiteY3" fmla="*/ 157537 h 360073"/>
                  <a:gd name="connsiteX4" fmla="*/ 19540 w 321205"/>
                  <a:gd name="connsiteY4" fmla="*/ 74026 h 360073"/>
                  <a:gd name="connsiteX5" fmla="*/ 75309 w 321205"/>
                  <a:gd name="connsiteY5" fmla="*/ 19255 h 360073"/>
                  <a:gd name="connsiteX6" fmla="*/ 160603 w 321205"/>
                  <a:gd name="connsiteY6" fmla="*/ 0 h 360073"/>
                  <a:gd name="connsiteX7" fmla="*/ 245897 w 321205"/>
                  <a:gd name="connsiteY7" fmla="*/ 18756 h 360073"/>
                  <a:gd name="connsiteX8" fmla="*/ 301666 w 321205"/>
                  <a:gd name="connsiteY8" fmla="*/ 73027 h 360073"/>
                  <a:gd name="connsiteX9" fmla="*/ 321206 w 321205"/>
                  <a:gd name="connsiteY9" fmla="*/ 157037 h 360073"/>
                  <a:gd name="connsiteX10" fmla="*/ 321206 w 321205"/>
                  <a:gd name="connsiteY10" fmla="*/ 202537 h 360073"/>
                  <a:gd name="connsiteX11" fmla="*/ 301666 w 321205"/>
                  <a:gd name="connsiteY11" fmla="*/ 286048 h 360073"/>
                  <a:gd name="connsiteX12" fmla="*/ 245897 w 321205"/>
                  <a:gd name="connsiteY12" fmla="*/ 340818 h 360073"/>
                  <a:gd name="connsiteX13" fmla="*/ 160603 w 321205"/>
                  <a:gd name="connsiteY13" fmla="*/ 360073 h 360073"/>
                  <a:gd name="connsiteX14" fmla="*/ 75309 w 321205"/>
                  <a:gd name="connsiteY14" fmla="*/ 341317 h 360073"/>
                  <a:gd name="connsiteX15" fmla="*/ 244114 w 321205"/>
                  <a:gd name="connsiteY15" fmla="*/ 286547 h 360073"/>
                  <a:gd name="connsiteX16" fmla="*/ 273638 w 321205"/>
                  <a:gd name="connsiteY16" fmla="*/ 202537 h 360073"/>
                  <a:gd name="connsiteX17" fmla="*/ 273638 w 321205"/>
                  <a:gd name="connsiteY17" fmla="*/ 157037 h 360073"/>
                  <a:gd name="connsiteX18" fmla="*/ 243900 w 321205"/>
                  <a:gd name="connsiteY18" fmla="*/ 73741 h 360073"/>
                  <a:gd name="connsiteX19" fmla="*/ 160603 w 321205"/>
                  <a:gd name="connsiteY19" fmla="*/ 44002 h 360073"/>
                  <a:gd name="connsiteX20" fmla="*/ 77092 w 321205"/>
                  <a:gd name="connsiteY20" fmla="*/ 73527 h 360073"/>
                  <a:gd name="connsiteX21" fmla="*/ 47568 w 321205"/>
                  <a:gd name="connsiteY21" fmla="*/ 157537 h 360073"/>
                  <a:gd name="connsiteX22" fmla="*/ 47568 w 321205"/>
                  <a:gd name="connsiteY22" fmla="*/ 203036 h 360073"/>
                  <a:gd name="connsiteX23" fmla="*/ 77306 w 321205"/>
                  <a:gd name="connsiteY23" fmla="*/ 286333 h 360073"/>
                  <a:gd name="connsiteX24" fmla="*/ 160603 w 321205"/>
                  <a:gd name="connsiteY24" fmla="*/ 316071 h 360073"/>
                  <a:gd name="connsiteX25" fmla="*/ 244114 w 321205"/>
                  <a:gd name="connsiteY25" fmla="*/ 286547 h 360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321205" h="360073">
                    <a:moveTo>
                      <a:pt x="75309" y="341317"/>
                    </a:moveTo>
                    <a:cubicBezTo>
                      <a:pt x="51133" y="328837"/>
                      <a:pt x="32520" y="310723"/>
                      <a:pt x="19540" y="287046"/>
                    </a:cubicBezTo>
                    <a:cubicBezTo>
                      <a:pt x="6561" y="263369"/>
                      <a:pt x="0" y="235342"/>
                      <a:pt x="0" y="203036"/>
                    </a:cubicBezTo>
                    <a:lnTo>
                      <a:pt x="0" y="157537"/>
                    </a:lnTo>
                    <a:cubicBezTo>
                      <a:pt x="0" y="125516"/>
                      <a:pt x="6490" y="97703"/>
                      <a:pt x="19540" y="74026"/>
                    </a:cubicBezTo>
                    <a:cubicBezTo>
                      <a:pt x="32520" y="50349"/>
                      <a:pt x="51133" y="32092"/>
                      <a:pt x="75309" y="19255"/>
                    </a:cubicBezTo>
                    <a:cubicBezTo>
                      <a:pt x="99485" y="6418"/>
                      <a:pt x="127869" y="0"/>
                      <a:pt x="160603" y="0"/>
                    </a:cubicBezTo>
                    <a:cubicBezTo>
                      <a:pt x="193337" y="0"/>
                      <a:pt x="221721" y="6276"/>
                      <a:pt x="245897" y="18756"/>
                    </a:cubicBezTo>
                    <a:cubicBezTo>
                      <a:pt x="270073" y="31236"/>
                      <a:pt x="288686" y="49351"/>
                      <a:pt x="301666" y="73027"/>
                    </a:cubicBezTo>
                    <a:cubicBezTo>
                      <a:pt x="314645" y="96704"/>
                      <a:pt x="321206" y="124731"/>
                      <a:pt x="321206" y="157037"/>
                    </a:cubicBezTo>
                    <a:lnTo>
                      <a:pt x="321206" y="202537"/>
                    </a:lnTo>
                    <a:cubicBezTo>
                      <a:pt x="321206" y="234558"/>
                      <a:pt x="314716" y="262371"/>
                      <a:pt x="301666" y="286048"/>
                    </a:cubicBezTo>
                    <a:cubicBezTo>
                      <a:pt x="288686" y="309724"/>
                      <a:pt x="270073" y="327981"/>
                      <a:pt x="245897" y="340818"/>
                    </a:cubicBezTo>
                    <a:cubicBezTo>
                      <a:pt x="221721" y="353655"/>
                      <a:pt x="193266" y="360073"/>
                      <a:pt x="160603" y="360073"/>
                    </a:cubicBezTo>
                    <a:cubicBezTo>
                      <a:pt x="127940" y="360073"/>
                      <a:pt x="99485" y="353798"/>
                      <a:pt x="75309" y="341317"/>
                    </a:cubicBezTo>
                    <a:close/>
                    <a:moveTo>
                      <a:pt x="244114" y="286547"/>
                    </a:moveTo>
                    <a:cubicBezTo>
                      <a:pt x="263797" y="266864"/>
                      <a:pt x="273638" y="238837"/>
                      <a:pt x="273638" y="202537"/>
                    </a:cubicBezTo>
                    <a:lnTo>
                      <a:pt x="273638" y="157037"/>
                    </a:lnTo>
                    <a:cubicBezTo>
                      <a:pt x="273638" y="121379"/>
                      <a:pt x="263725" y="93638"/>
                      <a:pt x="243900" y="73741"/>
                    </a:cubicBezTo>
                    <a:cubicBezTo>
                      <a:pt x="224074" y="53915"/>
                      <a:pt x="196332" y="44002"/>
                      <a:pt x="160603" y="44002"/>
                    </a:cubicBezTo>
                    <a:cubicBezTo>
                      <a:pt x="124874" y="44002"/>
                      <a:pt x="96775" y="53843"/>
                      <a:pt x="77092" y="73527"/>
                    </a:cubicBezTo>
                    <a:cubicBezTo>
                      <a:pt x="57409" y="93210"/>
                      <a:pt x="47568" y="121237"/>
                      <a:pt x="47568" y="157537"/>
                    </a:cubicBezTo>
                    <a:lnTo>
                      <a:pt x="47568" y="203036"/>
                    </a:lnTo>
                    <a:cubicBezTo>
                      <a:pt x="47568" y="238694"/>
                      <a:pt x="57480" y="266507"/>
                      <a:pt x="77306" y="286333"/>
                    </a:cubicBezTo>
                    <a:cubicBezTo>
                      <a:pt x="97132" y="306159"/>
                      <a:pt x="124874" y="316071"/>
                      <a:pt x="160603" y="316071"/>
                    </a:cubicBezTo>
                    <a:cubicBezTo>
                      <a:pt x="196332" y="316071"/>
                      <a:pt x="224431" y="306230"/>
                      <a:pt x="244114" y="286547"/>
                    </a:cubicBezTo>
                    <a:close/>
                  </a:path>
                </a:pathLst>
              </a:custGeom>
              <a:solidFill>
                <a:srgbClr val="FFFFFF"/>
              </a:solidFill>
              <a:ln w="71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pt-BR"/>
              </a:p>
            </p:txBody>
          </p:sp>
        </p:grpSp>
        <p:grpSp>
          <p:nvGrpSpPr>
            <p:cNvPr id="1145" name="Group 1144">
              <a:extLst>
                <a:ext uri="{FF2B5EF4-FFF2-40B4-BE49-F238E27FC236}">
                  <a16:creationId xmlns:a16="http://schemas.microsoft.com/office/drawing/2014/main" id="{9DA1F946-A622-03EC-AA67-BB9118663DFD}"/>
                </a:ext>
              </a:extLst>
            </p:cNvPr>
            <p:cNvGrpSpPr/>
            <p:nvPr/>
          </p:nvGrpSpPr>
          <p:grpSpPr>
            <a:xfrm>
              <a:off x="2082548" y="3092613"/>
              <a:ext cx="3310315" cy="383682"/>
              <a:chOff x="587376" y="2002639"/>
              <a:chExt cx="5804531" cy="672774"/>
            </a:xfrm>
          </p:grpSpPr>
          <p:grpSp>
            <p:nvGrpSpPr>
              <p:cNvPr id="1146" name="Graphic 23">
                <a:extLst>
                  <a:ext uri="{FF2B5EF4-FFF2-40B4-BE49-F238E27FC236}">
                    <a16:creationId xmlns:a16="http://schemas.microsoft.com/office/drawing/2014/main" id="{F703C1A6-1313-571C-7FF0-2B8A12C5B446}"/>
                  </a:ext>
                </a:extLst>
              </p:cNvPr>
              <p:cNvGrpSpPr/>
              <p:nvPr/>
            </p:nvGrpSpPr>
            <p:grpSpPr>
              <a:xfrm>
                <a:off x="3677752" y="2002639"/>
                <a:ext cx="2714155" cy="672774"/>
                <a:chOff x="3677752" y="2002639"/>
                <a:chExt cx="2714155" cy="672774"/>
              </a:xfrm>
            </p:grpSpPr>
            <p:sp>
              <p:nvSpPr>
                <p:cNvPr id="1155" name="Freeform: Shape 1154">
                  <a:extLst>
                    <a:ext uri="{FF2B5EF4-FFF2-40B4-BE49-F238E27FC236}">
                      <a16:creationId xmlns:a16="http://schemas.microsoft.com/office/drawing/2014/main" id="{61A31D1F-543D-FE86-C76D-AB7489A826B1}"/>
                    </a:ext>
                  </a:extLst>
                </p:cNvPr>
                <p:cNvSpPr/>
                <p:nvPr/>
              </p:nvSpPr>
              <p:spPr>
                <a:xfrm>
                  <a:off x="3677752" y="2015480"/>
                  <a:ext cx="431614" cy="646999"/>
                </a:xfrm>
                <a:custGeom>
                  <a:avLst/>
                  <a:gdLst>
                    <a:gd name="connsiteX0" fmla="*/ 0 w 431614"/>
                    <a:gd name="connsiteY0" fmla="*/ 499098 h 646999"/>
                    <a:gd name="connsiteX1" fmla="*/ 134030 w 431614"/>
                    <a:gd name="connsiteY1" fmla="*/ 499098 h 646999"/>
                    <a:gd name="connsiteX2" fmla="*/ 134030 w 431614"/>
                    <a:gd name="connsiteY2" fmla="*/ 147902 h 646999"/>
                    <a:gd name="connsiteX3" fmla="*/ 0 w 431614"/>
                    <a:gd name="connsiteY3" fmla="*/ 147902 h 646999"/>
                    <a:gd name="connsiteX4" fmla="*/ 0 w 431614"/>
                    <a:gd name="connsiteY4" fmla="*/ 0 h 646999"/>
                    <a:gd name="connsiteX5" fmla="*/ 431614 w 431614"/>
                    <a:gd name="connsiteY5" fmla="*/ 0 h 646999"/>
                    <a:gd name="connsiteX6" fmla="*/ 431614 w 431614"/>
                    <a:gd name="connsiteY6" fmla="*/ 147902 h 646999"/>
                    <a:gd name="connsiteX7" fmla="*/ 297584 w 431614"/>
                    <a:gd name="connsiteY7" fmla="*/ 147902 h 646999"/>
                    <a:gd name="connsiteX8" fmla="*/ 297584 w 431614"/>
                    <a:gd name="connsiteY8" fmla="*/ 499098 h 646999"/>
                    <a:gd name="connsiteX9" fmla="*/ 431614 w 431614"/>
                    <a:gd name="connsiteY9" fmla="*/ 499098 h 646999"/>
                    <a:gd name="connsiteX10" fmla="*/ 431614 w 431614"/>
                    <a:gd name="connsiteY10" fmla="*/ 647000 h 646999"/>
                    <a:gd name="connsiteX11" fmla="*/ 0 w 431614"/>
                    <a:gd name="connsiteY11" fmla="*/ 647000 h 646999"/>
                    <a:gd name="connsiteX12" fmla="*/ 0 w 431614"/>
                    <a:gd name="connsiteY12" fmla="*/ 499098 h 6469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431614" h="646999">
                      <a:moveTo>
                        <a:pt x="0" y="499098"/>
                      </a:moveTo>
                      <a:lnTo>
                        <a:pt x="134030" y="499098"/>
                      </a:lnTo>
                      <a:lnTo>
                        <a:pt x="134030" y="147902"/>
                      </a:lnTo>
                      <a:lnTo>
                        <a:pt x="0" y="147902"/>
                      </a:lnTo>
                      <a:lnTo>
                        <a:pt x="0" y="0"/>
                      </a:lnTo>
                      <a:lnTo>
                        <a:pt x="431614" y="0"/>
                      </a:lnTo>
                      <a:lnTo>
                        <a:pt x="431614" y="147902"/>
                      </a:lnTo>
                      <a:lnTo>
                        <a:pt x="297584" y="147902"/>
                      </a:lnTo>
                      <a:lnTo>
                        <a:pt x="297584" y="499098"/>
                      </a:lnTo>
                      <a:lnTo>
                        <a:pt x="431614" y="499098"/>
                      </a:lnTo>
                      <a:lnTo>
                        <a:pt x="431614" y="647000"/>
                      </a:lnTo>
                      <a:lnTo>
                        <a:pt x="0" y="647000"/>
                      </a:lnTo>
                      <a:lnTo>
                        <a:pt x="0" y="499098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3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156" name="Freeform: Shape 1155">
                  <a:extLst>
                    <a:ext uri="{FF2B5EF4-FFF2-40B4-BE49-F238E27FC236}">
                      <a16:creationId xmlns:a16="http://schemas.microsoft.com/office/drawing/2014/main" id="{3EA48966-19EB-6602-0378-22AFE998338F}"/>
                    </a:ext>
                  </a:extLst>
                </p:cNvPr>
                <p:cNvSpPr/>
                <p:nvPr/>
              </p:nvSpPr>
              <p:spPr>
                <a:xfrm>
                  <a:off x="4191565" y="2015573"/>
                  <a:ext cx="801180" cy="646905"/>
                </a:xfrm>
                <a:custGeom>
                  <a:avLst/>
                  <a:gdLst>
                    <a:gd name="connsiteX0" fmla="*/ 0 w 801180"/>
                    <a:gd name="connsiteY0" fmla="*/ 0 h 646905"/>
                    <a:gd name="connsiteX1" fmla="*/ 302177 w 801180"/>
                    <a:gd name="connsiteY1" fmla="*/ 0 h 646905"/>
                    <a:gd name="connsiteX2" fmla="*/ 389062 w 801180"/>
                    <a:gd name="connsiteY2" fmla="*/ 500879 h 646905"/>
                    <a:gd name="connsiteX3" fmla="*/ 413056 w 801180"/>
                    <a:gd name="connsiteY3" fmla="*/ 500879 h 646905"/>
                    <a:gd name="connsiteX4" fmla="*/ 499004 w 801180"/>
                    <a:gd name="connsiteY4" fmla="*/ 0 h 646905"/>
                    <a:gd name="connsiteX5" fmla="*/ 801181 w 801180"/>
                    <a:gd name="connsiteY5" fmla="*/ 0 h 646905"/>
                    <a:gd name="connsiteX6" fmla="*/ 801181 w 801180"/>
                    <a:gd name="connsiteY6" fmla="*/ 646906 h 646905"/>
                    <a:gd name="connsiteX7" fmla="*/ 638564 w 801180"/>
                    <a:gd name="connsiteY7" fmla="*/ 646906 h 646905"/>
                    <a:gd name="connsiteX8" fmla="*/ 638564 w 801180"/>
                    <a:gd name="connsiteY8" fmla="*/ 145090 h 646905"/>
                    <a:gd name="connsiteX9" fmla="*/ 614570 w 801180"/>
                    <a:gd name="connsiteY9" fmla="*/ 145090 h 646905"/>
                    <a:gd name="connsiteX10" fmla="*/ 528622 w 801180"/>
                    <a:gd name="connsiteY10" fmla="*/ 646906 h 646905"/>
                    <a:gd name="connsiteX11" fmla="*/ 273590 w 801180"/>
                    <a:gd name="connsiteY11" fmla="*/ 646906 h 646905"/>
                    <a:gd name="connsiteX12" fmla="*/ 186705 w 801180"/>
                    <a:gd name="connsiteY12" fmla="*/ 145090 h 646905"/>
                    <a:gd name="connsiteX13" fmla="*/ 162710 w 801180"/>
                    <a:gd name="connsiteY13" fmla="*/ 145090 h 646905"/>
                    <a:gd name="connsiteX14" fmla="*/ 162710 w 801180"/>
                    <a:gd name="connsiteY14" fmla="*/ 646906 h 646905"/>
                    <a:gd name="connsiteX15" fmla="*/ 94 w 801180"/>
                    <a:gd name="connsiteY15" fmla="*/ 646906 h 646905"/>
                    <a:gd name="connsiteX16" fmla="*/ 94 w 801180"/>
                    <a:gd name="connsiteY16" fmla="*/ 0 h 646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801180" h="646905">
                      <a:moveTo>
                        <a:pt x="0" y="0"/>
                      </a:moveTo>
                      <a:lnTo>
                        <a:pt x="302177" y="0"/>
                      </a:lnTo>
                      <a:lnTo>
                        <a:pt x="389062" y="500879"/>
                      </a:lnTo>
                      <a:lnTo>
                        <a:pt x="413056" y="500879"/>
                      </a:lnTo>
                      <a:lnTo>
                        <a:pt x="499004" y="0"/>
                      </a:lnTo>
                      <a:lnTo>
                        <a:pt x="801181" y="0"/>
                      </a:lnTo>
                      <a:lnTo>
                        <a:pt x="801181" y="646906"/>
                      </a:lnTo>
                      <a:lnTo>
                        <a:pt x="638564" y="646906"/>
                      </a:lnTo>
                      <a:lnTo>
                        <a:pt x="638564" y="145090"/>
                      </a:lnTo>
                      <a:lnTo>
                        <a:pt x="614570" y="145090"/>
                      </a:lnTo>
                      <a:lnTo>
                        <a:pt x="528622" y="646906"/>
                      </a:lnTo>
                      <a:lnTo>
                        <a:pt x="273590" y="646906"/>
                      </a:lnTo>
                      <a:lnTo>
                        <a:pt x="186705" y="145090"/>
                      </a:lnTo>
                      <a:lnTo>
                        <a:pt x="162710" y="145090"/>
                      </a:lnTo>
                      <a:lnTo>
                        <a:pt x="162710" y="646906"/>
                      </a:lnTo>
                      <a:lnTo>
                        <a:pt x="94" y="646906"/>
                      </a:lnTo>
                      <a:lnTo>
                        <a:pt x="94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3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157" name="Freeform: Shape 1156">
                  <a:extLst>
                    <a:ext uri="{FF2B5EF4-FFF2-40B4-BE49-F238E27FC236}">
                      <a16:creationId xmlns:a16="http://schemas.microsoft.com/office/drawing/2014/main" id="{0B6090C1-CDD0-E543-64B3-2B13F2A02AB4}"/>
                    </a:ext>
                  </a:extLst>
                </p:cNvPr>
                <p:cNvSpPr/>
                <p:nvPr/>
              </p:nvSpPr>
              <p:spPr>
                <a:xfrm>
                  <a:off x="5086099" y="2002639"/>
                  <a:ext cx="651592" cy="672774"/>
                </a:xfrm>
                <a:custGeom>
                  <a:avLst/>
                  <a:gdLst>
                    <a:gd name="connsiteX0" fmla="*/ 152963 w 651592"/>
                    <a:gd name="connsiteY0" fmla="*/ 634909 h 672774"/>
                    <a:gd name="connsiteX1" fmla="*/ 39740 w 651592"/>
                    <a:gd name="connsiteY1" fmla="*/ 527216 h 672774"/>
                    <a:gd name="connsiteX2" fmla="*/ 0 w 651592"/>
                    <a:gd name="connsiteY2" fmla="*/ 363193 h 672774"/>
                    <a:gd name="connsiteX3" fmla="*/ 0 w 651592"/>
                    <a:gd name="connsiteY3" fmla="*/ 309581 h 672774"/>
                    <a:gd name="connsiteX4" fmla="*/ 39740 w 651592"/>
                    <a:gd name="connsiteY4" fmla="*/ 146027 h 672774"/>
                    <a:gd name="connsiteX5" fmla="*/ 152963 w 651592"/>
                    <a:gd name="connsiteY5" fmla="*/ 37866 h 672774"/>
                    <a:gd name="connsiteX6" fmla="*/ 326264 w 651592"/>
                    <a:gd name="connsiteY6" fmla="*/ 0 h 672774"/>
                    <a:gd name="connsiteX7" fmla="*/ 498629 w 651592"/>
                    <a:gd name="connsiteY7" fmla="*/ 37866 h 672774"/>
                    <a:gd name="connsiteX8" fmla="*/ 611852 w 651592"/>
                    <a:gd name="connsiteY8" fmla="*/ 145558 h 672774"/>
                    <a:gd name="connsiteX9" fmla="*/ 651592 w 651592"/>
                    <a:gd name="connsiteY9" fmla="*/ 308644 h 672774"/>
                    <a:gd name="connsiteX10" fmla="*/ 651592 w 651592"/>
                    <a:gd name="connsiteY10" fmla="*/ 363193 h 672774"/>
                    <a:gd name="connsiteX11" fmla="*/ 611852 w 651592"/>
                    <a:gd name="connsiteY11" fmla="*/ 526747 h 672774"/>
                    <a:gd name="connsiteX12" fmla="*/ 498629 w 651592"/>
                    <a:gd name="connsiteY12" fmla="*/ 634909 h 672774"/>
                    <a:gd name="connsiteX13" fmla="*/ 326264 w 651592"/>
                    <a:gd name="connsiteY13" fmla="*/ 672775 h 672774"/>
                    <a:gd name="connsiteX14" fmla="*/ 152963 w 651592"/>
                    <a:gd name="connsiteY14" fmla="*/ 634909 h 672774"/>
                    <a:gd name="connsiteX15" fmla="*/ 208449 w 651592"/>
                    <a:gd name="connsiteY15" fmla="*/ 478665 h 672774"/>
                    <a:gd name="connsiteX16" fmla="*/ 326264 w 651592"/>
                    <a:gd name="connsiteY16" fmla="*/ 520280 h 672774"/>
                    <a:gd name="connsiteX17" fmla="*/ 443611 w 651592"/>
                    <a:gd name="connsiteY17" fmla="*/ 478665 h 672774"/>
                    <a:gd name="connsiteX18" fmla="*/ 483351 w 651592"/>
                    <a:gd name="connsiteY18" fmla="*/ 359444 h 672774"/>
                    <a:gd name="connsiteX19" fmla="*/ 483351 w 651592"/>
                    <a:gd name="connsiteY19" fmla="*/ 313237 h 672774"/>
                    <a:gd name="connsiteX20" fmla="*/ 443611 w 651592"/>
                    <a:gd name="connsiteY20" fmla="*/ 194015 h 672774"/>
                    <a:gd name="connsiteX21" fmla="*/ 326264 w 651592"/>
                    <a:gd name="connsiteY21" fmla="*/ 152401 h 672774"/>
                    <a:gd name="connsiteX22" fmla="*/ 207981 w 651592"/>
                    <a:gd name="connsiteY22" fmla="*/ 193547 h 672774"/>
                    <a:gd name="connsiteX23" fmla="*/ 168240 w 651592"/>
                    <a:gd name="connsiteY23" fmla="*/ 313237 h 672774"/>
                    <a:gd name="connsiteX24" fmla="*/ 168240 w 651592"/>
                    <a:gd name="connsiteY24" fmla="*/ 360381 h 672774"/>
                    <a:gd name="connsiteX25" fmla="*/ 208449 w 651592"/>
                    <a:gd name="connsiteY25" fmla="*/ 478665 h 6727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651592" h="672774">
                      <a:moveTo>
                        <a:pt x="152963" y="634909"/>
                      </a:moveTo>
                      <a:cubicBezTo>
                        <a:pt x="103944" y="609696"/>
                        <a:pt x="66265" y="573799"/>
                        <a:pt x="39740" y="527216"/>
                      </a:cubicBezTo>
                      <a:cubicBezTo>
                        <a:pt x="13216" y="480727"/>
                        <a:pt x="0" y="425991"/>
                        <a:pt x="0" y="363193"/>
                      </a:cubicBezTo>
                      <a:lnTo>
                        <a:pt x="0" y="309581"/>
                      </a:lnTo>
                      <a:cubicBezTo>
                        <a:pt x="0" y="247346"/>
                        <a:pt x="13216" y="192797"/>
                        <a:pt x="39740" y="146027"/>
                      </a:cubicBezTo>
                      <a:cubicBezTo>
                        <a:pt x="66265" y="99163"/>
                        <a:pt x="103944" y="63172"/>
                        <a:pt x="152963" y="37866"/>
                      </a:cubicBezTo>
                      <a:cubicBezTo>
                        <a:pt x="201982" y="12559"/>
                        <a:pt x="259718" y="0"/>
                        <a:pt x="326264" y="0"/>
                      </a:cubicBezTo>
                      <a:cubicBezTo>
                        <a:pt x="392811" y="0"/>
                        <a:pt x="449610" y="12653"/>
                        <a:pt x="498629" y="37866"/>
                      </a:cubicBezTo>
                      <a:cubicBezTo>
                        <a:pt x="547648" y="63172"/>
                        <a:pt x="585327" y="98976"/>
                        <a:pt x="611852" y="145558"/>
                      </a:cubicBezTo>
                      <a:cubicBezTo>
                        <a:pt x="638377" y="192047"/>
                        <a:pt x="651592" y="246409"/>
                        <a:pt x="651592" y="308644"/>
                      </a:cubicBezTo>
                      <a:lnTo>
                        <a:pt x="651592" y="363193"/>
                      </a:lnTo>
                      <a:cubicBezTo>
                        <a:pt x="651592" y="425428"/>
                        <a:pt x="638283" y="479977"/>
                        <a:pt x="611852" y="526747"/>
                      </a:cubicBezTo>
                      <a:cubicBezTo>
                        <a:pt x="585327" y="573611"/>
                        <a:pt x="547648" y="609602"/>
                        <a:pt x="498629" y="634909"/>
                      </a:cubicBezTo>
                      <a:cubicBezTo>
                        <a:pt x="449610" y="660121"/>
                        <a:pt x="392155" y="672775"/>
                        <a:pt x="326264" y="672775"/>
                      </a:cubicBezTo>
                      <a:cubicBezTo>
                        <a:pt x="260374" y="672775"/>
                        <a:pt x="201982" y="660121"/>
                        <a:pt x="152963" y="634909"/>
                      </a:cubicBezTo>
                      <a:close/>
                      <a:moveTo>
                        <a:pt x="208449" y="478665"/>
                      </a:moveTo>
                      <a:cubicBezTo>
                        <a:pt x="235255" y="506409"/>
                        <a:pt x="274527" y="520280"/>
                        <a:pt x="326264" y="520280"/>
                      </a:cubicBezTo>
                      <a:cubicBezTo>
                        <a:pt x="378002" y="520280"/>
                        <a:pt x="417180" y="506409"/>
                        <a:pt x="443611" y="478665"/>
                      </a:cubicBezTo>
                      <a:cubicBezTo>
                        <a:pt x="470136" y="450922"/>
                        <a:pt x="483351" y="411182"/>
                        <a:pt x="483351" y="359444"/>
                      </a:cubicBezTo>
                      <a:lnTo>
                        <a:pt x="483351" y="313237"/>
                      </a:lnTo>
                      <a:cubicBezTo>
                        <a:pt x="483351" y="261499"/>
                        <a:pt x="470042" y="221759"/>
                        <a:pt x="443611" y="194015"/>
                      </a:cubicBezTo>
                      <a:cubicBezTo>
                        <a:pt x="417086" y="166272"/>
                        <a:pt x="378002" y="152401"/>
                        <a:pt x="326264" y="152401"/>
                      </a:cubicBezTo>
                      <a:cubicBezTo>
                        <a:pt x="274527" y="152401"/>
                        <a:pt x="234506" y="166085"/>
                        <a:pt x="207981" y="193547"/>
                      </a:cubicBezTo>
                      <a:cubicBezTo>
                        <a:pt x="181456" y="221009"/>
                        <a:pt x="168240" y="260843"/>
                        <a:pt x="168240" y="313237"/>
                      </a:cubicBezTo>
                      <a:lnTo>
                        <a:pt x="168240" y="360381"/>
                      </a:lnTo>
                      <a:cubicBezTo>
                        <a:pt x="168240" y="411557"/>
                        <a:pt x="181643" y="450922"/>
                        <a:pt x="208449" y="47866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93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158" name="Freeform: Shape 1157">
                  <a:extLst>
                    <a:ext uri="{FF2B5EF4-FFF2-40B4-BE49-F238E27FC236}">
                      <a16:creationId xmlns:a16="http://schemas.microsoft.com/office/drawing/2014/main" id="{9B4F1F0F-17C6-EAB7-6AE5-E9BB61521A92}"/>
                    </a:ext>
                  </a:extLst>
                </p:cNvPr>
                <p:cNvSpPr/>
                <p:nvPr/>
              </p:nvSpPr>
              <p:spPr>
                <a:xfrm>
                  <a:off x="5830950" y="2015480"/>
                  <a:ext cx="560957" cy="646905"/>
                </a:xfrm>
                <a:custGeom>
                  <a:avLst/>
                  <a:gdLst>
                    <a:gd name="connsiteX0" fmla="*/ 94 w 560957"/>
                    <a:gd name="connsiteY0" fmla="*/ 94 h 646905"/>
                    <a:gd name="connsiteX1" fmla="*/ 335544 w 560957"/>
                    <a:gd name="connsiteY1" fmla="*/ 94 h 646905"/>
                    <a:gd name="connsiteX2" fmla="*/ 484757 w 560957"/>
                    <a:gd name="connsiteY2" fmla="*/ 45833 h 646905"/>
                    <a:gd name="connsiteX3" fmla="*/ 536964 w 560957"/>
                    <a:gd name="connsiteY3" fmla="*/ 171990 h 646905"/>
                    <a:gd name="connsiteX4" fmla="*/ 510626 w 560957"/>
                    <a:gd name="connsiteY4" fmla="*/ 264405 h 646905"/>
                    <a:gd name="connsiteX5" fmla="*/ 437144 w 560957"/>
                    <a:gd name="connsiteY5" fmla="*/ 316142 h 646905"/>
                    <a:gd name="connsiteX6" fmla="*/ 437144 w 560957"/>
                    <a:gd name="connsiteY6" fmla="*/ 319798 h 646905"/>
                    <a:gd name="connsiteX7" fmla="*/ 528622 w 560957"/>
                    <a:gd name="connsiteY7" fmla="*/ 372004 h 646905"/>
                    <a:gd name="connsiteX8" fmla="*/ 560958 w 560957"/>
                    <a:gd name="connsiteY8" fmla="*/ 470417 h 646905"/>
                    <a:gd name="connsiteX9" fmla="*/ 508283 w 560957"/>
                    <a:gd name="connsiteY9" fmla="*/ 599292 h 646905"/>
                    <a:gd name="connsiteX10" fmla="*/ 361319 w 560957"/>
                    <a:gd name="connsiteY10" fmla="*/ 646906 h 646905"/>
                    <a:gd name="connsiteX11" fmla="*/ 0 w 560957"/>
                    <a:gd name="connsiteY11" fmla="*/ 646906 h 646905"/>
                    <a:gd name="connsiteX12" fmla="*/ 0 w 560957"/>
                    <a:gd name="connsiteY12" fmla="*/ 0 h 646905"/>
                    <a:gd name="connsiteX13" fmla="*/ 311456 w 560957"/>
                    <a:gd name="connsiteY13" fmla="*/ 262530 h 646905"/>
                    <a:gd name="connsiteX14" fmla="*/ 359538 w 560957"/>
                    <a:gd name="connsiteY14" fmla="*/ 246315 h 646905"/>
                    <a:gd name="connsiteX15" fmla="*/ 377065 w 560957"/>
                    <a:gd name="connsiteY15" fmla="*/ 199639 h 646905"/>
                    <a:gd name="connsiteX16" fmla="*/ 359069 w 560957"/>
                    <a:gd name="connsiteY16" fmla="*/ 153900 h 646905"/>
                    <a:gd name="connsiteX17" fmla="*/ 307800 w 560957"/>
                    <a:gd name="connsiteY17" fmla="*/ 137685 h 646905"/>
                    <a:gd name="connsiteX18" fmla="*/ 162710 w 560957"/>
                    <a:gd name="connsiteY18" fmla="*/ 137685 h 646905"/>
                    <a:gd name="connsiteX19" fmla="*/ 162710 w 560957"/>
                    <a:gd name="connsiteY19" fmla="*/ 262436 h 646905"/>
                    <a:gd name="connsiteX20" fmla="*/ 311456 w 560957"/>
                    <a:gd name="connsiteY20" fmla="*/ 262436 h 646905"/>
                    <a:gd name="connsiteX21" fmla="*/ 327202 w 560957"/>
                    <a:gd name="connsiteY21" fmla="*/ 509314 h 646905"/>
                    <a:gd name="connsiteX22" fmla="*/ 377065 w 560957"/>
                    <a:gd name="connsiteY22" fmla="*/ 493568 h 646905"/>
                    <a:gd name="connsiteX23" fmla="*/ 394592 w 560957"/>
                    <a:gd name="connsiteY23" fmla="*/ 447360 h 646905"/>
                    <a:gd name="connsiteX24" fmla="*/ 376596 w 560957"/>
                    <a:gd name="connsiteY24" fmla="*/ 402090 h 646905"/>
                    <a:gd name="connsiteX25" fmla="*/ 325327 w 560957"/>
                    <a:gd name="connsiteY25" fmla="*/ 386344 h 646905"/>
                    <a:gd name="connsiteX26" fmla="*/ 162710 w 560957"/>
                    <a:gd name="connsiteY26" fmla="*/ 386344 h 646905"/>
                    <a:gd name="connsiteX27" fmla="*/ 162710 w 560957"/>
                    <a:gd name="connsiteY27" fmla="*/ 509220 h 646905"/>
                    <a:gd name="connsiteX28" fmla="*/ 327202 w 560957"/>
                    <a:gd name="connsiteY28" fmla="*/ 509220 h 646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560957" h="646905">
                      <a:moveTo>
                        <a:pt x="94" y="94"/>
                      </a:moveTo>
                      <a:lnTo>
                        <a:pt x="335544" y="94"/>
                      </a:lnTo>
                      <a:cubicBezTo>
                        <a:pt x="400216" y="94"/>
                        <a:pt x="449985" y="15371"/>
                        <a:pt x="484757" y="45833"/>
                      </a:cubicBezTo>
                      <a:cubicBezTo>
                        <a:pt x="519530" y="76294"/>
                        <a:pt x="536964" y="118378"/>
                        <a:pt x="536964" y="171990"/>
                      </a:cubicBezTo>
                      <a:cubicBezTo>
                        <a:pt x="536964" y="208356"/>
                        <a:pt x="528153" y="239192"/>
                        <a:pt x="510626" y="264405"/>
                      </a:cubicBezTo>
                      <a:cubicBezTo>
                        <a:pt x="493099" y="289711"/>
                        <a:pt x="468543" y="306957"/>
                        <a:pt x="437144" y="316142"/>
                      </a:cubicBezTo>
                      <a:lnTo>
                        <a:pt x="437144" y="319798"/>
                      </a:lnTo>
                      <a:cubicBezTo>
                        <a:pt x="476603" y="328420"/>
                        <a:pt x="507064" y="345854"/>
                        <a:pt x="528622" y="372004"/>
                      </a:cubicBezTo>
                      <a:cubicBezTo>
                        <a:pt x="550179" y="398154"/>
                        <a:pt x="560958" y="430958"/>
                        <a:pt x="560958" y="470417"/>
                      </a:cubicBezTo>
                      <a:cubicBezTo>
                        <a:pt x="560958" y="524685"/>
                        <a:pt x="543431" y="567613"/>
                        <a:pt x="508283" y="599292"/>
                      </a:cubicBezTo>
                      <a:cubicBezTo>
                        <a:pt x="473135" y="631066"/>
                        <a:pt x="424210" y="646906"/>
                        <a:pt x="361319" y="646906"/>
                      </a:cubicBezTo>
                      <a:lnTo>
                        <a:pt x="0" y="646906"/>
                      </a:lnTo>
                      <a:lnTo>
                        <a:pt x="0" y="0"/>
                      </a:lnTo>
                      <a:close/>
                      <a:moveTo>
                        <a:pt x="311456" y="262530"/>
                      </a:moveTo>
                      <a:cubicBezTo>
                        <a:pt x="331794" y="262530"/>
                        <a:pt x="347822" y="257188"/>
                        <a:pt x="359538" y="246315"/>
                      </a:cubicBezTo>
                      <a:cubicBezTo>
                        <a:pt x="371254" y="235537"/>
                        <a:pt x="377065" y="219978"/>
                        <a:pt x="377065" y="199639"/>
                      </a:cubicBezTo>
                      <a:cubicBezTo>
                        <a:pt x="377065" y="179300"/>
                        <a:pt x="371066" y="164679"/>
                        <a:pt x="359069" y="153900"/>
                      </a:cubicBezTo>
                      <a:cubicBezTo>
                        <a:pt x="347072" y="143122"/>
                        <a:pt x="329920" y="137685"/>
                        <a:pt x="307800" y="137685"/>
                      </a:cubicBezTo>
                      <a:lnTo>
                        <a:pt x="162710" y="137685"/>
                      </a:lnTo>
                      <a:lnTo>
                        <a:pt x="162710" y="262436"/>
                      </a:lnTo>
                      <a:lnTo>
                        <a:pt x="311456" y="262436"/>
                      </a:lnTo>
                      <a:close/>
                      <a:moveTo>
                        <a:pt x="327202" y="509314"/>
                      </a:moveTo>
                      <a:cubicBezTo>
                        <a:pt x="348759" y="509314"/>
                        <a:pt x="365443" y="504065"/>
                        <a:pt x="377065" y="493568"/>
                      </a:cubicBezTo>
                      <a:cubicBezTo>
                        <a:pt x="388781" y="483071"/>
                        <a:pt x="394592" y="467699"/>
                        <a:pt x="394592" y="447360"/>
                      </a:cubicBezTo>
                      <a:cubicBezTo>
                        <a:pt x="394592" y="427022"/>
                        <a:pt x="388593" y="412588"/>
                        <a:pt x="376596" y="402090"/>
                      </a:cubicBezTo>
                      <a:cubicBezTo>
                        <a:pt x="364599" y="391593"/>
                        <a:pt x="347447" y="386344"/>
                        <a:pt x="325327" y="386344"/>
                      </a:cubicBezTo>
                      <a:lnTo>
                        <a:pt x="162710" y="386344"/>
                      </a:lnTo>
                      <a:lnTo>
                        <a:pt x="162710" y="509220"/>
                      </a:lnTo>
                      <a:lnTo>
                        <a:pt x="327202" y="50922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3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147" name="Group 1146">
                <a:extLst>
                  <a:ext uri="{FF2B5EF4-FFF2-40B4-BE49-F238E27FC236}">
                    <a16:creationId xmlns:a16="http://schemas.microsoft.com/office/drawing/2014/main" id="{AF2047A4-7215-CCC3-0DCD-AEC5453C7ECB}"/>
                  </a:ext>
                </a:extLst>
              </p:cNvPr>
              <p:cNvGrpSpPr/>
              <p:nvPr/>
            </p:nvGrpSpPr>
            <p:grpSpPr>
              <a:xfrm>
                <a:off x="587376" y="2015480"/>
                <a:ext cx="2939568" cy="647092"/>
                <a:chOff x="587376" y="2015480"/>
                <a:chExt cx="2939568" cy="647092"/>
              </a:xfrm>
              <a:solidFill>
                <a:schemeClr val="bg2">
                  <a:lumMod val="75000"/>
                </a:schemeClr>
              </a:solidFill>
            </p:grpSpPr>
            <p:sp>
              <p:nvSpPr>
                <p:cNvPr id="1148" name="Freeform: Shape 1147">
                  <a:extLst>
                    <a:ext uri="{FF2B5EF4-FFF2-40B4-BE49-F238E27FC236}">
                      <a16:creationId xmlns:a16="http://schemas.microsoft.com/office/drawing/2014/main" id="{F5070C90-FC11-1B79-347A-E4575F845393}"/>
                    </a:ext>
                  </a:extLst>
                </p:cNvPr>
                <p:cNvSpPr/>
                <p:nvPr/>
              </p:nvSpPr>
              <p:spPr>
                <a:xfrm>
                  <a:off x="946913" y="2015573"/>
                  <a:ext cx="603416" cy="646905"/>
                </a:xfrm>
                <a:custGeom>
                  <a:avLst/>
                  <a:gdLst>
                    <a:gd name="connsiteX0" fmla="*/ 113597 w 603416"/>
                    <a:gd name="connsiteY0" fmla="*/ 0 h 646905"/>
                    <a:gd name="connsiteX1" fmla="*/ 371441 w 603416"/>
                    <a:gd name="connsiteY1" fmla="*/ 0 h 646905"/>
                    <a:gd name="connsiteX2" fmla="*/ 490194 w 603416"/>
                    <a:gd name="connsiteY2" fmla="*/ 27743 h 646905"/>
                    <a:gd name="connsiteX3" fmla="*/ 573330 w 603416"/>
                    <a:gd name="connsiteY3" fmla="*/ 105349 h 646905"/>
                    <a:gd name="connsiteX4" fmla="*/ 603416 w 603416"/>
                    <a:gd name="connsiteY4" fmla="*/ 219041 h 646905"/>
                    <a:gd name="connsiteX5" fmla="*/ 566019 w 603416"/>
                    <a:gd name="connsiteY5" fmla="*/ 366942 h 646905"/>
                    <a:gd name="connsiteX6" fmla="*/ 461607 w 603416"/>
                    <a:gd name="connsiteY6" fmla="*/ 463482 h 646905"/>
                    <a:gd name="connsiteX7" fmla="*/ 307707 w 603416"/>
                    <a:gd name="connsiteY7" fmla="*/ 497223 h 646905"/>
                    <a:gd name="connsiteX8" fmla="*/ 189423 w 603416"/>
                    <a:gd name="connsiteY8" fmla="*/ 497223 h 646905"/>
                    <a:gd name="connsiteX9" fmla="*/ 162617 w 603416"/>
                    <a:gd name="connsiteY9" fmla="*/ 646906 h 646905"/>
                    <a:gd name="connsiteX10" fmla="*/ 0 w 603416"/>
                    <a:gd name="connsiteY10" fmla="*/ 646906 h 646905"/>
                    <a:gd name="connsiteX11" fmla="*/ 113691 w 603416"/>
                    <a:gd name="connsiteY11" fmla="*/ 0 h 646905"/>
                    <a:gd name="connsiteX12" fmla="*/ 309581 w 603416"/>
                    <a:gd name="connsiteY12" fmla="*/ 349322 h 646905"/>
                    <a:gd name="connsiteX13" fmla="*/ 399653 w 603416"/>
                    <a:gd name="connsiteY13" fmla="*/ 319329 h 646905"/>
                    <a:gd name="connsiteX14" fmla="*/ 432458 w 603416"/>
                    <a:gd name="connsiteY14" fmla="*/ 234787 h 646905"/>
                    <a:gd name="connsiteX15" fmla="*/ 407526 w 603416"/>
                    <a:gd name="connsiteY15" fmla="*/ 172365 h 646905"/>
                    <a:gd name="connsiteX16" fmla="*/ 343792 w 603416"/>
                    <a:gd name="connsiteY16" fmla="*/ 147902 h 646905"/>
                    <a:gd name="connsiteX17" fmla="*/ 250439 w 603416"/>
                    <a:gd name="connsiteY17" fmla="*/ 147902 h 646905"/>
                    <a:gd name="connsiteX18" fmla="*/ 215292 w 603416"/>
                    <a:gd name="connsiteY18" fmla="*/ 349415 h 646905"/>
                    <a:gd name="connsiteX19" fmla="*/ 309581 w 603416"/>
                    <a:gd name="connsiteY19" fmla="*/ 349415 h 646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03416" h="646905">
                      <a:moveTo>
                        <a:pt x="113597" y="0"/>
                      </a:moveTo>
                      <a:lnTo>
                        <a:pt x="371441" y="0"/>
                      </a:lnTo>
                      <a:cubicBezTo>
                        <a:pt x="415212" y="0"/>
                        <a:pt x="454765" y="9279"/>
                        <a:pt x="490194" y="27743"/>
                      </a:cubicBezTo>
                      <a:cubicBezTo>
                        <a:pt x="525623" y="46208"/>
                        <a:pt x="553366" y="72076"/>
                        <a:pt x="573330" y="105349"/>
                      </a:cubicBezTo>
                      <a:cubicBezTo>
                        <a:pt x="593388" y="138623"/>
                        <a:pt x="603416" y="176489"/>
                        <a:pt x="603416" y="219041"/>
                      </a:cubicBezTo>
                      <a:cubicBezTo>
                        <a:pt x="603416" y="275746"/>
                        <a:pt x="590951" y="325046"/>
                        <a:pt x="566019" y="366942"/>
                      </a:cubicBezTo>
                      <a:cubicBezTo>
                        <a:pt x="541088" y="408839"/>
                        <a:pt x="506221" y="441081"/>
                        <a:pt x="461607" y="463482"/>
                      </a:cubicBezTo>
                      <a:cubicBezTo>
                        <a:pt x="416899" y="485976"/>
                        <a:pt x="365630" y="497223"/>
                        <a:pt x="307707" y="497223"/>
                      </a:cubicBezTo>
                      <a:lnTo>
                        <a:pt x="189423" y="497223"/>
                      </a:lnTo>
                      <a:lnTo>
                        <a:pt x="162617" y="646906"/>
                      </a:lnTo>
                      <a:lnTo>
                        <a:pt x="0" y="646906"/>
                      </a:lnTo>
                      <a:lnTo>
                        <a:pt x="113691" y="0"/>
                      </a:lnTo>
                      <a:close/>
                      <a:moveTo>
                        <a:pt x="309581" y="349322"/>
                      </a:moveTo>
                      <a:cubicBezTo>
                        <a:pt x="347822" y="349322"/>
                        <a:pt x="377815" y="339293"/>
                        <a:pt x="399653" y="319329"/>
                      </a:cubicBezTo>
                      <a:cubicBezTo>
                        <a:pt x="421492" y="299271"/>
                        <a:pt x="432458" y="271153"/>
                        <a:pt x="432458" y="234787"/>
                      </a:cubicBezTo>
                      <a:cubicBezTo>
                        <a:pt x="432458" y="209574"/>
                        <a:pt x="424116" y="188767"/>
                        <a:pt x="407526" y="172365"/>
                      </a:cubicBezTo>
                      <a:cubicBezTo>
                        <a:pt x="390937" y="156056"/>
                        <a:pt x="369661" y="147902"/>
                        <a:pt x="343792" y="147902"/>
                      </a:cubicBezTo>
                      <a:lnTo>
                        <a:pt x="250439" y="147902"/>
                      </a:lnTo>
                      <a:lnTo>
                        <a:pt x="215292" y="349415"/>
                      </a:lnTo>
                      <a:lnTo>
                        <a:pt x="309581" y="349415"/>
                      </a:lnTo>
                      <a:close/>
                    </a:path>
                  </a:pathLst>
                </a:custGeom>
                <a:grpFill/>
                <a:ln w="93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149" name="Freeform: Shape 1148">
                  <a:extLst>
                    <a:ext uri="{FF2B5EF4-FFF2-40B4-BE49-F238E27FC236}">
                      <a16:creationId xmlns:a16="http://schemas.microsoft.com/office/drawing/2014/main" id="{F1355EE3-3902-182A-D784-A226E1160D43}"/>
                    </a:ext>
                  </a:extLst>
                </p:cNvPr>
                <p:cNvSpPr/>
                <p:nvPr/>
              </p:nvSpPr>
              <p:spPr>
                <a:xfrm>
                  <a:off x="1571606" y="2015480"/>
                  <a:ext cx="617381" cy="646905"/>
                </a:xfrm>
                <a:custGeom>
                  <a:avLst/>
                  <a:gdLst>
                    <a:gd name="connsiteX0" fmla="*/ 113691 w 617381"/>
                    <a:gd name="connsiteY0" fmla="*/ 94 h 646905"/>
                    <a:gd name="connsiteX1" fmla="*/ 399278 w 617381"/>
                    <a:gd name="connsiteY1" fmla="*/ 94 h 646905"/>
                    <a:gd name="connsiteX2" fmla="*/ 510626 w 617381"/>
                    <a:gd name="connsiteY2" fmla="*/ 23151 h 646905"/>
                    <a:gd name="connsiteX3" fmla="*/ 588701 w 617381"/>
                    <a:gd name="connsiteY3" fmla="*/ 92415 h 646905"/>
                    <a:gd name="connsiteX4" fmla="*/ 617382 w 617381"/>
                    <a:gd name="connsiteY4" fmla="*/ 204232 h 646905"/>
                    <a:gd name="connsiteX5" fmla="*/ 562832 w 617381"/>
                    <a:gd name="connsiteY5" fmla="*/ 349322 h 646905"/>
                    <a:gd name="connsiteX6" fmla="*/ 415868 w 617381"/>
                    <a:gd name="connsiteY6" fmla="*/ 421398 h 646905"/>
                    <a:gd name="connsiteX7" fmla="*/ 561895 w 617381"/>
                    <a:gd name="connsiteY7" fmla="*/ 646906 h 646905"/>
                    <a:gd name="connsiteX8" fmla="*/ 374253 w 617381"/>
                    <a:gd name="connsiteY8" fmla="*/ 646906 h 646905"/>
                    <a:gd name="connsiteX9" fmla="*/ 251377 w 617381"/>
                    <a:gd name="connsiteY9" fmla="*/ 439862 h 646905"/>
                    <a:gd name="connsiteX10" fmla="*/ 198702 w 617381"/>
                    <a:gd name="connsiteY10" fmla="*/ 439862 h 646905"/>
                    <a:gd name="connsiteX11" fmla="*/ 162617 w 617381"/>
                    <a:gd name="connsiteY11" fmla="*/ 646906 h 646905"/>
                    <a:gd name="connsiteX12" fmla="*/ 0 w 617381"/>
                    <a:gd name="connsiteY12" fmla="*/ 646906 h 646905"/>
                    <a:gd name="connsiteX13" fmla="*/ 113691 w 617381"/>
                    <a:gd name="connsiteY13" fmla="*/ 0 h 646905"/>
                    <a:gd name="connsiteX14" fmla="*/ 347447 w 617381"/>
                    <a:gd name="connsiteY14" fmla="*/ 305082 h 646905"/>
                    <a:gd name="connsiteX15" fmla="*/ 423179 w 617381"/>
                    <a:gd name="connsiteY15" fmla="*/ 281557 h 646905"/>
                    <a:gd name="connsiteX16" fmla="*/ 449047 w 617381"/>
                    <a:gd name="connsiteY16" fmla="*/ 216416 h 646905"/>
                    <a:gd name="connsiteX17" fmla="*/ 425991 w 617381"/>
                    <a:gd name="connsiteY17" fmla="*/ 163742 h 646905"/>
                    <a:gd name="connsiteX18" fmla="*/ 366849 w 617381"/>
                    <a:gd name="connsiteY18" fmla="*/ 144340 h 646905"/>
                    <a:gd name="connsiteX19" fmla="*/ 251283 w 617381"/>
                    <a:gd name="connsiteY19" fmla="*/ 144340 h 646905"/>
                    <a:gd name="connsiteX20" fmla="*/ 223540 w 617381"/>
                    <a:gd name="connsiteY20" fmla="*/ 305176 h 646905"/>
                    <a:gd name="connsiteX21" fmla="*/ 347353 w 617381"/>
                    <a:gd name="connsiteY21" fmla="*/ 305176 h 646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617381" h="646905">
                      <a:moveTo>
                        <a:pt x="113691" y="94"/>
                      </a:moveTo>
                      <a:lnTo>
                        <a:pt x="399278" y="94"/>
                      </a:lnTo>
                      <a:cubicBezTo>
                        <a:pt x="440518" y="94"/>
                        <a:pt x="477634" y="7779"/>
                        <a:pt x="510626" y="23151"/>
                      </a:cubicBezTo>
                      <a:cubicBezTo>
                        <a:pt x="543618" y="38522"/>
                        <a:pt x="569581" y="61673"/>
                        <a:pt x="588701" y="92415"/>
                      </a:cubicBezTo>
                      <a:cubicBezTo>
                        <a:pt x="607822" y="123251"/>
                        <a:pt x="617382" y="160461"/>
                        <a:pt x="617382" y="204232"/>
                      </a:cubicBezTo>
                      <a:cubicBezTo>
                        <a:pt x="617382" y="264030"/>
                        <a:pt x="599199" y="312393"/>
                        <a:pt x="562832" y="349322"/>
                      </a:cubicBezTo>
                      <a:cubicBezTo>
                        <a:pt x="526466" y="386250"/>
                        <a:pt x="477447" y="410338"/>
                        <a:pt x="415868" y="421398"/>
                      </a:cubicBezTo>
                      <a:lnTo>
                        <a:pt x="561895" y="646906"/>
                      </a:lnTo>
                      <a:lnTo>
                        <a:pt x="374253" y="646906"/>
                      </a:lnTo>
                      <a:lnTo>
                        <a:pt x="251377" y="439862"/>
                      </a:lnTo>
                      <a:lnTo>
                        <a:pt x="198702" y="439862"/>
                      </a:lnTo>
                      <a:lnTo>
                        <a:pt x="162617" y="646906"/>
                      </a:lnTo>
                      <a:lnTo>
                        <a:pt x="0" y="646906"/>
                      </a:lnTo>
                      <a:lnTo>
                        <a:pt x="113691" y="0"/>
                      </a:lnTo>
                      <a:close/>
                      <a:moveTo>
                        <a:pt x="347447" y="305082"/>
                      </a:moveTo>
                      <a:cubicBezTo>
                        <a:pt x="380720" y="305082"/>
                        <a:pt x="405933" y="297209"/>
                        <a:pt x="423179" y="281557"/>
                      </a:cubicBezTo>
                      <a:cubicBezTo>
                        <a:pt x="440425" y="265811"/>
                        <a:pt x="449047" y="244160"/>
                        <a:pt x="449047" y="216416"/>
                      </a:cubicBezTo>
                      <a:cubicBezTo>
                        <a:pt x="449047" y="194203"/>
                        <a:pt x="441362" y="176676"/>
                        <a:pt x="425991" y="163742"/>
                      </a:cubicBezTo>
                      <a:cubicBezTo>
                        <a:pt x="410619" y="150807"/>
                        <a:pt x="390843" y="144340"/>
                        <a:pt x="366849" y="144340"/>
                      </a:cubicBezTo>
                      <a:lnTo>
                        <a:pt x="251283" y="144340"/>
                      </a:lnTo>
                      <a:lnTo>
                        <a:pt x="223540" y="305176"/>
                      </a:lnTo>
                      <a:lnTo>
                        <a:pt x="347353" y="305176"/>
                      </a:lnTo>
                      <a:close/>
                    </a:path>
                  </a:pathLst>
                </a:custGeom>
                <a:grpFill/>
                <a:ln w="93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150" name="Freeform: Shape 1149">
                  <a:extLst>
                    <a:ext uri="{FF2B5EF4-FFF2-40B4-BE49-F238E27FC236}">
                      <a16:creationId xmlns:a16="http://schemas.microsoft.com/office/drawing/2014/main" id="{9349733F-2173-6728-5C9C-26E1FBC23959}"/>
                    </a:ext>
                  </a:extLst>
                </p:cNvPr>
                <p:cNvSpPr/>
                <p:nvPr/>
              </p:nvSpPr>
              <p:spPr>
                <a:xfrm>
                  <a:off x="2209326" y="2015573"/>
                  <a:ext cx="597886" cy="646999"/>
                </a:xfrm>
                <a:custGeom>
                  <a:avLst/>
                  <a:gdLst>
                    <a:gd name="connsiteX0" fmla="*/ 113597 w 597886"/>
                    <a:gd name="connsiteY0" fmla="*/ 0 h 646999"/>
                    <a:gd name="connsiteX1" fmla="*/ 597886 w 597886"/>
                    <a:gd name="connsiteY1" fmla="*/ 0 h 646999"/>
                    <a:gd name="connsiteX2" fmla="*/ 572955 w 597886"/>
                    <a:gd name="connsiteY2" fmla="*/ 140497 h 646999"/>
                    <a:gd name="connsiteX3" fmla="*/ 248565 w 597886"/>
                    <a:gd name="connsiteY3" fmla="*/ 140497 h 646999"/>
                    <a:gd name="connsiteX4" fmla="*/ 230101 w 597886"/>
                    <a:gd name="connsiteY4" fmla="*/ 248659 h 646999"/>
                    <a:gd name="connsiteX5" fmla="*/ 536026 w 597886"/>
                    <a:gd name="connsiteY5" fmla="*/ 248659 h 646999"/>
                    <a:gd name="connsiteX6" fmla="*/ 511095 w 597886"/>
                    <a:gd name="connsiteY6" fmla="*/ 386344 h 646999"/>
                    <a:gd name="connsiteX7" fmla="*/ 205169 w 597886"/>
                    <a:gd name="connsiteY7" fmla="*/ 386344 h 646999"/>
                    <a:gd name="connsiteX8" fmla="*/ 183893 w 597886"/>
                    <a:gd name="connsiteY8" fmla="*/ 505565 h 646999"/>
                    <a:gd name="connsiteX9" fmla="*/ 518406 w 597886"/>
                    <a:gd name="connsiteY9" fmla="*/ 505565 h 646999"/>
                    <a:gd name="connsiteX10" fmla="*/ 493474 w 597886"/>
                    <a:gd name="connsiteY10" fmla="*/ 647000 h 646999"/>
                    <a:gd name="connsiteX11" fmla="*/ 0 w 597886"/>
                    <a:gd name="connsiteY11" fmla="*/ 647000 h 646999"/>
                    <a:gd name="connsiteX12" fmla="*/ 113691 w 597886"/>
                    <a:gd name="connsiteY12" fmla="*/ 94 h 6469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97886" h="646999">
                      <a:moveTo>
                        <a:pt x="113597" y="0"/>
                      </a:moveTo>
                      <a:lnTo>
                        <a:pt x="597886" y="0"/>
                      </a:lnTo>
                      <a:lnTo>
                        <a:pt x="572955" y="140497"/>
                      </a:lnTo>
                      <a:lnTo>
                        <a:pt x="248565" y="140497"/>
                      </a:lnTo>
                      <a:lnTo>
                        <a:pt x="230101" y="248659"/>
                      </a:lnTo>
                      <a:lnTo>
                        <a:pt x="536026" y="248659"/>
                      </a:lnTo>
                      <a:lnTo>
                        <a:pt x="511095" y="386344"/>
                      </a:lnTo>
                      <a:lnTo>
                        <a:pt x="205169" y="386344"/>
                      </a:lnTo>
                      <a:lnTo>
                        <a:pt x="183893" y="505565"/>
                      </a:lnTo>
                      <a:lnTo>
                        <a:pt x="518406" y="505565"/>
                      </a:lnTo>
                      <a:lnTo>
                        <a:pt x="493474" y="647000"/>
                      </a:lnTo>
                      <a:lnTo>
                        <a:pt x="0" y="647000"/>
                      </a:lnTo>
                      <a:lnTo>
                        <a:pt x="113691" y="94"/>
                      </a:lnTo>
                      <a:close/>
                    </a:path>
                  </a:pathLst>
                </a:custGeom>
                <a:grpFill/>
                <a:ln w="93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151" name="Freeform: Shape 1150">
                  <a:extLst>
                    <a:ext uri="{FF2B5EF4-FFF2-40B4-BE49-F238E27FC236}">
                      <a16:creationId xmlns:a16="http://schemas.microsoft.com/office/drawing/2014/main" id="{4825CAF3-F7A1-8FFF-792B-AF98F65DE026}"/>
                    </a:ext>
                  </a:extLst>
                </p:cNvPr>
                <p:cNvSpPr/>
                <p:nvPr/>
              </p:nvSpPr>
              <p:spPr>
                <a:xfrm>
                  <a:off x="2869916" y="2015573"/>
                  <a:ext cx="657028" cy="646905"/>
                </a:xfrm>
                <a:custGeom>
                  <a:avLst/>
                  <a:gdLst>
                    <a:gd name="connsiteX0" fmla="*/ 94 w 657028"/>
                    <a:gd name="connsiteY0" fmla="*/ 0 h 646905"/>
                    <a:gd name="connsiteX1" fmla="*/ 170115 w 657028"/>
                    <a:gd name="connsiteY1" fmla="*/ 0 h 646905"/>
                    <a:gd name="connsiteX2" fmla="*/ 219978 w 657028"/>
                    <a:gd name="connsiteY2" fmla="*/ 518406 h 646905"/>
                    <a:gd name="connsiteX3" fmla="*/ 243972 w 657028"/>
                    <a:gd name="connsiteY3" fmla="*/ 518406 h 646905"/>
                    <a:gd name="connsiteX4" fmla="*/ 473136 w 657028"/>
                    <a:gd name="connsiteY4" fmla="*/ 0 h 646905"/>
                    <a:gd name="connsiteX5" fmla="*/ 657028 w 657028"/>
                    <a:gd name="connsiteY5" fmla="*/ 0 h 646905"/>
                    <a:gd name="connsiteX6" fmla="*/ 359444 w 657028"/>
                    <a:gd name="connsiteY6" fmla="*/ 646906 h 646905"/>
                    <a:gd name="connsiteX7" fmla="*/ 71139 w 657028"/>
                    <a:gd name="connsiteY7" fmla="*/ 646906 h 646905"/>
                    <a:gd name="connsiteX8" fmla="*/ 0 w 657028"/>
                    <a:gd name="connsiteY8" fmla="*/ 0 h 6469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57028" h="646905">
                      <a:moveTo>
                        <a:pt x="94" y="0"/>
                      </a:moveTo>
                      <a:lnTo>
                        <a:pt x="170115" y="0"/>
                      </a:lnTo>
                      <a:lnTo>
                        <a:pt x="219978" y="518406"/>
                      </a:lnTo>
                      <a:lnTo>
                        <a:pt x="243972" y="518406"/>
                      </a:lnTo>
                      <a:lnTo>
                        <a:pt x="473136" y="0"/>
                      </a:lnTo>
                      <a:lnTo>
                        <a:pt x="657028" y="0"/>
                      </a:lnTo>
                      <a:lnTo>
                        <a:pt x="359444" y="646906"/>
                      </a:lnTo>
                      <a:lnTo>
                        <a:pt x="71139" y="64690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93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152" name="Freeform: Shape 1151">
                  <a:extLst>
                    <a:ext uri="{FF2B5EF4-FFF2-40B4-BE49-F238E27FC236}">
                      <a16:creationId xmlns:a16="http://schemas.microsoft.com/office/drawing/2014/main" id="{54F0001A-D443-380E-D22E-D445370D553B}"/>
                    </a:ext>
                  </a:extLst>
                </p:cNvPr>
                <p:cNvSpPr/>
                <p:nvPr/>
              </p:nvSpPr>
              <p:spPr>
                <a:xfrm>
                  <a:off x="841283" y="2019229"/>
                  <a:ext cx="182393" cy="643250"/>
                </a:xfrm>
                <a:custGeom>
                  <a:avLst/>
                  <a:gdLst>
                    <a:gd name="connsiteX0" fmla="*/ 111536 w 182393"/>
                    <a:gd name="connsiteY0" fmla="*/ 0 h 643250"/>
                    <a:gd name="connsiteX1" fmla="*/ 0 w 182393"/>
                    <a:gd name="connsiteY1" fmla="*/ 643250 h 643250"/>
                    <a:gd name="connsiteX2" fmla="*/ 70858 w 182393"/>
                    <a:gd name="connsiteY2" fmla="*/ 643250 h 643250"/>
                    <a:gd name="connsiteX3" fmla="*/ 182393 w 182393"/>
                    <a:gd name="connsiteY3" fmla="*/ 0 h 643250"/>
                    <a:gd name="connsiteX4" fmla="*/ 111536 w 182393"/>
                    <a:gd name="connsiteY4" fmla="*/ 0 h 643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393" h="643250">
                      <a:moveTo>
                        <a:pt x="111536" y="0"/>
                      </a:moveTo>
                      <a:lnTo>
                        <a:pt x="0" y="643250"/>
                      </a:lnTo>
                      <a:lnTo>
                        <a:pt x="70858" y="643250"/>
                      </a:lnTo>
                      <a:lnTo>
                        <a:pt x="182393" y="0"/>
                      </a:lnTo>
                      <a:lnTo>
                        <a:pt x="111536" y="0"/>
                      </a:lnTo>
                      <a:close/>
                    </a:path>
                  </a:pathLst>
                </a:custGeom>
                <a:grpFill/>
                <a:ln w="93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153" name="Freeform: Shape 1152">
                  <a:extLst>
                    <a:ext uri="{FF2B5EF4-FFF2-40B4-BE49-F238E27FC236}">
                      <a16:creationId xmlns:a16="http://schemas.microsoft.com/office/drawing/2014/main" id="{F713CEC9-689C-ED29-F267-C7337AB28019}"/>
                    </a:ext>
                  </a:extLst>
                </p:cNvPr>
                <p:cNvSpPr/>
                <p:nvPr/>
              </p:nvSpPr>
              <p:spPr>
                <a:xfrm>
                  <a:off x="714282" y="2019229"/>
                  <a:ext cx="182487" cy="643250"/>
                </a:xfrm>
                <a:custGeom>
                  <a:avLst/>
                  <a:gdLst>
                    <a:gd name="connsiteX0" fmla="*/ 111535 w 182487"/>
                    <a:gd name="connsiteY0" fmla="*/ 0 h 643250"/>
                    <a:gd name="connsiteX1" fmla="*/ 0 w 182487"/>
                    <a:gd name="connsiteY1" fmla="*/ 643250 h 643250"/>
                    <a:gd name="connsiteX2" fmla="*/ 70952 w 182487"/>
                    <a:gd name="connsiteY2" fmla="*/ 643250 h 643250"/>
                    <a:gd name="connsiteX3" fmla="*/ 182487 w 182487"/>
                    <a:gd name="connsiteY3" fmla="*/ 0 h 643250"/>
                    <a:gd name="connsiteX4" fmla="*/ 111535 w 182487"/>
                    <a:gd name="connsiteY4" fmla="*/ 0 h 643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487" h="643250">
                      <a:moveTo>
                        <a:pt x="111535" y="0"/>
                      </a:moveTo>
                      <a:lnTo>
                        <a:pt x="0" y="643250"/>
                      </a:lnTo>
                      <a:lnTo>
                        <a:pt x="70952" y="643250"/>
                      </a:lnTo>
                      <a:lnTo>
                        <a:pt x="182487" y="0"/>
                      </a:lnTo>
                      <a:lnTo>
                        <a:pt x="111535" y="0"/>
                      </a:lnTo>
                      <a:close/>
                    </a:path>
                  </a:pathLst>
                </a:custGeom>
                <a:grpFill/>
                <a:ln w="93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154" name="Freeform: Shape 1153">
                  <a:extLst>
                    <a:ext uri="{FF2B5EF4-FFF2-40B4-BE49-F238E27FC236}">
                      <a16:creationId xmlns:a16="http://schemas.microsoft.com/office/drawing/2014/main" id="{0EC6C0AA-B1BD-F211-2EFC-0BC1602B119D}"/>
                    </a:ext>
                  </a:extLst>
                </p:cNvPr>
                <p:cNvSpPr/>
                <p:nvPr/>
              </p:nvSpPr>
              <p:spPr>
                <a:xfrm>
                  <a:off x="587376" y="2019229"/>
                  <a:ext cx="182393" cy="643250"/>
                </a:xfrm>
                <a:custGeom>
                  <a:avLst/>
                  <a:gdLst>
                    <a:gd name="connsiteX0" fmla="*/ 111535 w 182393"/>
                    <a:gd name="connsiteY0" fmla="*/ 0 h 643250"/>
                    <a:gd name="connsiteX1" fmla="*/ 0 w 182393"/>
                    <a:gd name="connsiteY1" fmla="*/ 643250 h 643250"/>
                    <a:gd name="connsiteX2" fmla="*/ 70858 w 182393"/>
                    <a:gd name="connsiteY2" fmla="*/ 643250 h 643250"/>
                    <a:gd name="connsiteX3" fmla="*/ 182393 w 182393"/>
                    <a:gd name="connsiteY3" fmla="*/ 0 h 643250"/>
                    <a:gd name="connsiteX4" fmla="*/ 111535 w 182393"/>
                    <a:gd name="connsiteY4" fmla="*/ 0 h 643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393" h="643250">
                      <a:moveTo>
                        <a:pt x="111535" y="0"/>
                      </a:moveTo>
                      <a:lnTo>
                        <a:pt x="0" y="643250"/>
                      </a:lnTo>
                      <a:lnTo>
                        <a:pt x="70858" y="643250"/>
                      </a:lnTo>
                      <a:lnTo>
                        <a:pt x="182393" y="0"/>
                      </a:lnTo>
                      <a:lnTo>
                        <a:pt x="111535" y="0"/>
                      </a:lnTo>
                      <a:close/>
                    </a:path>
                  </a:pathLst>
                </a:custGeom>
                <a:grpFill/>
                <a:ln w="937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</p:grpSp>
      <p:pic>
        <p:nvPicPr>
          <p:cNvPr id="1160" name="Picture 8">
            <a:extLst>
              <a:ext uri="{FF2B5EF4-FFF2-40B4-BE49-F238E27FC236}">
                <a16:creationId xmlns:a16="http://schemas.microsoft.com/office/drawing/2014/main" id="{B1FB4DFB-9061-D294-6C77-0ADA2CA58FBD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8117" t="-23966" r="-8117" b="-23966"/>
          <a:stretch/>
        </p:blipFill>
        <p:spPr>
          <a:xfrm>
            <a:off x="10804034" y="366854"/>
            <a:ext cx="1029674" cy="44589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2DE788D-CED9-B595-D634-AF7784D5FCF1}"/>
              </a:ext>
            </a:extLst>
          </p:cNvPr>
          <p:cNvGrpSpPr/>
          <p:nvPr/>
        </p:nvGrpSpPr>
        <p:grpSpPr>
          <a:xfrm>
            <a:off x="396197" y="3476125"/>
            <a:ext cx="3587756" cy="544548"/>
            <a:chOff x="3310001" y="1275322"/>
            <a:chExt cx="3587756" cy="544548"/>
          </a:xfrm>
        </p:grpSpPr>
        <p:sp>
          <p:nvSpPr>
            <p:cNvPr id="11" name="Retângulo: Cantos Arredondados 12">
              <a:extLst>
                <a:ext uri="{FF2B5EF4-FFF2-40B4-BE49-F238E27FC236}">
                  <a16:creationId xmlns:a16="http://schemas.microsoft.com/office/drawing/2014/main" id="{6FF7CEC0-DF1B-2371-84EB-AE749D417386}"/>
                </a:ext>
              </a:extLst>
            </p:cNvPr>
            <p:cNvSpPr/>
            <p:nvPr/>
          </p:nvSpPr>
          <p:spPr>
            <a:xfrm>
              <a:off x="3310001" y="1275322"/>
              <a:ext cx="3587756" cy="544548"/>
            </a:xfrm>
            <a:prstGeom prst="roundRect">
              <a:avLst/>
            </a:prstGeom>
            <a:gradFill>
              <a:gsLst>
                <a:gs pos="0">
                  <a:srgbClr val="9BB7C7"/>
                </a:gs>
                <a:gs pos="100000">
                  <a:srgbClr val="81A5B9"/>
                </a:gs>
              </a:gsLst>
              <a:lin ang="2700000" scaled="0"/>
            </a:gra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pt-BR" b="1" kern="0">
                  <a:solidFill>
                    <a:srgbClr val="FFFFFF"/>
                  </a:solidFill>
                  <a:latin typeface="Versos" panose="020B0503020204030204" pitchFamily="34" charset="77"/>
                  <a:cs typeface="Arial"/>
                  <a:sym typeface="Arial"/>
                </a:rPr>
                <a:t>EXCLUSIVIDADE</a:t>
              </a:r>
            </a:p>
          </p:txBody>
        </p:sp>
        <p:pic>
          <p:nvPicPr>
            <p:cNvPr id="12" name="object 17">
              <a:extLst>
                <a:ext uri="{FF2B5EF4-FFF2-40B4-BE49-F238E27FC236}">
                  <a16:creationId xmlns:a16="http://schemas.microsoft.com/office/drawing/2014/main" id="{B31E0458-2974-77C5-EA0B-10738B5B7681}"/>
                </a:ext>
              </a:extLst>
            </p:cNvPr>
            <p:cNvPicPr/>
            <p:nvPr/>
          </p:nvPicPr>
          <p:blipFill>
            <a:blip r:embed="rId6" cstate="screen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487970" y="1328953"/>
              <a:ext cx="1287634" cy="417408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DEAFA90-770D-EFEB-B17D-7871DEC9197E}"/>
              </a:ext>
            </a:extLst>
          </p:cNvPr>
          <p:cNvGrpSpPr/>
          <p:nvPr/>
        </p:nvGrpSpPr>
        <p:grpSpPr>
          <a:xfrm>
            <a:off x="449158" y="1662601"/>
            <a:ext cx="2560174" cy="272587"/>
            <a:chOff x="3485672" y="2820895"/>
            <a:chExt cx="5220656" cy="55585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DAFF4B8-4B49-9E3A-AAC6-518A54915A49}"/>
                </a:ext>
              </a:extLst>
            </p:cNvPr>
            <p:cNvGrpSpPr/>
            <p:nvPr/>
          </p:nvGrpSpPr>
          <p:grpSpPr>
            <a:xfrm>
              <a:off x="3485672" y="2820895"/>
              <a:ext cx="5220656" cy="555853"/>
              <a:chOff x="407987" y="2201202"/>
              <a:chExt cx="4468644" cy="475785"/>
            </a:xfrm>
            <a:solidFill>
              <a:schemeClr val="bg1"/>
            </a:solidFill>
          </p:grpSpPr>
          <p:grpSp>
            <p:nvGrpSpPr>
              <p:cNvPr id="15" name="Graphic 30">
                <a:extLst>
                  <a:ext uri="{FF2B5EF4-FFF2-40B4-BE49-F238E27FC236}">
                    <a16:creationId xmlns:a16="http://schemas.microsoft.com/office/drawing/2014/main" id="{35A51B40-1DFA-3A00-FF56-1028B3E9AA36}"/>
                  </a:ext>
                </a:extLst>
              </p:cNvPr>
              <p:cNvGrpSpPr/>
              <p:nvPr/>
            </p:nvGrpSpPr>
            <p:grpSpPr>
              <a:xfrm>
                <a:off x="407987" y="2201202"/>
                <a:ext cx="1976934" cy="475785"/>
                <a:chOff x="407987" y="2201202"/>
                <a:chExt cx="1976934" cy="475785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A362510B-7C0A-C919-98B7-EBD6F6189FD6}"/>
                    </a:ext>
                  </a:extLst>
                </p:cNvPr>
                <p:cNvSpPr/>
                <p:nvPr/>
              </p:nvSpPr>
              <p:spPr>
                <a:xfrm>
                  <a:off x="407987" y="2207921"/>
                  <a:ext cx="377875" cy="462459"/>
                </a:xfrm>
                <a:custGeom>
                  <a:avLst/>
                  <a:gdLst>
                    <a:gd name="connsiteX0" fmla="*/ 159256 w 377875"/>
                    <a:gd name="connsiteY0" fmla="*/ 56169 h 462459"/>
                    <a:gd name="connsiteX1" fmla="*/ 0 w 377875"/>
                    <a:gd name="connsiteY1" fmla="*/ 56169 h 462459"/>
                    <a:gd name="connsiteX2" fmla="*/ 0 w 377875"/>
                    <a:gd name="connsiteY2" fmla="*/ 0 h 462459"/>
                    <a:gd name="connsiteX3" fmla="*/ 377876 w 377875"/>
                    <a:gd name="connsiteY3" fmla="*/ 0 h 462459"/>
                    <a:gd name="connsiteX4" fmla="*/ 377876 w 377875"/>
                    <a:gd name="connsiteY4" fmla="*/ 56169 h 462459"/>
                    <a:gd name="connsiteX5" fmla="*/ 218619 w 377875"/>
                    <a:gd name="connsiteY5" fmla="*/ 56169 h 462459"/>
                    <a:gd name="connsiteX6" fmla="*/ 218619 w 377875"/>
                    <a:gd name="connsiteY6" fmla="*/ 462459 h 462459"/>
                    <a:gd name="connsiteX7" fmla="*/ 159146 w 377875"/>
                    <a:gd name="connsiteY7" fmla="*/ 462459 h 462459"/>
                    <a:gd name="connsiteX8" fmla="*/ 159146 w 377875"/>
                    <a:gd name="connsiteY8" fmla="*/ 56169 h 462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77875" h="462459">
                      <a:moveTo>
                        <a:pt x="159256" y="56169"/>
                      </a:moveTo>
                      <a:lnTo>
                        <a:pt x="0" y="56169"/>
                      </a:lnTo>
                      <a:lnTo>
                        <a:pt x="0" y="0"/>
                      </a:lnTo>
                      <a:lnTo>
                        <a:pt x="377876" y="0"/>
                      </a:lnTo>
                      <a:lnTo>
                        <a:pt x="377876" y="56169"/>
                      </a:lnTo>
                      <a:lnTo>
                        <a:pt x="218619" y="56169"/>
                      </a:lnTo>
                      <a:lnTo>
                        <a:pt x="218619" y="462459"/>
                      </a:lnTo>
                      <a:lnTo>
                        <a:pt x="159146" y="462459"/>
                      </a:lnTo>
                      <a:lnTo>
                        <a:pt x="159146" y="56169"/>
                      </a:lnTo>
                      <a:close/>
                    </a:path>
                  </a:pathLst>
                </a:custGeom>
                <a:grpFill/>
                <a:ln w="110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A732C428-5240-518D-4CD9-357BECD95A92}"/>
                    </a:ext>
                  </a:extLst>
                </p:cNvPr>
                <p:cNvSpPr/>
                <p:nvPr/>
              </p:nvSpPr>
              <p:spPr>
                <a:xfrm>
                  <a:off x="842031" y="2207921"/>
                  <a:ext cx="273577" cy="462459"/>
                </a:xfrm>
                <a:custGeom>
                  <a:avLst/>
                  <a:gdLst>
                    <a:gd name="connsiteX0" fmla="*/ 0 w 273577"/>
                    <a:gd name="connsiteY0" fmla="*/ 406290 h 462459"/>
                    <a:gd name="connsiteX1" fmla="*/ 107052 w 273577"/>
                    <a:gd name="connsiteY1" fmla="*/ 406290 h 462459"/>
                    <a:gd name="connsiteX2" fmla="*/ 107052 w 273577"/>
                    <a:gd name="connsiteY2" fmla="*/ 56169 h 462459"/>
                    <a:gd name="connsiteX3" fmla="*/ 0 w 273577"/>
                    <a:gd name="connsiteY3" fmla="*/ 56169 h 462459"/>
                    <a:gd name="connsiteX4" fmla="*/ 0 w 273577"/>
                    <a:gd name="connsiteY4" fmla="*/ 0 h 462459"/>
                    <a:gd name="connsiteX5" fmla="*/ 273577 w 273577"/>
                    <a:gd name="connsiteY5" fmla="*/ 0 h 462459"/>
                    <a:gd name="connsiteX6" fmla="*/ 273577 w 273577"/>
                    <a:gd name="connsiteY6" fmla="*/ 56169 h 462459"/>
                    <a:gd name="connsiteX7" fmla="*/ 166525 w 273577"/>
                    <a:gd name="connsiteY7" fmla="*/ 56169 h 462459"/>
                    <a:gd name="connsiteX8" fmla="*/ 166525 w 273577"/>
                    <a:gd name="connsiteY8" fmla="*/ 406290 h 462459"/>
                    <a:gd name="connsiteX9" fmla="*/ 273577 w 273577"/>
                    <a:gd name="connsiteY9" fmla="*/ 406290 h 462459"/>
                    <a:gd name="connsiteX10" fmla="*/ 273577 w 273577"/>
                    <a:gd name="connsiteY10" fmla="*/ 462459 h 462459"/>
                    <a:gd name="connsiteX11" fmla="*/ 0 w 273577"/>
                    <a:gd name="connsiteY11" fmla="*/ 462459 h 462459"/>
                    <a:gd name="connsiteX12" fmla="*/ 0 w 273577"/>
                    <a:gd name="connsiteY12" fmla="*/ 406290 h 462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73577" h="462459">
                      <a:moveTo>
                        <a:pt x="0" y="406290"/>
                      </a:moveTo>
                      <a:lnTo>
                        <a:pt x="107052" y="406290"/>
                      </a:lnTo>
                      <a:lnTo>
                        <a:pt x="107052" y="56169"/>
                      </a:lnTo>
                      <a:lnTo>
                        <a:pt x="0" y="56169"/>
                      </a:lnTo>
                      <a:lnTo>
                        <a:pt x="0" y="0"/>
                      </a:lnTo>
                      <a:lnTo>
                        <a:pt x="273577" y="0"/>
                      </a:lnTo>
                      <a:lnTo>
                        <a:pt x="273577" y="56169"/>
                      </a:lnTo>
                      <a:lnTo>
                        <a:pt x="166525" y="56169"/>
                      </a:lnTo>
                      <a:lnTo>
                        <a:pt x="166525" y="406290"/>
                      </a:lnTo>
                      <a:lnTo>
                        <a:pt x="273577" y="406290"/>
                      </a:lnTo>
                      <a:lnTo>
                        <a:pt x="273577" y="462459"/>
                      </a:lnTo>
                      <a:lnTo>
                        <a:pt x="0" y="462459"/>
                      </a:lnTo>
                      <a:lnTo>
                        <a:pt x="0" y="406290"/>
                      </a:lnTo>
                      <a:close/>
                    </a:path>
                  </a:pathLst>
                </a:custGeom>
                <a:grpFill/>
                <a:ln w="110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6DF5FE8B-C22A-205E-4EA8-ADBBCCE20CAC}"/>
                    </a:ext>
                  </a:extLst>
                </p:cNvPr>
                <p:cNvSpPr/>
                <p:nvPr/>
              </p:nvSpPr>
              <p:spPr>
                <a:xfrm>
                  <a:off x="1165169" y="2207921"/>
                  <a:ext cx="419506" cy="462459"/>
                </a:xfrm>
                <a:custGeom>
                  <a:avLst/>
                  <a:gdLst>
                    <a:gd name="connsiteX0" fmla="*/ 0 w 419506"/>
                    <a:gd name="connsiteY0" fmla="*/ 0 h 462459"/>
                    <a:gd name="connsiteX1" fmla="*/ 66081 w 419506"/>
                    <a:gd name="connsiteY1" fmla="*/ 0 h 462459"/>
                    <a:gd name="connsiteX2" fmla="*/ 201548 w 419506"/>
                    <a:gd name="connsiteY2" fmla="*/ 412898 h 462459"/>
                    <a:gd name="connsiteX3" fmla="*/ 218729 w 419506"/>
                    <a:gd name="connsiteY3" fmla="*/ 412898 h 462459"/>
                    <a:gd name="connsiteX4" fmla="*/ 353425 w 419506"/>
                    <a:gd name="connsiteY4" fmla="*/ 0 h 462459"/>
                    <a:gd name="connsiteX5" fmla="*/ 419507 w 419506"/>
                    <a:gd name="connsiteY5" fmla="*/ 0 h 462459"/>
                    <a:gd name="connsiteX6" fmla="*/ 262894 w 419506"/>
                    <a:gd name="connsiteY6" fmla="*/ 462459 h 462459"/>
                    <a:gd name="connsiteX7" fmla="*/ 156503 w 419506"/>
                    <a:gd name="connsiteY7" fmla="*/ 462459 h 462459"/>
                    <a:gd name="connsiteX8" fmla="*/ 0 w 419506"/>
                    <a:gd name="connsiteY8" fmla="*/ 0 h 462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19506" h="462459">
                      <a:moveTo>
                        <a:pt x="0" y="0"/>
                      </a:moveTo>
                      <a:lnTo>
                        <a:pt x="66081" y="0"/>
                      </a:lnTo>
                      <a:lnTo>
                        <a:pt x="201548" y="412898"/>
                      </a:lnTo>
                      <a:lnTo>
                        <a:pt x="218729" y="412898"/>
                      </a:lnTo>
                      <a:lnTo>
                        <a:pt x="353425" y="0"/>
                      </a:lnTo>
                      <a:lnTo>
                        <a:pt x="419507" y="0"/>
                      </a:lnTo>
                      <a:lnTo>
                        <a:pt x="262894" y="462459"/>
                      </a:lnTo>
                      <a:lnTo>
                        <a:pt x="156503" y="46245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10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0930531A-CF32-A4B6-82A2-12C5303671A5}"/>
                    </a:ext>
                  </a:extLst>
                </p:cNvPr>
                <p:cNvSpPr/>
                <p:nvPr/>
              </p:nvSpPr>
              <p:spPr>
                <a:xfrm>
                  <a:off x="1634237" y="2207921"/>
                  <a:ext cx="273577" cy="462459"/>
                </a:xfrm>
                <a:custGeom>
                  <a:avLst/>
                  <a:gdLst>
                    <a:gd name="connsiteX0" fmla="*/ 0 w 273577"/>
                    <a:gd name="connsiteY0" fmla="*/ 406290 h 462459"/>
                    <a:gd name="connsiteX1" fmla="*/ 107052 w 273577"/>
                    <a:gd name="connsiteY1" fmla="*/ 406290 h 462459"/>
                    <a:gd name="connsiteX2" fmla="*/ 107052 w 273577"/>
                    <a:gd name="connsiteY2" fmla="*/ 56169 h 462459"/>
                    <a:gd name="connsiteX3" fmla="*/ 0 w 273577"/>
                    <a:gd name="connsiteY3" fmla="*/ 56169 h 462459"/>
                    <a:gd name="connsiteX4" fmla="*/ 0 w 273577"/>
                    <a:gd name="connsiteY4" fmla="*/ 0 h 462459"/>
                    <a:gd name="connsiteX5" fmla="*/ 273577 w 273577"/>
                    <a:gd name="connsiteY5" fmla="*/ 0 h 462459"/>
                    <a:gd name="connsiteX6" fmla="*/ 273577 w 273577"/>
                    <a:gd name="connsiteY6" fmla="*/ 56169 h 462459"/>
                    <a:gd name="connsiteX7" fmla="*/ 166525 w 273577"/>
                    <a:gd name="connsiteY7" fmla="*/ 56169 h 462459"/>
                    <a:gd name="connsiteX8" fmla="*/ 166525 w 273577"/>
                    <a:gd name="connsiteY8" fmla="*/ 406290 h 462459"/>
                    <a:gd name="connsiteX9" fmla="*/ 273577 w 273577"/>
                    <a:gd name="connsiteY9" fmla="*/ 406290 h 462459"/>
                    <a:gd name="connsiteX10" fmla="*/ 273577 w 273577"/>
                    <a:gd name="connsiteY10" fmla="*/ 462459 h 462459"/>
                    <a:gd name="connsiteX11" fmla="*/ 0 w 273577"/>
                    <a:gd name="connsiteY11" fmla="*/ 462459 h 462459"/>
                    <a:gd name="connsiteX12" fmla="*/ 0 w 273577"/>
                    <a:gd name="connsiteY12" fmla="*/ 406290 h 4624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273577" h="462459">
                      <a:moveTo>
                        <a:pt x="0" y="406290"/>
                      </a:moveTo>
                      <a:lnTo>
                        <a:pt x="107052" y="406290"/>
                      </a:lnTo>
                      <a:lnTo>
                        <a:pt x="107052" y="56169"/>
                      </a:lnTo>
                      <a:lnTo>
                        <a:pt x="0" y="56169"/>
                      </a:lnTo>
                      <a:lnTo>
                        <a:pt x="0" y="0"/>
                      </a:lnTo>
                      <a:lnTo>
                        <a:pt x="273577" y="0"/>
                      </a:lnTo>
                      <a:lnTo>
                        <a:pt x="273577" y="56169"/>
                      </a:lnTo>
                      <a:lnTo>
                        <a:pt x="166525" y="56169"/>
                      </a:lnTo>
                      <a:lnTo>
                        <a:pt x="166525" y="406290"/>
                      </a:lnTo>
                      <a:lnTo>
                        <a:pt x="273577" y="406290"/>
                      </a:lnTo>
                      <a:lnTo>
                        <a:pt x="273577" y="462459"/>
                      </a:lnTo>
                      <a:lnTo>
                        <a:pt x="0" y="462459"/>
                      </a:lnTo>
                      <a:lnTo>
                        <a:pt x="0" y="406290"/>
                      </a:lnTo>
                      <a:close/>
                    </a:path>
                  </a:pathLst>
                </a:custGeom>
                <a:grpFill/>
                <a:ln w="110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A800B0F2-C1C1-48CF-DB9A-491112AE5882}"/>
                    </a:ext>
                  </a:extLst>
                </p:cNvPr>
                <p:cNvSpPr/>
                <p:nvPr/>
              </p:nvSpPr>
              <p:spPr>
                <a:xfrm>
                  <a:off x="1960679" y="2201202"/>
                  <a:ext cx="424242" cy="475785"/>
                </a:xfrm>
                <a:custGeom>
                  <a:avLst/>
                  <a:gdLst>
                    <a:gd name="connsiteX0" fmla="*/ 99453 w 424242"/>
                    <a:gd name="connsiteY0" fmla="*/ 451005 h 475785"/>
                    <a:gd name="connsiteX1" fmla="*/ 25772 w 424242"/>
                    <a:gd name="connsiteY1" fmla="*/ 379307 h 475785"/>
                    <a:gd name="connsiteX2" fmla="*/ 0 w 424242"/>
                    <a:gd name="connsiteY2" fmla="*/ 268290 h 475785"/>
                    <a:gd name="connsiteX3" fmla="*/ 0 w 424242"/>
                    <a:gd name="connsiteY3" fmla="*/ 208156 h 475785"/>
                    <a:gd name="connsiteX4" fmla="*/ 25772 w 424242"/>
                    <a:gd name="connsiteY4" fmla="*/ 97800 h 475785"/>
                    <a:gd name="connsiteX5" fmla="*/ 99453 w 424242"/>
                    <a:gd name="connsiteY5" fmla="*/ 25441 h 475785"/>
                    <a:gd name="connsiteX6" fmla="*/ 212121 w 424242"/>
                    <a:gd name="connsiteY6" fmla="*/ 0 h 475785"/>
                    <a:gd name="connsiteX7" fmla="*/ 324790 w 424242"/>
                    <a:gd name="connsiteY7" fmla="*/ 24781 h 475785"/>
                    <a:gd name="connsiteX8" fmla="*/ 398471 w 424242"/>
                    <a:gd name="connsiteY8" fmla="*/ 96479 h 475785"/>
                    <a:gd name="connsiteX9" fmla="*/ 424243 w 424242"/>
                    <a:gd name="connsiteY9" fmla="*/ 207495 h 475785"/>
                    <a:gd name="connsiteX10" fmla="*/ 424243 w 424242"/>
                    <a:gd name="connsiteY10" fmla="*/ 267629 h 475785"/>
                    <a:gd name="connsiteX11" fmla="*/ 398471 w 424242"/>
                    <a:gd name="connsiteY11" fmla="*/ 377985 h 475785"/>
                    <a:gd name="connsiteX12" fmla="*/ 324790 w 424242"/>
                    <a:gd name="connsiteY12" fmla="*/ 450344 h 475785"/>
                    <a:gd name="connsiteX13" fmla="*/ 212121 w 424242"/>
                    <a:gd name="connsiteY13" fmla="*/ 475786 h 475785"/>
                    <a:gd name="connsiteX14" fmla="*/ 99453 w 424242"/>
                    <a:gd name="connsiteY14" fmla="*/ 451005 h 475785"/>
                    <a:gd name="connsiteX15" fmla="*/ 322367 w 424242"/>
                    <a:gd name="connsiteY15" fmla="*/ 378646 h 475785"/>
                    <a:gd name="connsiteX16" fmla="*/ 361355 w 424242"/>
                    <a:gd name="connsiteY16" fmla="*/ 267629 h 475785"/>
                    <a:gd name="connsiteX17" fmla="*/ 361355 w 424242"/>
                    <a:gd name="connsiteY17" fmla="*/ 207495 h 475785"/>
                    <a:gd name="connsiteX18" fmla="*/ 322037 w 424242"/>
                    <a:gd name="connsiteY18" fmla="*/ 97470 h 475785"/>
                    <a:gd name="connsiteX19" fmla="*/ 212011 w 424242"/>
                    <a:gd name="connsiteY19" fmla="*/ 58152 h 475785"/>
                    <a:gd name="connsiteX20" fmla="*/ 101655 w 424242"/>
                    <a:gd name="connsiteY20" fmla="*/ 97140 h 475785"/>
                    <a:gd name="connsiteX21" fmla="*/ 62667 w 424242"/>
                    <a:gd name="connsiteY21" fmla="*/ 208156 h 475785"/>
                    <a:gd name="connsiteX22" fmla="*/ 62667 w 424242"/>
                    <a:gd name="connsiteY22" fmla="*/ 268290 h 475785"/>
                    <a:gd name="connsiteX23" fmla="*/ 101986 w 424242"/>
                    <a:gd name="connsiteY23" fmla="*/ 378316 h 475785"/>
                    <a:gd name="connsiteX24" fmla="*/ 212011 w 424242"/>
                    <a:gd name="connsiteY24" fmla="*/ 417634 h 475785"/>
                    <a:gd name="connsiteX25" fmla="*/ 322367 w 424242"/>
                    <a:gd name="connsiteY25" fmla="*/ 378646 h 4757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424242" h="475785">
                      <a:moveTo>
                        <a:pt x="99453" y="451005"/>
                      </a:moveTo>
                      <a:cubicBezTo>
                        <a:pt x="67513" y="434485"/>
                        <a:pt x="42953" y="410585"/>
                        <a:pt x="25772" y="379307"/>
                      </a:cubicBezTo>
                      <a:cubicBezTo>
                        <a:pt x="8591" y="348028"/>
                        <a:pt x="0" y="311023"/>
                        <a:pt x="0" y="268290"/>
                      </a:cubicBezTo>
                      <a:lnTo>
                        <a:pt x="0" y="208156"/>
                      </a:lnTo>
                      <a:cubicBezTo>
                        <a:pt x="0" y="165864"/>
                        <a:pt x="8591" y="129079"/>
                        <a:pt x="25772" y="97800"/>
                      </a:cubicBezTo>
                      <a:cubicBezTo>
                        <a:pt x="42953" y="66522"/>
                        <a:pt x="67513" y="42402"/>
                        <a:pt x="99453" y="25441"/>
                      </a:cubicBezTo>
                      <a:cubicBezTo>
                        <a:pt x="131392" y="8480"/>
                        <a:pt x="168948" y="0"/>
                        <a:pt x="212121" y="0"/>
                      </a:cubicBezTo>
                      <a:cubicBezTo>
                        <a:pt x="255295" y="0"/>
                        <a:pt x="292851" y="8260"/>
                        <a:pt x="324790" y="24781"/>
                      </a:cubicBezTo>
                      <a:cubicBezTo>
                        <a:pt x="356730" y="41301"/>
                        <a:pt x="381290" y="65200"/>
                        <a:pt x="398471" y="96479"/>
                      </a:cubicBezTo>
                      <a:cubicBezTo>
                        <a:pt x="415652" y="127757"/>
                        <a:pt x="424243" y="164763"/>
                        <a:pt x="424243" y="207495"/>
                      </a:cubicBezTo>
                      <a:lnTo>
                        <a:pt x="424243" y="267629"/>
                      </a:lnTo>
                      <a:cubicBezTo>
                        <a:pt x="424243" y="309922"/>
                        <a:pt x="415652" y="346707"/>
                        <a:pt x="398471" y="377985"/>
                      </a:cubicBezTo>
                      <a:cubicBezTo>
                        <a:pt x="381290" y="409264"/>
                        <a:pt x="356730" y="433384"/>
                        <a:pt x="324790" y="450344"/>
                      </a:cubicBezTo>
                      <a:cubicBezTo>
                        <a:pt x="292851" y="467305"/>
                        <a:pt x="255295" y="475786"/>
                        <a:pt x="212121" y="475786"/>
                      </a:cubicBezTo>
                      <a:cubicBezTo>
                        <a:pt x="168948" y="475786"/>
                        <a:pt x="131392" y="467526"/>
                        <a:pt x="99453" y="451005"/>
                      </a:cubicBezTo>
                      <a:close/>
                      <a:moveTo>
                        <a:pt x="322367" y="378646"/>
                      </a:moveTo>
                      <a:cubicBezTo>
                        <a:pt x="348359" y="352654"/>
                        <a:pt x="361355" y="315649"/>
                        <a:pt x="361355" y="267629"/>
                      </a:cubicBezTo>
                      <a:lnTo>
                        <a:pt x="361355" y="207495"/>
                      </a:lnTo>
                      <a:cubicBezTo>
                        <a:pt x="361355" y="160357"/>
                        <a:pt x="348249" y="123682"/>
                        <a:pt x="322037" y="97470"/>
                      </a:cubicBezTo>
                      <a:cubicBezTo>
                        <a:pt x="295824" y="71258"/>
                        <a:pt x="259149" y="58152"/>
                        <a:pt x="212011" y="58152"/>
                      </a:cubicBezTo>
                      <a:cubicBezTo>
                        <a:pt x="164873" y="58152"/>
                        <a:pt x="127647" y="71148"/>
                        <a:pt x="101655" y="97140"/>
                      </a:cubicBezTo>
                      <a:cubicBezTo>
                        <a:pt x="75663" y="123132"/>
                        <a:pt x="62667" y="160137"/>
                        <a:pt x="62667" y="208156"/>
                      </a:cubicBezTo>
                      <a:lnTo>
                        <a:pt x="62667" y="268290"/>
                      </a:lnTo>
                      <a:cubicBezTo>
                        <a:pt x="62667" y="315428"/>
                        <a:pt x="75773" y="352103"/>
                        <a:pt x="101986" y="378316"/>
                      </a:cubicBezTo>
                      <a:cubicBezTo>
                        <a:pt x="128198" y="404528"/>
                        <a:pt x="164873" y="417634"/>
                        <a:pt x="212011" y="417634"/>
                      </a:cubicBezTo>
                      <a:cubicBezTo>
                        <a:pt x="259149" y="417634"/>
                        <a:pt x="296375" y="404638"/>
                        <a:pt x="322367" y="378646"/>
                      </a:cubicBezTo>
                      <a:close/>
                    </a:path>
                  </a:pathLst>
                </a:custGeom>
                <a:grpFill/>
                <a:ln w="110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  <p:grpSp>
            <p:nvGrpSpPr>
              <p:cNvPr id="16" name="Graphic 30">
                <a:extLst>
                  <a:ext uri="{FF2B5EF4-FFF2-40B4-BE49-F238E27FC236}">
                    <a16:creationId xmlns:a16="http://schemas.microsoft.com/office/drawing/2014/main" id="{C813CFB9-753D-235D-4406-0117D0451B51}"/>
                  </a:ext>
                </a:extLst>
              </p:cNvPr>
              <p:cNvGrpSpPr/>
              <p:nvPr/>
            </p:nvGrpSpPr>
            <p:grpSpPr>
              <a:xfrm>
                <a:off x="3645205" y="2205167"/>
                <a:ext cx="1231426" cy="468406"/>
                <a:chOff x="3645205" y="2205167"/>
                <a:chExt cx="1231426" cy="468406"/>
              </a:xfrm>
              <a:grpFill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763F9059-5517-4A45-6B7E-EF2B8C8C9949}"/>
                    </a:ext>
                  </a:extLst>
                </p:cNvPr>
                <p:cNvSpPr/>
                <p:nvPr/>
              </p:nvSpPr>
              <p:spPr>
                <a:xfrm>
                  <a:off x="3645205" y="2209242"/>
                  <a:ext cx="362015" cy="459926"/>
                </a:xfrm>
                <a:custGeom>
                  <a:avLst/>
                  <a:gdLst>
                    <a:gd name="connsiteX0" fmla="*/ 0 w 362015"/>
                    <a:gd name="connsiteY0" fmla="*/ 0 h 459926"/>
                    <a:gd name="connsiteX1" fmla="*/ 161018 w 362015"/>
                    <a:gd name="connsiteY1" fmla="*/ 0 h 459926"/>
                    <a:gd name="connsiteX2" fmla="*/ 310803 w 362015"/>
                    <a:gd name="connsiteY2" fmla="*/ 48900 h 459926"/>
                    <a:gd name="connsiteX3" fmla="*/ 362016 w 362015"/>
                    <a:gd name="connsiteY3" fmla="*/ 191856 h 459926"/>
                    <a:gd name="connsiteX4" fmla="*/ 362016 w 362015"/>
                    <a:gd name="connsiteY4" fmla="*/ 267409 h 459926"/>
                    <a:gd name="connsiteX5" fmla="*/ 310473 w 362015"/>
                    <a:gd name="connsiteY5" fmla="*/ 410696 h 459926"/>
                    <a:gd name="connsiteX6" fmla="*/ 161018 w 362015"/>
                    <a:gd name="connsiteY6" fmla="*/ 459926 h 459926"/>
                    <a:gd name="connsiteX7" fmla="*/ 0 w 362015"/>
                    <a:gd name="connsiteY7" fmla="*/ 459926 h 459926"/>
                    <a:gd name="connsiteX8" fmla="*/ 0 w 362015"/>
                    <a:gd name="connsiteY8" fmla="*/ 0 h 459926"/>
                    <a:gd name="connsiteX9" fmla="*/ 153750 w 362015"/>
                    <a:gd name="connsiteY9" fmla="*/ 438890 h 459926"/>
                    <a:gd name="connsiteX10" fmla="*/ 338337 w 362015"/>
                    <a:gd name="connsiteY10" fmla="*/ 267409 h 459926"/>
                    <a:gd name="connsiteX11" fmla="*/ 338337 w 362015"/>
                    <a:gd name="connsiteY11" fmla="*/ 191856 h 459926"/>
                    <a:gd name="connsiteX12" fmla="*/ 153750 w 362015"/>
                    <a:gd name="connsiteY12" fmla="*/ 21036 h 459926"/>
                    <a:gd name="connsiteX13" fmla="*/ 23018 w 362015"/>
                    <a:gd name="connsiteY13" fmla="*/ 21036 h 459926"/>
                    <a:gd name="connsiteX14" fmla="*/ 23018 w 362015"/>
                    <a:gd name="connsiteY14" fmla="*/ 438890 h 459926"/>
                    <a:gd name="connsiteX15" fmla="*/ 153750 w 362015"/>
                    <a:gd name="connsiteY15" fmla="*/ 438890 h 4599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62015" h="459926">
                      <a:moveTo>
                        <a:pt x="0" y="0"/>
                      </a:moveTo>
                      <a:lnTo>
                        <a:pt x="161018" y="0"/>
                      </a:lnTo>
                      <a:cubicBezTo>
                        <a:pt x="226769" y="0"/>
                        <a:pt x="276661" y="16300"/>
                        <a:pt x="310803" y="48900"/>
                      </a:cubicBezTo>
                      <a:cubicBezTo>
                        <a:pt x="344945" y="81500"/>
                        <a:pt x="362016" y="129189"/>
                        <a:pt x="362016" y="191856"/>
                      </a:cubicBezTo>
                      <a:lnTo>
                        <a:pt x="362016" y="267409"/>
                      </a:lnTo>
                      <a:cubicBezTo>
                        <a:pt x="362016" y="330076"/>
                        <a:pt x="344835" y="377765"/>
                        <a:pt x="310473" y="410696"/>
                      </a:cubicBezTo>
                      <a:cubicBezTo>
                        <a:pt x="276110" y="443516"/>
                        <a:pt x="226219" y="459926"/>
                        <a:pt x="161018" y="459926"/>
                      </a:cubicBezTo>
                      <a:lnTo>
                        <a:pt x="0" y="459926"/>
                      </a:lnTo>
                      <a:lnTo>
                        <a:pt x="0" y="0"/>
                      </a:lnTo>
                      <a:close/>
                      <a:moveTo>
                        <a:pt x="153750" y="438890"/>
                      </a:moveTo>
                      <a:cubicBezTo>
                        <a:pt x="276881" y="438890"/>
                        <a:pt x="338337" y="381730"/>
                        <a:pt x="338337" y="267409"/>
                      </a:cubicBezTo>
                      <a:lnTo>
                        <a:pt x="338337" y="191856"/>
                      </a:lnTo>
                      <a:cubicBezTo>
                        <a:pt x="338337" y="77976"/>
                        <a:pt x="276771" y="21036"/>
                        <a:pt x="153750" y="21036"/>
                      </a:cubicBezTo>
                      <a:lnTo>
                        <a:pt x="23018" y="21036"/>
                      </a:lnTo>
                      <a:lnTo>
                        <a:pt x="23018" y="438890"/>
                      </a:lnTo>
                      <a:lnTo>
                        <a:pt x="153750" y="438890"/>
                      </a:lnTo>
                      <a:close/>
                    </a:path>
                  </a:pathLst>
                </a:custGeom>
                <a:grpFill/>
                <a:ln w="110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EAF0A93F-8D52-1F59-CB06-CA6E7C19A378}"/>
                    </a:ext>
                  </a:extLst>
                </p:cNvPr>
                <p:cNvSpPr/>
                <p:nvPr/>
              </p:nvSpPr>
              <p:spPr>
                <a:xfrm>
                  <a:off x="4108435" y="2205167"/>
                  <a:ext cx="333050" cy="467855"/>
                </a:xfrm>
                <a:custGeom>
                  <a:avLst/>
                  <a:gdLst>
                    <a:gd name="connsiteX0" fmla="*/ 46037 w 333050"/>
                    <a:gd name="connsiteY0" fmla="*/ 415652 h 467855"/>
                    <a:gd name="connsiteX1" fmla="*/ 0 w 333050"/>
                    <a:gd name="connsiteY1" fmla="*/ 272696 h 467855"/>
                    <a:gd name="connsiteX2" fmla="*/ 0 w 333050"/>
                    <a:gd name="connsiteY2" fmla="*/ 199786 h 467855"/>
                    <a:gd name="connsiteX3" fmla="*/ 21036 w 333050"/>
                    <a:gd name="connsiteY3" fmla="*/ 94276 h 467855"/>
                    <a:gd name="connsiteX4" fmla="*/ 81170 w 333050"/>
                    <a:gd name="connsiteY4" fmla="*/ 24670 h 467855"/>
                    <a:gd name="connsiteX5" fmla="*/ 174125 w 333050"/>
                    <a:gd name="connsiteY5" fmla="*/ 0 h 467855"/>
                    <a:gd name="connsiteX6" fmla="*/ 252651 w 333050"/>
                    <a:gd name="connsiteY6" fmla="*/ 15749 h 467855"/>
                    <a:gd name="connsiteX7" fmla="*/ 306177 w 333050"/>
                    <a:gd name="connsiteY7" fmla="*/ 60464 h 467855"/>
                    <a:gd name="connsiteX8" fmla="*/ 325231 w 333050"/>
                    <a:gd name="connsiteY8" fmla="*/ 126215 h 467855"/>
                    <a:gd name="connsiteX9" fmla="*/ 302212 w 333050"/>
                    <a:gd name="connsiteY9" fmla="*/ 126215 h 467855"/>
                    <a:gd name="connsiteX10" fmla="*/ 285802 w 333050"/>
                    <a:gd name="connsiteY10" fmla="*/ 71368 h 467855"/>
                    <a:gd name="connsiteX11" fmla="*/ 240096 w 333050"/>
                    <a:gd name="connsiteY11" fmla="*/ 34252 h 467855"/>
                    <a:gd name="connsiteX12" fmla="*/ 174015 w 333050"/>
                    <a:gd name="connsiteY12" fmla="*/ 21146 h 467855"/>
                    <a:gd name="connsiteX13" fmla="*/ 93836 w 333050"/>
                    <a:gd name="connsiteY13" fmla="*/ 43173 h 467855"/>
                    <a:gd name="connsiteX14" fmla="*/ 41301 w 333050"/>
                    <a:gd name="connsiteY14" fmla="*/ 105950 h 467855"/>
                    <a:gd name="connsiteX15" fmla="*/ 22908 w 333050"/>
                    <a:gd name="connsiteY15" fmla="*/ 200557 h 467855"/>
                    <a:gd name="connsiteX16" fmla="*/ 22908 w 333050"/>
                    <a:gd name="connsiteY16" fmla="*/ 283379 h 467855"/>
                    <a:gd name="connsiteX17" fmla="*/ 24230 w 333050"/>
                    <a:gd name="connsiteY17" fmla="*/ 283379 h 467855"/>
                    <a:gd name="connsiteX18" fmla="*/ 73791 w 333050"/>
                    <a:gd name="connsiteY18" fmla="*/ 208817 h 467855"/>
                    <a:gd name="connsiteX19" fmla="*/ 174015 w 333050"/>
                    <a:gd name="connsiteY19" fmla="*/ 180843 h 467855"/>
                    <a:gd name="connsiteX20" fmla="*/ 259149 w 333050"/>
                    <a:gd name="connsiteY20" fmla="*/ 197914 h 467855"/>
                    <a:gd name="connsiteX21" fmla="*/ 313997 w 333050"/>
                    <a:gd name="connsiteY21" fmla="*/ 245933 h 467855"/>
                    <a:gd name="connsiteX22" fmla="*/ 333051 w 333050"/>
                    <a:gd name="connsiteY22" fmla="*/ 316860 h 467855"/>
                    <a:gd name="connsiteX23" fmla="*/ 333051 w 333050"/>
                    <a:gd name="connsiteY23" fmla="*/ 329305 h 467855"/>
                    <a:gd name="connsiteX24" fmla="*/ 312675 w 333050"/>
                    <a:gd name="connsiteY24" fmla="*/ 400233 h 467855"/>
                    <a:gd name="connsiteX25" fmla="*/ 255845 w 333050"/>
                    <a:gd name="connsiteY25" fmla="*/ 449794 h 467855"/>
                    <a:gd name="connsiteX26" fmla="*/ 172693 w 333050"/>
                    <a:gd name="connsiteY26" fmla="*/ 467856 h 467855"/>
                    <a:gd name="connsiteX27" fmla="*/ 45927 w 333050"/>
                    <a:gd name="connsiteY27" fmla="*/ 415652 h 467855"/>
                    <a:gd name="connsiteX28" fmla="*/ 50002 w 333050"/>
                    <a:gd name="connsiteY28" fmla="*/ 384483 h 467855"/>
                    <a:gd name="connsiteX29" fmla="*/ 100554 w 333050"/>
                    <a:gd name="connsiteY29" fmla="*/ 429859 h 467855"/>
                    <a:gd name="connsiteX30" fmla="*/ 172142 w 333050"/>
                    <a:gd name="connsiteY30" fmla="*/ 446930 h 467855"/>
                    <a:gd name="connsiteX31" fmla="*/ 243400 w 333050"/>
                    <a:gd name="connsiteY31" fmla="*/ 431511 h 467855"/>
                    <a:gd name="connsiteX32" fmla="*/ 292300 w 333050"/>
                    <a:gd name="connsiteY32" fmla="*/ 389109 h 467855"/>
                    <a:gd name="connsiteX33" fmla="*/ 310032 w 333050"/>
                    <a:gd name="connsiteY33" fmla="*/ 329966 h 467855"/>
                    <a:gd name="connsiteX34" fmla="*/ 310032 w 333050"/>
                    <a:gd name="connsiteY34" fmla="*/ 317521 h 467855"/>
                    <a:gd name="connsiteX35" fmla="*/ 272916 w 333050"/>
                    <a:gd name="connsiteY35" fmla="*/ 233377 h 467855"/>
                    <a:gd name="connsiteX36" fmla="*/ 171371 w 333050"/>
                    <a:gd name="connsiteY36" fmla="*/ 201879 h 467855"/>
                    <a:gd name="connsiteX37" fmla="*/ 101435 w 333050"/>
                    <a:gd name="connsiteY37" fmla="*/ 215976 h 467855"/>
                    <a:gd name="connsiteX38" fmla="*/ 50552 w 333050"/>
                    <a:gd name="connsiteY38" fmla="*/ 256396 h 467855"/>
                    <a:gd name="connsiteX39" fmla="*/ 31499 w 333050"/>
                    <a:gd name="connsiteY39" fmla="*/ 318182 h 467855"/>
                    <a:gd name="connsiteX40" fmla="*/ 31499 w 333050"/>
                    <a:gd name="connsiteY40" fmla="*/ 322807 h 467855"/>
                    <a:gd name="connsiteX41" fmla="*/ 49891 w 333050"/>
                    <a:gd name="connsiteY41" fmla="*/ 384593 h 4678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</a:cxnLst>
                  <a:rect l="l" t="t" r="r" b="b"/>
                  <a:pathLst>
                    <a:path w="333050" h="467855">
                      <a:moveTo>
                        <a:pt x="46037" y="415652"/>
                      </a:moveTo>
                      <a:cubicBezTo>
                        <a:pt x="15309" y="380849"/>
                        <a:pt x="0" y="333160"/>
                        <a:pt x="0" y="272696"/>
                      </a:cubicBezTo>
                      <a:lnTo>
                        <a:pt x="0" y="199786"/>
                      </a:lnTo>
                      <a:cubicBezTo>
                        <a:pt x="0" y="159476"/>
                        <a:pt x="7049" y="124343"/>
                        <a:pt x="21036" y="94276"/>
                      </a:cubicBezTo>
                      <a:cubicBezTo>
                        <a:pt x="35023" y="64319"/>
                        <a:pt x="55068" y="41081"/>
                        <a:pt x="81170" y="24670"/>
                      </a:cubicBezTo>
                      <a:cubicBezTo>
                        <a:pt x="107272" y="8260"/>
                        <a:pt x="138220" y="0"/>
                        <a:pt x="174125" y="0"/>
                      </a:cubicBezTo>
                      <a:cubicBezTo>
                        <a:pt x="203421" y="0"/>
                        <a:pt x="229633" y="5287"/>
                        <a:pt x="252651" y="15749"/>
                      </a:cubicBezTo>
                      <a:cubicBezTo>
                        <a:pt x="275670" y="26212"/>
                        <a:pt x="293512" y="41191"/>
                        <a:pt x="306177" y="60464"/>
                      </a:cubicBezTo>
                      <a:cubicBezTo>
                        <a:pt x="318843" y="79738"/>
                        <a:pt x="325231" y="101655"/>
                        <a:pt x="325231" y="126215"/>
                      </a:cubicBezTo>
                      <a:lnTo>
                        <a:pt x="302212" y="126215"/>
                      </a:lnTo>
                      <a:cubicBezTo>
                        <a:pt x="302212" y="105620"/>
                        <a:pt x="296706" y="87338"/>
                        <a:pt x="285802" y="71368"/>
                      </a:cubicBezTo>
                      <a:cubicBezTo>
                        <a:pt x="274789" y="55398"/>
                        <a:pt x="259590" y="43063"/>
                        <a:pt x="240096" y="34252"/>
                      </a:cubicBezTo>
                      <a:cubicBezTo>
                        <a:pt x="220602" y="25441"/>
                        <a:pt x="198575" y="21146"/>
                        <a:pt x="174015" y="21146"/>
                      </a:cubicBezTo>
                      <a:cubicBezTo>
                        <a:pt x="143397" y="21146"/>
                        <a:pt x="116634" y="28525"/>
                        <a:pt x="93836" y="43173"/>
                      </a:cubicBezTo>
                      <a:cubicBezTo>
                        <a:pt x="71038" y="57821"/>
                        <a:pt x="53526" y="78747"/>
                        <a:pt x="41301" y="105950"/>
                      </a:cubicBezTo>
                      <a:cubicBezTo>
                        <a:pt x="29076" y="133154"/>
                        <a:pt x="22908" y="164653"/>
                        <a:pt x="22908" y="200557"/>
                      </a:cubicBezTo>
                      <a:lnTo>
                        <a:pt x="22908" y="283379"/>
                      </a:lnTo>
                      <a:lnTo>
                        <a:pt x="24230" y="283379"/>
                      </a:lnTo>
                      <a:cubicBezTo>
                        <a:pt x="29517" y="252321"/>
                        <a:pt x="46037" y="227430"/>
                        <a:pt x="73791" y="208817"/>
                      </a:cubicBezTo>
                      <a:cubicBezTo>
                        <a:pt x="101655" y="190204"/>
                        <a:pt x="135026" y="180843"/>
                        <a:pt x="174015" y="180843"/>
                      </a:cubicBezTo>
                      <a:cubicBezTo>
                        <a:pt x="206835" y="180843"/>
                        <a:pt x="235250" y="186570"/>
                        <a:pt x="259149" y="197914"/>
                      </a:cubicBezTo>
                      <a:cubicBezTo>
                        <a:pt x="283049" y="209258"/>
                        <a:pt x="301331" y="225337"/>
                        <a:pt x="313997" y="245933"/>
                      </a:cubicBezTo>
                      <a:cubicBezTo>
                        <a:pt x="326663" y="266528"/>
                        <a:pt x="333051" y="290207"/>
                        <a:pt x="333051" y="316860"/>
                      </a:cubicBezTo>
                      <a:lnTo>
                        <a:pt x="333051" y="329305"/>
                      </a:lnTo>
                      <a:cubicBezTo>
                        <a:pt x="333051" y="355628"/>
                        <a:pt x="326222" y="379197"/>
                        <a:pt x="312675" y="400233"/>
                      </a:cubicBezTo>
                      <a:cubicBezTo>
                        <a:pt x="299129" y="421269"/>
                        <a:pt x="280185" y="437789"/>
                        <a:pt x="255845" y="449794"/>
                      </a:cubicBezTo>
                      <a:cubicBezTo>
                        <a:pt x="231505" y="461798"/>
                        <a:pt x="203861" y="467856"/>
                        <a:pt x="172693" y="467856"/>
                      </a:cubicBezTo>
                      <a:cubicBezTo>
                        <a:pt x="118837" y="467856"/>
                        <a:pt x="76544" y="450455"/>
                        <a:pt x="45927" y="415652"/>
                      </a:cubicBezTo>
                      <a:close/>
                      <a:moveTo>
                        <a:pt x="50002" y="384483"/>
                      </a:moveTo>
                      <a:cubicBezTo>
                        <a:pt x="62227" y="403317"/>
                        <a:pt x="79078" y="418405"/>
                        <a:pt x="100554" y="429859"/>
                      </a:cubicBezTo>
                      <a:cubicBezTo>
                        <a:pt x="122031" y="441203"/>
                        <a:pt x="145930" y="446930"/>
                        <a:pt x="172142" y="446930"/>
                      </a:cubicBezTo>
                      <a:cubicBezTo>
                        <a:pt x="198354" y="446930"/>
                        <a:pt x="222584" y="441754"/>
                        <a:pt x="243400" y="431511"/>
                      </a:cubicBezTo>
                      <a:cubicBezTo>
                        <a:pt x="264216" y="421269"/>
                        <a:pt x="280516" y="407061"/>
                        <a:pt x="292300" y="389109"/>
                      </a:cubicBezTo>
                      <a:cubicBezTo>
                        <a:pt x="304085" y="371157"/>
                        <a:pt x="310032" y="351443"/>
                        <a:pt x="310032" y="329966"/>
                      </a:cubicBezTo>
                      <a:lnTo>
                        <a:pt x="310032" y="317521"/>
                      </a:lnTo>
                      <a:cubicBezTo>
                        <a:pt x="310032" y="282498"/>
                        <a:pt x="297587" y="254413"/>
                        <a:pt x="272916" y="233377"/>
                      </a:cubicBezTo>
                      <a:cubicBezTo>
                        <a:pt x="248246" y="212341"/>
                        <a:pt x="214324" y="201879"/>
                        <a:pt x="171371" y="201879"/>
                      </a:cubicBezTo>
                      <a:cubicBezTo>
                        <a:pt x="145930" y="201879"/>
                        <a:pt x="122581" y="206614"/>
                        <a:pt x="101435" y="215976"/>
                      </a:cubicBezTo>
                      <a:cubicBezTo>
                        <a:pt x="80179" y="225448"/>
                        <a:pt x="63218" y="238884"/>
                        <a:pt x="50552" y="256396"/>
                      </a:cubicBezTo>
                      <a:cubicBezTo>
                        <a:pt x="37887" y="273907"/>
                        <a:pt x="31499" y="294503"/>
                        <a:pt x="31499" y="318182"/>
                      </a:cubicBezTo>
                      <a:lnTo>
                        <a:pt x="31499" y="322807"/>
                      </a:lnTo>
                      <a:cubicBezTo>
                        <a:pt x="31499" y="345165"/>
                        <a:pt x="37667" y="365760"/>
                        <a:pt x="49891" y="384593"/>
                      </a:cubicBezTo>
                      <a:close/>
                    </a:path>
                  </a:pathLst>
                </a:custGeom>
                <a:grpFill/>
                <a:ln w="110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  <p:sp>
              <p:nvSpPr>
                <p:cNvPr id="19" name="Freeform: Shape 18">
                  <a:extLst>
                    <a:ext uri="{FF2B5EF4-FFF2-40B4-BE49-F238E27FC236}">
                      <a16:creationId xmlns:a16="http://schemas.microsoft.com/office/drawing/2014/main" id="{ACE6C288-454B-C718-9573-7E2CA2B559D9}"/>
                    </a:ext>
                  </a:extLst>
                </p:cNvPr>
                <p:cNvSpPr/>
                <p:nvPr/>
              </p:nvSpPr>
              <p:spPr>
                <a:xfrm>
                  <a:off x="4540938" y="2205828"/>
                  <a:ext cx="335693" cy="467745"/>
                </a:xfrm>
                <a:custGeom>
                  <a:avLst/>
                  <a:gdLst>
                    <a:gd name="connsiteX0" fmla="*/ 284921 w 335693"/>
                    <a:gd name="connsiteY0" fmla="*/ 40530 h 467745"/>
                    <a:gd name="connsiteX1" fmla="*/ 284921 w 335693"/>
                    <a:gd name="connsiteY1" fmla="*/ 40530 h 467745"/>
                    <a:gd name="connsiteX2" fmla="*/ 270824 w 335693"/>
                    <a:gd name="connsiteY2" fmla="*/ 28415 h 467745"/>
                    <a:gd name="connsiteX3" fmla="*/ 270824 w 335693"/>
                    <a:gd name="connsiteY3" fmla="*/ 28415 h 467745"/>
                    <a:gd name="connsiteX4" fmla="*/ 167516 w 335693"/>
                    <a:gd name="connsiteY4" fmla="*/ 0 h 467745"/>
                    <a:gd name="connsiteX5" fmla="*/ 40420 w 335693"/>
                    <a:gd name="connsiteY5" fmla="*/ 52535 h 467745"/>
                    <a:gd name="connsiteX6" fmla="*/ 0 w 335693"/>
                    <a:gd name="connsiteY6" fmla="*/ 197693 h 467745"/>
                    <a:gd name="connsiteX7" fmla="*/ 0 w 335693"/>
                    <a:gd name="connsiteY7" fmla="*/ 271264 h 467745"/>
                    <a:gd name="connsiteX8" fmla="*/ 40089 w 335693"/>
                    <a:gd name="connsiteY8" fmla="*/ 415872 h 467745"/>
                    <a:gd name="connsiteX9" fmla="*/ 167516 w 335693"/>
                    <a:gd name="connsiteY9" fmla="*/ 467746 h 467745"/>
                    <a:gd name="connsiteX10" fmla="*/ 295604 w 335693"/>
                    <a:gd name="connsiteY10" fmla="*/ 414550 h 467745"/>
                    <a:gd name="connsiteX11" fmla="*/ 335693 w 335693"/>
                    <a:gd name="connsiteY11" fmla="*/ 271264 h 467745"/>
                    <a:gd name="connsiteX12" fmla="*/ 335693 w 335693"/>
                    <a:gd name="connsiteY12" fmla="*/ 197693 h 467745"/>
                    <a:gd name="connsiteX13" fmla="*/ 285031 w 335693"/>
                    <a:gd name="connsiteY13" fmla="*/ 40420 h 467745"/>
                    <a:gd name="connsiteX14" fmla="*/ 22798 w 335693"/>
                    <a:gd name="connsiteY14" fmla="*/ 271374 h 467745"/>
                    <a:gd name="connsiteX15" fmla="*/ 22798 w 335693"/>
                    <a:gd name="connsiteY15" fmla="*/ 197804 h 467745"/>
                    <a:gd name="connsiteX16" fmla="*/ 167296 w 335693"/>
                    <a:gd name="connsiteY16" fmla="*/ 21036 h 467745"/>
                    <a:gd name="connsiteX17" fmla="*/ 258929 w 335693"/>
                    <a:gd name="connsiteY17" fmla="*/ 48570 h 467745"/>
                    <a:gd name="connsiteX18" fmla="*/ 55178 w 335693"/>
                    <a:gd name="connsiteY18" fmla="*/ 397810 h 467745"/>
                    <a:gd name="connsiteX19" fmla="*/ 22798 w 335693"/>
                    <a:gd name="connsiteY19" fmla="*/ 271374 h 467745"/>
                    <a:gd name="connsiteX20" fmla="*/ 312565 w 335693"/>
                    <a:gd name="connsiteY20" fmla="*/ 271374 h 467745"/>
                    <a:gd name="connsiteX21" fmla="*/ 277762 w 335693"/>
                    <a:gd name="connsiteY21" fmla="*/ 400123 h 467745"/>
                    <a:gd name="connsiteX22" fmla="*/ 167406 w 335693"/>
                    <a:gd name="connsiteY22" fmla="*/ 446820 h 467745"/>
                    <a:gd name="connsiteX23" fmla="*/ 67954 w 335693"/>
                    <a:gd name="connsiteY23" fmla="*/ 412458 h 467745"/>
                    <a:gd name="connsiteX24" fmla="*/ 272586 w 335693"/>
                    <a:gd name="connsiteY24" fmla="*/ 61786 h 467745"/>
                    <a:gd name="connsiteX25" fmla="*/ 277872 w 335693"/>
                    <a:gd name="connsiteY25" fmla="*/ 68064 h 467745"/>
                    <a:gd name="connsiteX26" fmla="*/ 312675 w 335693"/>
                    <a:gd name="connsiteY26" fmla="*/ 197804 h 467745"/>
                    <a:gd name="connsiteX27" fmla="*/ 312675 w 335693"/>
                    <a:gd name="connsiteY27" fmla="*/ 271374 h 4677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335693" h="467745">
                      <a:moveTo>
                        <a:pt x="284921" y="40530"/>
                      </a:moveTo>
                      <a:lnTo>
                        <a:pt x="284921" y="40530"/>
                      </a:lnTo>
                      <a:lnTo>
                        <a:pt x="270824" y="28415"/>
                      </a:lnTo>
                      <a:lnTo>
                        <a:pt x="270824" y="28415"/>
                      </a:lnTo>
                      <a:cubicBezTo>
                        <a:pt x="244391" y="9472"/>
                        <a:pt x="210029" y="0"/>
                        <a:pt x="167516" y="0"/>
                      </a:cubicBezTo>
                      <a:cubicBezTo>
                        <a:pt x="109695" y="0"/>
                        <a:pt x="67293" y="17512"/>
                        <a:pt x="40420" y="52535"/>
                      </a:cubicBezTo>
                      <a:cubicBezTo>
                        <a:pt x="13437" y="87558"/>
                        <a:pt x="0" y="136017"/>
                        <a:pt x="0" y="197693"/>
                      </a:cubicBezTo>
                      <a:lnTo>
                        <a:pt x="0" y="271264"/>
                      </a:lnTo>
                      <a:cubicBezTo>
                        <a:pt x="0" y="333050"/>
                        <a:pt x="13326" y="381179"/>
                        <a:pt x="40089" y="415872"/>
                      </a:cubicBezTo>
                      <a:cubicBezTo>
                        <a:pt x="66852" y="450455"/>
                        <a:pt x="109254" y="467746"/>
                        <a:pt x="167516" y="467746"/>
                      </a:cubicBezTo>
                      <a:cubicBezTo>
                        <a:pt x="225778" y="467746"/>
                        <a:pt x="268951" y="450014"/>
                        <a:pt x="295604" y="414550"/>
                      </a:cubicBezTo>
                      <a:cubicBezTo>
                        <a:pt x="322367" y="379087"/>
                        <a:pt x="335693" y="331288"/>
                        <a:pt x="335693" y="271264"/>
                      </a:cubicBezTo>
                      <a:lnTo>
                        <a:pt x="335693" y="197693"/>
                      </a:lnTo>
                      <a:cubicBezTo>
                        <a:pt x="335693" y="125444"/>
                        <a:pt x="318733" y="73020"/>
                        <a:pt x="285031" y="40420"/>
                      </a:cubicBezTo>
                      <a:close/>
                      <a:moveTo>
                        <a:pt x="22798" y="271374"/>
                      </a:moveTo>
                      <a:lnTo>
                        <a:pt x="22798" y="197804"/>
                      </a:lnTo>
                      <a:cubicBezTo>
                        <a:pt x="22798" y="79958"/>
                        <a:pt x="70927" y="21036"/>
                        <a:pt x="167296" y="21036"/>
                      </a:cubicBezTo>
                      <a:cubicBezTo>
                        <a:pt x="205733" y="21036"/>
                        <a:pt x="236241" y="30287"/>
                        <a:pt x="258929" y="48570"/>
                      </a:cubicBezTo>
                      <a:lnTo>
                        <a:pt x="55178" y="397810"/>
                      </a:lnTo>
                      <a:cubicBezTo>
                        <a:pt x="33701" y="368624"/>
                        <a:pt x="22798" y="326662"/>
                        <a:pt x="22798" y="271374"/>
                      </a:cubicBezTo>
                      <a:close/>
                      <a:moveTo>
                        <a:pt x="312565" y="271374"/>
                      </a:moveTo>
                      <a:cubicBezTo>
                        <a:pt x="312565" y="326111"/>
                        <a:pt x="301001" y="369064"/>
                        <a:pt x="277762" y="400123"/>
                      </a:cubicBezTo>
                      <a:cubicBezTo>
                        <a:pt x="254523" y="431181"/>
                        <a:pt x="217738" y="446820"/>
                        <a:pt x="167406" y="446820"/>
                      </a:cubicBezTo>
                      <a:cubicBezTo>
                        <a:pt x="124784" y="446820"/>
                        <a:pt x="91633" y="435366"/>
                        <a:pt x="67954" y="412458"/>
                      </a:cubicBezTo>
                      <a:lnTo>
                        <a:pt x="272586" y="61786"/>
                      </a:lnTo>
                      <a:cubicBezTo>
                        <a:pt x="274348" y="63879"/>
                        <a:pt x="276220" y="65751"/>
                        <a:pt x="277872" y="68064"/>
                      </a:cubicBezTo>
                      <a:cubicBezTo>
                        <a:pt x="301111" y="99342"/>
                        <a:pt x="312675" y="142626"/>
                        <a:pt x="312675" y="197804"/>
                      </a:cubicBezTo>
                      <a:lnTo>
                        <a:pt x="312675" y="271374"/>
                      </a:lnTo>
                      <a:close/>
                    </a:path>
                  </a:pathLst>
                </a:custGeom>
                <a:grpFill/>
                <a:ln w="1100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pt-BR"/>
                </a:p>
              </p:txBody>
            </p:sp>
          </p:grpSp>
        </p:grp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AE570C98-715B-1FE0-4B89-53EB4A1CDA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082101" y="2829526"/>
              <a:ext cx="1049372" cy="535180"/>
            </a:xfrm>
            <a:prstGeom prst="rect">
              <a:avLst/>
            </a:prstGeom>
          </p:spPr>
        </p:pic>
      </p:grpSp>
      <p:pic>
        <p:nvPicPr>
          <p:cNvPr id="37" name="Graphic 1">
            <a:extLst>
              <a:ext uri="{FF2B5EF4-FFF2-40B4-BE49-F238E27FC236}">
                <a16:creationId xmlns:a16="http://schemas.microsoft.com/office/drawing/2014/main" id="{A17CACE9-DEF6-AF5E-A8DD-60188F8E4E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22769" b="18412"/>
          <a:stretch>
            <a:fillRect/>
          </a:stretch>
        </p:blipFill>
        <p:spPr>
          <a:xfrm>
            <a:off x="1626483" y="2141115"/>
            <a:ext cx="1142929" cy="319410"/>
          </a:xfrm>
          <a:prstGeom prst="rect">
            <a:avLst/>
          </a:prstGeom>
        </p:spPr>
      </p:pic>
      <p:sp>
        <p:nvSpPr>
          <p:cNvPr id="60" name="Freeform: Shape 1133">
            <a:extLst>
              <a:ext uri="{FF2B5EF4-FFF2-40B4-BE49-F238E27FC236}">
                <a16:creationId xmlns:a16="http://schemas.microsoft.com/office/drawing/2014/main" id="{75DEAD81-205E-C107-B3B7-B90F26373F1F}"/>
              </a:ext>
            </a:extLst>
          </p:cNvPr>
          <p:cNvSpPr/>
          <p:nvPr/>
        </p:nvSpPr>
        <p:spPr>
          <a:xfrm>
            <a:off x="458489" y="2157832"/>
            <a:ext cx="211402" cy="258667"/>
          </a:xfrm>
          <a:custGeom>
            <a:avLst/>
            <a:gdLst>
              <a:gd name="connsiteX0" fmla="*/ 120524 w 286118"/>
              <a:gd name="connsiteY0" fmla="*/ 42504 h 350089"/>
              <a:gd name="connsiteX1" fmla="*/ 0 w 286118"/>
              <a:gd name="connsiteY1" fmla="*/ 42504 h 350089"/>
              <a:gd name="connsiteX2" fmla="*/ 0 w 286118"/>
              <a:gd name="connsiteY2" fmla="*/ 0 h 350089"/>
              <a:gd name="connsiteX3" fmla="*/ 286119 w 286118"/>
              <a:gd name="connsiteY3" fmla="*/ 0 h 350089"/>
              <a:gd name="connsiteX4" fmla="*/ 286119 w 286118"/>
              <a:gd name="connsiteY4" fmla="*/ 42504 h 350089"/>
              <a:gd name="connsiteX5" fmla="*/ 165595 w 286118"/>
              <a:gd name="connsiteY5" fmla="*/ 42504 h 350089"/>
              <a:gd name="connsiteX6" fmla="*/ 165595 w 286118"/>
              <a:gd name="connsiteY6" fmla="*/ 350089 h 350089"/>
              <a:gd name="connsiteX7" fmla="*/ 120595 w 286118"/>
              <a:gd name="connsiteY7" fmla="*/ 350089 h 350089"/>
              <a:gd name="connsiteX8" fmla="*/ 120595 w 286118"/>
              <a:gd name="connsiteY8" fmla="*/ 42504 h 35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6118" h="350089">
                <a:moveTo>
                  <a:pt x="120524" y="42504"/>
                </a:moveTo>
                <a:lnTo>
                  <a:pt x="0" y="42504"/>
                </a:lnTo>
                <a:lnTo>
                  <a:pt x="0" y="0"/>
                </a:lnTo>
                <a:lnTo>
                  <a:pt x="286119" y="0"/>
                </a:lnTo>
                <a:lnTo>
                  <a:pt x="286119" y="42504"/>
                </a:lnTo>
                <a:lnTo>
                  <a:pt x="165595" y="42504"/>
                </a:lnTo>
                <a:lnTo>
                  <a:pt x="165595" y="350089"/>
                </a:lnTo>
                <a:lnTo>
                  <a:pt x="120595" y="350089"/>
                </a:lnTo>
                <a:lnTo>
                  <a:pt x="120595" y="42504"/>
                </a:lnTo>
                <a:close/>
              </a:path>
            </a:pathLst>
          </a:custGeom>
          <a:solidFill>
            <a:srgbClr val="FFFFFF"/>
          </a:solidFill>
          <a:ln w="711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62" name="Freeform: Shape 1134">
            <a:extLst>
              <a:ext uri="{FF2B5EF4-FFF2-40B4-BE49-F238E27FC236}">
                <a16:creationId xmlns:a16="http://schemas.microsoft.com/office/drawing/2014/main" id="{B83065DC-6953-63E7-3458-B638E07B4A6F}"/>
              </a:ext>
            </a:extLst>
          </p:cNvPr>
          <p:cNvSpPr/>
          <p:nvPr/>
        </p:nvSpPr>
        <p:spPr>
          <a:xfrm>
            <a:off x="701295" y="2157832"/>
            <a:ext cx="152966" cy="258667"/>
          </a:xfrm>
          <a:custGeom>
            <a:avLst/>
            <a:gdLst>
              <a:gd name="connsiteX0" fmla="*/ 0 w 207029"/>
              <a:gd name="connsiteY0" fmla="*/ 307585 h 350089"/>
              <a:gd name="connsiteX1" fmla="*/ 81015 w 207029"/>
              <a:gd name="connsiteY1" fmla="*/ 307585 h 350089"/>
              <a:gd name="connsiteX2" fmla="*/ 81015 w 207029"/>
              <a:gd name="connsiteY2" fmla="*/ 42504 h 350089"/>
              <a:gd name="connsiteX3" fmla="*/ 0 w 207029"/>
              <a:gd name="connsiteY3" fmla="*/ 42504 h 350089"/>
              <a:gd name="connsiteX4" fmla="*/ 0 w 207029"/>
              <a:gd name="connsiteY4" fmla="*/ 0 h 350089"/>
              <a:gd name="connsiteX5" fmla="*/ 207030 w 207029"/>
              <a:gd name="connsiteY5" fmla="*/ 0 h 350089"/>
              <a:gd name="connsiteX6" fmla="*/ 207030 w 207029"/>
              <a:gd name="connsiteY6" fmla="*/ 42504 h 350089"/>
              <a:gd name="connsiteX7" fmla="*/ 126015 w 207029"/>
              <a:gd name="connsiteY7" fmla="*/ 42504 h 350089"/>
              <a:gd name="connsiteX8" fmla="*/ 126015 w 207029"/>
              <a:gd name="connsiteY8" fmla="*/ 307585 h 350089"/>
              <a:gd name="connsiteX9" fmla="*/ 207030 w 207029"/>
              <a:gd name="connsiteY9" fmla="*/ 307585 h 350089"/>
              <a:gd name="connsiteX10" fmla="*/ 207030 w 207029"/>
              <a:gd name="connsiteY10" fmla="*/ 350089 h 350089"/>
              <a:gd name="connsiteX11" fmla="*/ 0 w 207029"/>
              <a:gd name="connsiteY11" fmla="*/ 350089 h 350089"/>
              <a:gd name="connsiteX12" fmla="*/ 0 w 207029"/>
              <a:gd name="connsiteY12" fmla="*/ 307585 h 35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7029" h="350089">
                <a:moveTo>
                  <a:pt x="0" y="307585"/>
                </a:moveTo>
                <a:lnTo>
                  <a:pt x="81015" y="307585"/>
                </a:lnTo>
                <a:lnTo>
                  <a:pt x="81015" y="42504"/>
                </a:lnTo>
                <a:lnTo>
                  <a:pt x="0" y="42504"/>
                </a:lnTo>
                <a:lnTo>
                  <a:pt x="0" y="0"/>
                </a:lnTo>
                <a:lnTo>
                  <a:pt x="207030" y="0"/>
                </a:lnTo>
                <a:lnTo>
                  <a:pt x="207030" y="42504"/>
                </a:lnTo>
                <a:lnTo>
                  <a:pt x="126015" y="42504"/>
                </a:lnTo>
                <a:lnTo>
                  <a:pt x="126015" y="307585"/>
                </a:lnTo>
                <a:lnTo>
                  <a:pt x="207030" y="307585"/>
                </a:lnTo>
                <a:lnTo>
                  <a:pt x="207030" y="350089"/>
                </a:lnTo>
                <a:lnTo>
                  <a:pt x="0" y="350089"/>
                </a:lnTo>
                <a:lnTo>
                  <a:pt x="0" y="307585"/>
                </a:lnTo>
                <a:close/>
              </a:path>
            </a:pathLst>
          </a:custGeom>
          <a:solidFill>
            <a:srgbClr val="FFFFFF"/>
          </a:solidFill>
          <a:ln w="711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088" name="Freeform: Shape 1135">
            <a:extLst>
              <a:ext uri="{FF2B5EF4-FFF2-40B4-BE49-F238E27FC236}">
                <a16:creationId xmlns:a16="http://schemas.microsoft.com/office/drawing/2014/main" id="{14316865-9716-EC31-1529-FE8D820F26BA}"/>
              </a:ext>
            </a:extLst>
          </p:cNvPr>
          <p:cNvSpPr/>
          <p:nvPr/>
        </p:nvSpPr>
        <p:spPr>
          <a:xfrm>
            <a:off x="881978" y="2157832"/>
            <a:ext cx="234639" cy="258667"/>
          </a:xfrm>
          <a:custGeom>
            <a:avLst/>
            <a:gdLst>
              <a:gd name="connsiteX0" fmla="*/ 0 w 317568"/>
              <a:gd name="connsiteY0" fmla="*/ 0 h 350089"/>
              <a:gd name="connsiteX1" fmla="*/ 49992 w 317568"/>
              <a:gd name="connsiteY1" fmla="*/ 0 h 350089"/>
              <a:gd name="connsiteX2" fmla="*/ 152544 w 317568"/>
              <a:gd name="connsiteY2" fmla="*/ 312577 h 350089"/>
              <a:gd name="connsiteX3" fmla="*/ 165524 w 317568"/>
              <a:gd name="connsiteY3" fmla="*/ 312577 h 350089"/>
              <a:gd name="connsiteX4" fmla="*/ 267577 w 317568"/>
              <a:gd name="connsiteY4" fmla="*/ 0 h 350089"/>
              <a:gd name="connsiteX5" fmla="*/ 317569 w 317568"/>
              <a:gd name="connsiteY5" fmla="*/ 0 h 350089"/>
              <a:gd name="connsiteX6" fmla="*/ 199042 w 317568"/>
              <a:gd name="connsiteY6" fmla="*/ 350089 h 350089"/>
              <a:gd name="connsiteX7" fmla="*/ 118527 w 317568"/>
              <a:gd name="connsiteY7" fmla="*/ 350089 h 350089"/>
              <a:gd name="connsiteX8" fmla="*/ 0 w 317568"/>
              <a:gd name="connsiteY8" fmla="*/ 0 h 35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568" h="350089">
                <a:moveTo>
                  <a:pt x="0" y="0"/>
                </a:moveTo>
                <a:lnTo>
                  <a:pt x="49992" y="0"/>
                </a:lnTo>
                <a:lnTo>
                  <a:pt x="152544" y="312577"/>
                </a:lnTo>
                <a:lnTo>
                  <a:pt x="165524" y="312577"/>
                </a:lnTo>
                <a:lnTo>
                  <a:pt x="267577" y="0"/>
                </a:lnTo>
                <a:lnTo>
                  <a:pt x="317569" y="0"/>
                </a:lnTo>
                <a:lnTo>
                  <a:pt x="199042" y="350089"/>
                </a:lnTo>
                <a:lnTo>
                  <a:pt x="118527" y="3500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711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090" name="Freeform: Shape 1136">
            <a:extLst>
              <a:ext uri="{FF2B5EF4-FFF2-40B4-BE49-F238E27FC236}">
                <a16:creationId xmlns:a16="http://schemas.microsoft.com/office/drawing/2014/main" id="{871C3060-32C2-E376-CA01-B578A847F7E6}"/>
              </a:ext>
            </a:extLst>
          </p:cNvPr>
          <p:cNvSpPr/>
          <p:nvPr/>
        </p:nvSpPr>
        <p:spPr>
          <a:xfrm>
            <a:off x="1144334" y="2157832"/>
            <a:ext cx="152966" cy="258667"/>
          </a:xfrm>
          <a:custGeom>
            <a:avLst/>
            <a:gdLst>
              <a:gd name="connsiteX0" fmla="*/ 0 w 207029"/>
              <a:gd name="connsiteY0" fmla="*/ 307585 h 350089"/>
              <a:gd name="connsiteX1" fmla="*/ 81015 w 207029"/>
              <a:gd name="connsiteY1" fmla="*/ 307585 h 350089"/>
              <a:gd name="connsiteX2" fmla="*/ 81015 w 207029"/>
              <a:gd name="connsiteY2" fmla="*/ 42504 h 350089"/>
              <a:gd name="connsiteX3" fmla="*/ 0 w 207029"/>
              <a:gd name="connsiteY3" fmla="*/ 42504 h 350089"/>
              <a:gd name="connsiteX4" fmla="*/ 0 w 207029"/>
              <a:gd name="connsiteY4" fmla="*/ 0 h 350089"/>
              <a:gd name="connsiteX5" fmla="*/ 207030 w 207029"/>
              <a:gd name="connsiteY5" fmla="*/ 0 h 350089"/>
              <a:gd name="connsiteX6" fmla="*/ 207030 w 207029"/>
              <a:gd name="connsiteY6" fmla="*/ 42504 h 350089"/>
              <a:gd name="connsiteX7" fmla="*/ 126015 w 207029"/>
              <a:gd name="connsiteY7" fmla="*/ 42504 h 350089"/>
              <a:gd name="connsiteX8" fmla="*/ 126015 w 207029"/>
              <a:gd name="connsiteY8" fmla="*/ 307585 h 350089"/>
              <a:gd name="connsiteX9" fmla="*/ 207030 w 207029"/>
              <a:gd name="connsiteY9" fmla="*/ 307585 h 350089"/>
              <a:gd name="connsiteX10" fmla="*/ 207030 w 207029"/>
              <a:gd name="connsiteY10" fmla="*/ 350089 h 350089"/>
              <a:gd name="connsiteX11" fmla="*/ 0 w 207029"/>
              <a:gd name="connsiteY11" fmla="*/ 350089 h 350089"/>
              <a:gd name="connsiteX12" fmla="*/ 0 w 207029"/>
              <a:gd name="connsiteY12" fmla="*/ 307585 h 350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07029" h="350089">
                <a:moveTo>
                  <a:pt x="0" y="307585"/>
                </a:moveTo>
                <a:lnTo>
                  <a:pt x="81015" y="307585"/>
                </a:lnTo>
                <a:lnTo>
                  <a:pt x="81015" y="42504"/>
                </a:lnTo>
                <a:lnTo>
                  <a:pt x="0" y="42504"/>
                </a:lnTo>
                <a:lnTo>
                  <a:pt x="0" y="0"/>
                </a:lnTo>
                <a:lnTo>
                  <a:pt x="207030" y="0"/>
                </a:lnTo>
                <a:lnTo>
                  <a:pt x="207030" y="42504"/>
                </a:lnTo>
                <a:lnTo>
                  <a:pt x="126015" y="42504"/>
                </a:lnTo>
                <a:lnTo>
                  <a:pt x="126015" y="307585"/>
                </a:lnTo>
                <a:lnTo>
                  <a:pt x="207030" y="307585"/>
                </a:lnTo>
                <a:lnTo>
                  <a:pt x="207030" y="350089"/>
                </a:lnTo>
                <a:lnTo>
                  <a:pt x="0" y="350089"/>
                </a:lnTo>
                <a:lnTo>
                  <a:pt x="0" y="307585"/>
                </a:lnTo>
                <a:close/>
              </a:path>
            </a:pathLst>
          </a:custGeom>
          <a:solidFill>
            <a:srgbClr val="FFFFFF"/>
          </a:solidFill>
          <a:ln w="711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092" name="Freeform: Shape 1137">
            <a:extLst>
              <a:ext uri="{FF2B5EF4-FFF2-40B4-BE49-F238E27FC236}">
                <a16:creationId xmlns:a16="http://schemas.microsoft.com/office/drawing/2014/main" id="{A74BE350-8F85-81AE-8EB0-5CA10C7B786A}"/>
              </a:ext>
            </a:extLst>
          </p:cNvPr>
          <p:cNvSpPr/>
          <p:nvPr/>
        </p:nvSpPr>
        <p:spPr>
          <a:xfrm>
            <a:off x="1326861" y="2154196"/>
            <a:ext cx="237326" cy="266044"/>
          </a:xfrm>
          <a:custGeom>
            <a:avLst/>
            <a:gdLst>
              <a:gd name="connsiteX0" fmla="*/ 75309 w 321205"/>
              <a:gd name="connsiteY0" fmla="*/ 341317 h 360073"/>
              <a:gd name="connsiteX1" fmla="*/ 19540 w 321205"/>
              <a:gd name="connsiteY1" fmla="*/ 287046 h 360073"/>
              <a:gd name="connsiteX2" fmla="*/ 0 w 321205"/>
              <a:gd name="connsiteY2" fmla="*/ 203036 h 360073"/>
              <a:gd name="connsiteX3" fmla="*/ 0 w 321205"/>
              <a:gd name="connsiteY3" fmla="*/ 157537 h 360073"/>
              <a:gd name="connsiteX4" fmla="*/ 19540 w 321205"/>
              <a:gd name="connsiteY4" fmla="*/ 74026 h 360073"/>
              <a:gd name="connsiteX5" fmla="*/ 75309 w 321205"/>
              <a:gd name="connsiteY5" fmla="*/ 19255 h 360073"/>
              <a:gd name="connsiteX6" fmla="*/ 160603 w 321205"/>
              <a:gd name="connsiteY6" fmla="*/ 0 h 360073"/>
              <a:gd name="connsiteX7" fmla="*/ 245897 w 321205"/>
              <a:gd name="connsiteY7" fmla="*/ 18756 h 360073"/>
              <a:gd name="connsiteX8" fmla="*/ 301666 w 321205"/>
              <a:gd name="connsiteY8" fmla="*/ 73027 h 360073"/>
              <a:gd name="connsiteX9" fmla="*/ 321206 w 321205"/>
              <a:gd name="connsiteY9" fmla="*/ 157037 h 360073"/>
              <a:gd name="connsiteX10" fmla="*/ 321206 w 321205"/>
              <a:gd name="connsiteY10" fmla="*/ 202537 h 360073"/>
              <a:gd name="connsiteX11" fmla="*/ 301666 w 321205"/>
              <a:gd name="connsiteY11" fmla="*/ 286048 h 360073"/>
              <a:gd name="connsiteX12" fmla="*/ 245897 w 321205"/>
              <a:gd name="connsiteY12" fmla="*/ 340818 h 360073"/>
              <a:gd name="connsiteX13" fmla="*/ 160603 w 321205"/>
              <a:gd name="connsiteY13" fmla="*/ 360073 h 360073"/>
              <a:gd name="connsiteX14" fmla="*/ 75309 w 321205"/>
              <a:gd name="connsiteY14" fmla="*/ 341317 h 360073"/>
              <a:gd name="connsiteX15" fmla="*/ 244114 w 321205"/>
              <a:gd name="connsiteY15" fmla="*/ 286547 h 360073"/>
              <a:gd name="connsiteX16" fmla="*/ 273638 w 321205"/>
              <a:gd name="connsiteY16" fmla="*/ 202537 h 360073"/>
              <a:gd name="connsiteX17" fmla="*/ 273638 w 321205"/>
              <a:gd name="connsiteY17" fmla="*/ 157037 h 360073"/>
              <a:gd name="connsiteX18" fmla="*/ 243900 w 321205"/>
              <a:gd name="connsiteY18" fmla="*/ 73741 h 360073"/>
              <a:gd name="connsiteX19" fmla="*/ 160603 w 321205"/>
              <a:gd name="connsiteY19" fmla="*/ 44002 h 360073"/>
              <a:gd name="connsiteX20" fmla="*/ 77092 w 321205"/>
              <a:gd name="connsiteY20" fmla="*/ 73527 h 360073"/>
              <a:gd name="connsiteX21" fmla="*/ 47568 w 321205"/>
              <a:gd name="connsiteY21" fmla="*/ 157537 h 360073"/>
              <a:gd name="connsiteX22" fmla="*/ 47568 w 321205"/>
              <a:gd name="connsiteY22" fmla="*/ 203036 h 360073"/>
              <a:gd name="connsiteX23" fmla="*/ 77306 w 321205"/>
              <a:gd name="connsiteY23" fmla="*/ 286333 h 360073"/>
              <a:gd name="connsiteX24" fmla="*/ 160603 w 321205"/>
              <a:gd name="connsiteY24" fmla="*/ 316071 h 360073"/>
              <a:gd name="connsiteX25" fmla="*/ 244114 w 321205"/>
              <a:gd name="connsiteY25" fmla="*/ 286547 h 3600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21205" h="360073">
                <a:moveTo>
                  <a:pt x="75309" y="341317"/>
                </a:moveTo>
                <a:cubicBezTo>
                  <a:pt x="51133" y="328837"/>
                  <a:pt x="32520" y="310723"/>
                  <a:pt x="19540" y="287046"/>
                </a:cubicBezTo>
                <a:cubicBezTo>
                  <a:pt x="6561" y="263369"/>
                  <a:pt x="0" y="235342"/>
                  <a:pt x="0" y="203036"/>
                </a:cubicBezTo>
                <a:lnTo>
                  <a:pt x="0" y="157537"/>
                </a:lnTo>
                <a:cubicBezTo>
                  <a:pt x="0" y="125516"/>
                  <a:pt x="6490" y="97703"/>
                  <a:pt x="19540" y="74026"/>
                </a:cubicBezTo>
                <a:cubicBezTo>
                  <a:pt x="32520" y="50349"/>
                  <a:pt x="51133" y="32092"/>
                  <a:pt x="75309" y="19255"/>
                </a:cubicBezTo>
                <a:cubicBezTo>
                  <a:pt x="99485" y="6418"/>
                  <a:pt x="127869" y="0"/>
                  <a:pt x="160603" y="0"/>
                </a:cubicBezTo>
                <a:cubicBezTo>
                  <a:pt x="193337" y="0"/>
                  <a:pt x="221721" y="6276"/>
                  <a:pt x="245897" y="18756"/>
                </a:cubicBezTo>
                <a:cubicBezTo>
                  <a:pt x="270073" y="31236"/>
                  <a:pt x="288686" y="49351"/>
                  <a:pt x="301666" y="73027"/>
                </a:cubicBezTo>
                <a:cubicBezTo>
                  <a:pt x="314645" y="96704"/>
                  <a:pt x="321206" y="124731"/>
                  <a:pt x="321206" y="157037"/>
                </a:cubicBezTo>
                <a:lnTo>
                  <a:pt x="321206" y="202537"/>
                </a:lnTo>
                <a:cubicBezTo>
                  <a:pt x="321206" y="234558"/>
                  <a:pt x="314716" y="262371"/>
                  <a:pt x="301666" y="286048"/>
                </a:cubicBezTo>
                <a:cubicBezTo>
                  <a:pt x="288686" y="309724"/>
                  <a:pt x="270073" y="327981"/>
                  <a:pt x="245897" y="340818"/>
                </a:cubicBezTo>
                <a:cubicBezTo>
                  <a:pt x="221721" y="353655"/>
                  <a:pt x="193266" y="360073"/>
                  <a:pt x="160603" y="360073"/>
                </a:cubicBezTo>
                <a:cubicBezTo>
                  <a:pt x="127940" y="360073"/>
                  <a:pt x="99485" y="353798"/>
                  <a:pt x="75309" y="341317"/>
                </a:cubicBezTo>
                <a:close/>
                <a:moveTo>
                  <a:pt x="244114" y="286547"/>
                </a:moveTo>
                <a:cubicBezTo>
                  <a:pt x="263797" y="266864"/>
                  <a:pt x="273638" y="238837"/>
                  <a:pt x="273638" y="202537"/>
                </a:cubicBezTo>
                <a:lnTo>
                  <a:pt x="273638" y="157037"/>
                </a:lnTo>
                <a:cubicBezTo>
                  <a:pt x="273638" y="121379"/>
                  <a:pt x="263725" y="93638"/>
                  <a:pt x="243900" y="73741"/>
                </a:cubicBezTo>
                <a:cubicBezTo>
                  <a:pt x="224074" y="53915"/>
                  <a:pt x="196332" y="44002"/>
                  <a:pt x="160603" y="44002"/>
                </a:cubicBezTo>
                <a:cubicBezTo>
                  <a:pt x="124874" y="44002"/>
                  <a:pt x="96775" y="53843"/>
                  <a:pt x="77092" y="73527"/>
                </a:cubicBezTo>
                <a:cubicBezTo>
                  <a:pt x="57409" y="93210"/>
                  <a:pt x="47568" y="121237"/>
                  <a:pt x="47568" y="157537"/>
                </a:cubicBezTo>
                <a:lnTo>
                  <a:pt x="47568" y="203036"/>
                </a:lnTo>
                <a:cubicBezTo>
                  <a:pt x="47568" y="238694"/>
                  <a:pt x="57480" y="266507"/>
                  <a:pt x="77306" y="286333"/>
                </a:cubicBezTo>
                <a:cubicBezTo>
                  <a:pt x="97132" y="306159"/>
                  <a:pt x="124874" y="316071"/>
                  <a:pt x="160603" y="316071"/>
                </a:cubicBezTo>
                <a:cubicBezTo>
                  <a:pt x="196332" y="316071"/>
                  <a:pt x="224431" y="306230"/>
                  <a:pt x="244114" y="286547"/>
                </a:cubicBezTo>
                <a:close/>
              </a:path>
            </a:pathLst>
          </a:custGeom>
          <a:solidFill>
            <a:srgbClr val="FFFFFF"/>
          </a:solidFill>
          <a:ln w="7119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8EBF74D5-43A0-D35D-8C9E-563852E1F773}"/>
              </a:ext>
            </a:extLst>
          </p:cNvPr>
          <p:cNvSpPr txBox="1">
            <a:spLocks/>
          </p:cNvSpPr>
          <p:nvPr/>
        </p:nvSpPr>
        <p:spPr>
          <a:xfrm>
            <a:off x="2837314" y="2061316"/>
            <a:ext cx="6091880" cy="492443"/>
          </a:xfrm>
          <a:prstGeom prst="rect">
            <a:avLst/>
          </a:prstGeom>
          <a:noFill/>
        </p:spPr>
        <p:txBody>
          <a:bodyPr lIns="0" tIns="0" rIns="0" bIns="0" anchor="b" anchorCtr="0">
            <a:spAutoFit/>
          </a:bodyPr>
          <a:lstStyle>
            <a:lvl1pPr marL="0" indent="0" eaLnBrk="1" hangingPunct="1">
              <a:buNone/>
              <a:defRPr sz="3400" b="0" i="0">
                <a:solidFill>
                  <a:schemeClr val="bg1"/>
                </a:solidFill>
                <a:latin typeface="Versos Light" panose="020B0403020204030204" pitchFamily="34" charset="0"/>
                <a:ea typeface="+mn-ea"/>
                <a:cs typeface="+mn-cs"/>
              </a:defRPr>
            </a:lvl1pPr>
            <a:lvl2pPr marL="265313" eaLnBrk="1" hangingPunct="1">
              <a:defRPr>
                <a:latin typeface="+mn-lt"/>
                <a:ea typeface="+mn-ea"/>
                <a:cs typeface="+mn-cs"/>
              </a:defRPr>
            </a:lvl2pPr>
            <a:lvl3pPr marL="530626" eaLnBrk="1" hangingPunct="1">
              <a:defRPr>
                <a:latin typeface="+mn-lt"/>
                <a:ea typeface="+mn-ea"/>
                <a:cs typeface="+mn-cs"/>
              </a:defRPr>
            </a:lvl3pPr>
            <a:lvl4pPr marL="795939" eaLnBrk="1" hangingPunct="1">
              <a:defRPr>
                <a:latin typeface="+mn-lt"/>
                <a:ea typeface="+mn-ea"/>
                <a:cs typeface="+mn-cs"/>
              </a:defRPr>
            </a:lvl4pPr>
            <a:lvl5pPr marL="1061253" eaLnBrk="1" hangingPunct="1">
              <a:defRPr>
                <a:latin typeface="+mn-lt"/>
                <a:ea typeface="+mn-ea"/>
                <a:cs typeface="+mn-cs"/>
              </a:defRPr>
            </a:lvl5pPr>
            <a:lvl6pPr marL="1326566" eaLnBrk="1" hangingPunct="1">
              <a:defRPr>
                <a:latin typeface="+mn-lt"/>
                <a:ea typeface="+mn-ea"/>
                <a:cs typeface="+mn-cs"/>
              </a:defRPr>
            </a:lvl6pPr>
            <a:lvl7pPr marL="1591879" eaLnBrk="1" hangingPunct="1">
              <a:defRPr>
                <a:latin typeface="+mn-lt"/>
                <a:ea typeface="+mn-ea"/>
                <a:cs typeface="+mn-cs"/>
              </a:defRPr>
            </a:lvl7pPr>
            <a:lvl8pPr marL="1857192" eaLnBrk="1" hangingPunct="1">
              <a:defRPr>
                <a:latin typeface="+mn-lt"/>
                <a:ea typeface="+mn-ea"/>
                <a:cs typeface="+mn-cs"/>
              </a:defRPr>
            </a:lvl8pPr>
            <a:lvl9pPr marL="2122505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pt-BR" sz="3200" kern="0">
                <a:solidFill>
                  <a:schemeClr val="bg2">
                    <a:lumMod val="90000"/>
                  </a:schemeClr>
                </a:solidFill>
                <a:latin typeface="Versos" panose="020B0503020204030204" pitchFamily="34" charset="0"/>
              </a:rPr>
              <a:t>PREV</a:t>
            </a:r>
          </a:p>
        </p:txBody>
      </p:sp>
    </p:spTree>
    <p:extLst>
      <p:ext uri="{BB962C8B-B14F-4D97-AF65-F5344CB8AC3E}">
        <p14:creationId xmlns:p14="http://schemas.microsoft.com/office/powerpoint/2010/main" val="17334439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F49F8-CA68-1768-C35F-DCC821E4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67712A4B-54BB-316F-9907-32F786FAC8F7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654" b="765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7B58F5E6-8C34-1207-445B-2C56343D3E90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117" t="-23966" r="-8117" b="-23966"/>
          <a:stretch/>
        </p:blipFill>
        <p:spPr>
          <a:xfrm>
            <a:off x="321266" y="5340912"/>
            <a:ext cx="1565286" cy="67783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4CD08DD7-E93B-39B8-4CD4-364F3662C1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143" y="2925945"/>
            <a:ext cx="5723100" cy="61615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242B44-5F9F-77E2-9761-1A4E0BA87BBF}"/>
              </a:ext>
            </a:extLst>
          </p:cNvPr>
          <p:cNvCxnSpPr/>
          <p:nvPr/>
        </p:nvCxnSpPr>
        <p:spPr>
          <a:xfrm>
            <a:off x="2002055" y="5913438"/>
            <a:ext cx="1031828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4283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4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A7151-0EB9-C42F-F74E-0920A33F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">
            <a:extLst>
              <a:ext uri="{FF2B5EF4-FFF2-40B4-BE49-F238E27FC236}">
                <a16:creationId xmlns:a16="http://schemas.microsoft.com/office/drawing/2014/main" id="{296F7F03-A96C-F5D7-6FBF-A49242EE0F36}"/>
              </a:ext>
            </a:extLst>
          </p:cNvPr>
          <p:cNvSpPr txBox="1"/>
          <p:nvPr/>
        </p:nvSpPr>
        <p:spPr>
          <a:xfrm>
            <a:off x="9606386" y="2649343"/>
            <a:ext cx="1630748" cy="403141"/>
          </a:xfrm>
          <a:prstGeom prst="rect">
            <a:avLst/>
          </a:prstGeom>
        </p:spPr>
        <p:txBody>
          <a:bodyPr vert="horz" wrap="square" lIns="0" tIns="7701" rIns="0" bIns="0" rtlCol="0" anchor="t">
            <a:spAutoFit/>
          </a:bodyPr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43" b="1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Previdência </a:t>
            </a:r>
          </a:p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43" b="0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(VGBL/PGBL)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F8618A8D-B125-ECAB-1339-3969C3200DDE}"/>
              </a:ext>
            </a:extLst>
          </p:cNvPr>
          <p:cNvSpPr txBox="1"/>
          <p:nvPr/>
        </p:nvSpPr>
        <p:spPr>
          <a:xfrm>
            <a:off x="8535213" y="3348355"/>
            <a:ext cx="678021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6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2395" b="1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CDI</a:t>
            </a:r>
            <a:endParaRPr kumimoji="0" sz="2395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7FCBFB48-C671-CE87-C89C-CAA6129EE06B}"/>
              </a:ext>
            </a:extLst>
          </p:cNvPr>
          <p:cNvSpPr txBox="1"/>
          <p:nvPr/>
        </p:nvSpPr>
        <p:spPr>
          <a:xfrm>
            <a:off x="7470567" y="2699968"/>
            <a:ext cx="1742667" cy="398526"/>
          </a:xfrm>
          <a:prstGeom prst="rect">
            <a:avLst/>
          </a:prstGeom>
        </p:spPr>
        <p:txBody>
          <a:bodyPr vert="horz" wrap="square" lIns="0" tIns="61995" rIns="0" bIns="0" rtlCol="0" anchor="t">
            <a:spAutoFit/>
          </a:bodyPr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2153" b="1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CDI +</a:t>
            </a:r>
            <a:r>
              <a:rPr kumimoji="0" lang="pt-BR" sz="2153" b="1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1 </a:t>
            </a:r>
            <a:r>
              <a:rPr kumimoji="0" lang="pt-BR" sz="2183" b="1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% </a:t>
            </a: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a.a</a:t>
            </a: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.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6F6F6"/>
              </a:solidFill>
              <a:effectLst/>
              <a:uLnTx/>
              <a:uFillTx/>
              <a:latin typeface="Versos"/>
              <a:ea typeface="+mn-ea"/>
              <a:cs typeface="Arial"/>
              <a:sym typeface="Arial"/>
            </a:endParaRPr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769E4618-C3C2-D69D-D3FF-7A6AB53CD4B5}"/>
              </a:ext>
            </a:extLst>
          </p:cNvPr>
          <p:cNvSpPr txBox="1"/>
          <p:nvPr/>
        </p:nvSpPr>
        <p:spPr>
          <a:xfrm>
            <a:off x="6974147" y="4040596"/>
            <a:ext cx="3800151" cy="534972"/>
          </a:xfrm>
          <a:prstGeom prst="rect">
            <a:avLst/>
          </a:prstGeom>
        </p:spPr>
        <p:txBody>
          <a:bodyPr vert="horz" wrap="square" lIns="0" tIns="7701" rIns="0" bIns="0" rtlCol="0" anchor="t">
            <a:spAutoFit/>
          </a:bodyPr>
          <a:lstStyle/>
          <a:p>
            <a:pPr marL="7620" marR="0" lvl="0" indent="0" algn="r" defTabSz="554492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R$ </a:t>
            </a:r>
            <a:r>
              <a:rPr kumimoji="0" lang="pt-BR" sz="3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3,7 bilhões</a:t>
            </a:r>
            <a:endParaRPr kumimoji="0" lang="pt-BR" sz="3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/>
              <a:ea typeface="+mn-ea"/>
              <a:cs typeface="Arial"/>
            </a:endParaRPr>
          </a:p>
        </p:txBody>
      </p:sp>
      <p:sp>
        <p:nvSpPr>
          <p:cNvPr id="24" name="object 16">
            <a:extLst>
              <a:ext uri="{FF2B5EF4-FFF2-40B4-BE49-F238E27FC236}">
                <a16:creationId xmlns:a16="http://schemas.microsoft.com/office/drawing/2014/main" id="{1749835E-191D-7C2C-3DE5-BED95383CC68}"/>
              </a:ext>
            </a:extLst>
          </p:cNvPr>
          <p:cNvSpPr/>
          <p:nvPr/>
        </p:nvSpPr>
        <p:spPr>
          <a:xfrm>
            <a:off x="4846501" y="329354"/>
            <a:ext cx="3087315" cy="1632674"/>
          </a:xfrm>
          <a:prstGeom prst="roundRect">
            <a:avLst>
              <a:gd name="adj" fmla="val 5178"/>
            </a:avLst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25" name="object 17">
            <a:extLst>
              <a:ext uri="{FF2B5EF4-FFF2-40B4-BE49-F238E27FC236}">
                <a16:creationId xmlns:a16="http://schemas.microsoft.com/office/drawing/2014/main" id="{F0F90EC0-4E6E-5ABD-0B1D-23783966AB1D}"/>
              </a:ext>
            </a:extLst>
          </p:cNvPr>
          <p:cNvSpPr/>
          <p:nvPr/>
        </p:nvSpPr>
        <p:spPr>
          <a:xfrm>
            <a:off x="10035782" y="329354"/>
            <a:ext cx="1833798" cy="1632674"/>
          </a:xfrm>
          <a:prstGeom prst="roundRect">
            <a:avLst>
              <a:gd name="adj" fmla="val 5179"/>
            </a:avLst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26" name="object 18">
            <a:extLst>
              <a:ext uri="{FF2B5EF4-FFF2-40B4-BE49-F238E27FC236}">
                <a16:creationId xmlns:a16="http://schemas.microsoft.com/office/drawing/2014/main" id="{5B9D0EF6-2C42-4BE4-A04E-78A8E848FA64}"/>
              </a:ext>
            </a:extLst>
          </p:cNvPr>
          <p:cNvSpPr/>
          <p:nvPr/>
        </p:nvSpPr>
        <p:spPr>
          <a:xfrm>
            <a:off x="8024784" y="329354"/>
            <a:ext cx="1882196" cy="1632674"/>
          </a:xfrm>
          <a:prstGeom prst="roundRect">
            <a:avLst>
              <a:gd name="adj" fmla="val 4460"/>
            </a:avLst>
          </a:prstGeom>
          <a:solidFill>
            <a:schemeClr val="bg1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C6D9ADFC-8E3E-C77F-B1F4-624C18830A9D}"/>
              </a:ext>
            </a:extLst>
          </p:cNvPr>
          <p:cNvSpPr/>
          <p:nvPr/>
        </p:nvSpPr>
        <p:spPr>
          <a:xfrm>
            <a:off x="7350603" y="3262183"/>
            <a:ext cx="1995910" cy="536009"/>
          </a:xfrm>
          <a:prstGeom prst="roundRect">
            <a:avLst>
              <a:gd name="adj" fmla="val 5731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28" name="object 20">
            <a:extLst>
              <a:ext uri="{FF2B5EF4-FFF2-40B4-BE49-F238E27FC236}">
                <a16:creationId xmlns:a16="http://schemas.microsoft.com/office/drawing/2014/main" id="{DF8A22CF-53F7-4F4E-1878-443CDD93E766}"/>
              </a:ext>
            </a:extLst>
          </p:cNvPr>
          <p:cNvSpPr/>
          <p:nvPr/>
        </p:nvSpPr>
        <p:spPr>
          <a:xfrm>
            <a:off x="9449002" y="2169196"/>
            <a:ext cx="2435148" cy="1629208"/>
          </a:xfrm>
          <a:prstGeom prst="roundRect">
            <a:avLst>
              <a:gd name="adj" fmla="val 5874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30CE27A9-F991-6D78-8518-20B32BF7BCDF}"/>
              </a:ext>
            </a:extLst>
          </p:cNvPr>
          <p:cNvSpPr/>
          <p:nvPr/>
        </p:nvSpPr>
        <p:spPr>
          <a:xfrm>
            <a:off x="7347863" y="2165708"/>
            <a:ext cx="1978077" cy="1024272"/>
          </a:xfrm>
          <a:prstGeom prst="roundRect">
            <a:avLst>
              <a:gd name="adj" fmla="val 6366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30" name="object 22">
            <a:extLst>
              <a:ext uri="{FF2B5EF4-FFF2-40B4-BE49-F238E27FC236}">
                <a16:creationId xmlns:a16="http://schemas.microsoft.com/office/drawing/2014/main" id="{FC4B72E8-043E-6389-6762-C53927B61FB1}"/>
              </a:ext>
            </a:extLst>
          </p:cNvPr>
          <p:cNvSpPr/>
          <p:nvPr/>
        </p:nvSpPr>
        <p:spPr>
          <a:xfrm>
            <a:off x="4846503" y="2165709"/>
            <a:ext cx="2346969" cy="1632674"/>
          </a:xfrm>
          <a:prstGeom prst="roundRect">
            <a:avLst>
              <a:gd name="adj" fmla="val 5897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31" name="object 23">
            <a:extLst>
              <a:ext uri="{FF2B5EF4-FFF2-40B4-BE49-F238E27FC236}">
                <a16:creationId xmlns:a16="http://schemas.microsoft.com/office/drawing/2014/main" id="{6A2FDA50-C2F6-76E6-007E-D0330607B884}"/>
              </a:ext>
            </a:extLst>
          </p:cNvPr>
          <p:cNvSpPr/>
          <p:nvPr/>
        </p:nvSpPr>
        <p:spPr>
          <a:xfrm>
            <a:off x="7729550" y="4881027"/>
            <a:ext cx="3254951" cy="1632674"/>
          </a:xfrm>
          <a:prstGeom prst="roundRect">
            <a:avLst>
              <a:gd name="adj" fmla="val 6615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32" name="object 24">
            <a:extLst>
              <a:ext uri="{FF2B5EF4-FFF2-40B4-BE49-F238E27FC236}">
                <a16:creationId xmlns:a16="http://schemas.microsoft.com/office/drawing/2014/main" id="{3BD844E8-D770-88C7-72DB-66F99DF04EFA}"/>
              </a:ext>
            </a:extLst>
          </p:cNvPr>
          <p:cNvSpPr/>
          <p:nvPr/>
        </p:nvSpPr>
        <p:spPr>
          <a:xfrm>
            <a:off x="4846503" y="4881027"/>
            <a:ext cx="2748206" cy="1632674"/>
          </a:xfrm>
          <a:prstGeom prst="roundRect">
            <a:avLst>
              <a:gd name="adj" fmla="val 9487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2812A797-5D7C-2A09-5D74-2AE457D4202E}"/>
              </a:ext>
            </a:extLst>
          </p:cNvPr>
          <p:cNvSpPr/>
          <p:nvPr/>
        </p:nvSpPr>
        <p:spPr>
          <a:xfrm>
            <a:off x="4846500" y="3959452"/>
            <a:ext cx="6080940" cy="738169"/>
          </a:xfrm>
          <a:prstGeom prst="roundRect">
            <a:avLst>
              <a:gd name="adj" fmla="val 11903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grpSp>
        <p:nvGrpSpPr>
          <p:cNvPr id="34" name="object 26">
            <a:extLst>
              <a:ext uri="{FF2B5EF4-FFF2-40B4-BE49-F238E27FC236}">
                <a16:creationId xmlns:a16="http://schemas.microsoft.com/office/drawing/2014/main" id="{DC5B8053-130B-6F90-40ED-8B4255BE5AB7}"/>
              </a:ext>
            </a:extLst>
          </p:cNvPr>
          <p:cNvGrpSpPr/>
          <p:nvPr/>
        </p:nvGrpSpPr>
        <p:grpSpPr>
          <a:xfrm>
            <a:off x="11142917" y="4876529"/>
            <a:ext cx="702743" cy="1641530"/>
            <a:chOff x="18374790" y="8041757"/>
            <a:chExt cx="1158875" cy="2707005"/>
          </a:xfrm>
        </p:grpSpPr>
        <p:sp>
          <p:nvSpPr>
            <p:cNvPr id="35" name="object 27">
              <a:extLst>
                <a:ext uri="{FF2B5EF4-FFF2-40B4-BE49-F238E27FC236}">
                  <a16:creationId xmlns:a16="http://schemas.microsoft.com/office/drawing/2014/main" id="{35EF3EF4-BB17-B2D8-2C42-AF69DAD64BF2}"/>
                </a:ext>
              </a:extLst>
            </p:cNvPr>
            <p:cNvSpPr/>
            <p:nvPr/>
          </p:nvSpPr>
          <p:spPr>
            <a:xfrm>
              <a:off x="18382208" y="8049175"/>
              <a:ext cx="1144270" cy="2692400"/>
            </a:xfrm>
            <a:custGeom>
              <a:avLst/>
              <a:gdLst/>
              <a:ahLst/>
              <a:cxnLst/>
              <a:rect l="l" t="t" r="r" b="b"/>
              <a:pathLst>
                <a:path w="1144269" h="2692400">
                  <a:moveTo>
                    <a:pt x="571961" y="2691813"/>
                  </a:moveTo>
                  <a:lnTo>
                    <a:pt x="525229" y="2689907"/>
                  </a:lnTo>
                  <a:lnTo>
                    <a:pt x="479504" y="2684291"/>
                  </a:lnTo>
                  <a:lnTo>
                    <a:pt x="434938" y="2675115"/>
                  </a:lnTo>
                  <a:lnTo>
                    <a:pt x="391680" y="2662528"/>
                  </a:lnTo>
                  <a:lnTo>
                    <a:pt x="349880" y="2646681"/>
                  </a:lnTo>
                  <a:lnTo>
                    <a:pt x="309689" y="2627724"/>
                  </a:lnTo>
                  <a:lnTo>
                    <a:pt x="271257" y="2605807"/>
                  </a:lnTo>
                  <a:lnTo>
                    <a:pt x="234733" y="2581080"/>
                  </a:lnTo>
                  <a:lnTo>
                    <a:pt x="200269" y="2553694"/>
                  </a:lnTo>
                  <a:lnTo>
                    <a:pt x="168014" y="2523798"/>
                  </a:lnTo>
                  <a:lnTo>
                    <a:pt x="138118" y="2491543"/>
                  </a:lnTo>
                  <a:lnTo>
                    <a:pt x="110732" y="2457079"/>
                  </a:lnTo>
                  <a:lnTo>
                    <a:pt x="86005" y="2420556"/>
                  </a:lnTo>
                  <a:lnTo>
                    <a:pt x="64088" y="2382123"/>
                  </a:lnTo>
                  <a:lnTo>
                    <a:pt x="45131" y="2341932"/>
                  </a:lnTo>
                  <a:lnTo>
                    <a:pt x="29284" y="2300133"/>
                  </a:lnTo>
                  <a:lnTo>
                    <a:pt x="16697" y="2256875"/>
                  </a:lnTo>
                  <a:lnTo>
                    <a:pt x="7521" y="2212308"/>
                  </a:lnTo>
                  <a:lnTo>
                    <a:pt x="1905" y="2166584"/>
                  </a:lnTo>
                  <a:lnTo>
                    <a:pt x="0" y="2119851"/>
                  </a:lnTo>
                  <a:lnTo>
                    <a:pt x="0" y="571961"/>
                  </a:lnTo>
                  <a:lnTo>
                    <a:pt x="1905" y="525229"/>
                  </a:lnTo>
                  <a:lnTo>
                    <a:pt x="7521" y="479504"/>
                  </a:lnTo>
                  <a:lnTo>
                    <a:pt x="16697" y="434938"/>
                  </a:lnTo>
                  <a:lnTo>
                    <a:pt x="29284" y="391680"/>
                  </a:lnTo>
                  <a:lnTo>
                    <a:pt x="45131" y="349880"/>
                  </a:lnTo>
                  <a:lnTo>
                    <a:pt x="64088" y="309689"/>
                  </a:lnTo>
                  <a:lnTo>
                    <a:pt x="86005" y="271257"/>
                  </a:lnTo>
                  <a:lnTo>
                    <a:pt x="110732" y="234733"/>
                  </a:lnTo>
                  <a:lnTo>
                    <a:pt x="138118" y="200269"/>
                  </a:lnTo>
                  <a:lnTo>
                    <a:pt x="168014" y="168014"/>
                  </a:lnTo>
                  <a:lnTo>
                    <a:pt x="200269" y="138118"/>
                  </a:lnTo>
                  <a:lnTo>
                    <a:pt x="234733" y="110732"/>
                  </a:lnTo>
                  <a:lnTo>
                    <a:pt x="271257" y="86005"/>
                  </a:lnTo>
                  <a:lnTo>
                    <a:pt x="309689" y="64088"/>
                  </a:lnTo>
                  <a:lnTo>
                    <a:pt x="349880" y="45131"/>
                  </a:lnTo>
                  <a:lnTo>
                    <a:pt x="391680" y="29284"/>
                  </a:lnTo>
                  <a:lnTo>
                    <a:pt x="434938" y="16697"/>
                  </a:lnTo>
                  <a:lnTo>
                    <a:pt x="479504" y="7521"/>
                  </a:lnTo>
                  <a:lnTo>
                    <a:pt x="525229" y="1905"/>
                  </a:lnTo>
                  <a:lnTo>
                    <a:pt x="571961" y="0"/>
                  </a:lnTo>
                  <a:lnTo>
                    <a:pt x="618694" y="1905"/>
                  </a:lnTo>
                  <a:lnTo>
                    <a:pt x="664418" y="7521"/>
                  </a:lnTo>
                  <a:lnTo>
                    <a:pt x="708985" y="16697"/>
                  </a:lnTo>
                  <a:lnTo>
                    <a:pt x="752243" y="29284"/>
                  </a:lnTo>
                  <a:lnTo>
                    <a:pt x="794042" y="45131"/>
                  </a:lnTo>
                  <a:lnTo>
                    <a:pt x="834233" y="64088"/>
                  </a:lnTo>
                  <a:lnTo>
                    <a:pt x="872665" y="86005"/>
                  </a:lnTo>
                  <a:lnTo>
                    <a:pt x="909189" y="110732"/>
                  </a:lnTo>
                  <a:lnTo>
                    <a:pt x="943653" y="138118"/>
                  </a:lnTo>
                  <a:lnTo>
                    <a:pt x="975908" y="168014"/>
                  </a:lnTo>
                  <a:lnTo>
                    <a:pt x="1005804" y="200269"/>
                  </a:lnTo>
                  <a:lnTo>
                    <a:pt x="1033190" y="234733"/>
                  </a:lnTo>
                  <a:lnTo>
                    <a:pt x="1057917" y="271257"/>
                  </a:lnTo>
                  <a:lnTo>
                    <a:pt x="1079834" y="309689"/>
                  </a:lnTo>
                  <a:lnTo>
                    <a:pt x="1098791" y="349880"/>
                  </a:lnTo>
                  <a:lnTo>
                    <a:pt x="1114638" y="391680"/>
                  </a:lnTo>
                  <a:lnTo>
                    <a:pt x="1127225" y="434938"/>
                  </a:lnTo>
                  <a:lnTo>
                    <a:pt x="1136401" y="479504"/>
                  </a:lnTo>
                  <a:lnTo>
                    <a:pt x="1142017" y="525229"/>
                  </a:lnTo>
                  <a:lnTo>
                    <a:pt x="1143923" y="571961"/>
                  </a:lnTo>
                  <a:lnTo>
                    <a:pt x="1143923" y="2119851"/>
                  </a:lnTo>
                  <a:lnTo>
                    <a:pt x="1142017" y="2166584"/>
                  </a:lnTo>
                  <a:lnTo>
                    <a:pt x="1136401" y="2212308"/>
                  </a:lnTo>
                  <a:lnTo>
                    <a:pt x="1127225" y="2256875"/>
                  </a:lnTo>
                  <a:lnTo>
                    <a:pt x="1114638" y="2300133"/>
                  </a:lnTo>
                  <a:lnTo>
                    <a:pt x="1098791" y="2341932"/>
                  </a:lnTo>
                  <a:lnTo>
                    <a:pt x="1079834" y="2382123"/>
                  </a:lnTo>
                  <a:lnTo>
                    <a:pt x="1057917" y="2420556"/>
                  </a:lnTo>
                  <a:lnTo>
                    <a:pt x="1033190" y="2457079"/>
                  </a:lnTo>
                  <a:lnTo>
                    <a:pt x="1005804" y="2491543"/>
                  </a:lnTo>
                  <a:lnTo>
                    <a:pt x="975908" y="2523798"/>
                  </a:lnTo>
                  <a:lnTo>
                    <a:pt x="943653" y="2553694"/>
                  </a:lnTo>
                  <a:lnTo>
                    <a:pt x="909189" y="2581080"/>
                  </a:lnTo>
                  <a:lnTo>
                    <a:pt x="872665" y="2605807"/>
                  </a:lnTo>
                  <a:lnTo>
                    <a:pt x="834233" y="2627724"/>
                  </a:lnTo>
                  <a:lnTo>
                    <a:pt x="794042" y="2646681"/>
                  </a:lnTo>
                  <a:lnTo>
                    <a:pt x="752243" y="2662528"/>
                  </a:lnTo>
                  <a:lnTo>
                    <a:pt x="708985" y="2675115"/>
                  </a:lnTo>
                  <a:lnTo>
                    <a:pt x="664418" y="2684291"/>
                  </a:lnTo>
                  <a:lnTo>
                    <a:pt x="618694" y="2689907"/>
                  </a:lnTo>
                  <a:lnTo>
                    <a:pt x="571961" y="2691813"/>
                  </a:lnTo>
                  <a:close/>
                </a:path>
              </a:pathLst>
            </a:custGeom>
            <a:ln w="14837">
              <a:solidFill>
                <a:schemeClr val="bg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object 28">
              <a:extLst>
                <a:ext uri="{FF2B5EF4-FFF2-40B4-BE49-F238E27FC236}">
                  <a16:creationId xmlns:a16="http://schemas.microsoft.com/office/drawing/2014/main" id="{605B974D-BAB9-00F5-D082-F5D10DD2D599}"/>
                </a:ext>
              </a:extLst>
            </p:cNvPr>
            <p:cNvSpPr/>
            <p:nvPr/>
          </p:nvSpPr>
          <p:spPr>
            <a:xfrm>
              <a:off x="18504786" y="8243835"/>
              <a:ext cx="901700" cy="901700"/>
            </a:xfrm>
            <a:custGeom>
              <a:avLst/>
              <a:gdLst/>
              <a:ahLst/>
              <a:cxnLst/>
              <a:rect l="l" t="t" r="r" b="b"/>
              <a:pathLst>
                <a:path w="901700" h="901700">
                  <a:moveTo>
                    <a:pt x="901616" y="450803"/>
                  </a:moveTo>
                  <a:lnTo>
                    <a:pt x="898971" y="499923"/>
                  </a:lnTo>
                  <a:lnTo>
                    <a:pt x="891218" y="547512"/>
                  </a:lnTo>
                  <a:lnTo>
                    <a:pt x="878633" y="593293"/>
                  </a:lnTo>
                  <a:lnTo>
                    <a:pt x="861491" y="636992"/>
                  </a:lnTo>
                  <a:lnTo>
                    <a:pt x="840067" y="678334"/>
                  </a:lnTo>
                  <a:lnTo>
                    <a:pt x="814636" y="717043"/>
                  </a:lnTo>
                  <a:lnTo>
                    <a:pt x="785472" y="752845"/>
                  </a:lnTo>
                  <a:lnTo>
                    <a:pt x="752852" y="785465"/>
                  </a:lnTo>
                  <a:lnTo>
                    <a:pt x="717049" y="814628"/>
                  </a:lnTo>
                  <a:lnTo>
                    <a:pt x="678340" y="840059"/>
                  </a:lnTo>
                  <a:lnTo>
                    <a:pt x="636998" y="861482"/>
                  </a:lnTo>
                  <a:lnTo>
                    <a:pt x="593300" y="878624"/>
                  </a:lnTo>
                  <a:lnTo>
                    <a:pt x="547519" y="891208"/>
                  </a:lnTo>
                  <a:lnTo>
                    <a:pt x="499932" y="898960"/>
                  </a:lnTo>
                  <a:lnTo>
                    <a:pt x="450813" y="901606"/>
                  </a:lnTo>
                  <a:lnTo>
                    <a:pt x="401692" y="898960"/>
                  </a:lnTo>
                  <a:lnTo>
                    <a:pt x="354103" y="891208"/>
                  </a:lnTo>
                  <a:lnTo>
                    <a:pt x="308321" y="878624"/>
                  </a:lnTo>
                  <a:lnTo>
                    <a:pt x="264622" y="861482"/>
                  </a:lnTo>
                  <a:lnTo>
                    <a:pt x="223279" y="840059"/>
                  </a:lnTo>
                  <a:lnTo>
                    <a:pt x="184569" y="814628"/>
                  </a:lnTo>
                  <a:lnTo>
                    <a:pt x="148765" y="785465"/>
                  </a:lnTo>
                  <a:lnTo>
                    <a:pt x="116144" y="752845"/>
                  </a:lnTo>
                  <a:lnTo>
                    <a:pt x="86981" y="717043"/>
                  </a:lnTo>
                  <a:lnTo>
                    <a:pt x="61549" y="678334"/>
                  </a:lnTo>
                  <a:lnTo>
                    <a:pt x="40125" y="636992"/>
                  </a:lnTo>
                  <a:lnTo>
                    <a:pt x="22982" y="593293"/>
                  </a:lnTo>
                  <a:lnTo>
                    <a:pt x="10397" y="547512"/>
                  </a:lnTo>
                  <a:lnTo>
                    <a:pt x="2645" y="499923"/>
                  </a:lnTo>
                  <a:lnTo>
                    <a:pt x="0" y="450803"/>
                  </a:lnTo>
                  <a:lnTo>
                    <a:pt x="2645" y="401682"/>
                  </a:lnTo>
                  <a:lnTo>
                    <a:pt x="10397" y="354093"/>
                  </a:lnTo>
                  <a:lnTo>
                    <a:pt x="22982" y="308312"/>
                  </a:lnTo>
                  <a:lnTo>
                    <a:pt x="40125" y="264613"/>
                  </a:lnTo>
                  <a:lnTo>
                    <a:pt x="61549" y="223271"/>
                  </a:lnTo>
                  <a:lnTo>
                    <a:pt x="86981" y="184562"/>
                  </a:lnTo>
                  <a:lnTo>
                    <a:pt x="116144" y="148760"/>
                  </a:lnTo>
                  <a:lnTo>
                    <a:pt x="148765" y="116140"/>
                  </a:lnTo>
                  <a:lnTo>
                    <a:pt x="184569" y="86977"/>
                  </a:lnTo>
                  <a:lnTo>
                    <a:pt x="223279" y="61546"/>
                  </a:lnTo>
                  <a:lnTo>
                    <a:pt x="264622" y="40123"/>
                  </a:lnTo>
                  <a:lnTo>
                    <a:pt x="308321" y="22981"/>
                  </a:lnTo>
                  <a:lnTo>
                    <a:pt x="354103" y="10397"/>
                  </a:lnTo>
                  <a:lnTo>
                    <a:pt x="401692" y="2645"/>
                  </a:lnTo>
                  <a:lnTo>
                    <a:pt x="450813" y="0"/>
                  </a:lnTo>
                  <a:lnTo>
                    <a:pt x="499932" y="2645"/>
                  </a:lnTo>
                  <a:lnTo>
                    <a:pt x="547519" y="10397"/>
                  </a:lnTo>
                  <a:lnTo>
                    <a:pt x="593300" y="22981"/>
                  </a:lnTo>
                  <a:lnTo>
                    <a:pt x="636998" y="40123"/>
                  </a:lnTo>
                  <a:lnTo>
                    <a:pt x="678340" y="61546"/>
                  </a:lnTo>
                  <a:lnTo>
                    <a:pt x="717049" y="86977"/>
                  </a:lnTo>
                  <a:lnTo>
                    <a:pt x="752852" y="116140"/>
                  </a:lnTo>
                  <a:lnTo>
                    <a:pt x="785472" y="148760"/>
                  </a:lnTo>
                  <a:lnTo>
                    <a:pt x="814636" y="184562"/>
                  </a:lnTo>
                  <a:lnTo>
                    <a:pt x="840067" y="223271"/>
                  </a:lnTo>
                  <a:lnTo>
                    <a:pt x="861491" y="264613"/>
                  </a:lnTo>
                  <a:lnTo>
                    <a:pt x="878633" y="308312"/>
                  </a:lnTo>
                  <a:lnTo>
                    <a:pt x="891218" y="354093"/>
                  </a:lnTo>
                  <a:lnTo>
                    <a:pt x="898971" y="401682"/>
                  </a:lnTo>
                  <a:lnTo>
                    <a:pt x="901616" y="450803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14837">
              <a:noFill/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37" name="object 29">
            <a:extLst>
              <a:ext uri="{FF2B5EF4-FFF2-40B4-BE49-F238E27FC236}">
                <a16:creationId xmlns:a16="http://schemas.microsoft.com/office/drawing/2014/main" id="{794A913B-8496-581E-4FB8-4701F93F2271}"/>
              </a:ext>
            </a:extLst>
          </p:cNvPr>
          <p:cNvSpPr txBox="1"/>
          <p:nvPr/>
        </p:nvSpPr>
        <p:spPr>
          <a:xfrm>
            <a:off x="5003634" y="829139"/>
            <a:ext cx="2566840" cy="940656"/>
          </a:xfrm>
          <a:prstGeom prst="rect">
            <a:avLst/>
          </a:prstGeom>
        </p:spPr>
        <p:txBody>
          <a:bodyPr vert="horz" wrap="square" lIns="0" tIns="7316" rIns="0" bIns="0" rtlCol="0" anchor="t">
            <a:spAutoFit/>
          </a:bodyPr>
          <a:lstStyle/>
          <a:p>
            <a:pPr marL="7701" marR="3081" lvl="0" indent="0" algn="l" defTabSz="554492" rtl="0" eaLnBrk="1" fontAlgn="auto" latinLnBrk="0" hangingPunct="1">
              <a:lnSpc>
                <a:spcPct val="1004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1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Fundo de Previdência que investe em títulos de dívidas de empresas brasileiras e/ou instituições financeiras, com alocação </a:t>
            </a:r>
            <a:br>
              <a:rPr kumimoji="0" lang="pt-BR" sz="121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</a:br>
            <a:r>
              <a:rPr kumimoji="0" lang="pt-BR" sz="121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também em crédito estruturado.</a:t>
            </a:r>
          </a:p>
        </p:txBody>
      </p:sp>
      <p:sp>
        <p:nvSpPr>
          <p:cNvPr id="42" name="object 34">
            <a:extLst>
              <a:ext uri="{FF2B5EF4-FFF2-40B4-BE49-F238E27FC236}">
                <a16:creationId xmlns:a16="http://schemas.microsoft.com/office/drawing/2014/main" id="{448C5D1A-8433-7A9B-2A0A-E5EF817177D2}"/>
              </a:ext>
            </a:extLst>
          </p:cNvPr>
          <p:cNvSpPr txBox="1"/>
          <p:nvPr/>
        </p:nvSpPr>
        <p:spPr>
          <a:xfrm>
            <a:off x="5003634" y="412511"/>
            <a:ext cx="2215150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Política de Investimentos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43" name="object 36">
            <a:extLst>
              <a:ext uri="{FF2B5EF4-FFF2-40B4-BE49-F238E27FC236}">
                <a16:creationId xmlns:a16="http://schemas.microsoft.com/office/drawing/2014/main" id="{361C2561-78F0-C910-AEE2-A46831634FF2}"/>
              </a:ext>
            </a:extLst>
          </p:cNvPr>
          <p:cNvSpPr/>
          <p:nvPr/>
        </p:nvSpPr>
        <p:spPr>
          <a:xfrm>
            <a:off x="5003634" y="629843"/>
            <a:ext cx="2283048" cy="0"/>
          </a:xfrm>
          <a:custGeom>
            <a:avLst/>
            <a:gdLst/>
            <a:ahLst/>
            <a:cxnLst/>
            <a:rect l="l" t="t" r="r" b="b"/>
            <a:pathLst>
              <a:path w="3764915">
                <a:moveTo>
                  <a:pt x="0" y="0"/>
                </a:moveTo>
                <a:lnTo>
                  <a:pt x="3764304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CCC03E92-D4EF-470B-815B-C40581D8A393}"/>
              </a:ext>
            </a:extLst>
          </p:cNvPr>
          <p:cNvGrpSpPr/>
          <p:nvPr/>
        </p:nvGrpSpPr>
        <p:grpSpPr>
          <a:xfrm>
            <a:off x="692689" y="586648"/>
            <a:ext cx="899126" cy="305188"/>
            <a:chOff x="1141590" y="967425"/>
            <a:chExt cx="1482725" cy="503278"/>
          </a:xfrm>
        </p:grpSpPr>
        <p:sp>
          <p:nvSpPr>
            <p:cNvPr id="45" name="object 38">
              <a:extLst>
                <a:ext uri="{FF2B5EF4-FFF2-40B4-BE49-F238E27FC236}">
                  <a16:creationId xmlns:a16="http://schemas.microsoft.com/office/drawing/2014/main" id="{19421B2F-1125-663C-1E39-3EC2F04D1831}"/>
                </a:ext>
              </a:extLst>
            </p:cNvPr>
            <p:cNvSpPr/>
            <p:nvPr/>
          </p:nvSpPr>
          <p:spPr>
            <a:xfrm>
              <a:off x="1141590" y="967425"/>
              <a:ext cx="1482725" cy="323215"/>
            </a:xfrm>
            <a:custGeom>
              <a:avLst/>
              <a:gdLst/>
              <a:ahLst/>
              <a:cxnLst/>
              <a:rect l="l" t="t" r="r" b="b"/>
              <a:pathLst>
                <a:path w="1482725" h="323215">
                  <a:moveTo>
                    <a:pt x="181292" y="49149"/>
                  </a:moveTo>
                  <a:lnTo>
                    <a:pt x="139052" y="12382"/>
                  </a:lnTo>
                  <a:lnTo>
                    <a:pt x="91516" y="1397"/>
                  </a:lnTo>
                  <a:lnTo>
                    <a:pt x="0" y="1397"/>
                  </a:lnTo>
                  <a:lnTo>
                    <a:pt x="0" y="49149"/>
                  </a:lnTo>
                  <a:lnTo>
                    <a:pt x="181292" y="49149"/>
                  </a:lnTo>
                  <a:close/>
                </a:path>
                <a:path w="1482725" h="323215">
                  <a:moveTo>
                    <a:pt x="207949" y="202260"/>
                  </a:moveTo>
                  <a:lnTo>
                    <a:pt x="206565" y="201282"/>
                  </a:lnTo>
                  <a:lnTo>
                    <a:pt x="206565" y="118605"/>
                  </a:lnTo>
                  <a:lnTo>
                    <a:pt x="205130" y="100876"/>
                  </a:lnTo>
                  <a:lnTo>
                    <a:pt x="200863" y="83845"/>
                  </a:lnTo>
                  <a:lnTo>
                    <a:pt x="193840" y="67754"/>
                  </a:lnTo>
                  <a:lnTo>
                    <a:pt x="184137" y="52832"/>
                  </a:lnTo>
                  <a:lnTo>
                    <a:pt x="181292" y="49149"/>
                  </a:lnTo>
                  <a:lnTo>
                    <a:pt x="178447" y="52832"/>
                  </a:lnTo>
                  <a:lnTo>
                    <a:pt x="168744" y="67754"/>
                  </a:lnTo>
                  <a:lnTo>
                    <a:pt x="161721" y="83845"/>
                  </a:lnTo>
                  <a:lnTo>
                    <a:pt x="157454" y="100876"/>
                  </a:lnTo>
                  <a:lnTo>
                    <a:pt x="156019" y="118605"/>
                  </a:lnTo>
                  <a:lnTo>
                    <a:pt x="156019" y="312712"/>
                  </a:lnTo>
                  <a:lnTo>
                    <a:pt x="206603" y="312712"/>
                  </a:lnTo>
                  <a:lnTo>
                    <a:pt x="206565" y="204266"/>
                  </a:lnTo>
                  <a:lnTo>
                    <a:pt x="207949" y="202260"/>
                  </a:lnTo>
                  <a:close/>
                </a:path>
                <a:path w="1482725" h="323215">
                  <a:moveTo>
                    <a:pt x="362572" y="1397"/>
                  </a:moveTo>
                  <a:lnTo>
                    <a:pt x="271068" y="1397"/>
                  </a:lnTo>
                  <a:lnTo>
                    <a:pt x="246456" y="4203"/>
                  </a:lnTo>
                  <a:lnTo>
                    <a:pt x="223545" y="12382"/>
                  </a:lnTo>
                  <a:lnTo>
                    <a:pt x="203073" y="25539"/>
                  </a:lnTo>
                  <a:lnTo>
                    <a:pt x="185775" y="43345"/>
                  </a:lnTo>
                  <a:lnTo>
                    <a:pt x="181292" y="49149"/>
                  </a:lnTo>
                  <a:lnTo>
                    <a:pt x="362572" y="49149"/>
                  </a:lnTo>
                  <a:lnTo>
                    <a:pt x="362572" y="1397"/>
                  </a:lnTo>
                  <a:close/>
                </a:path>
                <a:path w="1482725" h="323215">
                  <a:moveTo>
                    <a:pt x="485813" y="4102"/>
                  </a:moveTo>
                  <a:lnTo>
                    <a:pt x="436664" y="4102"/>
                  </a:lnTo>
                  <a:lnTo>
                    <a:pt x="436664" y="318668"/>
                  </a:lnTo>
                  <a:lnTo>
                    <a:pt x="485813" y="318668"/>
                  </a:lnTo>
                  <a:lnTo>
                    <a:pt x="485813" y="4102"/>
                  </a:lnTo>
                  <a:close/>
                </a:path>
                <a:path w="1482725" h="323215">
                  <a:moveTo>
                    <a:pt x="741222" y="318668"/>
                  </a:moveTo>
                  <a:lnTo>
                    <a:pt x="614705" y="4102"/>
                  </a:lnTo>
                  <a:lnTo>
                    <a:pt x="558063" y="4102"/>
                  </a:lnTo>
                  <a:lnTo>
                    <a:pt x="671436" y="274447"/>
                  </a:lnTo>
                  <a:lnTo>
                    <a:pt x="696810" y="305269"/>
                  </a:lnTo>
                  <a:lnTo>
                    <a:pt x="735876" y="318490"/>
                  </a:lnTo>
                  <a:lnTo>
                    <a:pt x="735799" y="318668"/>
                  </a:lnTo>
                  <a:lnTo>
                    <a:pt x="741222" y="318668"/>
                  </a:lnTo>
                  <a:close/>
                </a:path>
                <a:path w="1482725" h="323215">
                  <a:moveTo>
                    <a:pt x="924369" y="4102"/>
                  </a:moveTo>
                  <a:lnTo>
                    <a:pt x="867727" y="4102"/>
                  </a:lnTo>
                  <a:lnTo>
                    <a:pt x="741286" y="318490"/>
                  </a:lnTo>
                  <a:lnTo>
                    <a:pt x="741222" y="318668"/>
                  </a:lnTo>
                  <a:lnTo>
                    <a:pt x="746633" y="318668"/>
                  </a:lnTo>
                  <a:lnTo>
                    <a:pt x="746556" y="318490"/>
                  </a:lnTo>
                  <a:lnTo>
                    <a:pt x="767321" y="314388"/>
                  </a:lnTo>
                  <a:lnTo>
                    <a:pt x="785622" y="305269"/>
                  </a:lnTo>
                  <a:lnTo>
                    <a:pt x="800506" y="291757"/>
                  </a:lnTo>
                  <a:lnTo>
                    <a:pt x="810996" y="274447"/>
                  </a:lnTo>
                  <a:lnTo>
                    <a:pt x="924369" y="4102"/>
                  </a:lnTo>
                  <a:close/>
                </a:path>
                <a:path w="1482725" h="323215">
                  <a:moveTo>
                    <a:pt x="1045781" y="4102"/>
                  </a:moveTo>
                  <a:lnTo>
                    <a:pt x="996632" y="4102"/>
                  </a:lnTo>
                  <a:lnTo>
                    <a:pt x="996632" y="318668"/>
                  </a:lnTo>
                  <a:lnTo>
                    <a:pt x="1045781" y="318668"/>
                  </a:lnTo>
                  <a:lnTo>
                    <a:pt x="1045781" y="4102"/>
                  </a:lnTo>
                  <a:close/>
                </a:path>
                <a:path w="1482725" h="323215">
                  <a:moveTo>
                    <a:pt x="1482547" y="161391"/>
                  </a:moveTo>
                  <a:lnTo>
                    <a:pt x="1479207" y="127571"/>
                  </a:lnTo>
                  <a:lnTo>
                    <a:pt x="1469415" y="96316"/>
                  </a:lnTo>
                  <a:lnTo>
                    <a:pt x="1453464" y="68338"/>
                  </a:lnTo>
                  <a:lnTo>
                    <a:pt x="1436598" y="49784"/>
                  </a:lnTo>
                  <a:lnTo>
                    <a:pt x="1432026" y="44742"/>
                  </a:lnTo>
                  <a:lnTo>
                    <a:pt x="1432026" y="161391"/>
                  </a:lnTo>
                  <a:lnTo>
                    <a:pt x="1429778" y="184962"/>
                  </a:lnTo>
                  <a:lnTo>
                    <a:pt x="1412227" y="225425"/>
                  </a:lnTo>
                  <a:lnTo>
                    <a:pt x="1377772" y="255257"/>
                  </a:lnTo>
                  <a:lnTo>
                    <a:pt x="1329461" y="270992"/>
                  </a:lnTo>
                  <a:lnTo>
                    <a:pt x="1301203" y="272999"/>
                  </a:lnTo>
                  <a:lnTo>
                    <a:pt x="1272946" y="270992"/>
                  </a:lnTo>
                  <a:lnTo>
                    <a:pt x="1224622" y="255257"/>
                  </a:lnTo>
                  <a:lnTo>
                    <a:pt x="1190167" y="225425"/>
                  </a:lnTo>
                  <a:lnTo>
                    <a:pt x="1172616" y="184962"/>
                  </a:lnTo>
                  <a:lnTo>
                    <a:pt x="1170381" y="161391"/>
                  </a:lnTo>
                  <a:lnTo>
                    <a:pt x="1172616" y="137820"/>
                  </a:lnTo>
                  <a:lnTo>
                    <a:pt x="1190167" y="97358"/>
                  </a:lnTo>
                  <a:lnTo>
                    <a:pt x="1224622" y="67525"/>
                  </a:lnTo>
                  <a:lnTo>
                    <a:pt x="1272946" y="51790"/>
                  </a:lnTo>
                  <a:lnTo>
                    <a:pt x="1329461" y="51790"/>
                  </a:lnTo>
                  <a:lnTo>
                    <a:pt x="1377772" y="67525"/>
                  </a:lnTo>
                  <a:lnTo>
                    <a:pt x="1412227" y="97358"/>
                  </a:lnTo>
                  <a:lnTo>
                    <a:pt x="1429778" y="137820"/>
                  </a:lnTo>
                  <a:lnTo>
                    <a:pt x="1432026" y="161391"/>
                  </a:lnTo>
                  <a:lnTo>
                    <a:pt x="1432026" y="44742"/>
                  </a:lnTo>
                  <a:lnTo>
                    <a:pt x="1373835" y="11303"/>
                  </a:lnTo>
                  <a:lnTo>
                    <a:pt x="1301203" y="0"/>
                  </a:lnTo>
                  <a:lnTo>
                    <a:pt x="1263269" y="2857"/>
                  </a:lnTo>
                  <a:lnTo>
                    <a:pt x="1197571" y="25184"/>
                  </a:lnTo>
                  <a:lnTo>
                    <a:pt x="1148943" y="68338"/>
                  </a:lnTo>
                  <a:lnTo>
                    <a:pt x="1123200" y="127571"/>
                  </a:lnTo>
                  <a:lnTo>
                    <a:pt x="1119860" y="161391"/>
                  </a:lnTo>
                  <a:lnTo>
                    <a:pt x="1123200" y="195211"/>
                  </a:lnTo>
                  <a:lnTo>
                    <a:pt x="1148943" y="254444"/>
                  </a:lnTo>
                  <a:lnTo>
                    <a:pt x="1197571" y="297599"/>
                  </a:lnTo>
                  <a:lnTo>
                    <a:pt x="1263269" y="319925"/>
                  </a:lnTo>
                  <a:lnTo>
                    <a:pt x="1301203" y="322770"/>
                  </a:lnTo>
                  <a:lnTo>
                    <a:pt x="1339138" y="319925"/>
                  </a:lnTo>
                  <a:lnTo>
                    <a:pt x="1373835" y="311480"/>
                  </a:lnTo>
                  <a:lnTo>
                    <a:pt x="1404835" y="297599"/>
                  </a:lnTo>
                  <a:lnTo>
                    <a:pt x="1431683" y="278422"/>
                  </a:lnTo>
                  <a:lnTo>
                    <a:pt x="1436598" y="272999"/>
                  </a:lnTo>
                  <a:lnTo>
                    <a:pt x="1453464" y="254444"/>
                  </a:lnTo>
                  <a:lnTo>
                    <a:pt x="1469415" y="226466"/>
                  </a:lnTo>
                  <a:lnTo>
                    <a:pt x="1479207" y="195211"/>
                  </a:lnTo>
                  <a:lnTo>
                    <a:pt x="1482547" y="161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46" name="object 39">
              <a:extLst>
                <a:ext uri="{FF2B5EF4-FFF2-40B4-BE49-F238E27FC236}">
                  <a16:creationId xmlns:a16="http://schemas.microsoft.com/office/drawing/2014/main" id="{0AABAB78-E3B6-2D2E-F9AD-DF79C03891A9}"/>
                </a:ext>
              </a:extLst>
            </p:cNvPr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71287" y="1348613"/>
              <a:ext cx="107535" cy="122090"/>
            </a:xfrm>
            <a:prstGeom prst="rect">
              <a:avLst/>
            </a:prstGeom>
          </p:spPr>
        </p:pic>
        <p:pic>
          <p:nvPicPr>
            <p:cNvPr id="47" name="object 40">
              <a:extLst>
                <a:ext uri="{FF2B5EF4-FFF2-40B4-BE49-F238E27FC236}">
                  <a16:creationId xmlns:a16="http://schemas.microsoft.com/office/drawing/2014/main" id="{5BED3604-E468-B64B-1C9B-13A4FA1DC4B7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48609" y="1349641"/>
              <a:ext cx="109064" cy="120038"/>
            </a:xfrm>
            <a:prstGeom prst="rect">
              <a:avLst/>
            </a:prstGeom>
          </p:spPr>
        </p:pic>
        <p:pic>
          <p:nvPicPr>
            <p:cNvPr id="48" name="object 41">
              <a:extLst>
                <a:ext uri="{FF2B5EF4-FFF2-40B4-BE49-F238E27FC236}">
                  <a16:creationId xmlns:a16="http://schemas.microsoft.com/office/drawing/2014/main" id="{9F9599B2-428C-0087-D2EF-B3EFE564EB20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383" y="1349635"/>
              <a:ext cx="85903" cy="120048"/>
            </a:xfrm>
            <a:prstGeom prst="rect">
              <a:avLst/>
            </a:prstGeom>
          </p:spPr>
        </p:pic>
        <p:sp>
          <p:nvSpPr>
            <p:cNvPr id="49" name="object 42">
              <a:extLst>
                <a:ext uri="{FF2B5EF4-FFF2-40B4-BE49-F238E27FC236}">
                  <a16:creationId xmlns:a16="http://schemas.microsoft.com/office/drawing/2014/main" id="{AF4002B4-DB65-F82B-1FF7-7DCA6423657F}"/>
                </a:ext>
              </a:extLst>
            </p:cNvPr>
            <p:cNvSpPr/>
            <p:nvPr/>
          </p:nvSpPr>
          <p:spPr>
            <a:xfrm>
              <a:off x="2103399" y="1349645"/>
              <a:ext cx="189230" cy="120650"/>
            </a:xfrm>
            <a:custGeom>
              <a:avLst/>
              <a:gdLst/>
              <a:ahLst/>
              <a:cxnLst/>
              <a:rect l="l" t="t" r="r" b="b"/>
              <a:pathLst>
                <a:path w="189230" h="120650">
                  <a:moveTo>
                    <a:pt x="14909" y="0"/>
                  </a:moveTo>
                  <a:lnTo>
                    <a:pt x="0" y="0"/>
                  </a:lnTo>
                  <a:lnTo>
                    <a:pt x="0" y="120040"/>
                  </a:lnTo>
                  <a:lnTo>
                    <a:pt x="14909" y="120040"/>
                  </a:lnTo>
                  <a:lnTo>
                    <a:pt x="14909" y="0"/>
                  </a:lnTo>
                  <a:close/>
                </a:path>
                <a:path w="189230" h="120650">
                  <a:moveTo>
                    <a:pt x="188798" y="0"/>
                  </a:moveTo>
                  <a:lnTo>
                    <a:pt x="96024" y="0"/>
                  </a:lnTo>
                  <a:lnTo>
                    <a:pt x="96024" y="13970"/>
                  </a:lnTo>
                  <a:lnTo>
                    <a:pt x="134950" y="13970"/>
                  </a:lnTo>
                  <a:lnTo>
                    <a:pt x="134950" y="120650"/>
                  </a:lnTo>
                  <a:lnTo>
                    <a:pt x="149885" y="120650"/>
                  </a:lnTo>
                  <a:lnTo>
                    <a:pt x="149885" y="13970"/>
                  </a:lnTo>
                  <a:lnTo>
                    <a:pt x="188798" y="13970"/>
                  </a:lnTo>
                  <a:lnTo>
                    <a:pt x="1887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pic>
          <p:nvPicPr>
            <p:cNvPr id="50" name="object 43">
              <a:extLst>
                <a:ext uri="{FF2B5EF4-FFF2-40B4-BE49-F238E27FC236}">
                  <a16:creationId xmlns:a16="http://schemas.microsoft.com/office/drawing/2014/main" id="{A9410156-F8FE-1B04-E287-769E44E3DCAC}"/>
                </a:ext>
              </a:extLst>
            </p:cNvPr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46400" y="1349641"/>
              <a:ext cx="109064" cy="120038"/>
            </a:xfrm>
            <a:prstGeom prst="rect">
              <a:avLst/>
            </a:prstGeom>
          </p:spPr>
        </p:pic>
        <p:sp>
          <p:nvSpPr>
            <p:cNvPr id="51" name="object 44">
              <a:extLst>
                <a:ext uri="{FF2B5EF4-FFF2-40B4-BE49-F238E27FC236}">
                  <a16:creationId xmlns:a16="http://schemas.microsoft.com/office/drawing/2014/main" id="{3675C143-3E88-FAA9-E65C-C562644CAF1C}"/>
                </a:ext>
              </a:extLst>
            </p:cNvPr>
            <p:cNvSpPr/>
            <p:nvPr/>
          </p:nvSpPr>
          <p:spPr>
            <a:xfrm>
              <a:off x="2534158" y="1349035"/>
              <a:ext cx="69850" cy="120650"/>
            </a:xfrm>
            <a:custGeom>
              <a:avLst/>
              <a:gdLst/>
              <a:ahLst/>
              <a:cxnLst/>
              <a:rect l="l" t="t" r="r" b="b"/>
              <a:pathLst>
                <a:path w="69850" h="120650">
                  <a:moveTo>
                    <a:pt x="69621" y="106680"/>
                  </a:moveTo>
                  <a:lnTo>
                    <a:pt x="14909" y="106680"/>
                  </a:lnTo>
                  <a:lnTo>
                    <a:pt x="14909" y="0"/>
                  </a:lnTo>
                  <a:lnTo>
                    <a:pt x="0" y="0"/>
                  </a:lnTo>
                  <a:lnTo>
                    <a:pt x="0" y="106680"/>
                  </a:lnTo>
                  <a:lnTo>
                    <a:pt x="0" y="120650"/>
                  </a:lnTo>
                  <a:lnTo>
                    <a:pt x="69621" y="120650"/>
                  </a:lnTo>
                  <a:lnTo>
                    <a:pt x="69621" y="10668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52" name="object 45">
            <a:extLst>
              <a:ext uri="{FF2B5EF4-FFF2-40B4-BE49-F238E27FC236}">
                <a16:creationId xmlns:a16="http://schemas.microsoft.com/office/drawing/2014/main" id="{2752D91A-6733-DCD3-A0E2-F7219C155D00}"/>
              </a:ext>
            </a:extLst>
          </p:cNvPr>
          <p:cNvSpPr txBox="1"/>
          <p:nvPr/>
        </p:nvSpPr>
        <p:spPr>
          <a:xfrm>
            <a:off x="5003634" y="2232384"/>
            <a:ext cx="1345416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Forma de </a:t>
            </a:r>
            <a:r>
              <a:rPr kumimoji="0" lang="pt-BR" sz="1061" b="1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Aplicação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3" name="object 46">
            <a:extLst>
              <a:ext uri="{FF2B5EF4-FFF2-40B4-BE49-F238E27FC236}">
                <a16:creationId xmlns:a16="http://schemas.microsoft.com/office/drawing/2014/main" id="{398A4BB4-7130-1769-7F0C-5C0516995363}"/>
              </a:ext>
            </a:extLst>
          </p:cNvPr>
          <p:cNvSpPr/>
          <p:nvPr/>
        </p:nvSpPr>
        <p:spPr>
          <a:xfrm>
            <a:off x="5003634" y="2455990"/>
            <a:ext cx="1816350" cy="0"/>
          </a:xfrm>
          <a:custGeom>
            <a:avLst/>
            <a:gdLst/>
            <a:ahLst/>
            <a:cxnLst/>
            <a:rect l="l" t="t" r="r" b="b"/>
            <a:pathLst>
              <a:path w="2995295">
                <a:moveTo>
                  <a:pt x="0" y="0"/>
                </a:moveTo>
                <a:lnTo>
                  <a:pt x="2994819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4" name="object 47">
            <a:extLst>
              <a:ext uri="{FF2B5EF4-FFF2-40B4-BE49-F238E27FC236}">
                <a16:creationId xmlns:a16="http://schemas.microsoft.com/office/drawing/2014/main" id="{719B1E47-4DB0-BD65-9816-C1B12A6BC948}"/>
              </a:ext>
            </a:extLst>
          </p:cNvPr>
          <p:cNvSpPr txBox="1"/>
          <p:nvPr/>
        </p:nvSpPr>
        <p:spPr>
          <a:xfrm>
            <a:off x="5003634" y="4078401"/>
            <a:ext cx="1651940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061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Patrimônio Líquido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5" name="object 48">
            <a:extLst>
              <a:ext uri="{FF2B5EF4-FFF2-40B4-BE49-F238E27FC236}">
                <a16:creationId xmlns:a16="http://schemas.microsoft.com/office/drawing/2014/main" id="{86DBBE7E-5D0A-9CFF-9229-39A531D671B4}"/>
              </a:ext>
            </a:extLst>
          </p:cNvPr>
          <p:cNvSpPr/>
          <p:nvPr/>
        </p:nvSpPr>
        <p:spPr>
          <a:xfrm>
            <a:off x="5003634" y="4291856"/>
            <a:ext cx="1554891" cy="0"/>
          </a:xfrm>
          <a:custGeom>
            <a:avLst/>
            <a:gdLst/>
            <a:ahLst/>
            <a:cxnLst/>
            <a:rect l="l" t="t" r="r" b="b"/>
            <a:pathLst>
              <a:path w="2564129">
                <a:moveTo>
                  <a:pt x="0" y="0"/>
                </a:moveTo>
                <a:lnTo>
                  <a:pt x="2563607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6" name="object 49">
            <a:extLst>
              <a:ext uri="{FF2B5EF4-FFF2-40B4-BE49-F238E27FC236}">
                <a16:creationId xmlns:a16="http://schemas.microsoft.com/office/drawing/2014/main" id="{D96348F2-F878-E7F8-5FB2-BD27C07AE1C4}"/>
              </a:ext>
            </a:extLst>
          </p:cNvPr>
          <p:cNvSpPr txBox="1"/>
          <p:nvPr/>
        </p:nvSpPr>
        <p:spPr>
          <a:xfrm>
            <a:off x="5003634" y="4996782"/>
            <a:ext cx="1512919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Taxa de Adm &amp; </a:t>
            </a:r>
            <a:r>
              <a:rPr kumimoji="0" lang="pt-BR" sz="1061" b="1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Gestão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7" name="object 50">
            <a:extLst>
              <a:ext uri="{FF2B5EF4-FFF2-40B4-BE49-F238E27FC236}">
                <a16:creationId xmlns:a16="http://schemas.microsoft.com/office/drawing/2014/main" id="{A4CD1943-DC70-38E1-39C8-28BCDB75D8C6}"/>
              </a:ext>
            </a:extLst>
          </p:cNvPr>
          <p:cNvSpPr/>
          <p:nvPr/>
        </p:nvSpPr>
        <p:spPr>
          <a:xfrm>
            <a:off x="5003634" y="5207214"/>
            <a:ext cx="2339267" cy="0"/>
          </a:xfrm>
          <a:custGeom>
            <a:avLst/>
            <a:gdLst/>
            <a:ahLst/>
            <a:cxnLst/>
            <a:rect l="l" t="t" r="r" b="b"/>
            <a:pathLst>
              <a:path w="3857625">
                <a:moveTo>
                  <a:pt x="0" y="0"/>
                </a:moveTo>
                <a:lnTo>
                  <a:pt x="3857254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8" name="object 51">
            <a:extLst>
              <a:ext uri="{FF2B5EF4-FFF2-40B4-BE49-F238E27FC236}">
                <a16:creationId xmlns:a16="http://schemas.microsoft.com/office/drawing/2014/main" id="{2B878E7A-5EAF-DDA6-9A79-E2828E78D081}"/>
              </a:ext>
            </a:extLst>
          </p:cNvPr>
          <p:cNvSpPr txBox="1"/>
          <p:nvPr/>
        </p:nvSpPr>
        <p:spPr>
          <a:xfrm>
            <a:off x="7878225" y="4995755"/>
            <a:ext cx="1081970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Performance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9" name="object 52">
            <a:extLst>
              <a:ext uri="{FF2B5EF4-FFF2-40B4-BE49-F238E27FC236}">
                <a16:creationId xmlns:a16="http://schemas.microsoft.com/office/drawing/2014/main" id="{2168C1C9-5158-C763-BE9F-6EED9F521DEA}"/>
              </a:ext>
            </a:extLst>
          </p:cNvPr>
          <p:cNvSpPr/>
          <p:nvPr/>
        </p:nvSpPr>
        <p:spPr>
          <a:xfrm>
            <a:off x="7878225" y="5207214"/>
            <a:ext cx="2849863" cy="0"/>
          </a:xfrm>
          <a:custGeom>
            <a:avLst/>
            <a:gdLst/>
            <a:ahLst/>
            <a:cxnLst/>
            <a:rect l="l" t="t" r="r" b="b"/>
            <a:pathLst>
              <a:path w="4699634">
                <a:moveTo>
                  <a:pt x="0" y="0"/>
                </a:moveTo>
                <a:lnTo>
                  <a:pt x="4699092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60" name="object 53">
            <a:extLst>
              <a:ext uri="{FF2B5EF4-FFF2-40B4-BE49-F238E27FC236}">
                <a16:creationId xmlns:a16="http://schemas.microsoft.com/office/drawing/2014/main" id="{259216BA-4CE4-9177-C055-4EB3AC8BF975}"/>
              </a:ext>
            </a:extLst>
          </p:cNvPr>
          <p:cNvSpPr txBox="1"/>
          <p:nvPr/>
        </p:nvSpPr>
        <p:spPr>
          <a:xfrm>
            <a:off x="9606386" y="2232384"/>
            <a:ext cx="514446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Veículo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61" name="object 54">
            <a:extLst>
              <a:ext uri="{FF2B5EF4-FFF2-40B4-BE49-F238E27FC236}">
                <a16:creationId xmlns:a16="http://schemas.microsoft.com/office/drawing/2014/main" id="{3EFF8380-B3B3-ABDF-2F56-6A896D8F7D17}"/>
              </a:ext>
            </a:extLst>
          </p:cNvPr>
          <p:cNvSpPr/>
          <p:nvPr/>
        </p:nvSpPr>
        <p:spPr>
          <a:xfrm>
            <a:off x="9606386" y="2455990"/>
            <a:ext cx="2131717" cy="0"/>
          </a:xfrm>
          <a:custGeom>
            <a:avLst/>
            <a:gdLst/>
            <a:ahLst/>
            <a:cxnLst/>
            <a:rect l="l" t="t" r="r" b="b"/>
            <a:pathLst>
              <a:path w="3515359">
                <a:moveTo>
                  <a:pt x="0" y="0"/>
                </a:moveTo>
                <a:lnTo>
                  <a:pt x="3514971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62" name="object 55">
            <a:extLst>
              <a:ext uri="{FF2B5EF4-FFF2-40B4-BE49-F238E27FC236}">
                <a16:creationId xmlns:a16="http://schemas.microsoft.com/office/drawing/2014/main" id="{FEFBF463-3B01-E277-438F-E20A1232DDBC}"/>
              </a:ext>
            </a:extLst>
          </p:cNvPr>
          <p:cNvSpPr txBox="1"/>
          <p:nvPr/>
        </p:nvSpPr>
        <p:spPr>
          <a:xfrm>
            <a:off x="7470567" y="3350292"/>
            <a:ext cx="1009377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Benchmark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63" name="object 56">
            <a:extLst>
              <a:ext uri="{FF2B5EF4-FFF2-40B4-BE49-F238E27FC236}">
                <a16:creationId xmlns:a16="http://schemas.microsoft.com/office/drawing/2014/main" id="{6C5417BD-8166-B492-627E-C9850770BE6C}"/>
              </a:ext>
            </a:extLst>
          </p:cNvPr>
          <p:cNvSpPr/>
          <p:nvPr/>
        </p:nvSpPr>
        <p:spPr>
          <a:xfrm>
            <a:off x="7470567" y="3570757"/>
            <a:ext cx="889499" cy="0"/>
          </a:xfrm>
          <a:custGeom>
            <a:avLst/>
            <a:gdLst/>
            <a:ahLst/>
            <a:cxnLst/>
            <a:rect l="l" t="t" r="r" b="b"/>
            <a:pathLst>
              <a:path w="1466850">
                <a:moveTo>
                  <a:pt x="0" y="0"/>
                </a:moveTo>
                <a:lnTo>
                  <a:pt x="1466782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64" name="object 57">
            <a:extLst>
              <a:ext uri="{FF2B5EF4-FFF2-40B4-BE49-F238E27FC236}">
                <a16:creationId xmlns:a16="http://schemas.microsoft.com/office/drawing/2014/main" id="{CE25E92D-BF06-3B66-AF85-53C34304FF41}"/>
              </a:ext>
            </a:extLst>
          </p:cNvPr>
          <p:cNvSpPr txBox="1"/>
          <p:nvPr/>
        </p:nvSpPr>
        <p:spPr>
          <a:xfrm>
            <a:off x="7470567" y="2232384"/>
            <a:ext cx="1331168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Meta </a:t>
            </a:r>
            <a:r>
              <a:rPr kumimoji="0" lang="pt-BR" sz="1061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de retorno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65" name="object 58">
            <a:extLst>
              <a:ext uri="{FF2B5EF4-FFF2-40B4-BE49-F238E27FC236}">
                <a16:creationId xmlns:a16="http://schemas.microsoft.com/office/drawing/2014/main" id="{A3F8281E-AAF6-DE1A-DB64-E9DC3E49DE2B}"/>
              </a:ext>
            </a:extLst>
          </p:cNvPr>
          <p:cNvSpPr/>
          <p:nvPr/>
        </p:nvSpPr>
        <p:spPr>
          <a:xfrm>
            <a:off x="7470567" y="2455990"/>
            <a:ext cx="1735101" cy="0"/>
          </a:xfrm>
          <a:custGeom>
            <a:avLst/>
            <a:gdLst/>
            <a:ahLst/>
            <a:cxnLst/>
            <a:rect l="l" t="t" r="r" b="b"/>
            <a:pathLst>
              <a:path w="2861309">
                <a:moveTo>
                  <a:pt x="0" y="0"/>
                </a:moveTo>
                <a:lnTo>
                  <a:pt x="2860823" y="0"/>
                </a:lnTo>
              </a:path>
            </a:pathLst>
          </a:cu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CD4F390-9036-7AD4-26A1-0F0E355D9B3F}"/>
              </a:ext>
            </a:extLst>
          </p:cNvPr>
          <p:cNvGrpSpPr/>
          <p:nvPr/>
        </p:nvGrpSpPr>
        <p:grpSpPr>
          <a:xfrm>
            <a:off x="8110649" y="412511"/>
            <a:ext cx="1464015" cy="1354931"/>
            <a:chOff x="8239920" y="412511"/>
            <a:chExt cx="1464015" cy="1354931"/>
          </a:xfrm>
        </p:grpSpPr>
        <p:sp>
          <p:nvSpPr>
            <p:cNvPr id="66" name="object 59">
              <a:extLst>
                <a:ext uri="{FF2B5EF4-FFF2-40B4-BE49-F238E27FC236}">
                  <a16:creationId xmlns:a16="http://schemas.microsoft.com/office/drawing/2014/main" id="{74EFE9B7-3788-FEDE-50F9-27EA5214694C}"/>
                </a:ext>
              </a:extLst>
            </p:cNvPr>
            <p:cNvSpPr txBox="1"/>
            <p:nvPr/>
          </p:nvSpPr>
          <p:spPr>
            <a:xfrm>
              <a:off x="8239920" y="412511"/>
              <a:ext cx="585298" cy="174137"/>
            </a:xfrm>
            <a:prstGeom prst="rect">
              <a:avLst/>
            </a:prstGeom>
          </p:spPr>
          <p:txBody>
            <a:bodyPr vert="horz" wrap="square" lIns="0" tIns="10782" rIns="0" bIns="0" rtlCol="0">
              <a:spAutoFit/>
            </a:bodyPr>
            <a:lstStyle/>
            <a:p>
              <a:pPr marL="7701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85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sz="106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" panose="020B0503020204030204" pitchFamily="34" charset="77"/>
                  <a:ea typeface="+mn-ea"/>
                  <a:cs typeface="Arial"/>
                  <a:sym typeface="Arial"/>
                </a:rPr>
                <a:t>Liquidez</a:t>
              </a:r>
              <a:endParaRPr kumimoji="0" sz="1061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67" name="object 60">
              <a:extLst>
                <a:ext uri="{FF2B5EF4-FFF2-40B4-BE49-F238E27FC236}">
                  <a16:creationId xmlns:a16="http://schemas.microsoft.com/office/drawing/2014/main" id="{F73FE328-8FEE-51E6-F48A-4701932AD79E}"/>
                </a:ext>
              </a:extLst>
            </p:cNvPr>
            <p:cNvSpPr/>
            <p:nvPr/>
          </p:nvSpPr>
          <p:spPr>
            <a:xfrm>
              <a:off x="8239920" y="629843"/>
              <a:ext cx="1464015" cy="0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16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70" name="object 63">
              <a:extLst>
                <a:ext uri="{FF2B5EF4-FFF2-40B4-BE49-F238E27FC236}">
                  <a16:creationId xmlns:a16="http://schemas.microsoft.com/office/drawing/2014/main" id="{3708E920-33D9-48EF-52E5-6436C7264380}"/>
                </a:ext>
              </a:extLst>
            </p:cNvPr>
            <p:cNvSpPr txBox="1"/>
            <p:nvPr/>
          </p:nvSpPr>
          <p:spPr>
            <a:xfrm>
              <a:off x="8239920" y="1386747"/>
              <a:ext cx="1326028" cy="380695"/>
            </a:xfrm>
            <a:prstGeom prst="rect">
              <a:avLst/>
            </a:prstGeom>
          </p:spPr>
          <p:txBody>
            <a:bodyPr vert="horz" wrap="square" lIns="0" tIns="7316" rIns="0" bIns="0" rtlCol="0" anchor="t">
              <a:spAutoFit/>
            </a:bodyPr>
            <a:lstStyle/>
            <a:p>
              <a:pPr marL="7701" marR="3081" lvl="0" indent="0" algn="l" defTabSz="554492" rtl="0" eaLnBrk="1" fontAlgn="auto" latinLnBrk="0" hangingPunct="1">
                <a:lnSpc>
                  <a:spcPct val="100499"/>
                </a:lnSpc>
                <a:spcBef>
                  <a:spcPts val="58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sz="1213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Aberto, </a:t>
              </a:r>
              <a:r>
                <a:rPr kumimoji="0" sz="1213" b="0" i="0" u="none" strike="noStrike" kern="0" cap="none" spc="0" normalizeH="0" baseline="0" noProof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resgate</a:t>
              </a:r>
              <a:r>
                <a:rPr kumimoji="0" sz="1213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kumimoji="0" sz="1213" b="0" i="0" u="none" strike="noStrike" kern="0" cap="none" spc="0" normalizeH="0" baseline="0" noProof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em</a:t>
              </a:r>
              <a:r>
                <a:rPr kumimoji="0" sz="1213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 </a:t>
              </a:r>
              <a:r>
                <a:rPr kumimoji="0" sz="1213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D+</a:t>
              </a:r>
              <a:r>
                <a:rPr kumimoji="0" lang="pt-BR" sz="1213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30</a:t>
              </a:r>
              <a:r>
                <a:rPr kumimoji="0" sz="1213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 </a:t>
              </a:r>
              <a:r>
                <a:rPr kumimoji="0" sz="1213" b="0" i="0" u="none" strike="noStrike" kern="0" cap="none" spc="0" normalizeH="0" baseline="0" noProof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dias</a:t>
              </a:r>
              <a:endParaRPr kumimoji="0" sz="121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74BCFF6-6605-569A-C99F-4D7E4D1494DF}"/>
              </a:ext>
            </a:extLst>
          </p:cNvPr>
          <p:cNvGrpSpPr/>
          <p:nvPr/>
        </p:nvGrpSpPr>
        <p:grpSpPr>
          <a:xfrm>
            <a:off x="10126749" y="412511"/>
            <a:ext cx="1493506" cy="1376298"/>
            <a:chOff x="10160924" y="412511"/>
            <a:chExt cx="1493506" cy="1376298"/>
          </a:xfrm>
        </p:grpSpPr>
        <p:sp>
          <p:nvSpPr>
            <p:cNvPr id="68" name="object 61">
              <a:extLst>
                <a:ext uri="{FF2B5EF4-FFF2-40B4-BE49-F238E27FC236}">
                  <a16:creationId xmlns:a16="http://schemas.microsoft.com/office/drawing/2014/main" id="{6BB3FCF1-0B4D-7A86-380C-1BF87E9D61CE}"/>
                </a:ext>
              </a:extLst>
            </p:cNvPr>
            <p:cNvSpPr txBox="1"/>
            <p:nvPr/>
          </p:nvSpPr>
          <p:spPr>
            <a:xfrm>
              <a:off x="10160924" y="412511"/>
              <a:ext cx="842136" cy="174137"/>
            </a:xfrm>
            <a:prstGeom prst="rect">
              <a:avLst/>
            </a:prstGeom>
          </p:spPr>
          <p:txBody>
            <a:bodyPr vert="horz" wrap="square" lIns="0" tIns="10782" rIns="0" bIns="0" rtlCol="0">
              <a:spAutoFit/>
            </a:bodyPr>
            <a:lstStyle/>
            <a:p>
              <a:pPr marL="7701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85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sz="1061" b="1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" panose="020B0503020204030204" pitchFamily="34" charset="77"/>
                  <a:ea typeface="+mn-ea"/>
                  <a:cs typeface="Arial"/>
                  <a:sym typeface="Arial"/>
                </a:rPr>
                <a:t>Público Alvo</a:t>
              </a:r>
              <a:endParaRPr kumimoji="0" sz="1061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69" name="object 62">
              <a:extLst>
                <a:ext uri="{FF2B5EF4-FFF2-40B4-BE49-F238E27FC236}">
                  <a16:creationId xmlns:a16="http://schemas.microsoft.com/office/drawing/2014/main" id="{E33FD1A8-0145-0A77-1475-264A9D49D7AA}"/>
                </a:ext>
              </a:extLst>
            </p:cNvPr>
            <p:cNvSpPr/>
            <p:nvPr/>
          </p:nvSpPr>
          <p:spPr>
            <a:xfrm>
              <a:off x="10160924" y="629843"/>
              <a:ext cx="1464015" cy="0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26" y="0"/>
                  </a:lnTo>
                </a:path>
              </a:pathLst>
            </a:custGeom>
            <a:ln w="104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73" name="object 66">
              <a:extLst>
                <a:ext uri="{FF2B5EF4-FFF2-40B4-BE49-F238E27FC236}">
                  <a16:creationId xmlns:a16="http://schemas.microsoft.com/office/drawing/2014/main" id="{899CAA8C-127C-51E5-F6D1-B808C045181F}"/>
                </a:ext>
              </a:extLst>
            </p:cNvPr>
            <p:cNvSpPr txBox="1"/>
            <p:nvPr/>
          </p:nvSpPr>
          <p:spPr>
            <a:xfrm>
              <a:off x="10160924" y="1395290"/>
              <a:ext cx="1493506" cy="393519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7701" marR="3081" lvl="0" indent="0" algn="l" defTabSz="554492" rtl="0" eaLnBrk="1" fontAlgn="auto" latinLnBrk="0" hangingPunct="1">
                <a:lnSpc>
                  <a:spcPct val="100499"/>
                </a:lnSpc>
                <a:spcBef>
                  <a:spcPts val="58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sz="1213" b="0" i="0" u="none" strike="noStrike" kern="0" cap="none" spc="0" normalizeH="0" baseline="0" noProof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Investidor</a:t>
              </a:r>
              <a:endParaRPr kumimoji="0" lang="pt-BR" sz="121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endParaRPr>
            </a:p>
            <a:p>
              <a:pPr marL="7701" marR="3081" lvl="0" indent="0" algn="l" defTabSz="554492" rtl="0" eaLnBrk="1" fontAlgn="auto" latinLnBrk="0" hangingPunct="1">
                <a:lnSpc>
                  <a:spcPct val="100499"/>
                </a:lnSpc>
                <a:spcBef>
                  <a:spcPts val="58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1213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Geral</a:t>
              </a:r>
              <a:endParaRPr kumimoji="0" sz="1213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74" name="object 67">
            <a:extLst>
              <a:ext uri="{FF2B5EF4-FFF2-40B4-BE49-F238E27FC236}">
                <a16:creationId xmlns:a16="http://schemas.microsoft.com/office/drawing/2014/main" id="{9F0544F2-187F-1599-7D27-69977B09330D}"/>
              </a:ext>
            </a:extLst>
          </p:cNvPr>
          <p:cNvSpPr txBox="1"/>
          <p:nvPr/>
        </p:nvSpPr>
        <p:spPr>
          <a:xfrm>
            <a:off x="5003634" y="2909017"/>
            <a:ext cx="1582526" cy="581199"/>
          </a:xfrm>
          <a:prstGeom prst="rect">
            <a:avLst/>
          </a:prstGeom>
        </p:spPr>
        <p:txBody>
          <a:bodyPr vert="horz" wrap="square" lIns="0" tIns="7316" rIns="0" bIns="0" rtlCol="0" anchor="t">
            <a:spAutoFit/>
          </a:bodyPr>
          <a:lstStyle/>
          <a:p>
            <a:pPr marL="0" marR="2540" lvl="0" indent="0" algn="l" defTabSz="554492" rtl="0" eaLnBrk="1" fontAlgn="auto" latinLnBrk="0" hangingPunct="1">
              <a:lnSpc>
                <a:spcPct val="100000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Aplicação</a:t>
            </a: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 </a:t>
            </a:r>
            <a:r>
              <a:rPr kumimoji="0" lang="pt-BR" sz="12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diária</a:t>
            </a: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 com </a:t>
            </a:r>
            <a:r>
              <a:rPr kumimoji="0" lang="pt-BR" sz="12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integralização</a:t>
            </a: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 </a:t>
            </a:r>
            <a:r>
              <a:rPr kumimoji="0" lang="pt-BR" sz="12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em</a:t>
            </a: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 </a:t>
            </a: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D+0 </a:t>
            </a:r>
            <a:endParaRPr kumimoji="0" lang="pt-BR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/>
              <a:ea typeface="+mn-ea"/>
              <a:cs typeface="Arial"/>
            </a:endParaRPr>
          </a:p>
        </p:txBody>
      </p:sp>
      <p:sp>
        <p:nvSpPr>
          <p:cNvPr id="75" name="object 68">
            <a:extLst>
              <a:ext uri="{FF2B5EF4-FFF2-40B4-BE49-F238E27FC236}">
                <a16:creationId xmlns:a16="http://schemas.microsoft.com/office/drawing/2014/main" id="{64B551F4-9691-6131-41A1-19E58F12D467}"/>
              </a:ext>
            </a:extLst>
          </p:cNvPr>
          <p:cNvSpPr txBox="1"/>
          <p:nvPr/>
        </p:nvSpPr>
        <p:spPr>
          <a:xfrm>
            <a:off x="5003634" y="5664776"/>
            <a:ext cx="2043538" cy="640197"/>
          </a:xfrm>
          <a:prstGeom prst="rect">
            <a:avLst/>
          </a:prstGeom>
        </p:spPr>
        <p:txBody>
          <a:bodyPr vert="horz" wrap="square" lIns="0" tIns="26184" rIns="0" bIns="0" rtlCol="0" anchor="t">
            <a:spAutoFit/>
          </a:bodyPr>
          <a:lstStyle/>
          <a:p>
            <a:pPr marL="7701" marR="3081" lvl="0" indent="0" algn="l" defTabSz="554492" rtl="0" eaLnBrk="1" fontAlgn="auto" latinLnBrk="0" hangingPunct="1">
              <a:lnSpc>
                <a:spcPct val="93700"/>
              </a:lnSpc>
              <a:spcBef>
                <a:spcPts val="206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3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0,8% </a:t>
            </a:r>
            <a:r>
              <a:rPr kumimoji="0" sz="3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 </a:t>
            </a:r>
            <a:br>
              <a:rPr kumimoji="0" lang="pt-BR" sz="3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</a:br>
            <a:r>
              <a:rPr kumimoji="0" lang="pt-BR" sz="1243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a.a.</a:t>
            </a:r>
            <a:r>
              <a:rPr kumimoji="0" lang="pt-BR" sz="1243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 </a:t>
            </a:r>
          </a:p>
        </p:txBody>
      </p:sp>
      <p:sp>
        <p:nvSpPr>
          <p:cNvPr id="76" name="object 69">
            <a:extLst>
              <a:ext uri="{FF2B5EF4-FFF2-40B4-BE49-F238E27FC236}">
                <a16:creationId xmlns:a16="http://schemas.microsoft.com/office/drawing/2014/main" id="{5BA15D97-2506-7CC8-E3CA-86E83DDE3CF3}"/>
              </a:ext>
            </a:extLst>
          </p:cNvPr>
          <p:cNvSpPr txBox="1"/>
          <p:nvPr/>
        </p:nvSpPr>
        <p:spPr>
          <a:xfrm>
            <a:off x="7878225" y="5664776"/>
            <a:ext cx="2989157" cy="640197"/>
          </a:xfrm>
          <a:prstGeom prst="rect">
            <a:avLst/>
          </a:prstGeom>
        </p:spPr>
        <p:txBody>
          <a:bodyPr vert="horz" wrap="square" lIns="0" tIns="26184" rIns="0" bIns="0" rtlCol="0" anchor="t">
            <a:spAutoFit/>
          </a:bodyPr>
          <a:lstStyle/>
          <a:p>
            <a:pPr marL="7620" marR="2540" lvl="0" indent="0" algn="l" defTabSz="554492" rtl="0" eaLnBrk="1" fontAlgn="auto" latinLnBrk="0" hangingPunct="1">
              <a:lnSpc>
                <a:spcPct val="93700"/>
              </a:lnSpc>
              <a:spcBef>
                <a:spcPts val="206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pt-BR" sz="3000" b="1" kern="0">
                <a:solidFill>
                  <a:srgbClr val="FFFFFF"/>
                </a:solidFill>
                <a:latin typeface="Versos"/>
                <a:cs typeface="Arial"/>
                <a:sym typeface="Arial"/>
              </a:rPr>
              <a:t>20</a:t>
            </a:r>
            <a:r>
              <a:rPr kumimoji="0" sz="3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% </a:t>
            </a:r>
            <a:br>
              <a:rPr kumimoji="0" lang="pt-BR" sz="3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n-ea"/>
                <a:cs typeface="Arial"/>
              </a:rPr>
            </a:b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do retorno que exceder o CDI</a:t>
            </a:r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 Light"/>
              <a:ea typeface="+mn-ea"/>
              <a:cs typeface="Arial"/>
            </a:endParaRPr>
          </a:p>
        </p:txBody>
      </p:sp>
      <p:sp>
        <p:nvSpPr>
          <p:cNvPr id="77" name="object 70">
            <a:extLst>
              <a:ext uri="{FF2B5EF4-FFF2-40B4-BE49-F238E27FC236}">
                <a16:creationId xmlns:a16="http://schemas.microsoft.com/office/drawing/2014/main" id="{98E150AB-2633-509D-42E1-9F314B431AEF}"/>
              </a:ext>
            </a:extLst>
          </p:cNvPr>
          <p:cNvSpPr/>
          <p:nvPr/>
        </p:nvSpPr>
        <p:spPr>
          <a:xfrm>
            <a:off x="11148587" y="4037283"/>
            <a:ext cx="753571" cy="647294"/>
          </a:xfrm>
          <a:custGeom>
            <a:avLst/>
            <a:gdLst/>
            <a:ahLst/>
            <a:cxnLst/>
            <a:rect l="l" t="t" r="r" b="b"/>
            <a:pathLst>
              <a:path w="1242694" h="1067434">
                <a:moveTo>
                  <a:pt x="621245" y="163626"/>
                </a:moveTo>
                <a:lnTo>
                  <a:pt x="573519" y="107010"/>
                </a:lnTo>
                <a:lnTo>
                  <a:pt x="537222" y="75298"/>
                </a:lnTo>
                <a:lnTo>
                  <a:pt x="497484" y="48818"/>
                </a:lnTo>
                <a:lnTo>
                  <a:pt x="454761" y="27813"/>
                </a:lnTo>
                <a:lnTo>
                  <a:pt x="409562" y="12522"/>
                </a:lnTo>
                <a:lnTo>
                  <a:pt x="362356" y="3175"/>
                </a:lnTo>
                <a:lnTo>
                  <a:pt x="313601" y="0"/>
                </a:lnTo>
                <a:lnTo>
                  <a:pt x="0" y="0"/>
                </a:lnTo>
                <a:lnTo>
                  <a:pt x="0" y="163626"/>
                </a:lnTo>
                <a:lnTo>
                  <a:pt x="621245" y="163626"/>
                </a:lnTo>
                <a:close/>
              </a:path>
              <a:path w="1242694" h="1067434">
                <a:moveTo>
                  <a:pt x="1242504" y="0"/>
                </a:moveTo>
                <a:lnTo>
                  <a:pt x="928916" y="0"/>
                </a:lnTo>
                <a:lnTo>
                  <a:pt x="880160" y="3175"/>
                </a:lnTo>
                <a:lnTo>
                  <a:pt x="832929" y="12522"/>
                </a:lnTo>
                <a:lnTo>
                  <a:pt x="787730" y="27813"/>
                </a:lnTo>
                <a:lnTo>
                  <a:pt x="745007" y="48818"/>
                </a:lnTo>
                <a:lnTo>
                  <a:pt x="705269" y="75298"/>
                </a:lnTo>
                <a:lnTo>
                  <a:pt x="668972" y="107010"/>
                </a:lnTo>
                <a:lnTo>
                  <a:pt x="636600" y="143725"/>
                </a:lnTo>
                <a:lnTo>
                  <a:pt x="621258" y="163614"/>
                </a:lnTo>
                <a:lnTo>
                  <a:pt x="584174" y="216814"/>
                </a:lnTo>
                <a:lnTo>
                  <a:pt x="562711" y="260045"/>
                </a:lnTo>
                <a:lnTo>
                  <a:pt x="547192" y="305523"/>
                </a:lnTo>
                <a:lnTo>
                  <a:pt x="537781" y="352869"/>
                </a:lnTo>
                <a:lnTo>
                  <a:pt x="534619" y="401662"/>
                </a:lnTo>
                <a:lnTo>
                  <a:pt x="534492" y="1054519"/>
                </a:lnTo>
                <a:lnTo>
                  <a:pt x="534619" y="1066876"/>
                </a:lnTo>
                <a:lnTo>
                  <a:pt x="707999" y="1066876"/>
                </a:lnTo>
                <a:lnTo>
                  <a:pt x="707872" y="695236"/>
                </a:lnTo>
                <a:lnTo>
                  <a:pt x="712597" y="688314"/>
                </a:lnTo>
                <a:lnTo>
                  <a:pt x="707872" y="684987"/>
                </a:lnTo>
                <a:lnTo>
                  <a:pt x="707872" y="401662"/>
                </a:lnTo>
                <a:lnTo>
                  <a:pt x="704710" y="352869"/>
                </a:lnTo>
                <a:lnTo>
                  <a:pt x="695299" y="305523"/>
                </a:lnTo>
                <a:lnTo>
                  <a:pt x="679792" y="260045"/>
                </a:lnTo>
                <a:lnTo>
                  <a:pt x="658317" y="216814"/>
                </a:lnTo>
                <a:lnTo>
                  <a:pt x="631012" y="176250"/>
                </a:lnTo>
                <a:lnTo>
                  <a:pt x="621258" y="163626"/>
                </a:lnTo>
                <a:lnTo>
                  <a:pt x="1242504" y="163626"/>
                </a:lnTo>
                <a:lnTo>
                  <a:pt x="1242504" y="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80" name="object 13">
            <a:extLst>
              <a:ext uri="{FF2B5EF4-FFF2-40B4-BE49-F238E27FC236}">
                <a16:creationId xmlns:a16="http://schemas.microsoft.com/office/drawing/2014/main" id="{1DF4A519-7E23-056B-75F0-6192B2701D79}"/>
              </a:ext>
            </a:extLst>
          </p:cNvPr>
          <p:cNvSpPr txBox="1">
            <a:spLocks/>
          </p:cNvSpPr>
          <p:nvPr/>
        </p:nvSpPr>
        <p:spPr>
          <a:xfrm>
            <a:off x="704654" y="5576756"/>
            <a:ext cx="3654472" cy="546342"/>
          </a:xfrm>
          <a:prstGeom prst="rect">
            <a:avLst/>
          </a:prstGeom>
        </p:spPr>
        <p:txBody>
          <a:bodyPr vert="horz" wrap="square" lIns="0" tIns="69697" rIns="0" bIns="0" rtlCol="0" anchor="t">
            <a:spAutoFit/>
          </a:bodyPr>
          <a:lstStyle>
            <a:lvl1pPr>
              <a:defRPr sz="4550" b="1" i="0">
                <a:solidFill>
                  <a:srgbClr val="1E271F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13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/>
                <a:ea typeface="+mj-ea"/>
                <a:sym typeface="Arial"/>
              </a:rPr>
              <a:t>/</a:t>
            </a:r>
            <a:r>
              <a:rPr kumimoji="0" lang="pt-BR" sz="546" b="1" i="0" u="none" strike="noStrike" kern="0" cap="none" spc="0" normalizeH="0" baseline="0" noProof="0">
                <a:ln>
                  <a:noFill/>
                </a:ln>
                <a:solidFill>
                  <a:srgbClr val="1E271F"/>
                </a:solidFill>
                <a:effectLst/>
                <a:uLnTx/>
                <a:uFillTx/>
                <a:latin typeface="Versos"/>
                <a:ea typeface="+mj-ea"/>
                <a:sym typeface="Arial"/>
              </a:rPr>
              <a:t> </a:t>
            </a:r>
            <a:r>
              <a:rPr kumimoji="0" lang="pt-BR" sz="1213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/>
                <a:ea typeface="+mj-ea"/>
                <a:sym typeface="Arial"/>
              </a:rPr>
              <a:t>/</a:t>
            </a:r>
            <a:r>
              <a:rPr kumimoji="0" lang="pt-BR" sz="546" b="1" i="0" u="none" strike="noStrike" kern="0" cap="none" spc="0" normalizeH="0" baseline="0" noProof="0">
                <a:ln>
                  <a:noFill/>
                </a:ln>
                <a:solidFill>
                  <a:srgbClr val="1E271F"/>
                </a:solidFill>
                <a:effectLst/>
                <a:uLnTx/>
                <a:uFillTx/>
                <a:latin typeface="Versos"/>
                <a:ea typeface="+mj-ea"/>
                <a:sym typeface="Arial"/>
              </a:rPr>
              <a:t>      </a:t>
            </a:r>
            <a:r>
              <a:rPr kumimoji="0" lang="pt-BR" sz="1213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/>
                <a:ea typeface="+mj-ea"/>
                <a:sym typeface="Arial"/>
              </a:rPr>
              <a:t>BRADESCO TIVIO HGD30 </a:t>
            </a:r>
          </a:p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13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/>
                <a:ea typeface="+mj-ea"/>
                <a:sym typeface="Arial"/>
              </a:rPr>
              <a:t>PGBL/VGBL RF CRÉDITO PRIVADO</a:t>
            </a:r>
            <a:endParaRPr kumimoji="0" lang="pt-BR" sz="1698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-Light"/>
              <a:ea typeface="+mj-ea"/>
              <a:cs typeface="Versos-Light"/>
              <a:sym typeface="Arial"/>
            </a:endParaRPr>
          </a:p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667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/>
              <a:ea typeface="+mj-ea"/>
              <a:sym typeface="Arial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C64CAF8-58DC-4E67-6774-9B5542F8BE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654" y="2118615"/>
            <a:ext cx="2668549" cy="2911144"/>
          </a:xfrm>
          <a:prstGeom prst="rect">
            <a:avLst/>
          </a:prstGeom>
        </p:spPr>
      </p:pic>
      <p:sp>
        <p:nvSpPr>
          <p:cNvPr id="10" name="object 31">
            <a:extLst>
              <a:ext uri="{FF2B5EF4-FFF2-40B4-BE49-F238E27FC236}">
                <a16:creationId xmlns:a16="http://schemas.microsoft.com/office/drawing/2014/main" id="{CFC98008-C3B3-2D74-E1C5-C69718F1FBCA}"/>
              </a:ext>
            </a:extLst>
          </p:cNvPr>
          <p:cNvSpPr/>
          <p:nvPr/>
        </p:nvSpPr>
        <p:spPr>
          <a:xfrm>
            <a:off x="2205520" y="572859"/>
            <a:ext cx="2699129" cy="303814"/>
          </a:xfrm>
          <a:prstGeom prst="round1Rect">
            <a:avLst>
              <a:gd name="adj" fmla="val 23210"/>
            </a:avLst>
          </a:prstGeom>
          <a:solidFill>
            <a:schemeClr val="tx1"/>
          </a:solidFill>
          <a:ln w="9525">
            <a:solidFill>
              <a:schemeClr val="bg2">
                <a:lumMod val="90000"/>
              </a:schemeClr>
            </a:solidFill>
          </a:ln>
        </p:spPr>
        <p:txBody>
          <a:bodyPr wrap="square" lIns="0" tIns="0" rIns="0" bIns="0" rtlCol="0" anchor="ctr" anchorCtr="0"/>
          <a:lstStyle/>
          <a:p>
            <a:pPr marL="0" marR="0" lvl="0" indent="0" algn="ctr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Helvetica"/>
                <a:sym typeface="Arial"/>
              </a:rPr>
              <a:t>PRINCIPAIS CARACTERÍSTICAS DO FUNDO</a:t>
            </a:r>
            <a:endParaRPr kumimoji="0" lang="pt-BR" sz="9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Helvetica"/>
              <a:sym typeface="Arial"/>
            </a:endParaRPr>
          </a:p>
        </p:txBody>
      </p:sp>
      <p:sp>
        <p:nvSpPr>
          <p:cNvPr id="5" name="TextBox 110">
            <a:extLst>
              <a:ext uri="{FF2B5EF4-FFF2-40B4-BE49-F238E27FC236}">
                <a16:creationId xmlns:a16="http://schemas.microsoft.com/office/drawing/2014/main" id="{DC72FD1E-AC03-6A9B-8229-0B3400AD2F29}"/>
              </a:ext>
            </a:extLst>
          </p:cNvPr>
          <p:cNvSpPr txBox="1"/>
          <p:nvPr/>
        </p:nvSpPr>
        <p:spPr>
          <a:xfrm>
            <a:off x="10835785" y="6631743"/>
            <a:ext cx="1048365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Data base: 31/08/2025</a:t>
            </a:r>
          </a:p>
        </p:txBody>
      </p:sp>
    </p:spTree>
    <p:extLst>
      <p:ext uri="{BB962C8B-B14F-4D97-AF65-F5344CB8AC3E}">
        <p14:creationId xmlns:p14="http://schemas.microsoft.com/office/powerpoint/2010/main" val="36931329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138DE2-C0A3-E033-950B-D03311D44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4">
            <a:extLst>
              <a:ext uri="{FF2B5EF4-FFF2-40B4-BE49-F238E27FC236}">
                <a16:creationId xmlns:a16="http://schemas.microsoft.com/office/drawing/2014/main" id="{00000000-0008-0000-0100-00000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64579230"/>
              </p:ext>
            </p:extLst>
          </p:nvPr>
        </p:nvGraphicFramePr>
        <p:xfrm>
          <a:off x="9737221" y="4193147"/>
          <a:ext cx="2321303" cy="20647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00000000-0008-0000-01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4904807"/>
              </p:ext>
            </p:extLst>
          </p:nvPr>
        </p:nvGraphicFramePr>
        <p:xfrm>
          <a:off x="3097764" y="4193148"/>
          <a:ext cx="6610429" cy="19971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6BCC1C-EFC0-9AE4-5B22-46ADB0D99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37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C97BA414-5416-AAEA-7FD4-301A95B23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4963" y="466811"/>
            <a:ext cx="2432205" cy="261852"/>
          </a:xfrm>
          <a:prstGeom prst="rect">
            <a:avLst/>
          </a:prstGeom>
        </p:spPr>
      </p:pic>
      <p:graphicFrame>
        <p:nvGraphicFramePr>
          <p:cNvPr id="4" name="Table 635">
            <a:extLst>
              <a:ext uri="{FF2B5EF4-FFF2-40B4-BE49-F238E27FC236}">
                <a16:creationId xmlns:a16="http://schemas.microsoft.com/office/drawing/2014/main" id="{E9E8BE40-0358-C798-6FDD-D5B85D7D0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834710"/>
              </p:ext>
            </p:extLst>
          </p:nvPr>
        </p:nvGraphicFramePr>
        <p:xfrm>
          <a:off x="354669" y="1125537"/>
          <a:ext cx="2569506" cy="1254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9506">
                  <a:extLst>
                    <a:ext uri="{9D8B030D-6E8A-4147-A177-3AD203B41FA5}">
                      <a16:colId xmlns:a16="http://schemas.microsoft.com/office/drawing/2014/main" val="3149771784"/>
                    </a:ext>
                  </a:extLst>
                </a:gridCol>
              </a:tblGrid>
              <a:tr h="366284">
                <a:tc>
                  <a:txBody>
                    <a:bodyPr/>
                    <a:lstStyle/>
                    <a:p>
                      <a:pPr marL="0" marR="7620" indent="0" algn="ctr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400" b="1" spc="-10">
                          <a:solidFill>
                            <a:schemeClr val="bg1">
                              <a:lumMod val="95000"/>
                            </a:schemeClr>
                          </a:solidFill>
                          <a:latin typeface="Versos" panose="020B0503020204030204" pitchFamily="34" charset="0"/>
                          <a:ea typeface="+mn-ea"/>
                          <a:cs typeface="Arial"/>
                        </a:rPr>
                        <a:t>Informações</a:t>
                      </a:r>
                      <a:endParaRPr sz="1400" b="1" spc="-10">
                        <a:solidFill>
                          <a:schemeClr val="bg1">
                            <a:lumMod val="95000"/>
                          </a:schemeClr>
                        </a:solidFill>
                        <a:latin typeface="Versos" panose="020B0503020204030204" pitchFamily="34" charset="0"/>
                        <a:ea typeface="+mn-ea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856207"/>
                  </a:ext>
                </a:extLst>
              </a:tr>
              <a:tr h="295988">
                <a:tc>
                  <a:txBody>
                    <a:bodyPr/>
                    <a:lstStyle/>
                    <a:p>
                      <a:pPr marL="0" marR="7620" indent="0" algn="ctr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400" b="1" spc="-10">
                          <a:solidFill>
                            <a:schemeClr val="bg1">
                              <a:lumMod val="95000"/>
                            </a:schemeClr>
                          </a:solidFill>
                          <a:latin typeface="Versos" panose="020B0503020204030204" pitchFamily="34" charset="0"/>
                          <a:ea typeface="+mn-ea"/>
                          <a:cs typeface="Arial"/>
                        </a:rPr>
                        <a:t>PL</a:t>
                      </a:r>
                      <a:endParaRPr sz="1400" b="1" spc="-10">
                        <a:solidFill>
                          <a:schemeClr val="bg1">
                            <a:lumMod val="95000"/>
                          </a:schemeClr>
                        </a:solidFill>
                        <a:latin typeface="Versos" panose="020B0503020204030204" pitchFamily="34" charset="0"/>
                        <a:ea typeface="+mn-ea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473510"/>
                  </a:ext>
                </a:extLst>
              </a:tr>
              <a:tr h="591976">
                <a:tc>
                  <a:txBody>
                    <a:bodyPr/>
                    <a:lstStyle/>
                    <a:p>
                      <a:pPr marL="0" algn="ctr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400" b="1" spc="-10">
                          <a:solidFill>
                            <a:schemeClr val="bg1"/>
                          </a:solidFill>
                          <a:latin typeface="Versos" panose="020B0503020204030204" pitchFamily="34" charset="0"/>
                          <a:ea typeface="+mn-ea"/>
                          <a:cs typeface="Arial"/>
                        </a:rPr>
                        <a:t>R$ 3,7 bilhões</a:t>
                      </a:r>
                      <a:endParaRPr lang="pt-BR" sz="1100" b="1" spc="-10">
                        <a:solidFill>
                          <a:schemeClr val="bg1"/>
                        </a:solidFill>
                        <a:latin typeface="Versos" panose="020B0503020204030204" pitchFamily="34" charset="0"/>
                        <a:ea typeface="+mn-ea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375021"/>
                  </a:ext>
                </a:extLst>
              </a:tr>
            </a:tbl>
          </a:graphicData>
        </a:graphic>
      </p:graphicFrame>
      <p:sp>
        <p:nvSpPr>
          <p:cNvPr id="7" name="Elipse 4">
            <a:extLst>
              <a:ext uri="{FF2B5EF4-FFF2-40B4-BE49-F238E27FC236}">
                <a16:creationId xmlns:a16="http://schemas.microsoft.com/office/drawing/2014/main" id="{1F8D3368-B479-004F-57DA-B66641230010}"/>
              </a:ext>
            </a:extLst>
          </p:cNvPr>
          <p:cNvSpPr/>
          <p:nvPr/>
        </p:nvSpPr>
        <p:spPr>
          <a:xfrm>
            <a:off x="3097764" y="1122817"/>
            <a:ext cx="9094236" cy="25311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144000" bIns="36000" rtlCol="0" anchor="ctr" anchorCtr="0"/>
          <a:lstStyle/>
          <a:p>
            <a:pPr marL="144000" lvl="0" indent="-180000" fontAlgn="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000">
                <a:latin typeface="Versos Light" panose="020B0403020204030204" pitchFamily="34" charset="0"/>
              </a:rPr>
              <a:t>Reabertura dos spreads de crédito, com títulos corporativos passando de </a:t>
            </a:r>
            <a:r>
              <a:rPr lang="pt-BR" sz="1000">
                <a:latin typeface="Versos" panose="020B0503020204030204" pitchFamily="34" charset="0"/>
              </a:rPr>
              <a:t>CDI + 1,23% para CDI + 1,28%.</a:t>
            </a:r>
          </a:p>
          <a:p>
            <a:pPr marL="144000" lvl="0" indent="-180000" fontAlgn="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000">
                <a:latin typeface="Versos Light" panose="020B0403020204030204" pitchFamily="34" charset="0"/>
              </a:rPr>
              <a:t>Liquidez reduzida no mercado secundário e formação de preços mais seletiva.</a:t>
            </a:r>
          </a:p>
          <a:p>
            <a:pPr marL="144000" lvl="0" indent="-180000" fontAlgn="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000">
                <a:latin typeface="Versos Light" panose="020B0403020204030204" pitchFamily="34" charset="0"/>
              </a:rPr>
              <a:t>Demanda ainda positiva por emissões bancárias, mas com menor intensidade.</a:t>
            </a:r>
          </a:p>
          <a:p>
            <a:pPr marL="144000" lvl="0" indent="-180000" fontAlgn="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000">
                <a:latin typeface="Versos Light" panose="020B0403020204030204" pitchFamily="34" charset="0"/>
              </a:rPr>
              <a:t>Oferta restrita de emissões corporativas no mercado primário.</a:t>
            </a:r>
          </a:p>
          <a:p>
            <a:pPr marL="144000" lvl="0" indent="-180000" fontAlgn="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000">
                <a:latin typeface="Versos Light" panose="020B0403020204030204" pitchFamily="34" charset="0"/>
              </a:rPr>
              <a:t>Resgates líquidos de aproximadamente R$ 10 bilhões em fundos de crédito contribuíram para a abertura dos spreads.</a:t>
            </a:r>
          </a:p>
          <a:p>
            <a:pPr marL="144000" lvl="0" indent="-180000" fontAlgn="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000">
                <a:latin typeface="Versos Light" panose="020B0403020204030204" pitchFamily="34" charset="0"/>
              </a:rPr>
              <a:t>Fundamentos corporativos seguem resilientes e inadimplência permanece controlada.</a:t>
            </a:r>
          </a:p>
          <a:p>
            <a:pPr marL="144000" lvl="0" indent="-180000" fontAlgn="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000">
                <a:latin typeface="Versos Light" panose="020B0403020204030204" pitchFamily="34" charset="0"/>
              </a:rPr>
              <a:t>Gestão mantém postura seletiva para capturar oportunidades sem comprometer a qualidade de crédito.</a:t>
            </a:r>
          </a:p>
          <a:p>
            <a:pPr marL="144000" lvl="0" indent="-180000" fontAlgn="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000">
                <a:latin typeface="Versos Light" panose="020B0403020204030204" pitchFamily="34" charset="0"/>
              </a:rPr>
              <a:t>Tivio HGD30 rendeu 1,08% no mês (100% do CDI) e 14,66% em 12 meses (101% do CDI).</a:t>
            </a:r>
          </a:p>
          <a:p>
            <a:pPr marL="144000" lvl="0" indent="-180000" fontAlgn="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000">
                <a:latin typeface="Versos Light" panose="020B0403020204030204" pitchFamily="34" charset="0"/>
              </a:rPr>
              <a:t>Títulos bancários foram o principal destaque positivo, adicionando cerca de 3 bps de alfa.</a:t>
            </a:r>
          </a:p>
          <a:p>
            <a:pPr marL="144000" lvl="0" indent="-180000" fontAlgn="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000">
                <a:latin typeface="Versos Light" panose="020B0403020204030204" pitchFamily="34" charset="0"/>
              </a:rPr>
              <a:t>Debêntures foram o principal detrator, com impacto de -1,3 bps de alfa.</a:t>
            </a:r>
          </a:p>
          <a:p>
            <a:pPr marL="144000" lvl="0" indent="-180000" fontAlgn="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000">
                <a:latin typeface="Versos Light" panose="020B0403020204030204" pitchFamily="34" charset="0"/>
              </a:rPr>
              <a:t>Tupy e Randon contribuíram positivamente com 2,3 bps acima do CDI.</a:t>
            </a:r>
          </a:p>
          <a:p>
            <a:pPr marL="144000" lvl="0" indent="-180000" fontAlgn="t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pt-BR" sz="1000">
                <a:latin typeface="Versos Light" panose="020B0403020204030204" pitchFamily="34" charset="0"/>
              </a:rPr>
              <a:t>Hapvida e Sendas foram os principais detratores, com impacto de -2,5 bps abaixo do CDI.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B5E5C1F-B237-E107-6B0A-157900F60B0F}"/>
              </a:ext>
            </a:extLst>
          </p:cNvPr>
          <p:cNvGrpSpPr/>
          <p:nvPr/>
        </p:nvGrpSpPr>
        <p:grpSpPr>
          <a:xfrm>
            <a:off x="3097763" y="374109"/>
            <a:ext cx="7648843" cy="346860"/>
            <a:chOff x="3097763" y="374109"/>
            <a:chExt cx="7648843" cy="346860"/>
          </a:xfrm>
        </p:grpSpPr>
        <p:sp>
          <p:nvSpPr>
            <p:cNvPr id="10" name="CaixaDeTexto 4">
              <a:extLst>
                <a:ext uri="{FF2B5EF4-FFF2-40B4-BE49-F238E27FC236}">
                  <a16:creationId xmlns:a16="http://schemas.microsoft.com/office/drawing/2014/main" id="{E9C2D610-5B7D-0DCC-D34C-F005BBE9BA78}"/>
                </a:ext>
              </a:extLst>
            </p:cNvPr>
            <p:cNvSpPr txBox="1"/>
            <p:nvPr/>
          </p:nvSpPr>
          <p:spPr>
            <a:xfrm>
              <a:off x="8916524" y="374109"/>
              <a:ext cx="1830082" cy="34686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59.888.171/0001-41</a:t>
              </a:r>
            </a:p>
          </p:txBody>
        </p:sp>
        <p:sp>
          <p:nvSpPr>
            <p:cNvPr id="11" name="CaixaDeTexto 4">
              <a:extLst>
                <a:ext uri="{FF2B5EF4-FFF2-40B4-BE49-F238E27FC236}">
                  <a16:creationId xmlns:a16="http://schemas.microsoft.com/office/drawing/2014/main" id="{06A877F7-0B30-B688-E1CB-E05C66D46E48}"/>
                </a:ext>
              </a:extLst>
            </p:cNvPr>
            <p:cNvSpPr txBox="1"/>
            <p:nvPr/>
          </p:nvSpPr>
          <p:spPr>
            <a:xfrm>
              <a:off x="3097763" y="374109"/>
              <a:ext cx="5670971" cy="34686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BRADESCO </a:t>
              </a:r>
              <a:r>
                <a:rPr kumimoji="0" lang="pt-BR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TIVIO HGD 30 </a:t>
              </a:r>
              <a:r>
                <a:rPr kumimoji="0" lang="pt-BR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PGBL/VGBL RESP LIMITADA </a:t>
              </a:r>
              <a:br>
                <a:rPr kumimoji="0" lang="pt-BR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FIF CIC RENDA FIXA CRÉDITO PRIVADO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CC0A1BC-0AAF-E88F-D697-D09A2A627673}"/>
              </a:ext>
            </a:extLst>
          </p:cNvPr>
          <p:cNvGrpSpPr/>
          <p:nvPr/>
        </p:nvGrpSpPr>
        <p:grpSpPr>
          <a:xfrm>
            <a:off x="354669" y="6459194"/>
            <a:ext cx="2743094" cy="216000"/>
            <a:chOff x="6662939" y="822163"/>
            <a:chExt cx="2487140" cy="216000"/>
          </a:xfrm>
        </p:grpSpPr>
        <p:sp>
          <p:nvSpPr>
            <p:cNvPr id="14" name="object 38">
              <a:extLst>
                <a:ext uri="{FF2B5EF4-FFF2-40B4-BE49-F238E27FC236}">
                  <a16:creationId xmlns:a16="http://schemas.microsoft.com/office/drawing/2014/main" id="{9062FBBE-7679-7197-7678-B2B207F7081A}"/>
                </a:ext>
              </a:extLst>
            </p:cNvPr>
            <p:cNvSpPr txBox="1">
              <a:spLocks/>
            </p:cNvSpPr>
            <p:nvPr/>
          </p:nvSpPr>
          <p:spPr>
            <a:xfrm>
              <a:off x="6662939" y="822163"/>
              <a:ext cx="132535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vert="horz" wrap="square" lIns="0" tIns="0" rIns="0" bIns="0" rtlCol="0" anchor="ctr" anchorCtr="0">
              <a:no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Data de início: 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01/03/2025</a:t>
              </a:r>
            </a:p>
          </p:txBody>
        </p:sp>
        <p:sp>
          <p:nvSpPr>
            <p:cNvPr id="15" name="object 38">
              <a:extLst>
                <a:ext uri="{FF2B5EF4-FFF2-40B4-BE49-F238E27FC236}">
                  <a16:creationId xmlns:a16="http://schemas.microsoft.com/office/drawing/2014/main" id="{63B41E64-DD4A-0262-F756-1F6B5C6217D6}"/>
                </a:ext>
              </a:extLst>
            </p:cNvPr>
            <p:cNvSpPr txBox="1">
              <a:spLocks/>
            </p:cNvSpPr>
            <p:nvPr/>
          </p:nvSpPr>
          <p:spPr>
            <a:xfrm>
              <a:off x="7988289" y="822163"/>
              <a:ext cx="1161790" cy="216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0" tIns="0" rIns="0" bIns="0" rtlCol="0" anchor="ctr" anchorCtr="0">
              <a:no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Database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: </a:t>
              </a:r>
              <a:r>
                <a:rPr lang="pt-BR" sz="800" kern="0">
                  <a:solidFill>
                    <a:srgbClr val="FFFFFF"/>
                  </a:solidFill>
                  <a:latin typeface="Versos" panose="020B0503020204030204" pitchFamily="34" charset="0"/>
                  <a:sym typeface="Arial"/>
                </a:rPr>
                <a:t>31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/09/2026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08AAF2FB-C539-8530-89DA-820AD4F7FE17}"/>
              </a:ext>
            </a:extLst>
          </p:cNvPr>
          <p:cNvGrpSpPr/>
          <p:nvPr/>
        </p:nvGrpSpPr>
        <p:grpSpPr>
          <a:xfrm>
            <a:off x="3097763" y="3735042"/>
            <a:ext cx="8759275" cy="215430"/>
            <a:chOff x="334962" y="1579329"/>
            <a:chExt cx="9335367" cy="215430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3267352-6EDB-41AC-6CC7-6951149E8C07}"/>
                </a:ext>
              </a:extLst>
            </p:cNvPr>
            <p:cNvSpPr txBox="1"/>
            <p:nvPr/>
          </p:nvSpPr>
          <p:spPr>
            <a:xfrm>
              <a:off x="334962" y="1579329"/>
              <a:ext cx="4318317" cy="16158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RENTABILIDADE HISTÓRICA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B762D70-D6CA-D0BB-39F7-08F8E0665A19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1794759"/>
              <a:ext cx="933536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2799968-E105-59AA-F673-2848518FA392}"/>
              </a:ext>
            </a:extLst>
          </p:cNvPr>
          <p:cNvGrpSpPr/>
          <p:nvPr/>
        </p:nvGrpSpPr>
        <p:grpSpPr>
          <a:xfrm>
            <a:off x="354669" y="2607399"/>
            <a:ext cx="2569506" cy="3477528"/>
            <a:chOff x="354669" y="2607399"/>
            <a:chExt cx="3206644" cy="3477528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CA63E8B0-6A5F-C7A2-B46D-20514869BC83}"/>
                </a:ext>
              </a:extLst>
            </p:cNvPr>
            <p:cNvSpPr/>
            <p:nvPr/>
          </p:nvSpPr>
          <p:spPr>
            <a:xfrm>
              <a:off x="1669980" y="2607399"/>
              <a:ext cx="1891333" cy="347752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  <a:miter lim="800000"/>
            </a:ln>
            <a:effectLst/>
          </p:spPr>
          <p:txBody>
            <a:bodyPr lIns="108000" tIns="72000" rIns="0" b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Previsão de alocação</a:t>
              </a:r>
              <a:br>
                <a:rPr kumimoji="0" lang="pt-BR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1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(% patrimônio líquido)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7DC4E9A5-48CF-7AE8-53AA-4370D5AD1B7D}"/>
                </a:ext>
              </a:extLst>
            </p:cNvPr>
            <p:cNvGrpSpPr/>
            <p:nvPr/>
          </p:nvGrpSpPr>
          <p:grpSpPr>
            <a:xfrm>
              <a:off x="354669" y="4199347"/>
              <a:ext cx="3085416" cy="765014"/>
              <a:chOff x="354669" y="4273605"/>
              <a:chExt cx="3085416" cy="765014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2EDFF2AC-F531-4D70-12E9-EFF114C50F25}"/>
                  </a:ext>
                </a:extLst>
              </p:cNvPr>
              <p:cNvSpPr/>
              <p:nvPr/>
            </p:nvSpPr>
            <p:spPr>
              <a:xfrm>
                <a:off x="354669" y="4273605"/>
                <a:ext cx="3085416" cy="765014"/>
              </a:xfrm>
              <a:prstGeom prst="rect">
                <a:avLst/>
              </a:prstGeom>
              <a:solidFill>
                <a:schemeClr val="accent2"/>
              </a:solidFill>
              <a:ln w="19050" cap="flat" cmpd="sng" algn="ctr">
                <a:solidFill>
                  <a:schemeClr val="accent1"/>
                </a:solidFill>
                <a:prstDash val="solid"/>
                <a:miter lim="800000"/>
              </a:ln>
              <a:effectLst/>
            </p:spPr>
            <p:txBody>
              <a:bodyPr lIns="108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Crédito </a:t>
                </a:r>
                <a:br>
                  <a:rPr kumimoji="0" lang="pt-BR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</a:br>
                <a:r>
                  <a:rPr kumimoji="0" lang="pt-BR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Estruturado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86899E84-A9B2-B07F-EB8F-EA53950DEF9B}"/>
                  </a:ext>
                </a:extLst>
              </p:cNvPr>
              <p:cNvSpPr txBox="1"/>
              <p:nvPr/>
            </p:nvSpPr>
            <p:spPr>
              <a:xfrm>
                <a:off x="1740661" y="4502224"/>
                <a:ext cx="1536386" cy="30777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>
                        <a:lumMod val="95000"/>
                        <a:lumOff val="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5,3%</a:t>
                </a: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6B76A799-E4B4-AA0C-B60F-49A796222388}"/>
                </a:ext>
              </a:extLst>
            </p:cNvPr>
            <p:cNvGrpSpPr/>
            <p:nvPr/>
          </p:nvGrpSpPr>
          <p:grpSpPr>
            <a:xfrm>
              <a:off x="354669" y="5237485"/>
              <a:ext cx="3085416" cy="765014"/>
              <a:chOff x="354669" y="5237485"/>
              <a:chExt cx="3085416" cy="765014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3B84C718-0FC0-2582-FED0-ED2A7E309739}"/>
                  </a:ext>
                </a:extLst>
              </p:cNvPr>
              <p:cNvSpPr/>
              <p:nvPr/>
            </p:nvSpPr>
            <p:spPr>
              <a:xfrm>
                <a:off x="354669" y="5237485"/>
                <a:ext cx="3085416" cy="765014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9050" cap="flat" cmpd="sng" algn="ctr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800000"/>
              </a:ln>
              <a:effectLst/>
            </p:spPr>
            <p:txBody>
              <a:bodyPr lIns="108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Caixa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25A1F961-42BB-AA58-2998-31B72FAFA17F}"/>
                  </a:ext>
                </a:extLst>
              </p:cNvPr>
              <p:cNvSpPr txBox="1"/>
              <p:nvPr/>
            </p:nvSpPr>
            <p:spPr>
              <a:xfrm>
                <a:off x="1740661" y="5466104"/>
                <a:ext cx="1536386" cy="30777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28,4%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44F5FE99-012D-0F88-5D52-E4A2158BB7BA}"/>
                </a:ext>
              </a:extLst>
            </p:cNvPr>
            <p:cNvGrpSpPr/>
            <p:nvPr/>
          </p:nvGrpSpPr>
          <p:grpSpPr>
            <a:xfrm>
              <a:off x="354669" y="3161210"/>
              <a:ext cx="3085416" cy="765014"/>
              <a:chOff x="354669" y="3161210"/>
              <a:chExt cx="3085416" cy="765014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A864C211-7574-B9D4-8438-BA9317D9C9ED}"/>
                  </a:ext>
                </a:extLst>
              </p:cNvPr>
              <p:cNvSpPr/>
              <p:nvPr/>
            </p:nvSpPr>
            <p:spPr>
              <a:xfrm>
                <a:off x="354669" y="3161210"/>
                <a:ext cx="3085416" cy="76501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19050" cap="flat" cmpd="sng" algn="ctr">
                <a:solidFill>
                  <a:schemeClr val="bg2">
                    <a:lumMod val="25000"/>
                  </a:schemeClr>
                </a:solidFill>
                <a:prstDash val="solid"/>
                <a:miter lim="800000"/>
              </a:ln>
              <a:effectLst/>
            </p:spPr>
            <p:txBody>
              <a:bodyPr lIns="108000"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Crédito </a:t>
                </a:r>
                <a:br>
                  <a:rPr kumimoji="0" lang="pt-BR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</a:br>
                <a:r>
                  <a:rPr kumimoji="0" lang="pt-BR" sz="12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High Grade</a:t>
                </a: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303BCDD-27C3-8911-C786-4D2EEC11DDB0}"/>
                  </a:ext>
                </a:extLst>
              </p:cNvPr>
              <p:cNvSpPr txBox="1"/>
              <p:nvPr/>
            </p:nvSpPr>
            <p:spPr>
              <a:xfrm>
                <a:off x="1740661" y="3389828"/>
                <a:ext cx="1536386" cy="30777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pt-BR" sz="1400" b="1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Arial"/>
                    <a:sym typeface="Arial"/>
                  </a:rPr>
                  <a:t>66,5%</a:t>
                </a:r>
              </a:p>
            </p:txBody>
          </p:sp>
        </p:grp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6AC9AF0-DAF7-109D-E7A9-4B3F988312C8}"/>
              </a:ext>
            </a:extLst>
          </p:cNvPr>
          <p:cNvSpPr/>
          <p:nvPr/>
        </p:nvSpPr>
        <p:spPr>
          <a:xfrm>
            <a:off x="9991800" y="5142104"/>
            <a:ext cx="749694" cy="324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97,47%</a:t>
            </a:r>
            <a:b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8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0387D32-680E-E99D-2B30-CE6804F81121}"/>
              </a:ext>
            </a:extLst>
          </p:cNvPr>
          <p:cNvSpPr/>
          <p:nvPr/>
        </p:nvSpPr>
        <p:spPr>
          <a:xfrm>
            <a:off x="11114625" y="5476766"/>
            <a:ext cx="749694" cy="324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99,22%</a:t>
            </a:r>
            <a:b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8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6F141C2-F09F-6102-4B49-F790761F7DBE}"/>
              </a:ext>
            </a:extLst>
          </p:cNvPr>
          <p:cNvSpPr/>
          <p:nvPr/>
        </p:nvSpPr>
        <p:spPr>
          <a:xfrm>
            <a:off x="3200326" y="5165374"/>
            <a:ext cx="728122" cy="40780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101,82%</a:t>
            </a:r>
            <a:b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8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A8A67B-7BFF-14F7-FBC4-CCD6CC9856AC}"/>
              </a:ext>
            </a:extLst>
          </p:cNvPr>
          <p:cNvSpPr/>
          <p:nvPr/>
        </p:nvSpPr>
        <p:spPr>
          <a:xfrm>
            <a:off x="4102037" y="5327374"/>
            <a:ext cx="728122" cy="40780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90,92%</a:t>
            </a:r>
            <a:b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8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0E8DEA2-1755-444C-F935-A395F896D424}"/>
              </a:ext>
            </a:extLst>
          </p:cNvPr>
          <p:cNvSpPr/>
          <p:nvPr/>
        </p:nvSpPr>
        <p:spPr>
          <a:xfrm>
            <a:off x="4842383" y="5395603"/>
            <a:ext cx="728122" cy="40780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67,51%</a:t>
            </a:r>
            <a:b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8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43616AC-2181-F914-FC31-7962EE3967CC}"/>
              </a:ext>
            </a:extLst>
          </p:cNvPr>
          <p:cNvSpPr/>
          <p:nvPr/>
        </p:nvSpPr>
        <p:spPr>
          <a:xfrm>
            <a:off x="5664652" y="5165373"/>
            <a:ext cx="728122" cy="40780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99,09%</a:t>
            </a:r>
            <a:b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8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781ECC9-4FC2-4F21-B56C-4E70E4579EDA}"/>
              </a:ext>
            </a:extLst>
          </p:cNvPr>
          <p:cNvSpPr/>
          <p:nvPr/>
        </p:nvSpPr>
        <p:spPr>
          <a:xfrm>
            <a:off x="6459868" y="4829676"/>
            <a:ext cx="728122" cy="40780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122,68%</a:t>
            </a:r>
            <a:b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8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5D6264A-B955-8125-F7D8-E111566D7C70}"/>
              </a:ext>
            </a:extLst>
          </p:cNvPr>
          <p:cNvSpPr/>
          <p:nvPr/>
        </p:nvSpPr>
        <p:spPr>
          <a:xfrm>
            <a:off x="7301888" y="5104198"/>
            <a:ext cx="728122" cy="40780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98,97%</a:t>
            </a:r>
            <a:b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8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ECEB0C-3BA1-48AF-5006-6053A98DE1AB}"/>
              </a:ext>
            </a:extLst>
          </p:cNvPr>
          <p:cNvSpPr/>
          <p:nvPr/>
        </p:nvSpPr>
        <p:spPr>
          <a:xfrm>
            <a:off x="8097104" y="5097173"/>
            <a:ext cx="728122" cy="40780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105,32%</a:t>
            </a:r>
            <a:b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8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33A6FC-9D33-82D2-DA8F-EBA19C630A98}"/>
              </a:ext>
            </a:extLst>
          </p:cNvPr>
          <p:cNvSpPr/>
          <p:nvPr/>
        </p:nvSpPr>
        <p:spPr>
          <a:xfrm>
            <a:off x="8959662" y="5225535"/>
            <a:ext cx="728122" cy="40780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95,85%</a:t>
            </a:r>
            <a:b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86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</p:spTree>
    <p:extLst>
      <p:ext uri="{BB962C8B-B14F-4D97-AF65-F5344CB8AC3E}">
        <p14:creationId xmlns:p14="http://schemas.microsoft.com/office/powerpoint/2010/main" val="22045303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AEE7C-9DB4-80FC-0AFD-B52D50E5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3">
            <a:extLst>
              <a:ext uri="{FF2B5EF4-FFF2-40B4-BE49-F238E27FC236}">
                <a16:creationId xmlns:a16="http://schemas.microsoft.com/office/drawing/2014/main" id="{A95A7C64-2C79-B529-EFCD-53CDD71840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" y="4119"/>
            <a:ext cx="3904555" cy="6853881"/>
          </a:xfrm>
          <a:prstGeom prst="rect">
            <a:avLst/>
          </a:prstGeom>
          <a:solidFill>
            <a:schemeClr val="bg1">
              <a:alpha val="24000"/>
            </a:schemeClr>
          </a:solidFill>
        </p:spPr>
      </p:pic>
      <p:sp>
        <p:nvSpPr>
          <p:cNvPr id="2" name="object 5">
            <a:extLst>
              <a:ext uri="{FF2B5EF4-FFF2-40B4-BE49-F238E27FC236}">
                <a16:creationId xmlns:a16="http://schemas.microsoft.com/office/drawing/2014/main" id="{94B0E830-40CE-1A33-30B2-F1A4B57405B9}"/>
              </a:ext>
            </a:extLst>
          </p:cNvPr>
          <p:cNvSpPr/>
          <p:nvPr/>
        </p:nvSpPr>
        <p:spPr>
          <a:xfrm flipV="1">
            <a:off x="334963" y="87564"/>
            <a:ext cx="1152086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E8A293D0-0067-ACA9-9BA0-8D8F1178240B}"/>
              </a:ext>
            </a:extLst>
          </p:cNvPr>
          <p:cNvSpPr/>
          <p:nvPr/>
        </p:nvSpPr>
        <p:spPr>
          <a:xfrm>
            <a:off x="11100750" y="513297"/>
            <a:ext cx="755077" cy="256427"/>
          </a:xfrm>
          <a:custGeom>
            <a:avLst/>
            <a:gdLst>
              <a:gd name="connsiteX0" fmla="*/ 729170 w 755077"/>
              <a:gd name="connsiteY0" fmla="*/ 141860 h 256427"/>
              <a:gd name="connsiteX1" fmla="*/ 755078 w 755077"/>
              <a:gd name="connsiteY1" fmla="*/ 82229 h 256427"/>
              <a:gd name="connsiteX2" fmla="*/ 729170 w 755077"/>
              <a:gd name="connsiteY2" fmla="*/ 22599 h 256427"/>
              <a:gd name="connsiteX3" fmla="*/ 662720 w 755077"/>
              <a:gd name="connsiteY3" fmla="*/ 0 h 256427"/>
              <a:gd name="connsiteX4" fmla="*/ 596270 w 755077"/>
              <a:gd name="connsiteY4" fmla="*/ 22599 h 256427"/>
              <a:gd name="connsiteX5" fmla="*/ 570363 w 755077"/>
              <a:gd name="connsiteY5" fmla="*/ 82229 h 256427"/>
              <a:gd name="connsiteX6" fmla="*/ 596270 w 755077"/>
              <a:gd name="connsiteY6" fmla="*/ 141860 h 256427"/>
              <a:gd name="connsiteX7" fmla="*/ 662720 w 755077"/>
              <a:gd name="connsiteY7" fmla="*/ 164459 h 256427"/>
              <a:gd name="connsiteX8" fmla="*/ 729170 w 755077"/>
              <a:gd name="connsiteY8" fmla="*/ 141860 h 256427"/>
              <a:gd name="connsiteX9" fmla="*/ 596089 w 755077"/>
              <a:gd name="connsiteY9" fmla="*/ 82229 h 256427"/>
              <a:gd name="connsiteX10" fmla="*/ 613852 w 755077"/>
              <a:gd name="connsiteY10" fmla="*/ 41282 h 256427"/>
              <a:gd name="connsiteX11" fmla="*/ 662720 w 755077"/>
              <a:gd name="connsiteY11" fmla="*/ 25357 h 256427"/>
              <a:gd name="connsiteX12" fmla="*/ 711588 w 755077"/>
              <a:gd name="connsiteY12" fmla="*/ 41282 h 256427"/>
              <a:gd name="connsiteX13" fmla="*/ 729351 w 755077"/>
              <a:gd name="connsiteY13" fmla="*/ 82229 h 256427"/>
              <a:gd name="connsiteX14" fmla="*/ 711588 w 755077"/>
              <a:gd name="connsiteY14" fmla="*/ 123177 h 256427"/>
              <a:gd name="connsiteX15" fmla="*/ 662720 w 755077"/>
              <a:gd name="connsiteY15" fmla="*/ 139093 h 256427"/>
              <a:gd name="connsiteX16" fmla="*/ 613852 w 755077"/>
              <a:gd name="connsiteY16" fmla="*/ 123177 h 256427"/>
              <a:gd name="connsiteX17" fmla="*/ 596089 w 755077"/>
              <a:gd name="connsiteY17" fmla="*/ 82229 h 256427"/>
              <a:gd name="connsiteX18" fmla="*/ 234957 w 755077"/>
              <a:gd name="connsiteY18" fmla="*/ 204267 h 256427"/>
              <a:gd name="connsiteX19" fmla="*/ 246049 w 755077"/>
              <a:gd name="connsiteY19" fmla="*/ 201210 h 256427"/>
              <a:gd name="connsiteX20" fmla="*/ 257882 w 755077"/>
              <a:gd name="connsiteY20" fmla="*/ 204791 h 256427"/>
              <a:gd name="connsiteX21" fmla="*/ 264390 w 755077"/>
              <a:gd name="connsiteY21" fmla="*/ 214748 h 256427"/>
              <a:gd name="connsiteX22" fmla="*/ 271993 w 755077"/>
              <a:gd name="connsiteY22" fmla="*/ 214748 h 256427"/>
              <a:gd name="connsiteX23" fmla="*/ 263387 w 755077"/>
              <a:gd name="connsiteY23" fmla="*/ 199718 h 256427"/>
              <a:gd name="connsiteX24" fmla="*/ 246401 w 755077"/>
              <a:gd name="connsiteY24" fmla="*/ 194211 h 256427"/>
              <a:gd name="connsiteX25" fmla="*/ 231025 w 755077"/>
              <a:gd name="connsiteY25" fmla="*/ 198099 h 256427"/>
              <a:gd name="connsiteX26" fmla="*/ 220810 w 755077"/>
              <a:gd name="connsiteY26" fmla="*/ 209069 h 256427"/>
              <a:gd name="connsiteX27" fmla="*/ 217231 w 755077"/>
              <a:gd name="connsiteY27" fmla="*/ 225319 h 256427"/>
              <a:gd name="connsiteX28" fmla="*/ 220810 w 755077"/>
              <a:gd name="connsiteY28" fmla="*/ 241615 h 256427"/>
              <a:gd name="connsiteX29" fmla="*/ 231025 w 755077"/>
              <a:gd name="connsiteY29" fmla="*/ 252539 h 256427"/>
              <a:gd name="connsiteX30" fmla="*/ 246401 w 755077"/>
              <a:gd name="connsiteY30" fmla="*/ 256428 h 256427"/>
              <a:gd name="connsiteX31" fmla="*/ 263387 w 755077"/>
              <a:gd name="connsiteY31" fmla="*/ 250920 h 256427"/>
              <a:gd name="connsiteX32" fmla="*/ 271902 w 755077"/>
              <a:gd name="connsiteY32" fmla="*/ 235891 h 256427"/>
              <a:gd name="connsiteX33" fmla="*/ 264300 w 755077"/>
              <a:gd name="connsiteY33" fmla="*/ 235891 h 256427"/>
              <a:gd name="connsiteX34" fmla="*/ 257837 w 755077"/>
              <a:gd name="connsiteY34" fmla="*/ 245892 h 256427"/>
              <a:gd name="connsiteX35" fmla="*/ 246049 w 755077"/>
              <a:gd name="connsiteY35" fmla="*/ 249428 h 256427"/>
              <a:gd name="connsiteX36" fmla="*/ 234957 w 755077"/>
              <a:gd name="connsiteY36" fmla="*/ 246372 h 256427"/>
              <a:gd name="connsiteX37" fmla="*/ 227581 w 755077"/>
              <a:gd name="connsiteY37" fmla="*/ 237808 h 256427"/>
              <a:gd name="connsiteX38" fmla="*/ 225005 w 755077"/>
              <a:gd name="connsiteY38" fmla="*/ 225310 h 256427"/>
              <a:gd name="connsiteX39" fmla="*/ 227581 w 755077"/>
              <a:gd name="connsiteY39" fmla="*/ 212776 h 256427"/>
              <a:gd name="connsiteX40" fmla="*/ 234957 w 755077"/>
              <a:gd name="connsiteY40" fmla="*/ 204258 h 256427"/>
              <a:gd name="connsiteX41" fmla="*/ 330858 w 755077"/>
              <a:gd name="connsiteY41" fmla="*/ 194744 h 256427"/>
              <a:gd name="connsiteX42" fmla="*/ 307536 w 755077"/>
              <a:gd name="connsiteY42" fmla="*/ 255903 h 256427"/>
              <a:gd name="connsiteX43" fmla="*/ 315392 w 755077"/>
              <a:gd name="connsiteY43" fmla="*/ 255903 h 256427"/>
              <a:gd name="connsiteX44" fmla="*/ 321855 w 755077"/>
              <a:gd name="connsiteY44" fmla="*/ 239390 h 256427"/>
              <a:gd name="connsiteX45" fmla="*/ 348495 w 755077"/>
              <a:gd name="connsiteY45" fmla="*/ 239390 h 256427"/>
              <a:gd name="connsiteX46" fmla="*/ 354958 w 755077"/>
              <a:gd name="connsiteY46" fmla="*/ 255903 h 256427"/>
              <a:gd name="connsiteX47" fmla="*/ 363076 w 755077"/>
              <a:gd name="connsiteY47" fmla="*/ 255903 h 256427"/>
              <a:gd name="connsiteX48" fmla="*/ 339844 w 755077"/>
              <a:gd name="connsiteY48" fmla="*/ 194744 h 256427"/>
              <a:gd name="connsiteX49" fmla="*/ 330849 w 755077"/>
              <a:gd name="connsiteY49" fmla="*/ 194744 h 256427"/>
              <a:gd name="connsiteX50" fmla="*/ 324133 w 755077"/>
              <a:gd name="connsiteY50" fmla="*/ 232490 h 256427"/>
              <a:gd name="connsiteX51" fmla="*/ 335134 w 755077"/>
              <a:gd name="connsiteY51" fmla="*/ 203046 h 256427"/>
              <a:gd name="connsiteX52" fmla="*/ 346226 w 755077"/>
              <a:gd name="connsiteY52" fmla="*/ 232490 h 256427"/>
              <a:gd name="connsiteX53" fmla="*/ 324124 w 755077"/>
              <a:gd name="connsiteY53" fmla="*/ 232490 h 256427"/>
              <a:gd name="connsiteX54" fmla="*/ 715231 w 755077"/>
              <a:gd name="connsiteY54" fmla="*/ 194744 h 256427"/>
              <a:gd name="connsiteX55" fmla="*/ 707638 w 755077"/>
              <a:gd name="connsiteY55" fmla="*/ 194744 h 256427"/>
              <a:gd name="connsiteX56" fmla="*/ 707638 w 755077"/>
              <a:gd name="connsiteY56" fmla="*/ 255903 h 256427"/>
              <a:gd name="connsiteX57" fmla="*/ 743100 w 755077"/>
              <a:gd name="connsiteY57" fmla="*/ 255903 h 256427"/>
              <a:gd name="connsiteX58" fmla="*/ 743100 w 755077"/>
              <a:gd name="connsiteY58" fmla="*/ 248913 h 256427"/>
              <a:gd name="connsiteX59" fmla="*/ 715240 w 755077"/>
              <a:gd name="connsiteY59" fmla="*/ 248913 h 256427"/>
              <a:gd name="connsiteX60" fmla="*/ 715240 w 755077"/>
              <a:gd name="connsiteY60" fmla="*/ 194744 h 256427"/>
              <a:gd name="connsiteX61" fmla="*/ 247423 w 755077"/>
              <a:gd name="connsiteY61" fmla="*/ 2089 h 256427"/>
              <a:gd name="connsiteX62" fmla="*/ 222392 w 755077"/>
              <a:gd name="connsiteY62" fmla="*/ 2089 h 256427"/>
              <a:gd name="connsiteX63" fmla="*/ 222392 w 755077"/>
              <a:gd name="connsiteY63" fmla="*/ 162361 h 256427"/>
              <a:gd name="connsiteX64" fmla="*/ 247423 w 755077"/>
              <a:gd name="connsiteY64" fmla="*/ 162361 h 256427"/>
              <a:gd name="connsiteX65" fmla="*/ 247423 w 755077"/>
              <a:gd name="connsiteY65" fmla="*/ 2089 h 256427"/>
              <a:gd name="connsiteX66" fmla="*/ 79458 w 755077"/>
              <a:gd name="connsiteY66" fmla="*/ 61810 h 256427"/>
              <a:gd name="connsiteX67" fmla="*/ 79458 w 755077"/>
              <a:gd name="connsiteY67" fmla="*/ 162370 h 256427"/>
              <a:gd name="connsiteX68" fmla="*/ 105230 w 755077"/>
              <a:gd name="connsiteY68" fmla="*/ 162370 h 256427"/>
              <a:gd name="connsiteX69" fmla="*/ 105212 w 755077"/>
              <a:gd name="connsiteY69" fmla="*/ 61810 h 256427"/>
              <a:gd name="connsiteX70" fmla="*/ 93786 w 755077"/>
              <a:gd name="connsiteY70" fmla="*/ 28296 h 256427"/>
              <a:gd name="connsiteX71" fmla="*/ 92330 w 755077"/>
              <a:gd name="connsiteY71" fmla="*/ 26415 h 256427"/>
              <a:gd name="connsiteX72" fmla="*/ 90875 w 755077"/>
              <a:gd name="connsiteY72" fmla="*/ 28296 h 256427"/>
              <a:gd name="connsiteX73" fmla="*/ 79449 w 755077"/>
              <a:gd name="connsiteY73" fmla="*/ 61810 h 256427"/>
              <a:gd name="connsiteX74" fmla="*/ 46608 w 755077"/>
              <a:gd name="connsiteY74" fmla="*/ 2089 h 256427"/>
              <a:gd name="connsiteX75" fmla="*/ 0 w 755077"/>
              <a:gd name="connsiteY75" fmla="*/ 2089 h 256427"/>
              <a:gd name="connsiteX76" fmla="*/ 0 w 755077"/>
              <a:gd name="connsiteY76" fmla="*/ 26415 h 256427"/>
              <a:gd name="connsiteX77" fmla="*/ 92330 w 755077"/>
              <a:gd name="connsiteY77" fmla="*/ 26415 h 256427"/>
              <a:gd name="connsiteX78" fmla="*/ 90043 w 755077"/>
              <a:gd name="connsiteY78" fmla="*/ 23458 h 256427"/>
              <a:gd name="connsiteX79" fmla="*/ 46608 w 755077"/>
              <a:gd name="connsiteY79" fmla="*/ 2089 h 256427"/>
              <a:gd name="connsiteX80" fmla="*/ 94618 w 755077"/>
              <a:gd name="connsiteY80" fmla="*/ 23458 h 256427"/>
              <a:gd name="connsiteX81" fmla="*/ 92330 w 755077"/>
              <a:gd name="connsiteY81" fmla="*/ 26415 h 256427"/>
              <a:gd name="connsiteX82" fmla="*/ 184661 w 755077"/>
              <a:gd name="connsiteY82" fmla="*/ 26415 h 256427"/>
              <a:gd name="connsiteX83" fmla="*/ 184661 w 755077"/>
              <a:gd name="connsiteY83" fmla="*/ 2089 h 256427"/>
              <a:gd name="connsiteX84" fmla="*/ 138053 w 755077"/>
              <a:gd name="connsiteY84" fmla="*/ 2089 h 256427"/>
              <a:gd name="connsiteX85" fmla="*/ 94608 w 755077"/>
              <a:gd name="connsiteY85" fmla="*/ 23458 h 256427"/>
              <a:gd name="connsiteX86" fmla="*/ 507601 w 755077"/>
              <a:gd name="connsiteY86" fmla="*/ 162361 h 256427"/>
              <a:gd name="connsiteX87" fmla="*/ 532631 w 755077"/>
              <a:gd name="connsiteY87" fmla="*/ 162361 h 256427"/>
              <a:gd name="connsiteX88" fmla="*/ 532631 w 755077"/>
              <a:gd name="connsiteY88" fmla="*/ 2089 h 256427"/>
              <a:gd name="connsiteX89" fmla="*/ 507601 w 755077"/>
              <a:gd name="connsiteY89" fmla="*/ 2089 h 256427"/>
              <a:gd name="connsiteX90" fmla="*/ 507601 w 755077"/>
              <a:gd name="connsiteY90" fmla="*/ 162361 h 256427"/>
              <a:gd name="connsiteX91" fmla="*/ 488238 w 755077"/>
              <a:gd name="connsiteY91" fmla="*/ 255903 h 256427"/>
              <a:gd name="connsiteX92" fmla="*/ 495840 w 755077"/>
              <a:gd name="connsiteY92" fmla="*/ 255903 h 256427"/>
              <a:gd name="connsiteX93" fmla="*/ 495840 w 755077"/>
              <a:gd name="connsiteY93" fmla="*/ 194744 h 256427"/>
              <a:gd name="connsiteX94" fmla="*/ 488238 w 755077"/>
              <a:gd name="connsiteY94" fmla="*/ 194744 h 256427"/>
              <a:gd name="connsiteX95" fmla="*/ 488238 w 755077"/>
              <a:gd name="connsiteY95" fmla="*/ 255903 h 256427"/>
              <a:gd name="connsiteX96" fmla="*/ 537151 w 755077"/>
              <a:gd name="connsiteY96" fmla="*/ 201735 h 256427"/>
              <a:gd name="connsiteX97" fmla="*/ 556975 w 755077"/>
              <a:gd name="connsiteY97" fmla="*/ 201735 h 256427"/>
              <a:gd name="connsiteX98" fmla="*/ 556975 w 755077"/>
              <a:gd name="connsiteY98" fmla="*/ 255903 h 256427"/>
              <a:gd name="connsiteX99" fmla="*/ 564577 w 755077"/>
              <a:gd name="connsiteY99" fmla="*/ 255903 h 256427"/>
              <a:gd name="connsiteX100" fmla="*/ 564577 w 755077"/>
              <a:gd name="connsiteY100" fmla="*/ 201735 h 256427"/>
              <a:gd name="connsiteX101" fmla="*/ 584401 w 755077"/>
              <a:gd name="connsiteY101" fmla="*/ 201735 h 256427"/>
              <a:gd name="connsiteX102" fmla="*/ 584401 w 755077"/>
              <a:gd name="connsiteY102" fmla="*/ 194744 h 256427"/>
              <a:gd name="connsiteX103" fmla="*/ 537151 w 755077"/>
              <a:gd name="connsiteY103" fmla="*/ 194744 h 256427"/>
              <a:gd name="connsiteX104" fmla="*/ 537151 w 755077"/>
              <a:gd name="connsiteY104" fmla="*/ 201735 h 256427"/>
              <a:gd name="connsiteX105" fmla="*/ 283346 w 755077"/>
              <a:gd name="connsiteY105" fmla="*/ 2089 h 256427"/>
              <a:gd name="connsiteX106" fmla="*/ 340377 w 755077"/>
              <a:gd name="connsiteY106" fmla="*/ 138134 h 256427"/>
              <a:gd name="connsiteX107" fmla="*/ 376047 w 755077"/>
              <a:gd name="connsiteY107" fmla="*/ 164450 h 256427"/>
              <a:gd name="connsiteX108" fmla="*/ 377512 w 755077"/>
              <a:gd name="connsiteY108" fmla="*/ 164450 h 256427"/>
              <a:gd name="connsiteX109" fmla="*/ 312237 w 755077"/>
              <a:gd name="connsiteY109" fmla="*/ 2089 h 256427"/>
              <a:gd name="connsiteX110" fmla="*/ 283346 w 755077"/>
              <a:gd name="connsiteY110" fmla="*/ 2089 h 256427"/>
              <a:gd name="connsiteX111" fmla="*/ 437309 w 755077"/>
              <a:gd name="connsiteY111" fmla="*/ 197059 h 256427"/>
              <a:gd name="connsiteX112" fmla="*/ 426651 w 755077"/>
              <a:gd name="connsiteY112" fmla="*/ 194744 h 256427"/>
              <a:gd name="connsiteX113" fmla="*/ 403157 w 755077"/>
              <a:gd name="connsiteY113" fmla="*/ 194744 h 256427"/>
              <a:gd name="connsiteX114" fmla="*/ 403157 w 755077"/>
              <a:gd name="connsiteY114" fmla="*/ 255903 h 256427"/>
              <a:gd name="connsiteX115" fmla="*/ 410759 w 755077"/>
              <a:gd name="connsiteY115" fmla="*/ 255903 h 256427"/>
              <a:gd name="connsiteX116" fmla="*/ 410759 w 755077"/>
              <a:gd name="connsiteY116" fmla="*/ 232400 h 256427"/>
              <a:gd name="connsiteX117" fmla="*/ 426660 w 755077"/>
              <a:gd name="connsiteY117" fmla="*/ 232400 h 256427"/>
              <a:gd name="connsiteX118" fmla="*/ 437273 w 755077"/>
              <a:gd name="connsiteY118" fmla="*/ 230085 h 256427"/>
              <a:gd name="connsiteX119" fmla="*/ 444387 w 755077"/>
              <a:gd name="connsiteY119" fmla="*/ 223492 h 256427"/>
              <a:gd name="connsiteX120" fmla="*/ 446918 w 755077"/>
              <a:gd name="connsiteY120" fmla="*/ 213536 h 256427"/>
              <a:gd name="connsiteX121" fmla="*/ 444432 w 755077"/>
              <a:gd name="connsiteY121" fmla="*/ 203616 h 256427"/>
              <a:gd name="connsiteX122" fmla="*/ 437318 w 755077"/>
              <a:gd name="connsiteY122" fmla="*/ 197059 h 256427"/>
              <a:gd name="connsiteX123" fmla="*/ 435564 w 755077"/>
              <a:gd name="connsiteY123" fmla="*/ 222181 h 256427"/>
              <a:gd name="connsiteX124" fmla="*/ 425955 w 755077"/>
              <a:gd name="connsiteY124" fmla="*/ 225419 h 256427"/>
              <a:gd name="connsiteX125" fmla="*/ 410759 w 755077"/>
              <a:gd name="connsiteY125" fmla="*/ 225419 h 256427"/>
              <a:gd name="connsiteX126" fmla="*/ 410759 w 755077"/>
              <a:gd name="connsiteY126" fmla="*/ 201744 h 256427"/>
              <a:gd name="connsiteX127" fmla="*/ 426045 w 755077"/>
              <a:gd name="connsiteY127" fmla="*/ 201744 h 256427"/>
              <a:gd name="connsiteX128" fmla="*/ 435609 w 755077"/>
              <a:gd name="connsiteY128" fmla="*/ 204936 h 256427"/>
              <a:gd name="connsiteX129" fmla="*/ 439144 w 755077"/>
              <a:gd name="connsiteY129" fmla="*/ 213545 h 256427"/>
              <a:gd name="connsiteX130" fmla="*/ 435564 w 755077"/>
              <a:gd name="connsiteY130" fmla="*/ 222190 h 256427"/>
              <a:gd name="connsiteX131" fmla="*/ 377503 w 755077"/>
              <a:gd name="connsiteY131" fmla="*/ 164459 h 256427"/>
              <a:gd name="connsiteX132" fmla="*/ 378967 w 755077"/>
              <a:gd name="connsiteY132" fmla="*/ 164459 h 256427"/>
              <a:gd name="connsiteX133" fmla="*/ 414637 w 755077"/>
              <a:gd name="connsiteY133" fmla="*/ 138143 h 256427"/>
              <a:gd name="connsiteX134" fmla="*/ 471668 w 755077"/>
              <a:gd name="connsiteY134" fmla="*/ 2098 h 256427"/>
              <a:gd name="connsiteX135" fmla="*/ 442778 w 755077"/>
              <a:gd name="connsiteY135" fmla="*/ 2098 h 256427"/>
              <a:gd name="connsiteX136" fmla="*/ 377503 w 755077"/>
              <a:gd name="connsiteY136" fmla="*/ 164468 h 256427"/>
              <a:gd name="connsiteX137" fmla="*/ 635303 w 755077"/>
              <a:gd name="connsiteY137" fmla="*/ 194744 h 256427"/>
              <a:gd name="connsiteX138" fmla="*/ 611981 w 755077"/>
              <a:gd name="connsiteY138" fmla="*/ 255903 h 256427"/>
              <a:gd name="connsiteX139" fmla="*/ 619845 w 755077"/>
              <a:gd name="connsiteY139" fmla="*/ 255903 h 256427"/>
              <a:gd name="connsiteX140" fmla="*/ 626309 w 755077"/>
              <a:gd name="connsiteY140" fmla="*/ 239390 h 256427"/>
              <a:gd name="connsiteX141" fmla="*/ 652948 w 755077"/>
              <a:gd name="connsiteY141" fmla="*/ 239390 h 256427"/>
              <a:gd name="connsiteX142" fmla="*/ 659412 w 755077"/>
              <a:gd name="connsiteY142" fmla="*/ 255903 h 256427"/>
              <a:gd name="connsiteX143" fmla="*/ 667529 w 755077"/>
              <a:gd name="connsiteY143" fmla="*/ 255903 h 256427"/>
              <a:gd name="connsiteX144" fmla="*/ 644298 w 755077"/>
              <a:gd name="connsiteY144" fmla="*/ 194744 h 256427"/>
              <a:gd name="connsiteX145" fmla="*/ 635303 w 755077"/>
              <a:gd name="connsiteY145" fmla="*/ 194744 h 256427"/>
              <a:gd name="connsiteX146" fmla="*/ 628578 w 755077"/>
              <a:gd name="connsiteY146" fmla="*/ 232490 h 256427"/>
              <a:gd name="connsiteX147" fmla="*/ 639579 w 755077"/>
              <a:gd name="connsiteY147" fmla="*/ 203046 h 256427"/>
              <a:gd name="connsiteX148" fmla="*/ 650670 w 755077"/>
              <a:gd name="connsiteY148" fmla="*/ 232490 h 256427"/>
              <a:gd name="connsiteX149" fmla="*/ 628569 w 755077"/>
              <a:gd name="connsiteY149" fmla="*/ 232490 h 25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55077" h="256427">
                <a:moveTo>
                  <a:pt x="729170" y="141860"/>
                </a:moveTo>
                <a:cubicBezTo>
                  <a:pt x="745876" y="127092"/>
                  <a:pt x="755078" y="105913"/>
                  <a:pt x="755078" y="82229"/>
                </a:cubicBezTo>
                <a:cubicBezTo>
                  <a:pt x="755078" y="58545"/>
                  <a:pt x="745876" y="37366"/>
                  <a:pt x="729170" y="22599"/>
                </a:cubicBezTo>
                <a:cubicBezTo>
                  <a:pt x="712447" y="7813"/>
                  <a:pt x="689468" y="0"/>
                  <a:pt x="662720" y="0"/>
                </a:cubicBezTo>
                <a:cubicBezTo>
                  <a:pt x="635972" y="0"/>
                  <a:pt x="612993" y="7813"/>
                  <a:pt x="596270" y="22599"/>
                </a:cubicBezTo>
                <a:cubicBezTo>
                  <a:pt x="579565" y="37366"/>
                  <a:pt x="570363" y="58545"/>
                  <a:pt x="570363" y="82229"/>
                </a:cubicBezTo>
                <a:cubicBezTo>
                  <a:pt x="570363" y="105913"/>
                  <a:pt x="579565" y="127092"/>
                  <a:pt x="596270" y="141860"/>
                </a:cubicBezTo>
                <a:cubicBezTo>
                  <a:pt x="612993" y="156645"/>
                  <a:pt x="635972" y="164459"/>
                  <a:pt x="662720" y="164459"/>
                </a:cubicBezTo>
                <a:cubicBezTo>
                  <a:pt x="689468" y="164459"/>
                  <a:pt x="712447" y="156645"/>
                  <a:pt x="729170" y="141860"/>
                </a:cubicBezTo>
                <a:close/>
                <a:moveTo>
                  <a:pt x="596089" y="82229"/>
                </a:moveTo>
                <a:cubicBezTo>
                  <a:pt x="596089" y="65554"/>
                  <a:pt x="602227" y="51401"/>
                  <a:pt x="613852" y="41282"/>
                </a:cubicBezTo>
                <a:cubicBezTo>
                  <a:pt x="625821" y="30864"/>
                  <a:pt x="642716" y="25357"/>
                  <a:pt x="662720" y="25357"/>
                </a:cubicBezTo>
                <a:cubicBezTo>
                  <a:pt x="682725" y="25357"/>
                  <a:pt x="699620" y="30864"/>
                  <a:pt x="711588" y="41282"/>
                </a:cubicBezTo>
                <a:cubicBezTo>
                  <a:pt x="723204" y="51392"/>
                  <a:pt x="729351" y="65554"/>
                  <a:pt x="729351" y="82229"/>
                </a:cubicBezTo>
                <a:cubicBezTo>
                  <a:pt x="729351" y="98905"/>
                  <a:pt x="723213" y="113057"/>
                  <a:pt x="711588" y="123177"/>
                </a:cubicBezTo>
                <a:cubicBezTo>
                  <a:pt x="699620" y="133594"/>
                  <a:pt x="682725" y="139093"/>
                  <a:pt x="662720" y="139093"/>
                </a:cubicBezTo>
                <a:cubicBezTo>
                  <a:pt x="642716" y="139093"/>
                  <a:pt x="625812" y="133585"/>
                  <a:pt x="613852" y="123177"/>
                </a:cubicBezTo>
                <a:cubicBezTo>
                  <a:pt x="602236" y="113057"/>
                  <a:pt x="596089" y="98905"/>
                  <a:pt x="596089" y="82229"/>
                </a:cubicBezTo>
                <a:close/>
                <a:moveTo>
                  <a:pt x="234957" y="204267"/>
                </a:moveTo>
                <a:cubicBezTo>
                  <a:pt x="238157" y="202232"/>
                  <a:pt x="241855" y="201210"/>
                  <a:pt x="246049" y="201210"/>
                </a:cubicBezTo>
                <a:cubicBezTo>
                  <a:pt x="250704" y="201210"/>
                  <a:pt x="254655" y="202404"/>
                  <a:pt x="257882" y="204791"/>
                </a:cubicBezTo>
                <a:cubicBezTo>
                  <a:pt x="261109" y="207179"/>
                  <a:pt x="263278" y="210497"/>
                  <a:pt x="264390" y="214748"/>
                </a:cubicBezTo>
                <a:lnTo>
                  <a:pt x="271993" y="214748"/>
                </a:lnTo>
                <a:cubicBezTo>
                  <a:pt x="270826" y="208399"/>
                  <a:pt x="267961" y="203389"/>
                  <a:pt x="263387" y="199718"/>
                </a:cubicBezTo>
                <a:cubicBezTo>
                  <a:pt x="258813" y="196046"/>
                  <a:pt x="253154" y="194211"/>
                  <a:pt x="246401" y="194211"/>
                </a:cubicBezTo>
                <a:cubicBezTo>
                  <a:pt x="240580" y="194211"/>
                  <a:pt x="235454" y="195504"/>
                  <a:pt x="231025" y="198099"/>
                </a:cubicBezTo>
                <a:cubicBezTo>
                  <a:pt x="226605" y="200695"/>
                  <a:pt x="223197" y="204348"/>
                  <a:pt x="220810" y="209069"/>
                </a:cubicBezTo>
                <a:cubicBezTo>
                  <a:pt x="218424" y="213789"/>
                  <a:pt x="217231" y="219206"/>
                  <a:pt x="217231" y="225319"/>
                </a:cubicBezTo>
                <a:cubicBezTo>
                  <a:pt x="217231" y="231432"/>
                  <a:pt x="218424" y="236921"/>
                  <a:pt x="220810" y="241615"/>
                </a:cubicBezTo>
                <a:cubicBezTo>
                  <a:pt x="223197" y="246308"/>
                  <a:pt x="226605" y="249944"/>
                  <a:pt x="231025" y="252539"/>
                </a:cubicBezTo>
                <a:cubicBezTo>
                  <a:pt x="235445" y="255134"/>
                  <a:pt x="240571" y="256428"/>
                  <a:pt x="246401" y="256428"/>
                </a:cubicBezTo>
                <a:cubicBezTo>
                  <a:pt x="253217" y="256428"/>
                  <a:pt x="258876" y="254592"/>
                  <a:pt x="263387" y="250920"/>
                </a:cubicBezTo>
                <a:cubicBezTo>
                  <a:pt x="267898" y="247249"/>
                  <a:pt x="270736" y="242239"/>
                  <a:pt x="271902" y="235891"/>
                </a:cubicBezTo>
                <a:lnTo>
                  <a:pt x="264300" y="235891"/>
                </a:lnTo>
                <a:cubicBezTo>
                  <a:pt x="263134" y="240204"/>
                  <a:pt x="260982" y="243532"/>
                  <a:pt x="257837" y="245892"/>
                </a:cubicBezTo>
                <a:cubicBezTo>
                  <a:pt x="254691" y="248253"/>
                  <a:pt x="250759" y="249428"/>
                  <a:pt x="246049" y="249428"/>
                </a:cubicBezTo>
                <a:cubicBezTo>
                  <a:pt x="241855" y="249428"/>
                  <a:pt x="238157" y="248406"/>
                  <a:pt x="234957" y="246372"/>
                </a:cubicBezTo>
                <a:cubicBezTo>
                  <a:pt x="231757" y="244337"/>
                  <a:pt x="229289" y="241479"/>
                  <a:pt x="227581" y="237808"/>
                </a:cubicBezTo>
                <a:cubicBezTo>
                  <a:pt x="225863" y="234136"/>
                  <a:pt x="225005" y="229976"/>
                  <a:pt x="225005" y="225310"/>
                </a:cubicBezTo>
                <a:cubicBezTo>
                  <a:pt x="225005" y="220644"/>
                  <a:pt x="225863" y="216412"/>
                  <a:pt x="227581" y="212776"/>
                </a:cubicBezTo>
                <a:cubicBezTo>
                  <a:pt x="229299" y="209141"/>
                  <a:pt x="231757" y="206301"/>
                  <a:pt x="234957" y="204258"/>
                </a:cubicBezTo>
                <a:close/>
                <a:moveTo>
                  <a:pt x="330858" y="194744"/>
                </a:moveTo>
                <a:lnTo>
                  <a:pt x="307536" y="255903"/>
                </a:lnTo>
                <a:lnTo>
                  <a:pt x="315392" y="255903"/>
                </a:lnTo>
                <a:lnTo>
                  <a:pt x="321855" y="239390"/>
                </a:lnTo>
                <a:lnTo>
                  <a:pt x="348495" y="239390"/>
                </a:lnTo>
                <a:lnTo>
                  <a:pt x="354958" y="255903"/>
                </a:lnTo>
                <a:lnTo>
                  <a:pt x="363076" y="255903"/>
                </a:lnTo>
                <a:lnTo>
                  <a:pt x="339844" y="194744"/>
                </a:lnTo>
                <a:lnTo>
                  <a:pt x="330849" y="194744"/>
                </a:lnTo>
                <a:close/>
                <a:moveTo>
                  <a:pt x="324133" y="232490"/>
                </a:moveTo>
                <a:lnTo>
                  <a:pt x="335134" y="203046"/>
                </a:lnTo>
                <a:lnTo>
                  <a:pt x="346226" y="232490"/>
                </a:lnTo>
                <a:lnTo>
                  <a:pt x="324124" y="232490"/>
                </a:lnTo>
                <a:close/>
                <a:moveTo>
                  <a:pt x="715231" y="194744"/>
                </a:moveTo>
                <a:lnTo>
                  <a:pt x="707638" y="194744"/>
                </a:lnTo>
                <a:lnTo>
                  <a:pt x="707638" y="255903"/>
                </a:lnTo>
                <a:lnTo>
                  <a:pt x="743100" y="255903"/>
                </a:lnTo>
                <a:lnTo>
                  <a:pt x="743100" y="248913"/>
                </a:lnTo>
                <a:lnTo>
                  <a:pt x="715240" y="248913"/>
                </a:lnTo>
                <a:lnTo>
                  <a:pt x="715240" y="194744"/>
                </a:lnTo>
                <a:close/>
                <a:moveTo>
                  <a:pt x="247423" y="2089"/>
                </a:moveTo>
                <a:lnTo>
                  <a:pt x="222392" y="2089"/>
                </a:lnTo>
                <a:lnTo>
                  <a:pt x="222392" y="162361"/>
                </a:lnTo>
                <a:lnTo>
                  <a:pt x="247423" y="162361"/>
                </a:lnTo>
                <a:lnTo>
                  <a:pt x="247423" y="2089"/>
                </a:lnTo>
                <a:close/>
                <a:moveTo>
                  <a:pt x="79458" y="61810"/>
                </a:moveTo>
                <a:lnTo>
                  <a:pt x="79458" y="162370"/>
                </a:lnTo>
                <a:cubicBezTo>
                  <a:pt x="79458" y="162370"/>
                  <a:pt x="105230" y="162370"/>
                  <a:pt x="105230" y="162370"/>
                </a:cubicBezTo>
                <a:lnTo>
                  <a:pt x="105212" y="61810"/>
                </a:lnTo>
                <a:cubicBezTo>
                  <a:pt x="105212" y="49575"/>
                  <a:pt x="101262" y="37981"/>
                  <a:pt x="93786" y="28296"/>
                </a:cubicBezTo>
                <a:lnTo>
                  <a:pt x="92330" y="26415"/>
                </a:lnTo>
                <a:lnTo>
                  <a:pt x="90875" y="28296"/>
                </a:lnTo>
                <a:cubicBezTo>
                  <a:pt x="83399" y="37981"/>
                  <a:pt x="79449" y="49566"/>
                  <a:pt x="79449" y="61810"/>
                </a:cubicBezTo>
                <a:close/>
                <a:moveTo>
                  <a:pt x="46608" y="2089"/>
                </a:moveTo>
                <a:lnTo>
                  <a:pt x="0" y="2089"/>
                </a:lnTo>
                <a:lnTo>
                  <a:pt x="0" y="26415"/>
                </a:lnTo>
                <a:lnTo>
                  <a:pt x="92330" y="26415"/>
                </a:lnTo>
                <a:lnTo>
                  <a:pt x="90043" y="23458"/>
                </a:lnTo>
                <a:cubicBezTo>
                  <a:pt x="79558" y="9884"/>
                  <a:pt x="63720" y="2089"/>
                  <a:pt x="46608" y="2089"/>
                </a:cubicBezTo>
                <a:close/>
                <a:moveTo>
                  <a:pt x="94618" y="23458"/>
                </a:moveTo>
                <a:lnTo>
                  <a:pt x="92330" y="26415"/>
                </a:lnTo>
                <a:lnTo>
                  <a:pt x="184661" y="26415"/>
                </a:lnTo>
                <a:lnTo>
                  <a:pt x="184661" y="2089"/>
                </a:lnTo>
                <a:lnTo>
                  <a:pt x="138053" y="2089"/>
                </a:lnTo>
                <a:cubicBezTo>
                  <a:pt x="120932" y="2089"/>
                  <a:pt x="105103" y="9875"/>
                  <a:pt x="94608" y="23458"/>
                </a:cubicBezTo>
                <a:close/>
                <a:moveTo>
                  <a:pt x="507601" y="162361"/>
                </a:moveTo>
                <a:lnTo>
                  <a:pt x="532631" y="162361"/>
                </a:lnTo>
                <a:lnTo>
                  <a:pt x="532631" y="2089"/>
                </a:lnTo>
                <a:lnTo>
                  <a:pt x="507601" y="2089"/>
                </a:lnTo>
                <a:lnTo>
                  <a:pt x="507601" y="162361"/>
                </a:lnTo>
                <a:close/>
                <a:moveTo>
                  <a:pt x="488238" y="255903"/>
                </a:moveTo>
                <a:lnTo>
                  <a:pt x="495840" y="255903"/>
                </a:lnTo>
                <a:lnTo>
                  <a:pt x="495840" y="194744"/>
                </a:lnTo>
                <a:lnTo>
                  <a:pt x="488238" y="194744"/>
                </a:lnTo>
                <a:lnTo>
                  <a:pt x="488238" y="255903"/>
                </a:lnTo>
                <a:close/>
                <a:moveTo>
                  <a:pt x="537151" y="201735"/>
                </a:moveTo>
                <a:lnTo>
                  <a:pt x="556975" y="201735"/>
                </a:lnTo>
                <a:lnTo>
                  <a:pt x="556975" y="255903"/>
                </a:lnTo>
                <a:lnTo>
                  <a:pt x="564577" y="255903"/>
                </a:lnTo>
                <a:lnTo>
                  <a:pt x="564577" y="201735"/>
                </a:lnTo>
                <a:lnTo>
                  <a:pt x="584401" y="201735"/>
                </a:lnTo>
                <a:lnTo>
                  <a:pt x="584401" y="194744"/>
                </a:lnTo>
                <a:lnTo>
                  <a:pt x="537151" y="194744"/>
                </a:lnTo>
                <a:lnTo>
                  <a:pt x="537151" y="201735"/>
                </a:lnTo>
                <a:close/>
                <a:moveTo>
                  <a:pt x="283346" y="2089"/>
                </a:moveTo>
                <a:cubicBezTo>
                  <a:pt x="283346" y="2089"/>
                  <a:pt x="330958" y="115571"/>
                  <a:pt x="340377" y="138134"/>
                </a:cubicBezTo>
                <a:cubicBezTo>
                  <a:pt x="351360" y="164450"/>
                  <a:pt x="369195" y="164450"/>
                  <a:pt x="376047" y="164450"/>
                </a:cubicBezTo>
                <a:lnTo>
                  <a:pt x="377512" y="164450"/>
                </a:lnTo>
                <a:lnTo>
                  <a:pt x="312237" y="2089"/>
                </a:lnTo>
                <a:lnTo>
                  <a:pt x="283346" y="2089"/>
                </a:lnTo>
                <a:close/>
                <a:moveTo>
                  <a:pt x="437309" y="197059"/>
                </a:moveTo>
                <a:cubicBezTo>
                  <a:pt x="434217" y="195513"/>
                  <a:pt x="430674" y="194744"/>
                  <a:pt x="426651" y="194744"/>
                </a:cubicBezTo>
                <a:lnTo>
                  <a:pt x="403157" y="194744"/>
                </a:lnTo>
                <a:lnTo>
                  <a:pt x="403157" y="255903"/>
                </a:lnTo>
                <a:lnTo>
                  <a:pt x="410759" y="255903"/>
                </a:lnTo>
                <a:lnTo>
                  <a:pt x="410759" y="232400"/>
                </a:lnTo>
                <a:lnTo>
                  <a:pt x="426660" y="232400"/>
                </a:lnTo>
                <a:cubicBezTo>
                  <a:pt x="430674" y="232400"/>
                  <a:pt x="434217" y="231631"/>
                  <a:pt x="437273" y="230085"/>
                </a:cubicBezTo>
                <a:cubicBezTo>
                  <a:pt x="440328" y="228538"/>
                  <a:pt x="442696" y="226341"/>
                  <a:pt x="444387" y="223492"/>
                </a:cubicBezTo>
                <a:cubicBezTo>
                  <a:pt x="446077" y="220635"/>
                  <a:pt x="446918" y="217316"/>
                  <a:pt x="446918" y="213536"/>
                </a:cubicBezTo>
                <a:cubicBezTo>
                  <a:pt x="446918" y="209756"/>
                  <a:pt x="446086" y="206446"/>
                  <a:pt x="444432" y="203616"/>
                </a:cubicBezTo>
                <a:cubicBezTo>
                  <a:pt x="442769" y="200794"/>
                  <a:pt x="440400" y="198606"/>
                  <a:pt x="437318" y="197059"/>
                </a:cubicBezTo>
                <a:close/>
                <a:moveTo>
                  <a:pt x="435564" y="222181"/>
                </a:moveTo>
                <a:cubicBezTo>
                  <a:pt x="433178" y="224333"/>
                  <a:pt x="429978" y="225419"/>
                  <a:pt x="425955" y="225419"/>
                </a:cubicBezTo>
                <a:lnTo>
                  <a:pt x="410759" y="225419"/>
                </a:lnTo>
                <a:lnTo>
                  <a:pt x="410759" y="201744"/>
                </a:lnTo>
                <a:lnTo>
                  <a:pt x="426045" y="201744"/>
                </a:lnTo>
                <a:cubicBezTo>
                  <a:pt x="430059" y="201744"/>
                  <a:pt x="433250" y="202811"/>
                  <a:pt x="435609" y="204936"/>
                </a:cubicBezTo>
                <a:cubicBezTo>
                  <a:pt x="437969" y="207061"/>
                  <a:pt x="439144" y="209928"/>
                  <a:pt x="439144" y="213545"/>
                </a:cubicBezTo>
                <a:cubicBezTo>
                  <a:pt x="439144" y="217162"/>
                  <a:pt x="437951" y="220038"/>
                  <a:pt x="435564" y="222190"/>
                </a:cubicBezTo>
                <a:close/>
                <a:moveTo>
                  <a:pt x="377503" y="164459"/>
                </a:moveTo>
                <a:lnTo>
                  <a:pt x="378967" y="164459"/>
                </a:lnTo>
                <a:cubicBezTo>
                  <a:pt x="385828" y="164459"/>
                  <a:pt x="403663" y="164459"/>
                  <a:pt x="414637" y="138143"/>
                </a:cubicBezTo>
                <a:cubicBezTo>
                  <a:pt x="424048" y="115580"/>
                  <a:pt x="471668" y="2098"/>
                  <a:pt x="471668" y="2098"/>
                </a:cubicBezTo>
                <a:lnTo>
                  <a:pt x="442778" y="2098"/>
                </a:lnTo>
                <a:lnTo>
                  <a:pt x="377503" y="164468"/>
                </a:lnTo>
                <a:close/>
                <a:moveTo>
                  <a:pt x="635303" y="194744"/>
                </a:moveTo>
                <a:lnTo>
                  <a:pt x="611981" y="255903"/>
                </a:lnTo>
                <a:lnTo>
                  <a:pt x="619845" y="255903"/>
                </a:lnTo>
                <a:lnTo>
                  <a:pt x="626309" y="239390"/>
                </a:lnTo>
                <a:lnTo>
                  <a:pt x="652948" y="239390"/>
                </a:lnTo>
                <a:lnTo>
                  <a:pt x="659412" y="255903"/>
                </a:lnTo>
                <a:lnTo>
                  <a:pt x="667529" y="255903"/>
                </a:lnTo>
                <a:lnTo>
                  <a:pt x="644298" y="194744"/>
                </a:lnTo>
                <a:lnTo>
                  <a:pt x="635303" y="194744"/>
                </a:lnTo>
                <a:close/>
                <a:moveTo>
                  <a:pt x="628578" y="232490"/>
                </a:moveTo>
                <a:lnTo>
                  <a:pt x="639579" y="203046"/>
                </a:lnTo>
                <a:lnTo>
                  <a:pt x="650670" y="232490"/>
                </a:lnTo>
                <a:lnTo>
                  <a:pt x="628569" y="232490"/>
                </a:lnTo>
                <a:close/>
              </a:path>
            </a:pathLst>
          </a:custGeom>
          <a:solidFill>
            <a:schemeClr val="bg1"/>
          </a:solidFill>
          <a:ln w="104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EAD128B-8465-2D1B-FFD2-6E69CD523F1E}"/>
              </a:ext>
            </a:extLst>
          </p:cNvPr>
          <p:cNvGrpSpPr/>
          <p:nvPr/>
        </p:nvGrpSpPr>
        <p:grpSpPr>
          <a:xfrm>
            <a:off x="4280650" y="5408612"/>
            <a:ext cx="7576386" cy="828675"/>
            <a:chOff x="4280651" y="5501790"/>
            <a:chExt cx="7658975" cy="707151"/>
          </a:xfrm>
        </p:grpSpPr>
        <p:sp>
          <p:nvSpPr>
            <p:cNvPr id="31" name="Retângulo: Cantos Arredondados 16">
              <a:extLst>
                <a:ext uri="{FF2B5EF4-FFF2-40B4-BE49-F238E27FC236}">
                  <a16:creationId xmlns:a16="http://schemas.microsoft.com/office/drawing/2014/main" id="{12BC7BAC-BE39-35F7-C175-0B12A4EDD165}"/>
                </a:ext>
              </a:extLst>
            </p:cNvPr>
            <p:cNvSpPr/>
            <p:nvPr/>
          </p:nvSpPr>
          <p:spPr>
            <a:xfrm>
              <a:off x="5564856" y="5501790"/>
              <a:ext cx="1237950" cy="707151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759DB4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Perfil da Indústria</a:t>
              </a:r>
            </a:p>
          </p:txBody>
        </p:sp>
        <p:sp>
          <p:nvSpPr>
            <p:cNvPr id="32" name="Retângulo: Cantos Arredondados 17">
              <a:extLst>
                <a:ext uri="{FF2B5EF4-FFF2-40B4-BE49-F238E27FC236}">
                  <a16:creationId xmlns:a16="http://schemas.microsoft.com/office/drawing/2014/main" id="{3EBFD4A9-0B11-C89E-C1BC-2E1BFB444122}"/>
                </a:ext>
              </a:extLst>
            </p:cNvPr>
            <p:cNvSpPr/>
            <p:nvPr/>
          </p:nvSpPr>
          <p:spPr>
            <a:xfrm>
              <a:off x="4280651" y="5501790"/>
              <a:ext cx="1237950" cy="707151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759DB4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Diversificação</a:t>
              </a:r>
            </a:p>
          </p:txBody>
        </p:sp>
        <p:sp>
          <p:nvSpPr>
            <p:cNvPr id="33" name="Retângulo: Cantos Arredondados 18">
              <a:extLst>
                <a:ext uri="{FF2B5EF4-FFF2-40B4-BE49-F238E27FC236}">
                  <a16:creationId xmlns:a16="http://schemas.microsoft.com/office/drawing/2014/main" id="{9982BB1A-4909-F44D-A326-3E168F54CE99}"/>
                </a:ext>
              </a:extLst>
            </p:cNvPr>
            <p:cNvSpPr/>
            <p:nvPr/>
          </p:nvSpPr>
          <p:spPr>
            <a:xfrm>
              <a:off x="6849061" y="5501790"/>
              <a:ext cx="1237950" cy="707151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759DB4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Posição de Mercado</a:t>
              </a:r>
            </a:p>
          </p:txBody>
        </p:sp>
        <p:sp>
          <p:nvSpPr>
            <p:cNvPr id="34" name="Retângulo: Cantos Arredondados 20">
              <a:extLst>
                <a:ext uri="{FF2B5EF4-FFF2-40B4-BE49-F238E27FC236}">
                  <a16:creationId xmlns:a16="http://schemas.microsoft.com/office/drawing/2014/main" id="{C6753E32-7EB4-3694-83CA-FA419A1F71AB}"/>
                </a:ext>
              </a:extLst>
            </p:cNvPr>
            <p:cNvSpPr/>
            <p:nvPr/>
          </p:nvSpPr>
          <p:spPr>
            <a:xfrm>
              <a:off x="8133265" y="5501790"/>
              <a:ext cx="1237950" cy="707151"/>
            </a:xfrm>
            <a:prstGeom prst="roundRect">
              <a:avLst/>
            </a:prstGeom>
            <a:solidFill>
              <a:srgbClr val="ABC6C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637881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Alavancagem</a:t>
              </a:r>
            </a:p>
          </p:txBody>
        </p:sp>
        <p:sp>
          <p:nvSpPr>
            <p:cNvPr id="36" name="Retângulo: Cantos Arredondados 21">
              <a:extLst>
                <a:ext uri="{FF2B5EF4-FFF2-40B4-BE49-F238E27FC236}">
                  <a16:creationId xmlns:a16="http://schemas.microsoft.com/office/drawing/2014/main" id="{56F514BA-2438-EAA3-9EDD-D484743328B1}"/>
                </a:ext>
              </a:extLst>
            </p:cNvPr>
            <p:cNvSpPr/>
            <p:nvPr/>
          </p:nvSpPr>
          <p:spPr>
            <a:xfrm>
              <a:off x="9417470" y="5501790"/>
              <a:ext cx="1237950" cy="707151"/>
            </a:xfrm>
            <a:prstGeom prst="roundRect">
              <a:avLst/>
            </a:prstGeom>
            <a:solidFill>
              <a:srgbClr val="ABC6C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637881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Cobertura </a:t>
              </a:r>
              <a:b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637881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637881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de Juros</a:t>
              </a:r>
            </a:p>
          </p:txBody>
        </p:sp>
        <p:sp>
          <p:nvSpPr>
            <p:cNvPr id="37" name="Retângulo: Cantos Arredondados 22">
              <a:extLst>
                <a:ext uri="{FF2B5EF4-FFF2-40B4-BE49-F238E27FC236}">
                  <a16:creationId xmlns:a16="http://schemas.microsoft.com/office/drawing/2014/main" id="{4B4A4E5A-B908-89C7-F3C0-EBB7EF0B74B4}"/>
                </a:ext>
              </a:extLst>
            </p:cNvPr>
            <p:cNvSpPr/>
            <p:nvPr/>
          </p:nvSpPr>
          <p:spPr>
            <a:xfrm>
              <a:off x="10701676" y="5501790"/>
              <a:ext cx="1237950" cy="707151"/>
            </a:xfrm>
            <a:prstGeom prst="roundRect">
              <a:avLst/>
            </a:prstGeom>
            <a:solidFill>
              <a:srgbClr val="ABC6C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637881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Liquidez</a:t>
              </a:r>
            </a:p>
          </p:txBody>
        </p:sp>
      </p:grpSp>
      <p:sp>
        <p:nvSpPr>
          <p:cNvPr id="38" name="object 54">
            <a:extLst>
              <a:ext uri="{FF2B5EF4-FFF2-40B4-BE49-F238E27FC236}">
                <a16:creationId xmlns:a16="http://schemas.microsoft.com/office/drawing/2014/main" id="{B0552A26-7DB2-BFEC-058C-42ED99A3F70C}"/>
              </a:ext>
            </a:extLst>
          </p:cNvPr>
          <p:cNvSpPr txBox="1"/>
          <p:nvPr/>
        </p:nvSpPr>
        <p:spPr>
          <a:xfrm>
            <a:off x="4280650" y="4906168"/>
            <a:ext cx="2216520" cy="232541"/>
          </a:xfrm>
          <a:prstGeom prst="rect">
            <a:avLst/>
          </a:prstGeom>
        </p:spPr>
        <p:txBody>
          <a:bodyPr vert="horz" wrap="square" lIns="0" tIns="16932" rIns="0" bIns="0" rtlCol="0">
            <a:spAutoFit/>
          </a:bodyPr>
          <a:lstStyle/>
          <a:p>
            <a:pPr marL="16932" marR="0" lvl="0" indent="0" algn="l" defTabSz="554492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/>
                <a:ea typeface="+mn-ea"/>
                <a:cs typeface="Versos"/>
                <a:sym typeface="Arial"/>
              </a:rPr>
              <a:t>Critérios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E415835-ADC9-BBF5-78C6-073FDBC06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773195"/>
              </p:ext>
            </p:extLst>
          </p:nvPr>
        </p:nvGraphicFramePr>
        <p:xfrm>
          <a:off x="334962" y="1966586"/>
          <a:ext cx="3121471" cy="1080000"/>
        </p:xfrm>
        <a:graphic>
          <a:graphicData uri="http://schemas.openxmlformats.org/drawingml/2006/table">
            <a:tbl>
              <a:tblPr firstRow="1" bandRow="1"/>
              <a:tblGrid>
                <a:gridCol w="3121471">
                  <a:extLst>
                    <a:ext uri="{9D8B030D-6E8A-4147-A177-3AD203B41FA5}">
                      <a16:colId xmlns:a16="http://schemas.microsoft.com/office/drawing/2014/main" val="40583057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Concentração alvo por </a:t>
                      </a:r>
                      <a:br>
                        <a:rPr lang="pt-BR" sz="140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</a:br>
                      <a:r>
                        <a:rPr lang="pt-BR" sz="140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Emissor Corporativo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28867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algn="ctr" eaLnBrk="1" hangingPunct="1"/>
                      <a:r>
                        <a:rPr lang="pt-BR" sz="1800" b="1" i="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Até 3%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174230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0169C62D-9E4F-D02C-E7E1-57FA68D27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169959"/>
              </p:ext>
            </p:extLst>
          </p:nvPr>
        </p:nvGraphicFramePr>
        <p:xfrm>
          <a:off x="334962" y="3209246"/>
          <a:ext cx="3121471" cy="1080000"/>
        </p:xfrm>
        <a:graphic>
          <a:graphicData uri="http://schemas.openxmlformats.org/drawingml/2006/table">
            <a:tbl>
              <a:tblPr firstRow="1" bandRow="1"/>
              <a:tblGrid>
                <a:gridCol w="3121471">
                  <a:extLst>
                    <a:ext uri="{9D8B030D-6E8A-4147-A177-3AD203B41FA5}">
                      <a16:colId xmlns:a16="http://schemas.microsoft.com/office/drawing/2014/main" val="40583057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 Carteira HGD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28867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algn="ctr" eaLnBrk="1" hangingPunct="1"/>
                      <a:r>
                        <a:rPr lang="pt-BR" sz="1800" b="1" i="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66,0%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17423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3ADE146-CF3D-7C0D-61CE-31A82D418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456411"/>
              </p:ext>
            </p:extLst>
          </p:nvPr>
        </p:nvGraphicFramePr>
        <p:xfrm>
          <a:off x="334962" y="4470053"/>
          <a:ext cx="3121471" cy="1080000"/>
        </p:xfrm>
        <a:graphic>
          <a:graphicData uri="http://schemas.openxmlformats.org/drawingml/2006/table">
            <a:tbl>
              <a:tblPr firstRow="1" bandRow="1"/>
              <a:tblGrid>
                <a:gridCol w="3121471">
                  <a:extLst>
                    <a:ext uri="{9D8B030D-6E8A-4147-A177-3AD203B41FA5}">
                      <a16:colId xmlns:a16="http://schemas.microsoft.com/office/drawing/2014/main" val="4058305718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 Carteira HYD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28867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algn="ctr"/>
                      <a:r>
                        <a:rPr lang="pt-BR" sz="1800" b="1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5,4%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174230"/>
                  </a:ext>
                </a:extLst>
              </a:tr>
            </a:tbl>
          </a:graphicData>
        </a:graphic>
      </p:graphicFrame>
      <p:sp>
        <p:nvSpPr>
          <p:cNvPr id="5" name="object 5">
            <a:extLst>
              <a:ext uri="{FF2B5EF4-FFF2-40B4-BE49-F238E27FC236}">
                <a16:creationId xmlns:a16="http://schemas.microsoft.com/office/drawing/2014/main" id="{9D6FDC0C-DD9A-5240-78D3-910E8CD04394}"/>
              </a:ext>
            </a:extLst>
          </p:cNvPr>
          <p:cNvSpPr/>
          <p:nvPr/>
        </p:nvSpPr>
        <p:spPr>
          <a:xfrm flipV="1">
            <a:off x="4280650" y="6294309"/>
            <a:ext cx="7151579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AF6702-E967-A720-DCAE-EE7AF328ADAD}"/>
              </a:ext>
            </a:extLst>
          </p:cNvPr>
          <p:cNvSpPr txBox="1">
            <a:spLocks/>
          </p:cNvSpPr>
          <p:nvPr/>
        </p:nvSpPr>
        <p:spPr>
          <a:xfrm>
            <a:off x="11561763" y="647363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chemeClr val="bg1"/>
                </a:solidFill>
                <a:latin typeface="Versos" panose="020B0503020204030204" pitchFamily="34" charset="0"/>
                <a:ea typeface="Arial"/>
                <a:cs typeface="Versos" panose="020B050302020403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38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899AC9D-AABC-E666-67C0-A6E2D1F4F3D2}"/>
              </a:ext>
            </a:extLst>
          </p:cNvPr>
          <p:cNvGrpSpPr/>
          <p:nvPr/>
        </p:nvGrpSpPr>
        <p:grpSpPr>
          <a:xfrm>
            <a:off x="4239517" y="1383135"/>
            <a:ext cx="7576387" cy="267041"/>
            <a:chOff x="5483225" y="1383135"/>
            <a:chExt cx="6372602" cy="267041"/>
          </a:xfrm>
        </p:grpSpPr>
        <p:sp>
          <p:nvSpPr>
            <p:cNvPr id="13" name="TextBox 19">
              <a:extLst>
                <a:ext uri="{FF2B5EF4-FFF2-40B4-BE49-F238E27FC236}">
                  <a16:creationId xmlns:a16="http://schemas.microsoft.com/office/drawing/2014/main" id="{6B93C0A7-0C6E-35EE-87CC-3C547A81D9A8}"/>
                </a:ext>
              </a:extLst>
            </p:cNvPr>
            <p:cNvSpPr txBox="1"/>
            <p:nvPr/>
          </p:nvSpPr>
          <p:spPr>
            <a:xfrm>
              <a:off x="5483225" y="1383135"/>
              <a:ext cx="5404979" cy="1642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67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Plus Jakarta Sans Light" pitchFamily="2" charset="77"/>
                  <a:sym typeface="Arial"/>
                </a:rPr>
                <a:t>RATING</a:t>
              </a:r>
              <a:r>
                <a:rPr kumimoji="0" lang="pt-BR" sz="106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Plus Jakarta Sans Light" pitchFamily="2" charset="77"/>
                  <a:sym typeface="Arial"/>
                </a:rPr>
                <a:t> EXTERNO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974F5DB-16A6-0BDE-6AB9-F28EC0A17BE5}"/>
                </a:ext>
              </a:extLst>
            </p:cNvPr>
            <p:cNvCxnSpPr>
              <a:cxnSpLocks/>
            </p:cNvCxnSpPr>
            <p:nvPr/>
          </p:nvCxnSpPr>
          <p:spPr>
            <a:xfrm>
              <a:off x="5483225" y="1650176"/>
              <a:ext cx="637260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2D8E02C-E36B-F0FA-84BB-F6DC2FB29C39}"/>
              </a:ext>
            </a:extLst>
          </p:cNvPr>
          <p:cNvGrpSpPr/>
          <p:nvPr/>
        </p:nvGrpSpPr>
        <p:grpSpPr>
          <a:xfrm>
            <a:off x="334964" y="1383135"/>
            <a:ext cx="3121471" cy="267041"/>
            <a:chOff x="5483225" y="1383135"/>
            <a:chExt cx="6372602" cy="267041"/>
          </a:xfrm>
        </p:grpSpPr>
        <p:sp>
          <p:nvSpPr>
            <p:cNvPr id="24" name="TextBox 19">
              <a:extLst>
                <a:ext uri="{FF2B5EF4-FFF2-40B4-BE49-F238E27FC236}">
                  <a16:creationId xmlns:a16="http://schemas.microsoft.com/office/drawing/2014/main" id="{76990588-85C4-0698-25D2-181C2CFB43D5}"/>
                </a:ext>
              </a:extLst>
            </p:cNvPr>
            <p:cNvSpPr txBox="1"/>
            <p:nvPr/>
          </p:nvSpPr>
          <p:spPr>
            <a:xfrm>
              <a:off x="5483225" y="1383135"/>
              <a:ext cx="5404979" cy="1642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6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Plus Jakarta Sans Light" pitchFamily="2" charset="77"/>
                  <a:sym typeface="Arial"/>
                </a:rPr>
                <a:t>CARACTERÍSTICAS ALVO DO FUNDO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C3DE702-B12C-2B2D-8D09-4628359AB49E}"/>
                </a:ext>
              </a:extLst>
            </p:cNvPr>
            <p:cNvCxnSpPr>
              <a:cxnSpLocks/>
            </p:cNvCxnSpPr>
            <p:nvPr/>
          </p:nvCxnSpPr>
          <p:spPr>
            <a:xfrm>
              <a:off x="5483225" y="1650176"/>
              <a:ext cx="637260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object 38">
            <a:extLst>
              <a:ext uri="{FF2B5EF4-FFF2-40B4-BE49-F238E27FC236}">
                <a16:creationId xmlns:a16="http://schemas.microsoft.com/office/drawing/2014/main" id="{1CCA1361-EEFD-F550-57F5-C34A4B5CD985}"/>
              </a:ext>
            </a:extLst>
          </p:cNvPr>
          <p:cNvSpPr txBox="1">
            <a:spLocks/>
          </p:cNvSpPr>
          <p:nvPr/>
        </p:nvSpPr>
        <p:spPr>
          <a:xfrm>
            <a:off x="315195" y="531264"/>
            <a:ext cx="7850404" cy="317886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Características</a:t>
            </a:r>
            <a:endParaRPr kumimoji="0" lang="pt-BR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/>
              <a:ea typeface="+mj-ea"/>
              <a:cs typeface="+mj-cs"/>
              <a:sym typeface="Arial"/>
            </a:endParaRPr>
          </a:p>
        </p:txBody>
      </p:sp>
      <p:graphicFrame>
        <p:nvGraphicFramePr>
          <p:cNvPr id="19" name="Chart 6">
            <a:extLst>
              <a:ext uri="{FF2B5EF4-FFF2-40B4-BE49-F238E27FC236}">
                <a16:creationId xmlns:a16="http://schemas.microsoft.com/office/drawing/2014/main" id="{94E308F0-9F8A-4757-8175-DAF4DE86B0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8786845"/>
              </p:ext>
            </p:extLst>
          </p:nvPr>
        </p:nvGraphicFramePr>
        <p:xfrm>
          <a:off x="4165722" y="2004751"/>
          <a:ext cx="7690105" cy="2455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4492399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6C76D-1465-C14B-3D94-6AA1C7003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707C6C32-25BB-ABFC-CC24-30E813403904}"/>
              </a:ext>
            </a:extLst>
          </p:cNvPr>
          <p:cNvSpPr/>
          <p:nvPr/>
        </p:nvSpPr>
        <p:spPr>
          <a:xfrm flipV="1">
            <a:off x="334963" y="87564"/>
            <a:ext cx="1152086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3B4DC3B3-28E2-8420-8202-87572FAD3CE7}"/>
              </a:ext>
            </a:extLst>
          </p:cNvPr>
          <p:cNvSpPr/>
          <p:nvPr/>
        </p:nvSpPr>
        <p:spPr>
          <a:xfrm>
            <a:off x="11100750" y="513297"/>
            <a:ext cx="755077" cy="256427"/>
          </a:xfrm>
          <a:custGeom>
            <a:avLst/>
            <a:gdLst>
              <a:gd name="connsiteX0" fmla="*/ 729170 w 755077"/>
              <a:gd name="connsiteY0" fmla="*/ 141860 h 256427"/>
              <a:gd name="connsiteX1" fmla="*/ 755078 w 755077"/>
              <a:gd name="connsiteY1" fmla="*/ 82229 h 256427"/>
              <a:gd name="connsiteX2" fmla="*/ 729170 w 755077"/>
              <a:gd name="connsiteY2" fmla="*/ 22599 h 256427"/>
              <a:gd name="connsiteX3" fmla="*/ 662720 w 755077"/>
              <a:gd name="connsiteY3" fmla="*/ 0 h 256427"/>
              <a:gd name="connsiteX4" fmla="*/ 596270 w 755077"/>
              <a:gd name="connsiteY4" fmla="*/ 22599 h 256427"/>
              <a:gd name="connsiteX5" fmla="*/ 570363 w 755077"/>
              <a:gd name="connsiteY5" fmla="*/ 82229 h 256427"/>
              <a:gd name="connsiteX6" fmla="*/ 596270 w 755077"/>
              <a:gd name="connsiteY6" fmla="*/ 141860 h 256427"/>
              <a:gd name="connsiteX7" fmla="*/ 662720 w 755077"/>
              <a:gd name="connsiteY7" fmla="*/ 164459 h 256427"/>
              <a:gd name="connsiteX8" fmla="*/ 729170 w 755077"/>
              <a:gd name="connsiteY8" fmla="*/ 141860 h 256427"/>
              <a:gd name="connsiteX9" fmla="*/ 596089 w 755077"/>
              <a:gd name="connsiteY9" fmla="*/ 82229 h 256427"/>
              <a:gd name="connsiteX10" fmla="*/ 613852 w 755077"/>
              <a:gd name="connsiteY10" fmla="*/ 41282 h 256427"/>
              <a:gd name="connsiteX11" fmla="*/ 662720 w 755077"/>
              <a:gd name="connsiteY11" fmla="*/ 25357 h 256427"/>
              <a:gd name="connsiteX12" fmla="*/ 711588 w 755077"/>
              <a:gd name="connsiteY12" fmla="*/ 41282 h 256427"/>
              <a:gd name="connsiteX13" fmla="*/ 729351 w 755077"/>
              <a:gd name="connsiteY13" fmla="*/ 82229 h 256427"/>
              <a:gd name="connsiteX14" fmla="*/ 711588 w 755077"/>
              <a:gd name="connsiteY14" fmla="*/ 123177 h 256427"/>
              <a:gd name="connsiteX15" fmla="*/ 662720 w 755077"/>
              <a:gd name="connsiteY15" fmla="*/ 139093 h 256427"/>
              <a:gd name="connsiteX16" fmla="*/ 613852 w 755077"/>
              <a:gd name="connsiteY16" fmla="*/ 123177 h 256427"/>
              <a:gd name="connsiteX17" fmla="*/ 596089 w 755077"/>
              <a:gd name="connsiteY17" fmla="*/ 82229 h 256427"/>
              <a:gd name="connsiteX18" fmla="*/ 234957 w 755077"/>
              <a:gd name="connsiteY18" fmla="*/ 204267 h 256427"/>
              <a:gd name="connsiteX19" fmla="*/ 246049 w 755077"/>
              <a:gd name="connsiteY19" fmla="*/ 201210 h 256427"/>
              <a:gd name="connsiteX20" fmla="*/ 257882 w 755077"/>
              <a:gd name="connsiteY20" fmla="*/ 204791 h 256427"/>
              <a:gd name="connsiteX21" fmla="*/ 264390 w 755077"/>
              <a:gd name="connsiteY21" fmla="*/ 214748 h 256427"/>
              <a:gd name="connsiteX22" fmla="*/ 271993 w 755077"/>
              <a:gd name="connsiteY22" fmla="*/ 214748 h 256427"/>
              <a:gd name="connsiteX23" fmla="*/ 263387 w 755077"/>
              <a:gd name="connsiteY23" fmla="*/ 199718 h 256427"/>
              <a:gd name="connsiteX24" fmla="*/ 246401 w 755077"/>
              <a:gd name="connsiteY24" fmla="*/ 194211 h 256427"/>
              <a:gd name="connsiteX25" fmla="*/ 231025 w 755077"/>
              <a:gd name="connsiteY25" fmla="*/ 198099 h 256427"/>
              <a:gd name="connsiteX26" fmla="*/ 220810 w 755077"/>
              <a:gd name="connsiteY26" fmla="*/ 209069 h 256427"/>
              <a:gd name="connsiteX27" fmla="*/ 217231 w 755077"/>
              <a:gd name="connsiteY27" fmla="*/ 225319 h 256427"/>
              <a:gd name="connsiteX28" fmla="*/ 220810 w 755077"/>
              <a:gd name="connsiteY28" fmla="*/ 241615 h 256427"/>
              <a:gd name="connsiteX29" fmla="*/ 231025 w 755077"/>
              <a:gd name="connsiteY29" fmla="*/ 252539 h 256427"/>
              <a:gd name="connsiteX30" fmla="*/ 246401 w 755077"/>
              <a:gd name="connsiteY30" fmla="*/ 256428 h 256427"/>
              <a:gd name="connsiteX31" fmla="*/ 263387 w 755077"/>
              <a:gd name="connsiteY31" fmla="*/ 250920 h 256427"/>
              <a:gd name="connsiteX32" fmla="*/ 271902 w 755077"/>
              <a:gd name="connsiteY32" fmla="*/ 235891 h 256427"/>
              <a:gd name="connsiteX33" fmla="*/ 264300 w 755077"/>
              <a:gd name="connsiteY33" fmla="*/ 235891 h 256427"/>
              <a:gd name="connsiteX34" fmla="*/ 257837 w 755077"/>
              <a:gd name="connsiteY34" fmla="*/ 245892 h 256427"/>
              <a:gd name="connsiteX35" fmla="*/ 246049 w 755077"/>
              <a:gd name="connsiteY35" fmla="*/ 249428 h 256427"/>
              <a:gd name="connsiteX36" fmla="*/ 234957 w 755077"/>
              <a:gd name="connsiteY36" fmla="*/ 246372 h 256427"/>
              <a:gd name="connsiteX37" fmla="*/ 227581 w 755077"/>
              <a:gd name="connsiteY37" fmla="*/ 237808 h 256427"/>
              <a:gd name="connsiteX38" fmla="*/ 225005 w 755077"/>
              <a:gd name="connsiteY38" fmla="*/ 225310 h 256427"/>
              <a:gd name="connsiteX39" fmla="*/ 227581 w 755077"/>
              <a:gd name="connsiteY39" fmla="*/ 212776 h 256427"/>
              <a:gd name="connsiteX40" fmla="*/ 234957 w 755077"/>
              <a:gd name="connsiteY40" fmla="*/ 204258 h 256427"/>
              <a:gd name="connsiteX41" fmla="*/ 330858 w 755077"/>
              <a:gd name="connsiteY41" fmla="*/ 194744 h 256427"/>
              <a:gd name="connsiteX42" fmla="*/ 307536 w 755077"/>
              <a:gd name="connsiteY42" fmla="*/ 255903 h 256427"/>
              <a:gd name="connsiteX43" fmla="*/ 315392 w 755077"/>
              <a:gd name="connsiteY43" fmla="*/ 255903 h 256427"/>
              <a:gd name="connsiteX44" fmla="*/ 321855 w 755077"/>
              <a:gd name="connsiteY44" fmla="*/ 239390 h 256427"/>
              <a:gd name="connsiteX45" fmla="*/ 348495 w 755077"/>
              <a:gd name="connsiteY45" fmla="*/ 239390 h 256427"/>
              <a:gd name="connsiteX46" fmla="*/ 354958 w 755077"/>
              <a:gd name="connsiteY46" fmla="*/ 255903 h 256427"/>
              <a:gd name="connsiteX47" fmla="*/ 363076 w 755077"/>
              <a:gd name="connsiteY47" fmla="*/ 255903 h 256427"/>
              <a:gd name="connsiteX48" fmla="*/ 339844 w 755077"/>
              <a:gd name="connsiteY48" fmla="*/ 194744 h 256427"/>
              <a:gd name="connsiteX49" fmla="*/ 330849 w 755077"/>
              <a:gd name="connsiteY49" fmla="*/ 194744 h 256427"/>
              <a:gd name="connsiteX50" fmla="*/ 324133 w 755077"/>
              <a:gd name="connsiteY50" fmla="*/ 232490 h 256427"/>
              <a:gd name="connsiteX51" fmla="*/ 335134 w 755077"/>
              <a:gd name="connsiteY51" fmla="*/ 203046 h 256427"/>
              <a:gd name="connsiteX52" fmla="*/ 346226 w 755077"/>
              <a:gd name="connsiteY52" fmla="*/ 232490 h 256427"/>
              <a:gd name="connsiteX53" fmla="*/ 324124 w 755077"/>
              <a:gd name="connsiteY53" fmla="*/ 232490 h 256427"/>
              <a:gd name="connsiteX54" fmla="*/ 715231 w 755077"/>
              <a:gd name="connsiteY54" fmla="*/ 194744 h 256427"/>
              <a:gd name="connsiteX55" fmla="*/ 707638 w 755077"/>
              <a:gd name="connsiteY55" fmla="*/ 194744 h 256427"/>
              <a:gd name="connsiteX56" fmla="*/ 707638 w 755077"/>
              <a:gd name="connsiteY56" fmla="*/ 255903 h 256427"/>
              <a:gd name="connsiteX57" fmla="*/ 743100 w 755077"/>
              <a:gd name="connsiteY57" fmla="*/ 255903 h 256427"/>
              <a:gd name="connsiteX58" fmla="*/ 743100 w 755077"/>
              <a:gd name="connsiteY58" fmla="*/ 248913 h 256427"/>
              <a:gd name="connsiteX59" fmla="*/ 715240 w 755077"/>
              <a:gd name="connsiteY59" fmla="*/ 248913 h 256427"/>
              <a:gd name="connsiteX60" fmla="*/ 715240 w 755077"/>
              <a:gd name="connsiteY60" fmla="*/ 194744 h 256427"/>
              <a:gd name="connsiteX61" fmla="*/ 247423 w 755077"/>
              <a:gd name="connsiteY61" fmla="*/ 2089 h 256427"/>
              <a:gd name="connsiteX62" fmla="*/ 222392 w 755077"/>
              <a:gd name="connsiteY62" fmla="*/ 2089 h 256427"/>
              <a:gd name="connsiteX63" fmla="*/ 222392 w 755077"/>
              <a:gd name="connsiteY63" fmla="*/ 162361 h 256427"/>
              <a:gd name="connsiteX64" fmla="*/ 247423 w 755077"/>
              <a:gd name="connsiteY64" fmla="*/ 162361 h 256427"/>
              <a:gd name="connsiteX65" fmla="*/ 247423 w 755077"/>
              <a:gd name="connsiteY65" fmla="*/ 2089 h 256427"/>
              <a:gd name="connsiteX66" fmla="*/ 79458 w 755077"/>
              <a:gd name="connsiteY66" fmla="*/ 61810 h 256427"/>
              <a:gd name="connsiteX67" fmla="*/ 79458 w 755077"/>
              <a:gd name="connsiteY67" fmla="*/ 162370 h 256427"/>
              <a:gd name="connsiteX68" fmla="*/ 105230 w 755077"/>
              <a:gd name="connsiteY68" fmla="*/ 162370 h 256427"/>
              <a:gd name="connsiteX69" fmla="*/ 105212 w 755077"/>
              <a:gd name="connsiteY69" fmla="*/ 61810 h 256427"/>
              <a:gd name="connsiteX70" fmla="*/ 93786 w 755077"/>
              <a:gd name="connsiteY70" fmla="*/ 28296 h 256427"/>
              <a:gd name="connsiteX71" fmla="*/ 92330 w 755077"/>
              <a:gd name="connsiteY71" fmla="*/ 26415 h 256427"/>
              <a:gd name="connsiteX72" fmla="*/ 90875 w 755077"/>
              <a:gd name="connsiteY72" fmla="*/ 28296 h 256427"/>
              <a:gd name="connsiteX73" fmla="*/ 79449 w 755077"/>
              <a:gd name="connsiteY73" fmla="*/ 61810 h 256427"/>
              <a:gd name="connsiteX74" fmla="*/ 46608 w 755077"/>
              <a:gd name="connsiteY74" fmla="*/ 2089 h 256427"/>
              <a:gd name="connsiteX75" fmla="*/ 0 w 755077"/>
              <a:gd name="connsiteY75" fmla="*/ 2089 h 256427"/>
              <a:gd name="connsiteX76" fmla="*/ 0 w 755077"/>
              <a:gd name="connsiteY76" fmla="*/ 26415 h 256427"/>
              <a:gd name="connsiteX77" fmla="*/ 92330 w 755077"/>
              <a:gd name="connsiteY77" fmla="*/ 26415 h 256427"/>
              <a:gd name="connsiteX78" fmla="*/ 90043 w 755077"/>
              <a:gd name="connsiteY78" fmla="*/ 23458 h 256427"/>
              <a:gd name="connsiteX79" fmla="*/ 46608 w 755077"/>
              <a:gd name="connsiteY79" fmla="*/ 2089 h 256427"/>
              <a:gd name="connsiteX80" fmla="*/ 94618 w 755077"/>
              <a:gd name="connsiteY80" fmla="*/ 23458 h 256427"/>
              <a:gd name="connsiteX81" fmla="*/ 92330 w 755077"/>
              <a:gd name="connsiteY81" fmla="*/ 26415 h 256427"/>
              <a:gd name="connsiteX82" fmla="*/ 184661 w 755077"/>
              <a:gd name="connsiteY82" fmla="*/ 26415 h 256427"/>
              <a:gd name="connsiteX83" fmla="*/ 184661 w 755077"/>
              <a:gd name="connsiteY83" fmla="*/ 2089 h 256427"/>
              <a:gd name="connsiteX84" fmla="*/ 138053 w 755077"/>
              <a:gd name="connsiteY84" fmla="*/ 2089 h 256427"/>
              <a:gd name="connsiteX85" fmla="*/ 94608 w 755077"/>
              <a:gd name="connsiteY85" fmla="*/ 23458 h 256427"/>
              <a:gd name="connsiteX86" fmla="*/ 507601 w 755077"/>
              <a:gd name="connsiteY86" fmla="*/ 162361 h 256427"/>
              <a:gd name="connsiteX87" fmla="*/ 532631 w 755077"/>
              <a:gd name="connsiteY87" fmla="*/ 162361 h 256427"/>
              <a:gd name="connsiteX88" fmla="*/ 532631 w 755077"/>
              <a:gd name="connsiteY88" fmla="*/ 2089 h 256427"/>
              <a:gd name="connsiteX89" fmla="*/ 507601 w 755077"/>
              <a:gd name="connsiteY89" fmla="*/ 2089 h 256427"/>
              <a:gd name="connsiteX90" fmla="*/ 507601 w 755077"/>
              <a:gd name="connsiteY90" fmla="*/ 162361 h 256427"/>
              <a:gd name="connsiteX91" fmla="*/ 488238 w 755077"/>
              <a:gd name="connsiteY91" fmla="*/ 255903 h 256427"/>
              <a:gd name="connsiteX92" fmla="*/ 495840 w 755077"/>
              <a:gd name="connsiteY92" fmla="*/ 255903 h 256427"/>
              <a:gd name="connsiteX93" fmla="*/ 495840 w 755077"/>
              <a:gd name="connsiteY93" fmla="*/ 194744 h 256427"/>
              <a:gd name="connsiteX94" fmla="*/ 488238 w 755077"/>
              <a:gd name="connsiteY94" fmla="*/ 194744 h 256427"/>
              <a:gd name="connsiteX95" fmla="*/ 488238 w 755077"/>
              <a:gd name="connsiteY95" fmla="*/ 255903 h 256427"/>
              <a:gd name="connsiteX96" fmla="*/ 537151 w 755077"/>
              <a:gd name="connsiteY96" fmla="*/ 201735 h 256427"/>
              <a:gd name="connsiteX97" fmla="*/ 556975 w 755077"/>
              <a:gd name="connsiteY97" fmla="*/ 201735 h 256427"/>
              <a:gd name="connsiteX98" fmla="*/ 556975 w 755077"/>
              <a:gd name="connsiteY98" fmla="*/ 255903 h 256427"/>
              <a:gd name="connsiteX99" fmla="*/ 564577 w 755077"/>
              <a:gd name="connsiteY99" fmla="*/ 255903 h 256427"/>
              <a:gd name="connsiteX100" fmla="*/ 564577 w 755077"/>
              <a:gd name="connsiteY100" fmla="*/ 201735 h 256427"/>
              <a:gd name="connsiteX101" fmla="*/ 584401 w 755077"/>
              <a:gd name="connsiteY101" fmla="*/ 201735 h 256427"/>
              <a:gd name="connsiteX102" fmla="*/ 584401 w 755077"/>
              <a:gd name="connsiteY102" fmla="*/ 194744 h 256427"/>
              <a:gd name="connsiteX103" fmla="*/ 537151 w 755077"/>
              <a:gd name="connsiteY103" fmla="*/ 194744 h 256427"/>
              <a:gd name="connsiteX104" fmla="*/ 537151 w 755077"/>
              <a:gd name="connsiteY104" fmla="*/ 201735 h 256427"/>
              <a:gd name="connsiteX105" fmla="*/ 283346 w 755077"/>
              <a:gd name="connsiteY105" fmla="*/ 2089 h 256427"/>
              <a:gd name="connsiteX106" fmla="*/ 340377 w 755077"/>
              <a:gd name="connsiteY106" fmla="*/ 138134 h 256427"/>
              <a:gd name="connsiteX107" fmla="*/ 376047 w 755077"/>
              <a:gd name="connsiteY107" fmla="*/ 164450 h 256427"/>
              <a:gd name="connsiteX108" fmla="*/ 377512 w 755077"/>
              <a:gd name="connsiteY108" fmla="*/ 164450 h 256427"/>
              <a:gd name="connsiteX109" fmla="*/ 312237 w 755077"/>
              <a:gd name="connsiteY109" fmla="*/ 2089 h 256427"/>
              <a:gd name="connsiteX110" fmla="*/ 283346 w 755077"/>
              <a:gd name="connsiteY110" fmla="*/ 2089 h 256427"/>
              <a:gd name="connsiteX111" fmla="*/ 437309 w 755077"/>
              <a:gd name="connsiteY111" fmla="*/ 197059 h 256427"/>
              <a:gd name="connsiteX112" fmla="*/ 426651 w 755077"/>
              <a:gd name="connsiteY112" fmla="*/ 194744 h 256427"/>
              <a:gd name="connsiteX113" fmla="*/ 403157 w 755077"/>
              <a:gd name="connsiteY113" fmla="*/ 194744 h 256427"/>
              <a:gd name="connsiteX114" fmla="*/ 403157 w 755077"/>
              <a:gd name="connsiteY114" fmla="*/ 255903 h 256427"/>
              <a:gd name="connsiteX115" fmla="*/ 410759 w 755077"/>
              <a:gd name="connsiteY115" fmla="*/ 255903 h 256427"/>
              <a:gd name="connsiteX116" fmla="*/ 410759 w 755077"/>
              <a:gd name="connsiteY116" fmla="*/ 232400 h 256427"/>
              <a:gd name="connsiteX117" fmla="*/ 426660 w 755077"/>
              <a:gd name="connsiteY117" fmla="*/ 232400 h 256427"/>
              <a:gd name="connsiteX118" fmla="*/ 437273 w 755077"/>
              <a:gd name="connsiteY118" fmla="*/ 230085 h 256427"/>
              <a:gd name="connsiteX119" fmla="*/ 444387 w 755077"/>
              <a:gd name="connsiteY119" fmla="*/ 223492 h 256427"/>
              <a:gd name="connsiteX120" fmla="*/ 446918 w 755077"/>
              <a:gd name="connsiteY120" fmla="*/ 213536 h 256427"/>
              <a:gd name="connsiteX121" fmla="*/ 444432 w 755077"/>
              <a:gd name="connsiteY121" fmla="*/ 203616 h 256427"/>
              <a:gd name="connsiteX122" fmla="*/ 437318 w 755077"/>
              <a:gd name="connsiteY122" fmla="*/ 197059 h 256427"/>
              <a:gd name="connsiteX123" fmla="*/ 435564 w 755077"/>
              <a:gd name="connsiteY123" fmla="*/ 222181 h 256427"/>
              <a:gd name="connsiteX124" fmla="*/ 425955 w 755077"/>
              <a:gd name="connsiteY124" fmla="*/ 225419 h 256427"/>
              <a:gd name="connsiteX125" fmla="*/ 410759 w 755077"/>
              <a:gd name="connsiteY125" fmla="*/ 225419 h 256427"/>
              <a:gd name="connsiteX126" fmla="*/ 410759 w 755077"/>
              <a:gd name="connsiteY126" fmla="*/ 201744 h 256427"/>
              <a:gd name="connsiteX127" fmla="*/ 426045 w 755077"/>
              <a:gd name="connsiteY127" fmla="*/ 201744 h 256427"/>
              <a:gd name="connsiteX128" fmla="*/ 435609 w 755077"/>
              <a:gd name="connsiteY128" fmla="*/ 204936 h 256427"/>
              <a:gd name="connsiteX129" fmla="*/ 439144 w 755077"/>
              <a:gd name="connsiteY129" fmla="*/ 213545 h 256427"/>
              <a:gd name="connsiteX130" fmla="*/ 435564 w 755077"/>
              <a:gd name="connsiteY130" fmla="*/ 222190 h 256427"/>
              <a:gd name="connsiteX131" fmla="*/ 377503 w 755077"/>
              <a:gd name="connsiteY131" fmla="*/ 164459 h 256427"/>
              <a:gd name="connsiteX132" fmla="*/ 378967 w 755077"/>
              <a:gd name="connsiteY132" fmla="*/ 164459 h 256427"/>
              <a:gd name="connsiteX133" fmla="*/ 414637 w 755077"/>
              <a:gd name="connsiteY133" fmla="*/ 138143 h 256427"/>
              <a:gd name="connsiteX134" fmla="*/ 471668 w 755077"/>
              <a:gd name="connsiteY134" fmla="*/ 2098 h 256427"/>
              <a:gd name="connsiteX135" fmla="*/ 442778 w 755077"/>
              <a:gd name="connsiteY135" fmla="*/ 2098 h 256427"/>
              <a:gd name="connsiteX136" fmla="*/ 377503 w 755077"/>
              <a:gd name="connsiteY136" fmla="*/ 164468 h 256427"/>
              <a:gd name="connsiteX137" fmla="*/ 635303 w 755077"/>
              <a:gd name="connsiteY137" fmla="*/ 194744 h 256427"/>
              <a:gd name="connsiteX138" fmla="*/ 611981 w 755077"/>
              <a:gd name="connsiteY138" fmla="*/ 255903 h 256427"/>
              <a:gd name="connsiteX139" fmla="*/ 619845 w 755077"/>
              <a:gd name="connsiteY139" fmla="*/ 255903 h 256427"/>
              <a:gd name="connsiteX140" fmla="*/ 626309 w 755077"/>
              <a:gd name="connsiteY140" fmla="*/ 239390 h 256427"/>
              <a:gd name="connsiteX141" fmla="*/ 652948 w 755077"/>
              <a:gd name="connsiteY141" fmla="*/ 239390 h 256427"/>
              <a:gd name="connsiteX142" fmla="*/ 659412 w 755077"/>
              <a:gd name="connsiteY142" fmla="*/ 255903 h 256427"/>
              <a:gd name="connsiteX143" fmla="*/ 667529 w 755077"/>
              <a:gd name="connsiteY143" fmla="*/ 255903 h 256427"/>
              <a:gd name="connsiteX144" fmla="*/ 644298 w 755077"/>
              <a:gd name="connsiteY144" fmla="*/ 194744 h 256427"/>
              <a:gd name="connsiteX145" fmla="*/ 635303 w 755077"/>
              <a:gd name="connsiteY145" fmla="*/ 194744 h 256427"/>
              <a:gd name="connsiteX146" fmla="*/ 628578 w 755077"/>
              <a:gd name="connsiteY146" fmla="*/ 232490 h 256427"/>
              <a:gd name="connsiteX147" fmla="*/ 639579 w 755077"/>
              <a:gd name="connsiteY147" fmla="*/ 203046 h 256427"/>
              <a:gd name="connsiteX148" fmla="*/ 650670 w 755077"/>
              <a:gd name="connsiteY148" fmla="*/ 232490 h 256427"/>
              <a:gd name="connsiteX149" fmla="*/ 628569 w 755077"/>
              <a:gd name="connsiteY149" fmla="*/ 232490 h 25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55077" h="256427">
                <a:moveTo>
                  <a:pt x="729170" y="141860"/>
                </a:moveTo>
                <a:cubicBezTo>
                  <a:pt x="745876" y="127092"/>
                  <a:pt x="755078" y="105913"/>
                  <a:pt x="755078" y="82229"/>
                </a:cubicBezTo>
                <a:cubicBezTo>
                  <a:pt x="755078" y="58545"/>
                  <a:pt x="745876" y="37366"/>
                  <a:pt x="729170" y="22599"/>
                </a:cubicBezTo>
                <a:cubicBezTo>
                  <a:pt x="712447" y="7813"/>
                  <a:pt x="689468" y="0"/>
                  <a:pt x="662720" y="0"/>
                </a:cubicBezTo>
                <a:cubicBezTo>
                  <a:pt x="635972" y="0"/>
                  <a:pt x="612993" y="7813"/>
                  <a:pt x="596270" y="22599"/>
                </a:cubicBezTo>
                <a:cubicBezTo>
                  <a:pt x="579565" y="37366"/>
                  <a:pt x="570363" y="58545"/>
                  <a:pt x="570363" y="82229"/>
                </a:cubicBezTo>
                <a:cubicBezTo>
                  <a:pt x="570363" y="105913"/>
                  <a:pt x="579565" y="127092"/>
                  <a:pt x="596270" y="141860"/>
                </a:cubicBezTo>
                <a:cubicBezTo>
                  <a:pt x="612993" y="156645"/>
                  <a:pt x="635972" y="164459"/>
                  <a:pt x="662720" y="164459"/>
                </a:cubicBezTo>
                <a:cubicBezTo>
                  <a:pt x="689468" y="164459"/>
                  <a:pt x="712447" y="156645"/>
                  <a:pt x="729170" y="141860"/>
                </a:cubicBezTo>
                <a:close/>
                <a:moveTo>
                  <a:pt x="596089" y="82229"/>
                </a:moveTo>
                <a:cubicBezTo>
                  <a:pt x="596089" y="65554"/>
                  <a:pt x="602227" y="51401"/>
                  <a:pt x="613852" y="41282"/>
                </a:cubicBezTo>
                <a:cubicBezTo>
                  <a:pt x="625821" y="30864"/>
                  <a:pt x="642716" y="25357"/>
                  <a:pt x="662720" y="25357"/>
                </a:cubicBezTo>
                <a:cubicBezTo>
                  <a:pt x="682725" y="25357"/>
                  <a:pt x="699620" y="30864"/>
                  <a:pt x="711588" y="41282"/>
                </a:cubicBezTo>
                <a:cubicBezTo>
                  <a:pt x="723204" y="51392"/>
                  <a:pt x="729351" y="65554"/>
                  <a:pt x="729351" y="82229"/>
                </a:cubicBezTo>
                <a:cubicBezTo>
                  <a:pt x="729351" y="98905"/>
                  <a:pt x="723213" y="113057"/>
                  <a:pt x="711588" y="123177"/>
                </a:cubicBezTo>
                <a:cubicBezTo>
                  <a:pt x="699620" y="133594"/>
                  <a:pt x="682725" y="139093"/>
                  <a:pt x="662720" y="139093"/>
                </a:cubicBezTo>
                <a:cubicBezTo>
                  <a:pt x="642716" y="139093"/>
                  <a:pt x="625812" y="133585"/>
                  <a:pt x="613852" y="123177"/>
                </a:cubicBezTo>
                <a:cubicBezTo>
                  <a:pt x="602236" y="113057"/>
                  <a:pt x="596089" y="98905"/>
                  <a:pt x="596089" y="82229"/>
                </a:cubicBezTo>
                <a:close/>
                <a:moveTo>
                  <a:pt x="234957" y="204267"/>
                </a:moveTo>
                <a:cubicBezTo>
                  <a:pt x="238157" y="202232"/>
                  <a:pt x="241855" y="201210"/>
                  <a:pt x="246049" y="201210"/>
                </a:cubicBezTo>
                <a:cubicBezTo>
                  <a:pt x="250704" y="201210"/>
                  <a:pt x="254655" y="202404"/>
                  <a:pt x="257882" y="204791"/>
                </a:cubicBezTo>
                <a:cubicBezTo>
                  <a:pt x="261109" y="207179"/>
                  <a:pt x="263278" y="210497"/>
                  <a:pt x="264390" y="214748"/>
                </a:cubicBezTo>
                <a:lnTo>
                  <a:pt x="271993" y="214748"/>
                </a:lnTo>
                <a:cubicBezTo>
                  <a:pt x="270826" y="208399"/>
                  <a:pt x="267961" y="203389"/>
                  <a:pt x="263387" y="199718"/>
                </a:cubicBezTo>
                <a:cubicBezTo>
                  <a:pt x="258813" y="196046"/>
                  <a:pt x="253154" y="194211"/>
                  <a:pt x="246401" y="194211"/>
                </a:cubicBezTo>
                <a:cubicBezTo>
                  <a:pt x="240580" y="194211"/>
                  <a:pt x="235454" y="195504"/>
                  <a:pt x="231025" y="198099"/>
                </a:cubicBezTo>
                <a:cubicBezTo>
                  <a:pt x="226605" y="200695"/>
                  <a:pt x="223197" y="204348"/>
                  <a:pt x="220810" y="209069"/>
                </a:cubicBezTo>
                <a:cubicBezTo>
                  <a:pt x="218424" y="213789"/>
                  <a:pt x="217231" y="219206"/>
                  <a:pt x="217231" y="225319"/>
                </a:cubicBezTo>
                <a:cubicBezTo>
                  <a:pt x="217231" y="231432"/>
                  <a:pt x="218424" y="236921"/>
                  <a:pt x="220810" y="241615"/>
                </a:cubicBezTo>
                <a:cubicBezTo>
                  <a:pt x="223197" y="246308"/>
                  <a:pt x="226605" y="249944"/>
                  <a:pt x="231025" y="252539"/>
                </a:cubicBezTo>
                <a:cubicBezTo>
                  <a:pt x="235445" y="255134"/>
                  <a:pt x="240571" y="256428"/>
                  <a:pt x="246401" y="256428"/>
                </a:cubicBezTo>
                <a:cubicBezTo>
                  <a:pt x="253217" y="256428"/>
                  <a:pt x="258876" y="254592"/>
                  <a:pt x="263387" y="250920"/>
                </a:cubicBezTo>
                <a:cubicBezTo>
                  <a:pt x="267898" y="247249"/>
                  <a:pt x="270736" y="242239"/>
                  <a:pt x="271902" y="235891"/>
                </a:cubicBezTo>
                <a:lnTo>
                  <a:pt x="264300" y="235891"/>
                </a:lnTo>
                <a:cubicBezTo>
                  <a:pt x="263134" y="240204"/>
                  <a:pt x="260982" y="243532"/>
                  <a:pt x="257837" y="245892"/>
                </a:cubicBezTo>
                <a:cubicBezTo>
                  <a:pt x="254691" y="248253"/>
                  <a:pt x="250759" y="249428"/>
                  <a:pt x="246049" y="249428"/>
                </a:cubicBezTo>
                <a:cubicBezTo>
                  <a:pt x="241855" y="249428"/>
                  <a:pt x="238157" y="248406"/>
                  <a:pt x="234957" y="246372"/>
                </a:cubicBezTo>
                <a:cubicBezTo>
                  <a:pt x="231757" y="244337"/>
                  <a:pt x="229289" y="241479"/>
                  <a:pt x="227581" y="237808"/>
                </a:cubicBezTo>
                <a:cubicBezTo>
                  <a:pt x="225863" y="234136"/>
                  <a:pt x="225005" y="229976"/>
                  <a:pt x="225005" y="225310"/>
                </a:cubicBezTo>
                <a:cubicBezTo>
                  <a:pt x="225005" y="220644"/>
                  <a:pt x="225863" y="216412"/>
                  <a:pt x="227581" y="212776"/>
                </a:cubicBezTo>
                <a:cubicBezTo>
                  <a:pt x="229299" y="209141"/>
                  <a:pt x="231757" y="206301"/>
                  <a:pt x="234957" y="204258"/>
                </a:cubicBezTo>
                <a:close/>
                <a:moveTo>
                  <a:pt x="330858" y="194744"/>
                </a:moveTo>
                <a:lnTo>
                  <a:pt x="307536" y="255903"/>
                </a:lnTo>
                <a:lnTo>
                  <a:pt x="315392" y="255903"/>
                </a:lnTo>
                <a:lnTo>
                  <a:pt x="321855" y="239390"/>
                </a:lnTo>
                <a:lnTo>
                  <a:pt x="348495" y="239390"/>
                </a:lnTo>
                <a:lnTo>
                  <a:pt x="354958" y="255903"/>
                </a:lnTo>
                <a:lnTo>
                  <a:pt x="363076" y="255903"/>
                </a:lnTo>
                <a:lnTo>
                  <a:pt x="339844" y="194744"/>
                </a:lnTo>
                <a:lnTo>
                  <a:pt x="330849" y="194744"/>
                </a:lnTo>
                <a:close/>
                <a:moveTo>
                  <a:pt x="324133" y="232490"/>
                </a:moveTo>
                <a:lnTo>
                  <a:pt x="335134" y="203046"/>
                </a:lnTo>
                <a:lnTo>
                  <a:pt x="346226" y="232490"/>
                </a:lnTo>
                <a:lnTo>
                  <a:pt x="324124" y="232490"/>
                </a:lnTo>
                <a:close/>
                <a:moveTo>
                  <a:pt x="715231" y="194744"/>
                </a:moveTo>
                <a:lnTo>
                  <a:pt x="707638" y="194744"/>
                </a:lnTo>
                <a:lnTo>
                  <a:pt x="707638" y="255903"/>
                </a:lnTo>
                <a:lnTo>
                  <a:pt x="743100" y="255903"/>
                </a:lnTo>
                <a:lnTo>
                  <a:pt x="743100" y="248913"/>
                </a:lnTo>
                <a:lnTo>
                  <a:pt x="715240" y="248913"/>
                </a:lnTo>
                <a:lnTo>
                  <a:pt x="715240" y="194744"/>
                </a:lnTo>
                <a:close/>
                <a:moveTo>
                  <a:pt x="247423" y="2089"/>
                </a:moveTo>
                <a:lnTo>
                  <a:pt x="222392" y="2089"/>
                </a:lnTo>
                <a:lnTo>
                  <a:pt x="222392" y="162361"/>
                </a:lnTo>
                <a:lnTo>
                  <a:pt x="247423" y="162361"/>
                </a:lnTo>
                <a:lnTo>
                  <a:pt x="247423" y="2089"/>
                </a:lnTo>
                <a:close/>
                <a:moveTo>
                  <a:pt x="79458" y="61810"/>
                </a:moveTo>
                <a:lnTo>
                  <a:pt x="79458" y="162370"/>
                </a:lnTo>
                <a:cubicBezTo>
                  <a:pt x="79458" y="162370"/>
                  <a:pt x="105230" y="162370"/>
                  <a:pt x="105230" y="162370"/>
                </a:cubicBezTo>
                <a:lnTo>
                  <a:pt x="105212" y="61810"/>
                </a:lnTo>
                <a:cubicBezTo>
                  <a:pt x="105212" y="49575"/>
                  <a:pt x="101262" y="37981"/>
                  <a:pt x="93786" y="28296"/>
                </a:cubicBezTo>
                <a:lnTo>
                  <a:pt x="92330" y="26415"/>
                </a:lnTo>
                <a:lnTo>
                  <a:pt x="90875" y="28296"/>
                </a:lnTo>
                <a:cubicBezTo>
                  <a:pt x="83399" y="37981"/>
                  <a:pt x="79449" y="49566"/>
                  <a:pt x="79449" y="61810"/>
                </a:cubicBezTo>
                <a:close/>
                <a:moveTo>
                  <a:pt x="46608" y="2089"/>
                </a:moveTo>
                <a:lnTo>
                  <a:pt x="0" y="2089"/>
                </a:lnTo>
                <a:lnTo>
                  <a:pt x="0" y="26415"/>
                </a:lnTo>
                <a:lnTo>
                  <a:pt x="92330" y="26415"/>
                </a:lnTo>
                <a:lnTo>
                  <a:pt x="90043" y="23458"/>
                </a:lnTo>
                <a:cubicBezTo>
                  <a:pt x="79558" y="9884"/>
                  <a:pt x="63720" y="2089"/>
                  <a:pt x="46608" y="2089"/>
                </a:cubicBezTo>
                <a:close/>
                <a:moveTo>
                  <a:pt x="94618" y="23458"/>
                </a:moveTo>
                <a:lnTo>
                  <a:pt x="92330" y="26415"/>
                </a:lnTo>
                <a:lnTo>
                  <a:pt x="184661" y="26415"/>
                </a:lnTo>
                <a:lnTo>
                  <a:pt x="184661" y="2089"/>
                </a:lnTo>
                <a:lnTo>
                  <a:pt x="138053" y="2089"/>
                </a:lnTo>
                <a:cubicBezTo>
                  <a:pt x="120932" y="2089"/>
                  <a:pt x="105103" y="9875"/>
                  <a:pt x="94608" y="23458"/>
                </a:cubicBezTo>
                <a:close/>
                <a:moveTo>
                  <a:pt x="507601" y="162361"/>
                </a:moveTo>
                <a:lnTo>
                  <a:pt x="532631" y="162361"/>
                </a:lnTo>
                <a:lnTo>
                  <a:pt x="532631" y="2089"/>
                </a:lnTo>
                <a:lnTo>
                  <a:pt x="507601" y="2089"/>
                </a:lnTo>
                <a:lnTo>
                  <a:pt x="507601" y="162361"/>
                </a:lnTo>
                <a:close/>
                <a:moveTo>
                  <a:pt x="488238" y="255903"/>
                </a:moveTo>
                <a:lnTo>
                  <a:pt x="495840" y="255903"/>
                </a:lnTo>
                <a:lnTo>
                  <a:pt x="495840" y="194744"/>
                </a:lnTo>
                <a:lnTo>
                  <a:pt x="488238" y="194744"/>
                </a:lnTo>
                <a:lnTo>
                  <a:pt x="488238" y="255903"/>
                </a:lnTo>
                <a:close/>
                <a:moveTo>
                  <a:pt x="537151" y="201735"/>
                </a:moveTo>
                <a:lnTo>
                  <a:pt x="556975" y="201735"/>
                </a:lnTo>
                <a:lnTo>
                  <a:pt x="556975" y="255903"/>
                </a:lnTo>
                <a:lnTo>
                  <a:pt x="564577" y="255903"/>
                </a:lnTo>
                <a:lnTo>
                  <a:pt x="564577" y="201735"/>
                </a:lnTo>
                <a:lnTo>
                  <a:pt x="584401" y="201735"/>
                </a:lnTo>
                <a:lnTo>
                  <a:pt x="584401" y="194744"/>
                </a:lnTo>
                <a:lnTo>
                  <a:pt x="537151" y="194744"/>
                </a:lnTo>
                <a:lnTo>
                  <a:pt x="537151" y="201735"/>
                </a:lnTo>
                <a:close/>
                <a:moveTo>
                  <a:pt x="283346" y="2089"/>
                </a:moveTo>
                <a:cubicBezTo>
                  <a:pt x="283346" y="2089"/>
                  <a:pt x="330958" y="115571"/>
                  <a:pt x="340377" y="138134"/>
                </a:cubicBezTo>
                <a:cubicBezTo>
                  <a:pt x="351360" y="164450"/>
                  <a:pt x="369195" y="164450"/>
                  <a:pt x="376047" y="164450"/>
                </a:cubicBezTo>
                <a:lnTo>
                  <a:pt x="377512" y="164450"/>
                </a:lnTo>
                <a:lnTo>
                  <a:pt x="312237" y="2089"/>
                </a:lnTo>
                <a:lnTo>
                  <a:pt x="283346" y="2089"/>
                </a:lnTo>
                <a:close/>
                <a:moveTo>
                  <a:pt x="437309" y="197059"/>
                </a:moveTo>
                <a:cubicBezTo>
                  <a:pt x="434217" y="195513"/>
                  <a:pt x="430674" y="194744"/>
                  <a:pt x="426651" y="194744"/>
                </a:cubicBezTo>
                <a:lnTo>
                  <a:pt x="403157" y="194744"/>
                </a:lnTo>
                <a:lnTo>
                  <a:pt x="403157" y="255903"/>
                </a:lnTo>
                <a:lnTo>
                  <a:pt x="410759" y="255903"/>
                </a:lnTo>
                <a:lnTo>
                  <a:pt x="410759" y="232400"/>
                </a:lnTo>
                <a:lnTo>
                  <a:pt x="426660" y="232400"/>
                </a:lnTo>
                <a:cubicBezTo>
                  <a:pt x="430674" y="232400"/>
                  <a:pt x="434217" y="231631"/>
                  <a:pt x="437273" y="230085"/>
                </a:cubicBezTo>
                <a:cubicBezTo>
                  <a:pt x="440328" y="228538"/>
                  <a:pt x="442696" y="226341"/>
                  <a:pt x="444387" y="223492"/>
                </a:cubicBezTo>
                <a:cubicBezTo>
                  <a:pt x="446077" y="220635"/>
                  <a:pt x="446918" y="217316"/>
                  <a:pt x="446918" y="213536"/>
                </a:cubicBezTo>
                <a:cubicBezTo>
                  <a:pt x="446918" y="209756"/>
                  <a:pt x="446086" y="206446"/>
                  <a:pt x="444432" y="203616"/>
                </a:cubicBezTo>
                <a:cubicBezTo>
                  <a:pt x="442769" y="200794"/>
                  <a:pt x="440400" y="198606"/>
                  <a:pt x="437318" y="197059"/>
                </a:cubicBezTo>
                <a:close/>
                <a:moveTo>
                  <a:pt x="435564" y="222181"/>
                </a:moveTo>
                <a:cubicBezTo>
                  <a:pt x="433178" y="224333"/>
                  <a:pt x="429978" y="225419"/>
                  <a:pt x="425955" y="225419"/>
                </a:cubicBezTo>
                <a:lnTo>
                  <a:pt x="410759" y="225419"/>
                </a:lnTo>
                <a:lnTo>
                  <a:pt x="410759" y="201744"/>
                </a:lnTo>
                <a:lnTo>
                  <a:pt x="426045" y="201744"/>
                </a:lnTo>
                <a:cubicBezTo>
                  <a:pt x="430059" y="201744"/>
                  <a:pt x="433250" y="202811"/>
                  <a:pt x="435609" y="204936"/>
                </a:cubicBezTo>
                <a:cubicBezTo>
                  <a:pt x="437969" y="207061"/>
                  <a:pt x="439144" y="209928"/>
                  <a:pt x="439144" y="213545"/>
                </a:cubicBezTo>
                <a:cubicBezTo>
                  <a:pt x="439144" y="217162"/>
                  <a:pt x="437951" y="220038"/>
                  <a:pt x="435564" y="222190"/>
                </a:cubicBezTo>
                <a:close/>
                <a:moveTo>
                  <a:pt x="377503" y="164459"/>
                </a:moveTo>
                <a:lnTo>
                  <a:pt x="378967" y="164459"/>
                </a:lnTo>
                <a:cubicBezTo>
                  <a:pt x="385828" y="164459"/>
                  <a:pt x="403663" y="164459"/>
                  <a:pt x="414637" y="138143"/>
                </a:cubicBezTo>
                <a:cubicBezTo>
                  <a:pt x="424048" y="115580"/>
                  <a:pt x="471668" y="2098"/>
                  <a:pt x="471668" y="2098"/>
                </a:cubicBezTo>
                <a:lnTo>
                  <a:pt x="442778" y="2098"/>
                </a:lnTo>
                <a:lnTo>
                  <a:pt x="377503" y="164468"/>
                </a:lnTo>
                <a:close/>
                <a:moveTo>
                  <a:pt x="635303" y="194744"/>
                </a:moveTo>
                <a:lnTo>
                  <a:pt x="611981" y="255903"/>
                </a:lnTo>
                <a:lnTo>
                  <a:pt x="619845" y="255903"/>
                </a:lnTo>
                <a:lnTo>
                  <a:pt x="626309" y="239390"/>
                </a:lnTo>
                <a:lnTo>
                  <a:pt x="652948" y="239390"/>
                </a:lnTo>
                <a:lnTo>
                  <a:pt x="659412" y="255903"/>
                </a:lnTo>
                <a:lnTo>
                  <a:pt x="667529" y="255903"/>
                </a:lnTo>
                <a:lnTo>
                  <a:pt x="644298" y="194744"/>
                </a:lnTo>
                <a:lnTo>
                  <a:pt x="635303" y="194744"/>
                </a:lnTo>
                <a:close/>
                <a:moveTo>
                  <a:pt x="628578" y="232490"/>
                </a:moveTo>
                <a:lnTo>
                  <a:pt x="639579" y="203046"/>
                </a:lnTo>
                <a:lnTo>
                  <a:pt x="650670" y="232490"/>
                </a:lnTo>
                <a:lnTo>
                  <a:pt x="628569" y="232490"/>
                </a:lnTo>
                <a:close/>
              </a:path>
            </a:pathLst>
          </a:custGeom>
          <a:solidFill>
            <a:schemeClr val="bg1"/>
          </a:solidFill>
          <a:ln w="104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6" name="object 5">
            <a:extLst>
              <a:ext uri="{FF2B5EF4-FFF2-40B4-BE49-F238E27FC236}">
                <a16:creationId xmlns:a16="http://schemas.microsoft.com/office/drawing/2014/main" id="{FFB7A6B0-0FDF-438E-E352-2045667857D4}"/>
              </a:ext>
            </a:extLst>
          </p:cNvPr>
          <p:cNvSpPr/>
          <p:nvPr/>
        </p:nvSpPr>
        <p:spPr>
          <a:xfrm flipV="1">
            <a:off x="334962" y="6294310"/>
            <a:ext cx="11097267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78" name="Espaço Reservado para Número de Slide 5">
            <a:extLst>
              <a:ext uri="{FF2B5EF4-FFF2-40B4-BE49-F238E27FC236}">
                <a16:creationId xmlns:a16="http://schemas.microsoft.com/office/drawing/2014/main" id="{0BC79F99-C59B-6900-EE27-6DB646CB465B}"/>
              </a:ext>
            </a:extLst>
          </p:cNvPr>
          <p:cNvSpPr txBox="1">
            <a:spLocks/>
          </p:cNvSpPr>
          <p:nvPr/>
        </p:nvSpPr>
        <p:spPr>
          <a:xfrm>
            <a:off x="11561763" y="647363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chemeClr val="bg1"/>
                </a:solidFill>
                <a:latin typeface="Versos" panose="020B0503020204030204" pitchFamily="34" charset="0"/>
                <a:ea typeface="Arial"/>
                <a:cs typeface="Versos" panose="020B050302020403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39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sp>
        <p:nvSpPr>
          <p:cNvPr id="79" name="object 38">
            <a:extLst>
              <a:ext uri="{FF2B5EF4-FFF2-40B4-BE49-F238E27FC236}">
                <a16:creationId xmlns:a16="http://schemas.microsoft.com/office/drawing/2014/main" id="{36ABA320-9D91-5119-92A7-315D001A578C}"/>
              </a:ext>
            </a:extLst>
          </p:cNvPr>
          <p:cNvSpPr txBox="1">
            <a:spLocks/>
          </p:cNvSpPr>
          <p:nvPr/>
        </p:nvSpPr>
        <p:spPr>
          <a:xfrm>
            <a:off x="315195" y="531264"/>
            <a:ext cx="7850404" cy="317886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pt-BR" sz="2000" b="1" kern="0">
                <a:solidFill>
                  <a:srgbClr val="FFFFFF"/>
                </a:solidFill>
                <a:latin typeface="Versos"/>
                <a:sym typeface="Arial"/>
              </a:rPr>
              <a:t>Alocação da Carteira</a:t>
            </a:r>
            <a:endParaRPr kumimoji="0" lang="pt-BR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/>
              <a:ea typeface="+mj-ea"/>
              <a:cs typeface="+mj-cs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D14770-C514-CBEE-972F-2E66FE058B57}"/>
              </a:ext>
            </a:extLst>
          </p:cNvPr>
          <p:cNvGrpSpPr/>
          <p:nvPr/>
        </p:nvGrpSpPr>
        <p:grpSpPr>
          <a:xfrm>
            <a:off x="334962" y="1253765"/>
            <a:ext cx="11522076" cy="279079"/>
            <a:chOff x="334962" y="1253765"/>
            <a:chExt cx="9954347" cy="279079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58134974-52B7-6146-354F-0AC51C4F0BF5}"/>
                </a:ext>
              </a:extLst>
            </p:cNvPr>
            <p:cNvGrpSpPr/>
            <p:nvPr/>
          </p:nvGrpSpPr>
          <p:grpSpPr>
            <a:xfrm>
              <a:off x="334962" y="1265803"/>
              <a:ext cx="4874347" cy="267041"/>
              <a:chOff x="5483225" y="1383135"/>
              <a:chExt cx="6372602" cy="267041"/>
            </a:xfrm>
          </p:grpSpPr>
          <p:sp>
            <p:nvSpPr>
              <p:cNvPr id="47" name="TextBox 19">
                <a:extLst>
                  <a:ext uri="{FF2B5EF4-FFF2-40B4-BE49-F238E27FC236}">
                    <a16:creationId xmlns:a16="http://schemas.microsoft.com/office/drawing/2014/main" id="{91AE0DA4-0AE2-C944-1840-CF3C341A3C93}"/>
                  </a:ext>
                </a:extLst>
              </p:cNvPr>
              <p:cNvSpPr txBox="1"/>
              <p:nvPr/>
            </p:nvSpPr>
            <p:spPr>
              <a:xfrm>
                <a:off x="5483225" y="1383135"/>
                <a:ext cx="6372602" cy="1642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067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Plus Jakarta Sans Light" pitchFamily="2" charset="77"/>
                    <a:sym typeface="Arial"/>
                  </a:rPr>
                  <a:t>DISTRIBUIÇÃO DE RATING DA CARTEIRA - EXPOSIÇÃO RATING EXTERNO</a:t>
                </a:r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5CE1B7A7-41CE-4185-84B2-BDAFB0F380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3225" y="1650176"/>
                <a:ext cx="6372602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1DFAA5B-B63A-F5CD-73D9-279B6DF7B168}"/>
                </a:ext>
              </a:extLst>
            </p:cNvPr>
            <p:cNvGrpSpPr/>
            <p:nvPr/>
          </p:nvGrpSpPr>
          <p:grpSpPr>
            <a:xfrm>
              <a:off x="5414962" y="1253765"/>
              <a:ext cx="4874347" cy="267041"/>
              <a:chOff x="5483225" y="1383135"/>
              <a:chExt cx="6372602" cy="267041"/>
            </a:xfrm>
          </p:grpSpPr>
          <p:sp>
            <p:nvSpPr>
              <p:cNvPr id="5" name="TextBox 19">
                <a:extLst>
                  <a:ext uri="{FF2B5EF4-FFF2-40B4-BE49-F238E27FC236}">
                    <a16:creationId xmlns:a16="http://schemas.microsoft.com/office/drawing/2014/main" id="{66F6A3BD-8C18-6394-B17D-3DB92E8B7E75}"/>
                  </a:ext>
                </a:extLst>
              </p:cNvPr>
              <p:cNvSpPr txBox="1"/>
              <p:nvPr/>
            </p:nvSpPr>
            <p:spPr>
              <a:xfrm>
                <a:off x="5483225" y="1383135"/>
                <a:ext cx="5404979" cy="16421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lvl="0">
                  <a:buClr>
                    <a:srgbClr val="000000"/>
                  </a:buClr>
                  <a:defRPr/>
                </a:pPr>
                <a:r>
                  <a:rPr lang="pt-BR" sz="1067" kern="0">
                    <a:solidFill>
                      <a:srgbClr val="FFFFFF"/>
                    </a:solidFill>
                    <a:latin typeface="Versos" panose="020B0503020204030204" pitchFamily="34" charset="0"/>
                    <a:cs typeface="Plus Jakarta Sans Light" pitchFamily="2" charset="77"/>
                    <a:sym typeface="Arial"/>
                  </a:rPr>
                  <a:t>EXPOSIÇÃO SETORIAL</a:t>
                </a:r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D52A134-C13D-E4C9-4C71-6DA86DDC5B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83225" y="1650176"/>
                <a:ext cx="6372602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15C76C85-B47B-3226-066E-103E3E4B4E75}"/>
              </a:ext>
            </a:extLst>
          </p:cNvPr>
          <p:cNvGrpSpPr/>
          <p:nvPr/>
        </p:nvGrpSpPr>
        <p:grpSpPr>
          <a:xfrm>
            <a:off x="334962" y="3892336"/>
            <a:ext cx="5642017" cy="267041"/>
            <a:chOff x="5483225" y="1383135"/>
            <a:chExt cx="6372602" cy="267041"/>
          </a:xfrm>
        </p:grpSpPr>
        <p:sp>
          <p:nvSpPr>
            <p:cNvPr id="55" name="TextBox 19">
              <a:extLst>
                <a:ext uri="{FF2B5EF4-FFF2-40B4-BE49-F238E27FC236}">
                  <a16:creationId xmlns:a16="http://schemas.microsoft.com/office/drawing/2014/main" id="{0522DD9F-6930-F670-437E-474C04CA7347}"/>
                </a:ext>
              </a:extLst>
            </p:cNvPr>
            <p:cNvSpPr txBox="1"/>
            <p:nvPr/>
          </p:nvSpPr>
          <p:spPr>
            <a:xfrm>
              <a:off x="5483225" y="1383135"/>
              <a:ext cx="6372602" cy="1642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6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Plus Jakarta Sans Light" pitchFamily="2" charset="77"/>
                  <a:sym typeface="Arial"/>
                </a:rPr>
                <a:t>COMPOSIÇÃO DA CARTEIRA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B968B93-5FA4-099E-87AE-D75D47DFA97B}"/>
                </a:ext>
              </a:extLst>
            </p:cNvPr>
            <p:cNvCxnSpPr>
              <a:cxnSpLocks/>
            </p:cNvCxnSpPr>
            <p:nvPr/>
          </p:nvCxnSpPr>
          <p:spPr>
            <a:xfrm>
              <a:off x="5483225" y="1650176"/>
              <a:ext cx="637260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1" name="Chart 6">
            <a:extLst>
              <a:ext uri="{FF2B5EF4-FFF2-40B4-BE49-F238E27FC236}">
                <a16:creationId xmlns:a16="http://schemas.microsoft.com/office/drawing/2014/main" id="{976A028E-5647-6879-E949-0E4B5C4719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6190715"/>
              </p:ext>
            </p:extLst>
          </p:nvPr>
        </p:nvGraphicFramePr>
        <p:xfrm>
          <a:off x="402755" y="1846668"/>
          <a:ext cx="5574223" cy="17285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0">
            <a:extLst>
              <a:ext uri="{FF2B5EF4-FFF2-40B4-BE49-F238E27FC236}">
                <a16:creationId xmlns:a16="http://schemas.microsoft.com/office/drawing/2014/main" id="{EE9B0306-52FA-DC87-74D9-3F7DC4D28A3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86292718"/>
              </p:ext>
            </p:extLst>
          </p:nvPr>
        </p:nvGraphicFramePr>
        <p:xfrm>
          <a:off x="334963" y="4281740"/>
          <a:ext cx="5642015" cy="20246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4">
            <a:extLst>
              <a:ext uri="{FF2B5EF4-FFF2-40B4-BE49-F238E27FC236}">
                <a16:creationId xmlns:a16="http://schemas.microsoft.com/office/drawing/2014/main" id="{91898C21-D004-A7DB-9329-EE391F558D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541948"/>
              </p:ext>
            </p:extLst>
          </p:nvPr>
        </p:nvGraphicFramePr>
        <p:xfrm>
          <a:off x="6223536" y="1623636"/>
          <a:ext cx="5642016" cy="48295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1915068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3C96F-133E-65E6-5EBF-80FEE43F7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A group of people climbing up a hill&#10;&#10;AI-generated content may be incorrect.">
            <a:extLst>
              <a:ext uri="{FF2B5EF4-FFF2-40B4-BE49-F238E27FC236}">
                <a16:creationId xmlns:a16="http://schemas.microsoft.com/office/drawing/2014/main" id="{EBEC52B4-7C1B-182E-5971-B6588090ECA7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rcRect t="13797"/>
          <a:stretch>
            <a:fillRect/>
          </a:stretch>
        </p:blipFill>
        <p:spPr>
          <a:xfrm flipH="1">
            <a:off x="0" y="1"/>
            <a:ext cx="12192000" cy="6857999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2D705B1-C8EA-7478-73D8-60D281C64D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07987" y="5927209"/>
            <a:ext cx="11376025" cy="553998"/>
          </a:xfrm>
        </p:spPr>
        <p:txBody>
          <a:bodyPr anchor="b" anchorCtr="0"/>
          <a:lstStyle/>
          <a:p>
            <a:pPr algn="r"/>
            <a:r>
              <a:rPr lang="pt-BR" sz="1800" b="1">
                <a:solidFill>
                  <a:schemeClr val="tx1"/>
                </a:solidFill>
              </a:rPr>
              <a:t>TIVIO</a:t>
            </a:r>
            <a:br>
              <a:rPr lang="pt-BR" sz="1800">
                <a:solidFill>
                  <a:schemeClr val="tx1"/>
                </a:solidFill>
              </a:rPr>
            </a:br>
            <a:r>
              <a:rPr lang="pt-BR" sz="1800">
                <a:solidFill>
                  <a:schemeClr val="tx1"/>
                </a:solidFill>
              </a:rPr>
              <a:t>CRÉDITO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ED6CF74-77D2-1279-93D8-8E8645CF0B79}"/>
              </a:ext>
            </a:extLst>
          </p:cNvPr>
          <p:cNvSpPr/>
          <p:nvPr/>
        </p:nvSpPr>
        <p:spPr>
          <a:xfrm flipV="1">
            <a:off x="-62630" y="4449734"/>
            <a:ext cx="12254630" cy="200722"/>
          </a:xfrm>
          <a:custGeom>
            <a:avLst/>
            <a:gdLst>
              <a:gd name="connsiteX0" fmla="*/ 0 w 12225403"/>
              <a:gd name="connsiteY0" fmla="*/ 0 h 0"/>
              <a:gd name="connsiteX1" fmla="*/ 12225403 w 1222540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225403">
                <a:moveTo>
                  <a:pt x="0" y="0"/>
                </a:moveTo>
                <a:lnTo>
                  <a:pt x="12225403" y="0"/>
                </a:lnTo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1214462-292C-0BAE-C80F-72C85B2AC828}"/>
              </a:ext>
            </a:extLst>
          </p:cNvPr>
          <p:cNvSpPr/>
          <p:nvPr/>
        </p:nvSpPr>
        <p:spPr>
          <a:xfrm flipV="1">
            <a:off x="5589879" y="-61526"/>
            <a:ext cx="7318329" cy="5611942"/>
          </a:xfrm>
          <a:custGeom>
            <a:avLst/>
            <a:gdLst>
              <a:gd name="connsiteX0" fmla="*/ 0 w 5087815"/>
              <a:gd name="connsiteY0" fmla="*/ 3845169 h 3845169"/>
              <a:gd name="connsiteX1" fmla="*/ 5087815 w 5087815"/>
              <a:gd name="connsiteY1" fmla="*/ 0 h 3845169"/>
              <a:gd name="connsiteX0" fmla="*/ 0 w 5048059"/>
              <a:gd name="connsiteY0" fmla="*/ 3954500 h 3954500"/>
              <a:gd name="connsiteX1" fmla="*/ 5048059 w 5048059"/>
              <a:gd name="connsiteY1" fmla="*/ 0 h 3954500"/>
              <a:gd name="connsiteX0" fmla="*/ 0 w 5048059"/>
              <a:gd name="connsiteY0" fmla="*/ 3954500 h 3954500"/>
              <a:gd name="connsiteX1" fmla="*/ 5048059 w 5048059"/>
              <a:gd name="connsiteY1" fmla="*/ 0 h 3954500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35231 h 3835231"/>
              <a:gd name="connsiteX1" fmla="*/ 4988424 w 4988424"/>
              <a:gd name="connsiteY1" fmla="*/ 0 h 3835231"/>
              <a:gd name="connsiteX0" fmla="*/ 0 w 4988424"/>
              <a:gd name="connsiteY0" fmla="*/ 3825292 h 3825292"/>
              <a:gd name="connsiteX1" fmla="*/ 4988424 w 4988424"/>
              <a:gd name="connsiteY1" fmla="*/ 0 h 3825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988424" h="3825292">
                <a:moveTo>
                  <a:pt x="0" y="3825292"/>
                </a:moveTo>
                <a:cubicBezTo>
                  <a:pt x="1384087" y="1839675"/>
                  <a:pt x="2310976" y="251621"/>
                  <a:pt x="4988424" y="0"/>
                </a:cubicBezTo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12" name="Picture 8">
            <a:extLst>
              <a:ext uri="{FF2B5EF4-FFF2-40B4-BE49-F238E27FC236}">
                <a16:creationId xmlns:a16="http://schemas.microsoft.com/office/drawing/2014/main" id="{14E314DD-C364-F03E-8510-B5789ACABF65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-8117" t="-23966" r="-8117" b="-23966"/>
          <a:stretch/>
        </p:blipFill>
        <p:spPr>
          <a:xfrm>
            <a:off x="10141527" y="366854"/>
            <a:ext cx="1692181" cy="73278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241E076C-FABF-6B32-870F-FB497F98FA36}"/>
              </a:ext>
            </a:extLst>
          </p:cNvPr>
          <p:cNvGrpSpPr/>
          <p:nvPr/>
        </p:nvGrpSpPr>
        <p:grpSpPr>
          <a:xfrm>
            <a:off x="407987" y="3220009"/>
            <a:ext cx="5220654" cy="555853"/>
            <a:chOff x="407987" y="3151073"/>
            <a:chExt cx="5220654" cy="555853"/>
          </a:xfrm>
        </p:grpSpPr>
        <p:grpSp>
          <p:nvGrpSpPr>
            <p:cNvPr id="33" name="Graphic 30">
              <a:extLst>
                <a:ext uri="{FF2B5EF4-FFF2-40B4-BE49-F238E27FC236}">
                  <a16:creationId xmlns:a16="http://schemas.microsoft.com/office/drawing/2014/main" id="{2B311FD4-C5F5-01BF-535B-BA3BC5EB57A6}"/>
                </a:ext>
              </a:extLst>
            </p:cNvPr>
            <p:cNvGrpSpPr/>
            <p:nvPr/>
          </p:nvGrpSpPr>
          <p:grpSpPr>
            <a:xfrm>
              <a:off x="407987" y="3151073"/>
              <a:ext cx="2309626" cy="555853"/>
              <a:chOff x="407987" y="2201202"/>
              <a:chExt cx="1976934" cy="475785"/>
            </a:xfrm>
            <a:solidFill>
              <a:srgbClr val="000000"/>
            </a:solidFill>
          </p:grpSpPr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B75DED2-A33D-6FC3-453B-380923B797C6}"/>
                  </a:ext>
                </a:extLst>
              </p:cNvPr>
              <p:cNvSpPr/>
              <p:nvPr/>
            </p:nvSpPr>
            <p:spPr>
              <a:xfrm>
                <a:off x="407987" y="2207921"/>
                <a:ext cx="377875" cy="462459"/>
              </a:xfrm>
              <a:custGeom>
                <a:avLst/>
                <a:gdLst>
                  <a:gd name="connsiteX0" fmla="*/ 159256 w 377875"/>
                  <a:gd name="connsiteY0" fmla="*/ 56169 h 462459"/>
                  <a:gd name="connsiteX1" fmla="*/ 0 w 377875"/>
                  <a:gd name="connsiteY1" fmla="*/ 56169 h 462459"/>
                  <a:gd name="connsiteX2" fmla="*/ 0 w 377875"/>
                  <a:gd name="connsiteY2" fmla="*/ 0 h 462459"/>
                  <a:gd name="connsiteX3" fmla="*/ 377876 w 377875"/>
                  <a:gd name="connsiteY3" fmla="*/ 0 h 462459"/>
                  <a:gd name="connsiteX4" fmla="*/ 377876 w 377875"/>
                  <a:gd name="connsiteY4" fmla="*/ 56169 h 462459"/>
                  <a:gd name="connsiteX5" fmla="*/ 218619 w 377875"/>
                  <a:gd name="connsiteY5" fmla="*/ 56169 h 462459"/>
                  <a:gd name="connsiteX6" fmla="*/ 218619 w 377875"/>
                  <a:gd name="connsiteY6" fmla="*/ 462459 h 462459"/>
                  <a:gd name="connsiteX7" fmla="*/ 159146 w 377875"/>
                  <a:gd name="connsiteY7" fmla="*/ 462459 h 462459"/>
                  <a:gd name="connsiteX8" fmla="*/ 159146 w 377875"/>
                  <a:gd name="connsiteY8" fmla="*/ 56169 h 462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77875" h="462459">
                    <a:moveTo>
                      <a:pt x="159256" y="56169"/>
                    </a:moveTo>
                    <a:lnTo>
                      <a:pt x="0" y="56169"/>
                    </a:lnTo>
                    <a:lnTo>
                      <a:pt x="0" y="0"/>
                    </a:lnTo>
                    <a:lnTo>
                      <a:pt x="377876" y="0"/>
                    </a:lnTo>
                    <a:lnTo>
                      <a:pt x="377876" y="56169"/>
                    </a:lnTo>
                    <a:lnTo>
                      <a:pt x="218619" y="56169"/>
                    </a:lnTo>
                    <a:lnTo>
                      <a:pt x="218619" y="462459"/>
                    </a:lnTo>
                    <a:lnTo>
                      <a:pt x="159146" y="462459"/>
                    </a:lnTo>
                    <a:lnTo>
                      <a:pt x="159146" y="56169"/>
                    </a:lnTo>
                    <a:close/>
                  </a:path>
                </a:pathLst>
              </a:custGeom>
              <a:solidFill>
                <a:srgbClr val="000000"/>
              </a:solidFill>
              <a:ln w="110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 Light"/>
                  <a:ea typeface="+mn-ea"/>
                  <a:cs typeface="+mn-cs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277DDE60-A8E6-0CDE-239D-9EDB83BCF78F}"/>
                  </a:ext>
                </a:extLst>
              </p:cNvPr>
              <p:cNvSpPr/>
              <p:nvPr/>
            </p:nvSpPr>
            <p:spPr>
              <a:xfrm>
                <a:off x="842031" y="2207921"/>
                <a:ext cx="273577" cy="462459"/>
              </a:xfrm>
              <a:custGeom>
                <a:avLst/>
                <a:gdLst>
                  <a:gd name="connsiteX0" fmla="*/ 0 w 273577"/>
                  <a:gd name="connsiteY0" fmla="*/ 406290 h 462459"/>
                  <a:gd name="connsiteX1" fmla="*/ 107052 w 273577"/>
                  <a:gd name="connsiteY1" fmla="*/ 406290 h 462459"/>
                  <a:gd name="connsiteX2" fmla="*/ 107052 w 273577"/>
                  <a:gd name="connsiteY2" fmla="*/ 56169 h 462459"/>
                  <a:gd name="connsiteX3" fmla="*/ 0 w 273577"/>
                  <a:gd name="connsiteY3" fmla="*/ 56169 h 462459"/>
                  <a:gd name="connsiteX4" fmla="*/ 0 w 273577"/>
                  <a:gd name="connsiteY4" fmla="*/ 0 h 462459"/>
                  <a:gd name="connsiteX5" fmla="*/ 273577 w 273577"/>
                  <a:gd name="connsiteY5" fmla="*/ 0 h 462459"/>
                  <a:gd name="connsiteX6" fmla="*/ 273577 w 273577"/>
                  <a:gd name="connsiteY6" fmla="*/ 56169 h 462459"/>
                  <a:gd name="connsiteX7" fmla="*/ 166525 w 273577"/>
                  <a:gd name="connsiteY7" fmla="*/ 56169 h 462459"/>
                  <a:gd name="connsiteX8" fmla="*/ 166525 w 273577"/>
                  <a:gd name="connsiteY8" fmla="*/ 406290 h 462459"/>
                  <a:gd name="connsiteX9" fmla="*/ 273577 w 273577"/>
                  <a:gd name="connsiteY9" fmla="*/ 406290 h 462459"/>
                  <a:gd name="connsiteX10" fmla="*/ 273577 w 273577"/>
                  <a:gd name="connsiteY10" fmla="*/ 462459 h 462459"/>
                  <a:gd name="connsiteX11" fmla="*/ 0 w 273577"/>
                  <a:gd name="connsiteY11" fmla="*/ 462459 h 462459"/>
                  <a:gd name="connsiteX12" fmla="*/ 0 w 273577"/>
                  <a:gd name="connsiteY12" fmla="*/ 406290 h 462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3577" h="462459">
                    <a:moveTo>
                      <a:pt x="0" y="406290"/>
                    </a:moveTo>
                    <a:lnTo>
                      <a:pt x="107052" y="406290"/>
                    </a:lnTo>
                    <a:lnTo>
                      <a:pt x="107052" y="56169"/>
                    </a:lnTo>
                    <a:lnTo>
                      <a:pt x="0" y="56169"/>
                    </a:lnTo>
                    <a:lnTo>
                      <a:pt x="0" y="0"/>
                    </a:lnTo>
                    <a:lnTo>
                      <a:pt x="273577" y="0"/>
                    </a:lnTo>
                    <a:lnTo>
                      <a:pt x="273577" y="56169"/>
                    </a:lnTo>
                    <a:lnTo>
                      <a:pt x="166525" y="56169"/>
                    </a:lnTo>
                    <a:lnTo>
                      <a:pt x="166525" y="406290"/>
                    </a:lnTo>
                    <a:lnTo>
                      <a:pt x="273577" y="406290"/>
                    </a:lnTo>
                    <a:lnTo>
                      <a:pt x="273577" y="462459"/>
                    </a:lnTo>
                    <a:lnTo>
                      <a:pt x="0" y="462459"/>
                    </a:lnTo>
                    <a:lnTo>
                      <a:pt x="0" y="406290"/>
                    </a:lnTo>
                    <a:close/>
                  </a:path>
                </a:pathLst>
              </a:custGeom>
              <a:solidFill>
                <a:srgbClr val="000000"/>
              </a:solidFill>
              <a:ln w="110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 Light"/>
                  <a:ea typeface="+mn-ea"/>
                  <a:cs typeface="+mn-cs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A252F5FE-2D71-997F-71D3-99B45D48D9C3}"/>
                  </a:ext>
                </a:extLst>
              </p:cNvPr>
              <p:cNvSpPr/>
              <p:nvPr/>
            </p:nvSpPr>
            <p:spPr>
              <a:xfrm>
                <a:off x="1165169" y="2207921"/>
                <a:ext cx="419506" cy="462459"/>
              </a:xfrm>
              <a:custGeom>
                <a:avLst/>
                <a:gdLst>
                  <a:gd name="connsiteX0" fmla="*/ 0 w 419506"/>
                  <a:gd name="connsiteY0" fmla="*/ 0 h 462459"/>
                  <a:gd name="connsiteX1" fmla="*/ 66081 w 419506"/>
                  <a:gd name="connsiteY1" fmla="*/ 0 h 462459"/>
                  <a:gd name="connsiteX2" fmla="*/ 201548 w 419506"/>
                  <a:gd name="connsiteY2" fmla="*/ 412898 h 462459"/>
                  <a:gd name="connsiteX3" fmla="*/ 218729 w 419506"/>
                  <a:gd name="connsiteY3" fmla="*/ 412898 h 462459"/>
                  <a:gd name="connsiteX4" fmla="*/ 353425 w 419506"/>
                  <a:gd name="connsiteY4" fmla="*/ 0 h 462459"/>
                  <a:gd name="connsiteX5" fmla="*/ 419507 w 419506"/>
                  <a:gd name="connsiteY5" fmla="*/ 0 h 462459"/>
                  <a:gd name="connsiteX6" fmla="*/ 262894 w 419506"/>
                  <a:gd name="connsiteY6" fmla="*/ 462459 h 462459"/>
                  <a:gd name="connsiteX7" fmla="*/ 156503 w 419506"/>
                  <a:gd name="connsiteY7" fmla="*/ 462459 h 462459"/>
                  <a:gd name="connsiteX8" fmla="*/ 0 w 419506"/>
                  <a:gd name="connsiteY8" fmla="*/ 0 h 462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9506" h="462459">
                    <a:moveTo>
                      <a:pt x="0" y="0"/>
                    </a:moveTo>
                    <a:lnTo>
                      <a:pt x="66081" y="0"/>
                    </a:lnTo>
                    <a:lnTo>
                      <a:pt x="201548" y="412898"/>
                    </a:lnTo>
                    <a:lnTo>
                      <a:pt x="218729" y="412898"/>
                    </a:lnTo>
                    <a:lnTo>
                      <a:pt x="353425" y="0"/>
                    </a:lnTo>
                    <a:lnTo>
                      <a:pt x="419507" y="0"/>
                    </a:lnTo>
                    <a:lnTo>
                      <a:pt x="262894" y="462459"/>
                    </a:lnTo>
                    <a:lnTo>
                      <a:pt x="156503" y="46245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110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 Light"/>
                  <a:ea typeface="+mn-ea"/>
                  <a:cs typeface="+mn-cs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61AC9AFD-C4D8-0A78-E39D-712AA25A7720}"/>
                  </a:ext>
                </a:extLst>
              </p:cNvPr>
              <p:cNvSpPr/>
              <p:nvPr/>
            </p:nvSpPr>
            <p:spPr>
              <a:xfrm>
                <a:off x="1634237" y="2207921"/>
                <a:ext cx="273577" cy="462459"/>
              </a:xfrm>
              <a:custGeom>
                <a:avLst/>
                <a:gdLst>
                  <a:gd name="connsiteX0" fmla="*/ 0 w 273577"/>
                  <a:gd name="connsiteY0" fmla="*/ 406290 h 462459"/>
                  <a:gd name="connsiteX1" fmla="*/ 107052 w 273577"/>
                  <a:gd name="connsiteY1" fmla="*/ 406290 h 462459"/>
                  <a:gd name="connsiteX2" fmla="*/ 107052 w 273577"/>
                  <a:gd name="connsiteY2" fmla="*/ 56169 h 462459"/>
                  <a:gd name="connsiteX3" fmla="*/ 0 w 273577"/>
                  <a:gd name="connsiteY3" fmla="*/ 56169 h 462459"/>
                  <a:gd name="connsiteX4" fmla="*/ 0 w 273577"/>
                  <a:gd name="connsiteY4" fmla="*/ 0 h 462459"/>
                  <a:gd name="connsiteX5" fmla="*/ 273577 w 273577"/>
                  <a:gd name="connsiteY5" fmla="*/ 0 h 462459"/>
                  <a:gd name="connsiteX6" fmla="*/ 273577 w 273577"/>
                  <a:gd name="connsiteY6" fmla="*/ 56169 h 462459"/>
                  <a:gd name="connsiteX7" fmla="*/ 166525 w 273577"/>
                  <a:gd name="connsiteY7" fmla="*/ 56169 h 462459"/>
                  <a:gd name="connsiteX8" fmla="*/ 166525 w 273577"/>
                  <a:gd name="connsiteY8" fmla="*/ 406290 h 462459"/>
                  <a:gd name="connsiteX9" fmla="*/ 273577 w 273577"/>
                  <a:gd name="connsiteY9" fmla="*/ 406290 h 462459"/>
                  <a:gd name="connsiteX10" fmla="*/ 273577 w 273577"/>
                  <a:gd name="connsiteY10" fmla="*/ 462459 h 462459"/>
                  <a:gd name="connsiteX11" fmla="*/ 0 w 273577"/>
                  <a:gd name="connsiteY11" fmla="*/ 462459 h 462459"/>
                  <a:gd name="connsiteX12" fmla="*/ 0 w 273577"/>
                  <a:gd name="connsiteY12" fmla="*/ 406290 h 462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3577" h="462459">
                    <a:moveTo>
                      <a:pt x="0" y="406290"/>
                    </a:moveTo>
                    <a:lnTo>
                      <a:pt x="107052" y="406290"/>
                    </a:lnTo>
                    <a:lnTo>
                      <a:pt x="107052" y="56169"/>
                    </a:lnTo>
                    <a:lnTo>
                      <a:pt x="0" y="56169"/>
                    </a:lnTo>
                    <a:lnTo>
                      <a:pt x="0" y="0"/>
                    </a:lnTo>
                    <a:lnTo>
                      <a:pt x="273577" y="0"/>
                    </a:lnTo>
                    <a:lnTo>
                      <a:pt x="273577" y="56169"/>
                    </a:lnTo>
                    <a:lnTo>
                      <a:pt x="166525" y="56169"/>
                    </a:lnTo>
                    <a:lnTo>
                      <a:pt x="166525" y="406290"/>
                    </a:lnTo>
                    <a:lnTo>
                      <a:pt x="273577" y="406290"/>
                    </a:lnTo>
                    <a:lnTo>
                      <a:pt x="273577" y="462459"/>
                    </a:lnTo>
                    <a:lnTo>
                      <a:pt x="0" y="462459"/>
                    </a:lnTo>
                    <a:lnTo>
                      <a:pt x="0" y="406290"/>
                    </a:lnTo>
                    <a:close/>
                  </a:path>
                </a:pathLst>
              </a:custGeom>
              <a:solidFill>
                <a:srgbClr val="000000"/>
              </a:solidFill>
              <a:ln w="110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 Light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1FC956A4-7C66-A66E-10EB-076D67DB5D25}"/>
                  </a:ext>
                </a:extLst>
              </p:cNvPr>
              <p:cNvSpPr/>
              <p:nvPr/>
            </p:nvSpPr>
            <p:spPr>
              <a:xfrm>
                <a:off x="1960679" y="2201202"/>
                <a:ext cx="424242" cy="475785"/>
              </a:xfrm>
              <a:custGeom>
                <a:avLst/>
                <a:gdLst>
                  <a:gd name="connsiteX0" fmla="*/ 99453 w 424242"/>
                  <a:gd name="connsiteY0" fmla="*/ 451005 h 475785"/>
                  <a:gd name="connsiteX1" fmla="*/ 25772 w 424242"/>
                  <a:gd name="connsiteY1" fmla="*/ 379307 h 475785"/>
                  <a:gd name="connsiteX2" fmla="*/ 0 w 424242"/>
                  <a:gd name="connsiteY2" fmla="*/ 268290 h 475785"/>
                  <a:gd name="connsiteX3" fmla="*/ 0 w 424242"/>
                  <a:gd name="connsiteY3" fmla="*/ 208156 h 475785"/>
                  <a:gd name="connsiteX4" fmla="*/ 25772 w 424242"/>
                  <a:gd name="connsiteY4" fmla="*/ 97800 h 475785"/>
                  <a:gd name="connsiteX5" fmla="*/ 99453 w 424242"/>
                  <a:gd name="connsiteY5" fmla="*/ 25441 h 475785"/>
                  <a:gd name="connsiteX6" fmla="*/ 212121 w 424242"/>
                  <a:gd name="connsiteY6" fmla="*/ 0 h 475785"/>
                  <a:gd name="connsiteX7" fmla="*/ 324790 w 424242"/>
                  <a:gd name="connsiteY7" fmla="*/ 24781 h 475785"/>
                  <a:gd name="connsiteX8" fmla="*/ 398471 w 424242"/>
                  <a:gd name="connsiteY8" fmla="*/ 96479 h 475785"/>
                  <a:gd name="connsiteX9" fmla="*/ 424243 w 424242"/>
                  <a:gd name="connsiteY9" fmla="*/ 207495 h 475785"/>
                  <a:gd name="connsiteX10" fmla="*/ 424243 w 424242"/>
                  <a:gd name="connsiteY10" fmla="*/ 267629 h 475785"/>
                  <a:gd name="connsiteX11" fmla="*/ 398471 w 424242"/>
                  <a:gd name="connsiteY11" fmla="*/ 377985 h 475785"/>
                  <a:gd name="connsiteX12" fmla="*/ 324790 w 424242"/>
                  <a:gd name="connsiteY12" fmla="*/ 450344 h 475785"/>
                  <a:gd name="connsiteX13" fmla="*/ 212121 w 424242"/>
                  <a:gd name="connsiteY13" fmla="*/ 475786 h 475785"/>
                  <a:gd name="connsiteX14" fmla="*/ 99453 w 424242"/>
                  <a:gd name="connsiteY14" fmla="*/ 451005 h 475785"/>
                  <a:gd name="connsiteX15" fmla="*/ 322367 w 424242"/>
                  <a:gd name="connsiteY15" fmla="*/ 378646 h 475785"/>
                  <a:gd name="connsiteX16" fmla="*/ 361355 w 424242"/>
                  <a:gd name="connsiteY16" fmla="*/ 267629 h 475785"/>
                  <a:gd name="connsiteX17" fmla="*/ 361355 w 424242"/>
                  <a:gd name="connsiteY17" fmla="*/ 207495 h 475785"/>
                  <a:gd name="connsiteX18" fmla="*/ 322037 w 424242"/>
                  <a:gd name="connsiteY18" fmla="*/ 97470 h 475785"/>
                  <a:gd name="connsiteX19" fmla="*/ 212011 w 424242"/>
                  <a:gd name="connsiteY19" fmla="*/ 58152 h 475785"/>
                  <a:gd name="connsiteX20" fmla="*/ 101655 w 424242"/>
                  <a:gd name="connsiteY20" fmla="*/ 97140 h 475785"/>
                  <a:gd name="connsiteX21" fmla="*/ 62667 w 424242"/>
                  <a:gd name="connsiteY21" fmla="*/ 208156 h 475785"/>
                  <a:gd name="connsiteX22" fmla="*/ 62667 w 424242"/>
                  <a:gd name="connsiteY22" fmla="*/ 268290 h 475785"/>
                  <a:gd name="connsiteX23" fmla="*/ 101986 w 424242"/>
                  <a:gd name="connsiteY23" fmla="*/ 378316 h 475785"/>
                  <a:gd name="connsiteX24" fmla="*/ 212011 w 424242"/>
                  <a:gd name="connsiteY24" fmla="*/ 417634 h 475785"/>
                  <a:gd name="connsiteX25" fmla="*/ 322367 w 424242"/>
                  <a:gd name="connsiteY25" fmla="*/ 378646 h 475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24242" h="475785">
                    <a:moveTo>
                      <a:pt x="99453" y="451005"/>
                    </a:moveTo>
                    <a:cubicBezTo>
                      <a:pt x="67513" y="434485"/>
                      <a:pt x="42953" y="410585"/>
                      <a:pt x="25772" y="379307"/>
                    </a:cubicBezTo>
                    <a:cubicBezTo>
                      <a:pt x="8591" y="348028"/>
                      <a:pt x="0" y="311023"/>
                      <a:pt x="0" y="268290"/>
                    </a:cubicBezTo>
                    <a:lnTo>
                      <a:pt x="0" y="208156"/>
                    </a:lnTo>
                    <a:cubicBezTo>
                      <a:pt x="0" y="165864"/>
                      <a:pt x="8591" y="129079"/>
                      <a:pt x="25772" y="97800"/>
                    </a:cubicBezTo>
                    <a:cubicBezTo>
                      <a:pt x="42953" y="66522"/>
                      <a:pt x="67513" y="42402"/>
                      <a:pt x="99453" y="25441"/>
                    </a:cubicBezTo>
                    <a:cubicBezTo>
                      <a:pt x="131392" y="8480"/>
                      <a:pt x="168948" y="0"/>
                      <a:pt x="212121" y="0"/>
                    </a:cubicBezTo>
                    <a:cubicBezTo>
                      <a:pt x="255295" y="0"/>
                      <a:pt x="292851" y="8260"/>
                      <a:pt x="324790" y="24781"/>
                    </a:cubicBezTo>
                    <a:cubicBezTo>
                      <a:pt x="356730" y="41301"/>
                      <a:pt x="381290" y="65200"/>
                      <a:pt x="398471" y="96479"/>
                    </a:cubicBezTo>
                    <a:cubicBezTo>
                      <a:pt x="415652" y="127757"/>
                      <a:pt x="424243" y="164763"/>
                      <a:pt x="424243" y="207495"/>
                    </a:cubicBezTo>
                    <a:lnTo>
                      <a:pt x="424243" y="267629"/>
                    </a:lnTo>
                    <a:cubicBezTo>
                      <a:pt x="424243" y="309922"/>
                      <a:pt x="415652" y="346707"/>
                      <a:pt x="398471" y="377985"/>
                    </a:cubicBezTo>
                    <a:cubicBezTo>
                      <a:pt x="381290" y="409264"/>
                      <a:pt x="356730" y="433384"/>
                      <a:pt x="324790" y="450344"/>
                    </a:cubicBezTo>
                    <a:cubicBezTo>
                      <a:pt x="292851" y="467305"/>
                      <a:pt x="255295" y="475786"/>
                      <a:pt x="212121" y="475786"/>
                    </a:cubicBezTo>
                    <a:cubicBezTo>
                      <a:pt x="168948" y="475786"/>
                      <a:pt x="131392" y="467526"/>
                      <a:pt x="99453" y="451005"/>
                    </a:cubicBezTo>
                    <a:close/>
                    <a:moveTo>
                      <a:pt x="322367" y="378646"/>
                    </a:moveTo>
                    <a:cubicBezTo>
                      <a:pt x="348359" y="352654"/>
                      <a:pt x="361355" y="315649"/>
                      <a:pt x="361355" y="267629"/>
                    </a:cubicBezTo>
                    <a:lnTo>
                      <a:pt x="361355" y="207495"/>
                    </a:lnTo>
                    <a:cubicBezTo>
                      <a:pt x="361355" y="160357"/>
                      <a:pt x="348249" y="123682"/>
                      <a:pt x="322037" y="97470"/>
                    </a:cubicBezTo>
                    <a:cubicBezTo>
                      <a:pt x="295824" y="71258"/>
                      <a:pt x="259149" y="58152"/>
                      <a:pt x="212011" y="58152"/>
                    </a:cubicBezTo>
                    <a:cubicBezTo>
                      <a:pt x="164873" y="58152"/>
                      <a:pt x="127647" y="71148"/>
                      <a:pt x="101655" y="97140"/>
                    </a:cubicBezTo>
                    <a:cubicBezTo>
                      <a:pt x="75663" y="123132"/>
                      <a:pt x="62667" y="160137"/>
                      <a:pt x="62667" y="208156"/>
                    </a:cubicBezTo>
                    <a:lnTo>
                      <a:pt x="62667" y="268290"/>
                    </a:lnTo>
                    <a:cubicBezTo>
                      <a:pt x="62667" y="315428"/>
                      <a:pt x="75773" y="352103"/>
                      <a:pt x="101986" y="378316"/>
                    </a:cubicBezTo>
                    <a:cubicBezTo>
                      <a:pt x="128198" y="404528"/>
                      <a:pt x="164873" y="417634"/>
                      <a:pt x="212011" y="417634"/>
                    </a:cubicBezTo>
                    <a:cubicBezTo>
                      <a:pt x="259149" y="417634"/>
                      <a:pt x="296375" y="404638"/>
                      <a:pt x="322367" y="37864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10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 Light"/>
                  <a:ea typeface="+mn-ea"/>
                  <a:cs typeface="+mn-cs"/>
                </a:endParaRPr>
              </a:p>
            </p:txBody>
          </p:sp>
        </p:grp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F18D1B4-B5D4-F0D7-D60A-015744152535}"/>
                </a:ext>
              </a:extLst>
            </p:cNvPr>
            <p:cNvSpPr/>
            <p:nvPr/>
          </p:nvSpPr>
          <p:spPr>
            <a:xfrm>
              <a:off x="4189984" y="3160466"/>
              <a:ext cx="422937" cy="537325"/>
            </a:xfrm>
            <a:custGeom>
              <a:avLst/>
              <a:gdLst>
                <a:gd name="connsiteX0" fmla="*/ 0 w 362015"/>
                <a:gd name="connsiteY0" fmla="*/ 0 h 459926"/>
                <a:gd name="connsiteX1" fmla="*/ 161018 w 362015"/>
                <a:gd name="connsiteY1" fmla="*/ 0 h 459926"/>
                <a:gd name="connsiteX2" fmla="*/ 310803 w 362015"/>
                <a:gd name="connsiteY2" fmla="*/ 48900 h 459926"/>
                <a:gd name="connsiteX3" fmla="*/ 362016 w 362015"/>
                <a:gd name="connsiteY3" fmla="*/ 191856 h 459926"/>
                <a:gd name="connsiteX4" fmla="*/ 362016 w 362015"/>
                <a:gd name="connsiteY4" fmla="*/ 267409 h 459926"/>
                <a:gd name="connsiteX5" fmla="*/ 310473 w 362015"/>
                <a:gd name="connsiteY5" fmla="*/ 410696 h 459926"/>
                <a:gd name="connsiteX6" fmla="*/ 161018 w 362015"/>
                <a:gd name="connsiteY6" fmla="*/ 459926 h 459926"/>
                <a:gd name="connsiteX7" fmla="*/ 0 w 362015"/>
                <a:gd name="connsiteY7" fmla="*/ 459926 h 459926"/>
                <a:gd name="connsiteX8" fmla="*/ 0 w 362015"/>
                <a:gd name="connsiteY8" fmla="*/ 0 h 459926"/>
                <a:gd name="connsiteX9" fmla="*/ 153750 w 362015"/>
                <a:gd name="connsiteY9" fmla="*/ 438890 h 459926"/>
                <a:gd name="connsiteX10" fmla="*/ 338337 w 362015"/>
                <a:gd name="connsiteY10" fmla="*/ 267409 h 459926"/>
                <a:gd name="connsiteX11" fmla="*/ 338337 w 362015"/>
                <a:gd name="connsiteY11" fmla="*/ 191856 h 459926"/>
                <a:gd name="connsiteX12" fmla="*/ 153750 w 362015"/>
                <a:gd name="connsiteY12" fmla="*/ 21036 h 459926"/>
                <a:gd name="connsiteX13" fmla="*/ 23018 w 362015"/>
                <a:gd name="connsiteY13" fmla="*/ 21036 h 459926"/>
                <a:gd name="connsiteX14" fmla="*/ 23018 w 362015"/>
                <a:gd name="connsiteY14" fmla="*/ 438890 h 459926"/>
                <a:gd name="connsiteX15" fmla="*/ 153750 w 362015"/>
                <a:gd name="connsiteY15" fmla="*/ 438890 h 459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2015" h="459926">
                  <a:moveTo>
                    <a:pt x="0" y="0"/>
                  </a:moveTo>
                  <a:lnTo>
                    <a:pt x="161018" y="0"/>
                  </a:lnTo>
                  <a:cubicBezTo>
                    <a:pt x="226769" y="0"/>
                    <a:pt x="276661" y="16300"/>
                    <a:pt x="310803" y="48900"/>
                  </a:cubicBezTo>
                  <a:cubicBezTo>
                    <a:pt x="344945" y="81500"/>
                    <a:pt x="362016" y="129189"/>
                    <a:pt x="362016" y="191856"/>
                  </a:cubicBezTo>
                  <a:lnTo>
                    <a:pt x="362016" y="267409"/>
                  </a:lnTo>
                  <a:cubicBezTo>
                    <a:pt x="362016" y="330076"/>
                    <a:pt x="344835" y="377765"/>
                    <a:pt x="310473" y="410696"/>
                  </a:cubicBezTo>
                  <a:cubicBezTo>
                    <a:pt x="276110" y="443516"/>
                    <a:pt x="226219" y="459926"/>
                    <a:pt x="161018" y="459926"/>
                  </a:cubicBezTo>
                  <a:lnTo>
                    <a:pt x="0" y="459926"/>
                  </a:lnTo>
                  <a:lnTo>
                    <a:pt x="0" y="0"/>
                  </a:lnTo>
                  <a:close/>
                  <a:moveTo>
                    <a:pt x="153750" y="438890"/>
                  </a:moveTo>
                  <a:cubicBezTo>
                    <a:pt x="276881" y="438890"/>
                    <a:pt x="338337" y="381730"/>
                    <a:pt x="338337" y="267409"/>
                  </a:cubicBezTo>
                  <a:lnTo>
                    <a:pt x="338337" y="191856"/>
                  </a:lnTo>
                  <a:cubicBezTo>
                    <a:pt x="338337" y="77976"/>
                    <a:pt x="276771" y="21036"/>
                    <a:pt x="153750" y="21036"/>
                  </a:cubicBezTo>
                  <a:lnTo>
                    <a:pt x="23018" y="21036"/>
                  </a:lnTo>
                  <a:lnTo>
                    <a:pt x="23018" y="438890"/>
                  </a:lnTo>
                  <a:lnTo>
                    <a:pt x="153750" y="438890"/>
                  </a:lnTo>
                  <a:close/>
                </a:path>
              </a:pathLst>
            </a:custGeom>
            <a:solidFill>
              <a:srgbClr val="000000"/>
            </a:solidFill>
            <a:ln w="1100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 Light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ACCDB84-91A8-0AA5-5623-219BDEF79AED}"/>
                </a:ext>
              </a:extLst>
            </p:cNvPr>
            <p:cNvSpPr/>
            <p:nvPr/>
          </p:nvSpPr>
          <p:spPr>
            <a:xfrm>
              <a:off x="4731169" y="3155706"/>
              <a:ext cx="389098" cy="546589"/>
            </a:xfrm>
            <a:custGeom>
              <a:avLst/>
              <a:gdLst>
                <a:gd name="connsiteX0" fmla="*/ 46037 w 333050"/>
                <a:gd name="connsiteY0" fmla="*/ 415652 h 467855"/>
                <a:gd name="connsiteX1" fmla="*/ 0 w 333050"/>
                <a:gd name="connsiteY1" fmla="*/ 272696 h 467855"/>
                <a:gd name="connsiteX2" fmla="*/ 0 w 333050"/>
                <a:gd name="connsiteY2" fmla="*/ 199786 h 467855"/>
                <a:gd name="connsiteX3" fmla="*/ 21036 w 333050"/>
                <a:gd name="connsiteY3" fmla="*/ 94276 h 467855"/>
                <a:gd name="connsiteX4" fmla="*/ 81170 w 333050"/>
                <a:gd name="connsiteY4" fmla="*/ 24670 h 467855"/>
                <a:gd name="connsiteX5" fmla="*/ 174125 w 333050"/>
                <a:gd name="connsiteY5" fmla="*/ 0 h 467855"/>
                <a:gd name="connsiteX6" fmla="*/ 252651 w 333050"/>
                <a:gd name="connsiteY6" fmla="*/ 15749 h 467855"/>
                <a:gd name="connsiteX7" fmla="*/ 306177 w 333050"/>
                <a:gd name="connsiteY7" fmla="*/ 60464 h 467855"/>
                <a:gd name="connsiteX8" fmla="*/ 325231 w 333050"/>
                <a:gd name="connsiteY8" fmla="*/ 126215 h 467855"/>
                <a:gd name="connsiteX9" fmla="*/ 302212 w 333050"/>
                <a:gd name="connsiteY9" fmla="*/ 126215 h 467855"/>
                <a:gd name="connsiteX10" fmla="*/ 285802 w 333050"/>
                <a:gd name="connsiteY10" fmla="*/ 71368 h 467855"/>
                <a:gd name="connsiteX11" fmla="*/ 240096 w 333050"/>
                <a:gd name="connsiteY11" fmla="*/ 34252 h 467855"/>
                <a:gd name="connsiteX12" fmla="*/ 174015 w 333050"/>
                <a:gd name="connsiteY12" fmla="*/ 21146 h 467855"/>
                <a:gd name="connsiteX13" fmla="*/ 93836 w 333050"/>
                <a:gd name="connsiteY13" fmla="*/ 43173 h 467855"/>
                <a:gd name="connsiteX14" fmla="*/ 41301 w 333050"/>
                <a:gd name="connsiteY14" fmla="*/ 105950 h 467855"/>
                <a:gd name="connsiteX15" fmla="*/ 22908 w 333050"/>
                <a:gd name="connsiteY15" fmla="*/ 200557 h 467855"/>
                <a:gd name="connsiteX16" fmla="*/ 22908 w 333050"/>
                <a:gd name="connsiteY16" fmla="*/ 283379 h 467855"/>
                <a:gd name="connsiteX17" fmla="*/ 24230 w 333050"/>
                <a:gd name="connsiteY17" fmla="*/ 283379 h 467855"/>
                <a:gd name="connsiteX18" fmla="*/ 73791 w 333050"/>
                <a:gd name="connsiteY18" fmla="*/ 208817 h 467855"/>
                <a:gd name="connsiteX19" fmla="*/ 174015 w 333050"/>
                <a:gd name="connsiteY19" fmla="*/ 180843 h 467855"/>
                <a:gd name="connsiteX20" fmla="*/ 259149 w 333050"/>
                <a:gd name="connsiteY20" fmla="*/ 197914 h 467855"/>
                <a:gd name="connsiteX21" fmla="*/ 313997 w 333050"/>
                <a:gd name="connsiteY21" fmla="*/ 245933 h 467855"/>
                <a:gd name="connsiteX22" fmla="*/ 333051 w 333050"/>
                <a:gd name="connsiteY22" fmla="*/ 316860 h 467855"/>
                <a:gd name="connsiteX23" fmla="*/ 333051 w 333050"/>
                <a:gd name="connsiteY23" fmla="*/ 329305 h 467855"/>
                <a:gd name="connsiteX24" fmla="*/ 312675 w 333050"/>
                <a:gd name="connsiteY24" fmla="*/ 400233 h 467855"/>
                <a:gd name="connsiteX25" fmla="*/ 255845 w 333050"/>
                <a:gd name="connsiteY25" fmla="*/ 449794 h 467855"/>
                <a:gd name="connsiteX26" fmla="*/ 172693 w 333050"/>
                <a:gd name="connsiteY26" fmla="*/ 467856 h 467855"/>
                <a:gd name="connsiteX27" fmla="*/ 45927 w 333050"/>
                <a:gd name="connsiteY27" fmla="*/ 415652 h 467855"/>
                <a:gd name="connsiteX28" fmla="*/ 50002 w 333050"/>
                <a:gd name="connsiteY28" fmla="*/ 384483 h 467855"/>
                <a:gd name="connsiteX29" fmla="*/ 100554 w 333050"/>
                <a:gd name="connsiteY29" fmla="*/ 429859 h 467855"/>
                <a:gd name="connsiteX30" fmla="*/ 172142 w 333050"/>
                <a:gd name="connsiteY30" fmla="*/ 446930 h 467855"/>
                <a:gd name="connsiteX31" fmla="*/ 243400 w 333050"/>
                <a:gd name="connsiteY31" fmla="*/ 431511 h 467855"/>
                <a:gd name="connsiteX32" fmla="*/ 292300 w 333050"/>
                <a:gd name="connsiteY32" fmla="*/ 389109 h 467855"/>
                <a:gd name="connsiteX33" fmla="*/ 310032 w 333050"/>
                <a:gd name="connsiteY33" fmla="*/ 329966 h 467855"/>
                <a:gd name="connsiteX34" fmla="*/ 310032 w 333050"/>
                <a:gd name="connsiteY34" fmla="*/ 317521 h 467855"/>
                <a:gd name="connsiteX35" fmla="*/ 272916 w 333050"/>
                <a:gd name="connsiteY35" fmla="*/ 233377 h 467855"/>
                <a:gd name="connsiteX36" fmla="*/ 171371 w 333050"/>
                <a:gd name="connsiteY36" fmla="*/ 201879 h 467855"/>
                <a:gd name="connsiteX37" fmla="*/ 101435 w 333050"/>
                <a:gd name="connsiteY37" fmla="*/ 215976 h 467855"/>
                <a:gd name="connsiteX38" fmla="*/ 50552 w 333050"/>
                <a:gd name="connsiteY38" fmla="*/ 256396 h 467855"/>
                <a:gd name="connsiteX39" fmla="*/ 31499 w 333050"/>
                <a:gd name="connsiteY39" fmla="*/ 318182 h 467855"/>
                <a:gd name="connsiteX40" fmla="*/ 31499 w 333050"/>
                <a:gd name="connsiteY40" fmla="*/ 322807 h 467855"/>
                <a:gd name="connsiteX41" fmla="*/ 49891 w 333050"/>
                <a:gd name="connsiteY41" fmla="*/ 384593 h 467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333050" h="467855">
                  <a:moveTo>
                    <a:pt x="46037" y="415652"/>
                  </a:moveTo>
                  <a:cubicBezTo>
                    <a:pt x="15309" y="380849"/>
                    <a:pt x="0" y="333160"/>
                    <a:pt x="0" y="272696"/>
                  </a:cubicBezTo>
                  <a:lnTo>
                    <a:pt x="0" y="199786"/>
                  </a:lnTo>
                  <a:cubicBezTo>
                    <a:pt x="0" y="159476"/>
                    <a:pt x="7049" y="124343"/>
                    <a:pt x="21036" y="94276"/>
                  </a:cubicBezTo>
                  <a:cubicBezTo>
                    <a:pt x="35023" y="64319"/>
                    <a:pt x="55068" y="41081"/>
                    <a:pt x="81170" y="24670"/>
                  </a:cubicBezTo>
                  <a:cubicBezTo>
                    <a:pt x="107272" y="8260"/>
                    <a:pt x="138220" y="0"/>
                    <a:pt x="174125" y="0"/>
                  </a:cubicBezTo>
                  <a:cubicBezTo>
                    <a:pt x="203421" y="0"/>
                    <a:pt x="229633" y="5287"/>
                    <a:pt x="252651" y="15749"/>
                  </a:cubicBezTo>
                  <a:cubicBezTo>
                    <a:pt x="275670" y="26212"/>
                    <a:pt x="293512" y="41191"/>
                    <a:pt x="306177" y="60464"/>
                  </a:cubicBezTo>
                  <a:cubicBezTo>
                    <a:pt x="318843" y="79738"/>
                    <a:pt x="325231" y="101655"/>
                    <a:pt x="325231" y="126215"/>
                  </a:cubicBezTo>
                  <a:lnTo>
                    <a:pt x="302212" y="126215"/>
                  </a:lnTo>
                  <a:cubicBezTo>
                    <a:pt x="302212" y="105620"/>
                    <a:pt x="296706" y="87338"/>
                    <a:pt x="285802" y="71368"/>
                  </a:cubicBezTo>
                  <a:cubicBezTo>
                    <a:pt x="274789" y="55398"/>
                    <a:pt x="259590" y="43063"/>
                    <a:pt x="240096" y="34252"/>
                  </a:cubicBezTo>
                  <a:cubicBezTo>
                    <a:pt x="220602" y="25441"/>
                    <a:pt x="198575" y="21146"/>
                    <a:pt x="174015" y="21146"/>
                  </a:cubicBezTo>
                  <a:cubicBezTo>
                    <a:pt x="143397" y="21146"/>
                    <a:pt x="116634" y="28525"/>
                    <a:pt x="93836" y="43173"/>
                  </a:cubicBezTo>
                  <a:cubicBezTo>
                    <a:pt x="71038" y="57821"/>
                    <a:pt x="53526" y="78747"/>
                    <a:pt x="41301" y="105950"/>
                  </a:cubicBezTo>
                  <a:cubicBezTo>
                    <a:pt x="29076" y="133154"/>
                    <a:pt x="22908" y="164653"/>
                    <a:pt x="22908" y="200557"/>
                  </a:cubicBezTo>
                  <a:lnTo>
                    <a:pt x="22908" y="283379"/>
                  </a:lnTo>
                  <a:lnTo>
                    <a:pt x="24230" y="283379"/>
                  </a:lnTo>
                  <a:cubicBezTo>
                    <a:pt x="29517" y="252321"/>
                    <a:pt x="46037" y="227430"/>
                    <a:pt x="73791" y="208817"/>
                  </a:cubicBezTo>
                  <a:cubicBezTo>
                    <a:pt x="101655" y="190204"/>
                    <a:pt x="135026" y="180843"/>
                    <a:pt x="174015" y="180843"/>
                  </a:cubicBezTo>
                  <a:cubicBezTo>
                    <a:pt x="206835" y="180843"/>
                    <a:pt x="235250" y="186570"/>
                    <a:pt x="259149" y="197914"/>
                  </a:cubicBezTo>
                  <a:cubicBezTo>
                    <a:pt x="283049" y="209258"/>
                    <a:pt x="301331" y="225337"/>
                    <a:pt x="313997" y="245933"/>
                  </a:cubicBezTo>
                  <a:cubicBezTo>
                    <a:pt x="326663" y="266528"/>
                    <a:pt x="333051" y="290207"/>
                    <a:pt x="333051" y="316860"/>
                  </a:cubicBezTo>
                  <a:lnTo>
                    <a:pt x="333051" y="329305"/>
                  </a:lnTo>
                  <a:cubicBezTo>
                    <a:pt x="333051" y="355628"/>
                    <a:pt x="326222" y="379197"/>
                    <a:pt x="312675" y="400233"/>
                  </a:cubicBezTo>
                  <a:cubicBezTo>
                    <a:pt x="299129" y="421269"/>
                    <a:pt x="280185" y="437789"/>
                    <a:pt x="255845" y="449794"/>
                  </a:cubicBezTo>
                  <a:cubicBezTo>
                    <a:pt x="231505" y="461798"/>
                    <a:pt x="203861" y="467856"/>
                    <a:pt x="172693" y="467856"/>
                  </a:cubicBezTo>
                  <a:cubicBezTo>
                    <a:pt x="118837" y="467856"/>
                    <a:pt x="76544" y="450455"/>
                    <a:pt x="45927" y="415652"/>
                  </a:cubicBezTo>
                  <a:close/>
                  <a:moveTo>
                    <a:pt x="50002" y="384483"/>
                  </a:moveTo>
                  <a:cubicBezTo>
                    <a:pt x="62227" y="403317"/>
                    <a:pt x="79078" y="418405"/>
                    <a:pt x="100554" y="429859"/>
                  </a:cubicBezTo>
                  <a:cubicBezTo>
                    <a:pt x="122031" y="441203"/>
                    <a:pt x="145930" y="446930"/>
                    <a:pt x="172142" y="446930"/>
                  </a:cubicBezTo>
                  <a:cubicBezTo>
                    <a:pt x="198354" y="446930"/>
                    <a:pt x="222584" y="441754"/>
                    <a:pt x="243400" y="431511"/>
                  </a:cubicBezTo>
                  <a:cubicBezTo>
                    <a:pt x="264216" y="421269"/>
                    <a:pt x="280516" y="407061"/>
                    <a:pt x="292300" y="389109"/>
                  </a:cubicBezTo>
                  <a:cubicBezTo>
                    <a:pt x="304085" y="371157"/>
                    <a:pt x="310032" y="351443"/>
                    <a:pt x="310032" y="329966"/>
                  </a:cubicBezTo>
                  <a:lnTo>
                    <a:pt x="310032" y="317521"/>
                  </a:lnTo>
                  <a:cubicBezTo>
                    <a:pt x="310032" y="282498"/>
                    <a:pt x="297587" y="254413"/>
                    <a:pt x="272916" y="233377"/>
                  </a:cubicBezTo>
                  <a:cubicBezTo>
                    <a:pt x="248246" y="212341"/>
                    <a:pt x="214324" y="201879"/>
                    <a:pt x="171371" y="201879"/>
                  </a:cubicBezTo>
                  <a:cubicBezTo>
                    <a:pt x="145930" y="201879"/>
                    <a:pt x="122581" y="206614"/>
                    <a:pt x="101435" y="215976"/>
                  </a:cubicBezTo>
                  <a:cubicBezTo>
                    <a:pt x="80179" y="225448"/>
                    <a:pt x="63218" y="238884"/>
                    <a:pt x="50552" y="256396"/>
                  </a:cubicBezTo>
                  <a:cubicBezTo>
                    <a:pt x="37887" y="273907"/>
                    <a:pt x="31499" y="294503"/>
                    <a:pt x="31499" y="318182"/>
                  </a:cubicBezTo>
                  <a:lnTo>
                    <a:pt x="31499" y="322807"/>
                  </a:lnTo>
                  <a:cubicBezTo>
                    <a:pt x="31499" y="345165"/>
                    <a:pt x="37667" y="365760"/>
                    <a:pt x="49891" y="384593"/>
                  </a:cubicBezTo>
                  <a:close/>
                </a:path>
              </a:pathLst>
            </a:custGeom>
            <a:solidFill>
              <a:srgbClr val="000000"/>
            </a:solidFill>
            <a:ln w="1100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 Light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025FDC2-AA86-0AFD-FCAE-4D67B9800163}"/>
                </a:ext>
              </a:extLst>
            </p:cNvPr>
            <p:cNvSpPr/>
            <p:nvPr/>
          </p:nvSpPr>
          <p:spPr>
            <a:xfrm>
              <a:off x="5236456" y="3156478"/>
              <a:ext cx="392185" cy="546460"/>
            </a:xfrm>
            <a:custGeom>
              <a:avLst/>
              <a:gdLst>
                <a:gd name="connsiteX0" fmla="*/ 284921 w 335693"/>
                <a:gd name="connsiteY0" fmla="*/ 40530 h 467745"/>
                <a:gd name="connsiteX1" fmla="*/ 284921 w 335693"/>
                <a:gd name="connsiteY1" fmla="*/ 40530 h 467745"/>
                <a:gd name="connsiteX2" fmla="*/ 270824 w 335693"/>
                <a:gd name="connsiteY2" fmla="*/ 28415 h 467745"/>
                <a:gd name="connsiteX3" fmla="*/ 270824 w 335693"/>
                <a:gd name="connsiteY3" fmla="*/ 28415 h 467745"/>
                <a:gd name="connsiteX4" fmla="*/ 167516 w 335693"/>
                <a:gd name="connsiteY4" fmla="*/ 0 h 467745"/>
                <a:gd name="connsiteX5" fmla="*/ 40420 w 335693"/>
                <a:gd name="connsiteY5" fmla="*/ 52535 h 467745"/>
                <a:gd name="connsiteX6" fmla="*/ 0 w 335693"/>
                <a:gd name="connsiteY6" fmla="*/ 197693 h 467745"/>
                <a:gd name="connsiteX7" fmla="*/ 0 w 335693"/>
                <a:gd name="connsiteY7" fmla="*/ 271264 h 467745"/>
                <a:gd name="connsiteX8" fmla="*/ 40089 w 335693"/>
                <a:gd name="connsiteY8" fmla="*/ 415872 h 467745"/>
                <a:gd name="connsiteX9" fmla="*/ 167516 w 335693"/>
                <a:gd name="connsiteY9" fmla="*/ 467746 h 467745"/>
                <a:gd name="connsiteX10" fmla="*/ 295604 w 335693"/>
                <a:gd name="connsiteY10" fmla="*/ 414550 h 467745"/>
                <a:gd name="connsiteX11" fmla="*/ 335693 w 335693"/>
                <a:gd name="connsiteY11" fmla="*/ 271264 h 467745"/>
                <a:gd name="connsiteX12" fmla="*/ 335693 w 335693"/>
                <a:gd name="connsiteY12" fmla="*/ 197693 h 467745"/>
                <a:gd name="connsiteX13" fmla="*/ 285031 w 335693"/>
                <a:gd name="connsiteY13" fmla="*/ 40420 h 467745"/>
                <a:gd name="connsiteX14" fmla="*/ 22798 w 335693"/>
                <a:gd name="connsiteY14" fmla="*/ 271374 h 467745"/>
                <a:gd name="connsiteX15" fmla="*/ 22798 w 335693"/>
                <a:gd name="connsiteY15" fmla="*/ 197804 h 467745"/>
                <a:gd name="connsiteX16" fmla="*/ 167296 w 335693"/>
                <a:gd name="connsiteY16" fmla="*/ 21036 h 467745"/>
                <a:gd name="connsiteX17" fmla="*/ 258929 w 335693"/>
                <a:gd name="connsiteY17" fmla="*/ 48570 h 467745"/>
                <a:gd name="connsiteX18" fmla="*/ 55178 w 335693"/>
                <a:gd name="connsiteY18" fmla="*/ 397810 h 467745"/>
                <a:gd name="connsiteX19" fmla="*/ 22798 w 335693"/>
                <a:gd name="connsiteY19" fmla="*/ 271374 h 467745"/>
                <a:gd name="connsiteX20" fmla="*/ 312565 w 335693"/>
                <a:gd name="connsiteY20" fmla="*/ 271374 h 467745"/>
                <a:gd name="connsiteX21" fmla="*/ 277762 w 335693"/>
                <a:gd name="connsiteY21" fmla="*/ 400123 h 467745"/>
                <a:gd name="connsiteX22" fmla="*/ 167406 w 335693"/>
                <a:gd name="connsiteY22" fmla="*/ 446820 h 467745"/>
                <a:gd name="connsiteX23" fmla="*/ 67954 w 335693"/>
                <a:gd name="connsiteY23" fmla="*/ 412458 h 467745"/>
                <a:gd name="connsiteX24" fmla="*/ 272586 w 335693"/>
                <a:gd name="connsiteY24" fmla="*/ 61786 h 467745"/>
                <a:gd name="connsiteX25" fmla="*/ 277872 w 335693"/>
                <a:gd name="connsiteY25" fmla="*/ 68064 h 467745"/>
                <a:gd name="connsiteX26" fmla="*/ 312675 w 335693"/>
                <a:gd name="connsiteY26" fmla="*/ 197804 h 467745"/>
                <a:gd name="connsiteX27" fmla="*/ 312675 w 335693"/>
                <a:gd name="connsiteY27" fmla="*/ 271374 h 46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35693" h="467745">
                  <a:moveTo>
                    <a:pt x="284921" y="40530"/>
                  </a:moveTo>
                  <a:lnTo>
                    <a:pt x="284921" y="40530"/>
                  </a:lnTo>
                  <a:lnTo>
                    <a:pt x="270824" y="28415"/>
                  </a:lnTo>
                  <a:lnTo>
                    <a:pt x="270824" y="28415"/>
                  </a:lnTo>
                  <a:cubicBezTo>
                    <a:pt x="244391" y="9472"/>
                    <a:pt x="210029" y="0"/>
                    <a:pt x="167516" y="0"/>
                  </a:cubicBezTo>
                  <a:cubicBezTo>
                    <a:pt x="109695" y="0"/>
                    <a:pt x="67293" y="17512"/>
                    <a:pt x="40420" y="52535"/>
                  </a:cubicBezTo>
                  <a:cubicBezTo>
                    <a:pt x="13437" y="87558"/>
                    <a:pt x="0" y="136017"/>
                    <a:pt x="0" y="197693"/>
                  </a:cubicBezTo>
                  <a:lnTo>
                    <a:pt x="0" y="271264"/>
                  </a:lnTo>
                  <a:cubicBezTo>
                    <a:pt x="0" y="333050"/>
                    <a:pt x="13326" y="381179"/>
                    <a:pt x="40089" y="415872"/>
                  </a:cubicBezTo>
                  <a:cubicBezTo>
                    <a:pt x="66852" y="450455"/>
                    <a:pt x="109254" y="467746"/>
                    <a:pt x="167516" y="467746"/>
                  </a:cubicBezTo>
                  <a:cubicBezTo>
                    <a:pt x="225778" y="467746"/>
                    <a:pt x="268951" y="450014"/>
                    <a:pt x="295604" y="414550"/>
                  </a:cubicBezTo>
                  <a:cubicBezTo>
                    <a:pt x="322367" y="379087"/>
                    <a:pt x="335693" y="331288"/>
                    <a:pt x="335693" y="271264"/>
                  </a:cubicBezTo>
                  <a:lnTo>
                    <a:pt x="335693" y="197693"/>
                  </a:lnTo>
                  <a:cubicBezTo>
                    <a:pt x="335693" y="125444"/>
                    <a:pt x="318733" y="73020"/>
                    <a:pt x="285031" y="40420"/>
                  </a:cubicBezTo>
                  <a:close/>
                  <a:moveTo>
                    <a:pt x="22798" y="271374"/>
                  </a:moveTo>
                  <a:lnTo>
                    <a:pt x="22798" y="197804"/>
                  </a:lnTo>
                  <a:cubicBezTo>
                    <a:pt x="22798" y="79958"/>
                    <a:pt x="70927" y="21036"/>
                    <a:pt x="167296" y="21036"/>
                  </a:cubicBezTo>
                  <a:cubicBezTo>
                    <a:pt x="205733" y="21036"/>
                    <a:pt x="236241" y="30287"/>
                    <a:pt x="258929" y="48570"/>
                  </a:cubicBezTo>
                  <a:lnTo>
                    <a:pt x="55178" y="397810"/>
                  </a:lnTo>
                  <a:cubicBezTo>
                    <a:pt x="33701" y="368624"/>
                    <a:pt x="22798" y="326662"/>
                    <a:pt x="22798" y="271374"/>
                  </a:cubicBezTo>
                  <a:close/>
                  <a:moveTo>
                    <a:pt x="312565" y="271374"/>
                  </a:moveTo>
                  <a:cubicBezTo>
                    <a:pt x="312565" y="326111"/>
                    <a:pt x="301001" y="369064"/>
                    <a:pt x="277762" y="400123"/>
                  </a:cubicBezTo>
                  <a:cubicBezTo>
                    <a:pt x="254523" y="431181"/>
                    <a:pt x="217738" y="446820"/>
                    <a:pt x="167406" y="446820"/>
                  </a:cubicBezTo>
                  <a:cubicBezTo>
                    <a:pt x="124784" y="446820"/>
                    <a:pt x="91633" y="435366"/>
                    <a:pt x="67954" y="412458"/>
                  </a:cubicBezTo>
                  <a:lnTo>
                    <a:pt x="272586" y="61786"/>
                  </a:lnTo>
                  <a:cubicBezTo>
                    <a:pt x="274348" y="63879"/>
                    <a:pt x="276220" y="65751"/>
                    <a:pt x="277872" y="68064"/>
                  </a:cubicBezTo>
                  <a:cubicBezTo>
                    <a:pt x="301111" y="99342"/>
                    <a:pt x="312675" y="142626"/>
                    <a:pt x="312675" y="197804"/>
                  </a:cubicBezTo>
                  <a:lnTo>
                    <a:pt x="312675" y="271374"/>
                  </a:lnTo>
                  <a:close/>
                </a:path>
              </a:pathLst>
            </a:custGeom>
            <a:solidFill>
              <a:srgbClr val="000000"/>
            </a:solidFill>
            <a:ln w="1100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 Light"/>
                <a:ea typeface="+mn-ea"/>
                <a:cs typeface="+mn-cs"/>
              </a:endParaRPr>
            </a:p>
          </p:txBody>
        </p: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868CEF16-A9BB-758D-5B99-592713277D4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03456" y="3162612"/>
              <a:ext cx="1049372" cy="535180"/>
            </a:xfrm>
            <a:prstGeom prst="rect">
              <a:avLst/>
            </a:prstGeom>
          </p:spPr>
        </p:pic>
      </p:grpSp>
      <p:pic>
        <p:nvPicPr>
          <p:cNvPr id="7" name="Picture 6" descr="A group of people walking up a snowy mountain&#10;&#10;AI-generated content may be incorrect.">
            <a:extLst>
              <a:ext uri="{FF2B5EF4-FFF2-40B4-BE49-F238E27FC236}">
                <a16:creationId xmlns:a16="http://schemas.microsoft.com/office/drawing/2014/main" id="{5D084CEC-EAD9-93B1-66AD-03D6527B2965}"/>
              </a:ext>
            </a:extLst>
          </p:cNvPr>
          <p:cNvPicPr>
            <a:picLocks noChangeAspect="1"/>
          </p:cNvPicPr>
          <p:nvPr/>
        </p:nvPicPr>
        <p:blipFill>
          <a:blip r:embed="rId6">
            <a:grayscl/>
          </a:blip>
          <a:srcRect t="13024"/>
          <a:stretch>
            <a:fillRect/>
          </a:stretch>
        </p:blipFill>
        <p:spPr>
          <a:xfrm flipH="1">
            <a:off x="0" y="-61526"/>
            <a:ext cx="12192000" cy="691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201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1"/>
            </a:gs>
            <a:gs pos="56000">
              <a:schemeClr val="bg1">
                <a:lumMod val="9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A7151-0EB9-C42F-F74E-0920A33F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">
            <a:extLst>
              <a:ext uri="{FF2B5EF4-FFF2-40B4-BE49-F238E27FC236}">
                <a16:creationId xmlns:a16="http://schemas.microsoft.com/office/drawing/2014/main" id="{296F7F03-A96C-F5D7-6FBF-A49242EE0F36}"/>
              </a:ext>
            </a:extLst>
          </p:cNvPr>
          <p:cNvSpPr txBox="1"/>
          <p:nvPr/>
        </p:nvSpPr>
        <p:spPr>
          <a:xfrm>
            <a:off x="9606386" y="2649343"/>
            <a:ext cx="1630748" cy="403141"/>
          </a:xfrm>
          <a:prstGeom prst="rect">
            <a:avLst/>
          </a:prstGeom>
        </p:spPr>
        <p:txBody>
          <a:bodyPr vert="horz" wrap="square" lIns="0" tIns="7701" rIns="0" bIns="0" rtlCol="0" anchor="t">
            <a:spAutoFit/>
          </a:bodyPr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43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Previdência </a:t>
            </a:r>
          </a:p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4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(VGBL/PGBL)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F8618A8D-B125-ECAB-1339-3969C3200DDE}"/>
              </a:ext>
            </a:extLst>
          </p:cNvPr>
          <p:cNvSpPr txBox="1"/>
          <p:nvPr/>
        </p:nvSpPr>
        <p:spPr>
          <a:xfrm>
            <a:off x="8535213" y="3348355"/>
            <a:ext cx="678021" cy="376727"/>
          </a:xfrm>
          <a:prstGeom prst="rect">
            <a:avLst/>
          </a:prstGeom>
        </p:spPr>
        <p:txBody>
          <a:bodyPr vert="horz" wrap="square" lIns="0" tIns="8086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64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2395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CDI</a:t>
            </a:r>
            <a:endParaRPr kumimoji="0" sz="2395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7FCBFB48-C671-CE87-C89C-CAA6129EE06B}"/>
              </a:ext>
            </a:extLst>
          </p:cNvPr>
          <p:cNvSpPr txBox="1"/>
          <p:nvPr/>
        </p:nvSpPr>
        <p:spPr>
          <a:xfrm>
            <a:off x="7416048" y="2699968"/>
            <a:ext cx="1851706" cy="398526"/>
          </a:xfrm>
          <a:prstGeom prst="rect">
            <a:avLst/>
          </a:prstGeom>
        </p:spPr>
        <p:txBody>
          <a:bodyPr vert="horz" wrap="square" lIns="0" tIns="61995" rIns="0" bIns="0" rtlCol="0" anchor="t">
            <a:spAutoFit/>
          </a:bodyPr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2153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CDI +</a:t>
            </a:r>
            <a:r>
              <a:rPr kumimoji="0" lang="pt-BR" sz="2153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1,5 </a:t>
            </a:r>
            <a:r>
              <a:rPr kumimoji="0" lang="pt-BR" sz="2183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% </a:t>
            </a:r>
            <a:r>
              <a:rPr kumimoji="0" lang="pt-BR" sz="12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a.a.</a:t>
            </a:r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/>
              <a:ea typeface="+mn-ea"/>
              <a:cs typeface="Arial"/>
              <a:sym typeface="Arial"/>
            </a:endParaRPr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769E4618-C3C2-D69D-D3FF-7A6AB53CD4B5}"/>
              </a:ext>
            </a:extLst>
          </p:cNvPr>
          <p:cNvSpPr txBox="1"/>
          <p:nvPr/>
        </p:nvSpPr>
        <p:spPr>
          <a:xfrm>
            <a:off x="6845047" y="4040596"/>
            <a:ext cx="3800151" cy="534972"/>
          </a:xfrm>
          <a:prstGeom prst="rect">
            <a:avLst/>
          </a:prstGeom>
        </p:spPr>
        <p:txBody>
          <a:bodyPr vert="horz" wrap="square" lIns="0" tIns="7701" rIns="0" bIns="0" rtlCol="0" anchor="t">
            <a:spAutoFit/>
          </a:bodyPr>
          <a:lstStyle/>
          <a:p>
            <a:pPr marL="7620" marR="0" lvl="0" indent="0" algn="l" defTabSz="554492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3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R$ </a:t>
            </a:r>
            <a:r>
              <a:rPr kumimoji="0" lang="pt-BR" sz="3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500 milhões</a:t>
            </a:r>
            <a:endParaRPr kumimoji="0" lang="pt-BR" sz="3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/>
              <a:ea typeface="+mn-ea"/>
              <a:cs typeface="Arial"/>
            </a:endParaRPr>
          </a:p>
        </p:txBody>
      </p:sp>
      <p:sp>
        <p:nvSpPr>
          <p:cNvPr id="24" name="object 16">
            <a:extLst>
              <a:ext uri="{FF2B5EF4-FFF2-40B4-BE49-F238E27FC236}">
                <a16:creationId xmlns:a16="http://schemas.microsoft.com/office/drawing/2014/main" id="{1749835E-191D-7C2C-3DE5-BED95383CC68}"/>
              </a:ext>
            </a:extLst>
          </p:cNvPr>
          <p:cNvSpPr/>
          <p:nvPr/>
        </p:nvSpPr>
        <p:spPr>
          <a:xfrm>
            <a:off x="4846501" y="329354"/>
            <a:ext cx="3087315" cy="1632674"/>
          </a:xfrm>
          <a:prstGeom prst="roundRect">
            <a:avLst>
              <a:gd name="adj" fmla="val 5178"/>
            </a:avLst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25" name="object 17">
            <a:extLst>
              <a:ext uri="{FF2B5EF4-FFF2-40B4-BE49-F238E27FC236}">
                <a16:creationId xmlns:a16="http://schemas.microsoft.com/office/drawing/2014/main" id="{F0F90EC0-4E6E-5ABD-0B1D-23783966AB1D}"/>
              </a:ext>
            </a:extLst>
          </p:cNvPr>
          <p:cNvSpPr/>
          <p:nvPr/>
        </p:nvSpPr>
        <p:spPr>
          <a:xfrm>
            <a:off x="10035782" y="329354"/>
            <a:ext cx="1833798" cy="1632674"/>
          </a:xfrm>
          <a:prstGeom prst="roundRect">
            <a:avLst>
              <a:gd name="adj" fmla="val 5179"/>
            </a:avLst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26" name="object 18">
            <a:extLst>
              <a:ext uri="{FF2B5EF4-FFF2-40B4-BE49-F238E27FC236}">
                <a16:creationId xmlns:a16="http://schemas.microsoft.com/office/drawing/2014/main" id="{5B9D0EF6-2C42-4BE4-A04E-78A8E848FA64}"/>
              </a:ext>
            </a:extLst>
          </p:cNvPr>
          <p:cNvSpPr/>
          <p:nvPr/>
        </p:nvSpPr>
        <p:spPr>
          <a:xfrm>
            <a:off x="8024784" y="329354"/>
            <a:ext cx="1882196" cy="1632674"/>
          </a:xfrm>
          <a:prstGeom prst="roundRect">
            <a:avLst>
              <a:gd name="adj" fmla="val 4460"/>
            </a:avLst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C6D9ADFC-8E3E-C77F-B1F4-624C18830A9D}"/>
              </a:ext>
            </a:extLst>
          </p:cNvPr>
          <p:cNvSpPr/>
          <p:nvPr/>
        </p:nvSpPr>
        <p:spPr>
          <a:xfrm>
            <a:off x="7350603" y="3262183"/>
            <a:ext cx="1995910" cy="536009"/>
          </a:xfrm>
          <a:prstGeom prst="roundRect">
            <a:avLst>
              <a:gd name="adj" fmla="val 5731"/>
            </a:avLst>
          </a:prstGeom>
          <a:ln w="14837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28" name="object 20">
            <a:extLst>
              <a:ext uri="{FF2B5EF4-FFF2-40B4-BE49-F238E27FC236}">
                <a16:creationId xmlns:a16="http://schemas.microsoft.com/office/drawing/2014/main" id="{DF8A22CF-53F7-4F4E-1878-443CDD93E766}"/>
              </a:ext>
            </a:extLst>
          </p:cNvPr>
          <p:cNvSpPr/>
          <p:nvPr/>
        </p:nvSpPr>
        <p:spPr>
          <a:xfrm>
            <a:off x="9449002" y="2169196"/>
            <a:ext cx="2408036" cy="1629208"/>
          </a:xfrm>
          <a:prstGeom prst="roundRect">
            <a:avLst>
              <a:gd name="adj" fmla="val 5874"/>
            </a:avLst>
          </a:prstGeom>
          <a:ln w="14837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30CE27A9-F991-6D78-8518-20B32BF7BCDF}"/>
              </a:ext>
            </a:extLst>
          </p:cNvPr>
          <p:cNvSpPr/>
          <p:nvPr/>
        </p:nvSpPr>
        <p:spPr>
          <a:xfrm>
            <a:off x="7347863" y="2165708"/>
            <a:ext cx="1978077" cy="1024272"/>
          </a:xfrm>
          <a:prstGeom prst="roundRect">
            <a:avLst>
              <a:gd name="adj" fmla="val 6366"/>
            </a:avLst>
          </a:prstGeom>
          <a:ln w="14837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30" name="object 22">
            <a:extLst>
              <a:ext uri="{FF2B5EF4-FFF2-40B4-BE49-F238E27FC236}">
                <a16:creationId xmlns:a16="http://schemas.microsoft.com/office/drawing/2014/main" id="{FC4B72E8-043E-6389-6762-C53927B61FB1}"/>
              </a:ext>
            </a:extLst>
          </p:cNvPr>
          <p:cNvSpPr/>
          <p:nvPr/>
        </p:nvSpPr>
        <p:spPr>
          <a:xfrm>
            <a:off x="4846503" y="2165709"/>
            <a:ext cx="2346969" cy="1632674"/>
          </a:xfrm>
          <a:prstGeom prst="roundRect">
            <a:avLst>
              <a:gd name="adj" fmla="val 5897"/>
            </a:avLst>
          </a:prstGeom>
          <a:ln w="14837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31" name="object 23">
            <a:extLst>
              <a:ext uri="{FF2B5EF4-FFF2-40B4-BE49-F238E27FC236}">
                <a16:creationId xmlns:a16="http://schemas.microsoft.com/office/drawing/2014/main" id="{6A2FDA50-C2F6-76E6-007E-D0330607B884}"/>
              </a:ext>
            </a:extLst>
          </p:cNvPr>
          <p:cNvSpPr/>
          <p:nvPr/>
        </p:nvSpPr>
        <p:spPr>
          <a:xfrm>
            <a:off x="7729551" y="4881027"/>
            <a:ext cx="3197890" cy="1632674"/>
          </a:xfrm>
          <a:prstGeom prst="roundRect">
            <a:avLst>
              <a:gd name="adj" fmla="val 6615"/>
            </a:avLst>
          </a:prstGeom>
          <a:ln w="14837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32" name="object 24">
            <a:extLst>
              <a:ext uri="{FF2B5EF4-FFF2-40B4-BE49-F238E27FC236}">
                <a16:creationId xmlns:a16="http://schemas.microsoft.com/office/drawing/2014/main" id="{3BD844E8-D770-88C7-72DB-66F99DF04EFA}"/>
              </a:ext>
            </a:extLst>
          </p:cNvPr>
          <p:cNvSpPr/>
          <p:nvPr/>
        </p:nvSpPr>
        <p:spPr>
          <a:xfrm>
            <a:off x="4846503" y="4881027"/>
            <a:ext cx="2748206" cy="1632674"/>
          </a:xfrm>
          <a:prstGeom prst="roundRect">
            <a:avLst>
              <a:gd name="adj" fmla="val 9487"/>
            </a:avLst>
          </a:prstGeom>
          <a:ln w="14837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33" name="object 25">
            <a:extLst>
              <a:ext uri="{FF2B5EF4-FFF2-40B4-BE49-F238E27FC236}">
                <a16:creationId xmlns:a16="http://schemas.microsoft.com/office/drawing/2014/main" id="{2812A797-5D7C-2A09-5D74-2AE457D4202E}"/>
              </a:ext>
            </a:extLst>
          </p:cNvPr>
          <p:cNvSpPr/>
          <p:nvPr/>
        </p:nvSpPr>
        <p:spPr>
          <a:xfrm>
            <a:off x="4846500" y="3959452"/>
            <a:ext cx="6080940" cy="738169"/>
          </a:xfrm>
          <a:prstGeom prst="roundRect">
            <a:avLst>
              <a:gd name="adj" fmla="val 11903"/>
            </a:avLst>
          </a:prstGeom>
          <a:ln w="14837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grpSp>
        <p:nvGrpSpPr>
          <p:cNvPr id="34" name="object 26">
            <a:extLst>
              <a:ext uri="{FF2B5EF4-FFF2-40B4-BE49-F238E27FC236}">
                <a16:creationId xmlns:a16="http://schemas.microsoft.com/office/drawing/2014/main" id="{DC5B8053-130B-6F90-40ED-8B4255BE5AB7}"/>
              </a:ext>
            </a:extLst>
          </p:cNvPr>
          <p:cNvGrpSpPr/>
          <p:nvPr/>
        </p:nvGrpSpPr>
        <p:grpSpPr>
          <a:xfrm>
            <a:off x="11142917" y="4876529"/>
            <a:ext cx="702743" cy="1641530"/>
            <a:chOff x="18374790" y="8041757"/>
            <a:chExt cx="1158875" cy="2707005"/>
          </a:xfrm>
        </p:grpSpPr>
        <p:sp>
          <p:nvSpPr>
            <p:cNvPr id="35" name="object 27">
              <a:extLst>
                <a:ext uri="{FF2B5EF4-FFF2-40B4-BE49-F238E27FC236}">
                  <a16:creationId xmlns:a16="http://schemas.microsoft.com/office/drawing/2014/main" id="{35EF3EF4-BB17-B2D8-2C42-AF69DAD64BF2}"/>
                </a:ext>
              </a:extLst>
            </p:cNvPr>
            <p:cNvSpPr/>
            <p:nvPr/>
          </p:nvSpPr>
          <p:spPr>
            <a:xfrm>
              <a:off x="18382208" y="8049175"/>
              <a:ext cx="1144270" cy="2692400"/>
            </a:xfrm>
            <a:custGeom>
              <a:avLst/>
              <a:gdLst/>
              <a:ahLst/>
              <a:cxnLst/>
              <a:rect l="l" t="t" r="r" b="b"/>
              <a:pathLst>
                <a:path w="1144269" h="2692400">
                  <a:moveTo>
                    <a:pt x="571961" y="2691813"/>
                  </a:moveTo>
                  <a:lnTo>
                    <a:pt x="525229" y="2689907"/>
                  </a:lnTo>
                  <a:lnTo>
                    <a:pt x="479504" y="2684291"/>
                  </a:lnTo>
                  <a:lnTo>
                    <a:pt x="434938" y="2675115"/>
                  </a:lnTo>
                  <a:lnTo>
                    <a:pt x="391680" y="2662528"/>
                  </a:lnTo>
                  <a:lnTo>
                    <a:pt x="349880" y="2646681"/>
                  </a:lnTo>
                  <a:lnTo>
                    <a:pt x="309689" y="2627724"/>
                  </a:lnTo>
                  <a:lnTo>
                    <a:pt x="271257" y="2605807"/>
                  </a:lnTo>
                  <a:lnTo>
                    <a:pt x="234733" y="2581080"/>
                  </a:lnTo>
                  <a:lnTo>
                    <a:pt x="200269" y="2553694"/>
                  </a:lnTo>
                  <a:lnTo>
                    <a:pt x="168014" y="2523798"/>
                  </a:lnTo>
                  <a:lnTo>
                    <a:pt x="138118" y="2491543"/>
                  </a:lnTo>
                  <a:lnTo>
                    <a:pt x="110732" y="2457079"/>
                  </a:lnTo>
                  <a:lnTo>
                    <a:pt x="86005" y="2420556"/>
                  </a:lnTo>
                  <a:lnTo>
                    <a:pt x="64088" y="2382123"/>
                  </a:lnTo>
                  <a:lnTo>
                    <a:pt x="45131" y="2341932"/>
                  </a:lnTo>
                  <a:lnTo>
                    <a:pt x="29284" y="2300133"/>
                  </a:lnTo>
                  <a:lnTo>
                    <a:pt x="16697" y="2256875"/>
                  </a:lnTo>
                  <a:lnTo>
                    <a:pt x="7521" y="2212308"/>
                  </a:lnTo>
                  <a:lnTo>
                    <a:pt x="1905" y="2166584"/>
                  </a:lnTo>
                  <a:lnTo>
                    <a:pt x="0" y="2119851"/>
                  </a:lnTo>
                  <a:lnTo>
                    <a:pt x="0" y="571961"/>
                  </a:lnTo>
                  <a:lnTo>
                    <a:pt x="1905" y="525229"/>
                  </a:lnTo>
                  <a:lnTo>
                    <a:pt x="7521" y="479504"/>
                  </a:lnTo>
                  <a:lnTo>
                    <a:pt x="16697" y="434938"/>
                  </a:lnTo>
                  <a:lnTo>
                    <a:pt x="29284" y="391680"/>
                  </a:lnTo>
                  <a:lnTo>
                    <a:pt x="45131" y="349880"/>
                  </a:lnTo>
                  <a:lnTo>
                    <a:pt x="64088" y="309689"/>
                  </a:lnTo>
                  <a:lnTo>
                    <a:pt x="86005" y="271257"/>
                  </a:lnTo>
                  <a:lnTo>
                    <a:pt x="110732" y="234733"/>
                  </a:lnTo>
                  <a:lnTo>
                    <a:pt x="138118" y="200269"/>
                  </a:lnTo>
                  <a:lnTo>
                    <a:pt x="168014" y="168014"/>
                  </a:lnTo>
                  <a:lnTo>
                    <a:pt x="200269" y="138118"/>
                  </a:lnTo>
                  <a:lnTo>
                    <a:pt x="234733" y="110732"/>
                  </a:lnTo>
                  <a:lnTo>
                    <a:pt x="271257" y="86005"/>
                  </a:lnTo>
                  <a:lnTo>
                    <a:pt x="309689" y="64088"/>
                  </a:lnTo>
                  <a:lnTo>
                    <a:pt x="349880" y="45131"/>
                  </a:lnTo>
                  <a:lnTo>
                    <a:pt x="391680" y="29284"/>
                  </a:lnTo>
                  <a:lnTo>
                    <a:pt x="434938" y="16697"/>
                  </a:lnTo>
                  <a:lnTo>
                    <a:pt x="479504" y="7521"/>
                  </a:lnTo>
                  <a:lnTo>
                    <a:pt x="525229" y="1905"/>
                  </a:lnTo>
                  <a:lnTo>
                    <a:pt x="571961" y="0"/>
                  </a:lnTo>
                  <a:lnTo>
                    <a:pt x="618694" y="1905"/>
                  </a:lnTo>
                  <a:lnTo>
                    <a:pt x="664418" y="7521"/>
                  </a:lnTo>
                  <a:lnTo>
                    <a:pt x="708985" y="16697"/>
                  </a:lnTo>
                  <a:lnTo>
                    <a:pt x="752243" y="29284"/>
                  </a:lnTo>
                  <a:lnTo>
                    <a:pt x="794042" y="45131"/>
                  </a:lnTo>
                  <a:lnTo>
                    <a:pt x="834233" y="64088"/>
                  </a:lnTo>
                  <a:lnTo>
                    <a:pt x="872665" y="86005"/>
                  </a:lnTo>
                  <a:lnTo>
                    <a:pt x="909189" y="110732"/>
                  </a:lnTo>
                  <a:lnTo>
                    <a:pt x="943653" y="138118"/>
                  </a:lnTo>
                  <a:lnTo>
                    <a:pt x="975908" y="168014"/>
                  </a:lnTo>
                  <a:lnTo>
                    <a:pt x="1005804" y="200269"/>
                  </a:lnTo>
                  <a:lnTo>
                    <a:pt x="1033190" y="234733"/>
                  </a:lnTo>
                  <a:lnTo>
                    <a:pt x="1057917" y="271257"/>
                  </a:lnTo>
                  <a:lnTo>
                    <a:pt x="1079834" y="309689"/>
                  </a:lnTo>
                  <a:lnTo>
                    <a:pt x="1098791" y="349880"/>
                  </a:lnTo>
                  <a:lnTo>
                    <a:pt x="1114638" y="391680"/>
                  </a:lnTo>
                  <a:lnTo>
                    <a:pt x="1127225" y="434938"/>
                  </a:lnTo>
                  <a:lnTo>
                    <a:pt x="1136401" y="479504"/>
                  </a:lnTo>
                  <a:lnTo>
                    <a:pt x="1142017" y="525229"/>
                  </a:lnTo>
                  <a:lnTo>
                    <a:pt x="1143923" y="571961"/>
                  </a:lnTo>
                  <a:lnTo>
                    <a:pt x="1143923" y="2119851"/>
                  </a:lnTo>
                  <a:lnTo>
                    <a:pt x="1142017" y="2166584"/>
                  </a:lnTo>
                  <a:lnTo>
                    <a:pt x="1136401" y="2212308"/>
                  </a:lnTo>
                  <a:lnTo>
                    <a:pt x="1127225" y="2256875"/>
                  </a:lnTo>
                  <a:lnTo>
                    <a:pt x="1114638" y="2300133"/>
                  </a:lnTo>
                  <a:lnTo>
                    <a:pt x="1098791" y="2341932"/>
                  </a:lnTo>
                  <a:lnTo>
                    <a:pt x="1079834" y="2382123"/>
                  </a:lnTo>
                  <a:lnTo>
                    <a:pt x="1057917" y="2420556"/>
                  </a:lnTo>
                  <a:lnTo>
                    <a:pt x="1033190" y="2457079"/>
                  </a:lnTo>
                  <a:lnTo>
                    <a:pt x="1005804" y="2491543"/>
                  </a:lnTo>
                  <a:lnTo>
                    <a:pt x="975908" y="2523798"/>
                  </a:lnTo>
                  <a:lnTo>
                    <a:pt x="943653" y="2553694"/>
                  </a:lnTo>
                  <a:lnTo>
                    <a:pt x="909189" y="2581080"/>
                  </a:lnTo>
                  <a:lnTo>
                    <a:pt x="872665" y="2605807"/>
                  </a:lnTo>
                  <a:lnTo>
                    <a:pt x="834233" y="2627724"/>
                  </a:lnTo>
                  <a:lnTo>
                    <a:pt x="794042" y="2646681"/>
                  </a:lnTo>
                  <a:lnTo>
                    <a:pt x="752243" y="2662528"/>
                  </a:lnTo>
                  <a:lnTo>
                    <a:pt x="708985" y="2675115"/>
                  </a:lnTo>
                  <a:lnTo>
                    <a:pt x="664418" y="2684291"/>
                  </a:lnTo>
                  <a:lnTo>
                    <a:pt x="618694" y="2689907"/>
                  </a:lnTo>
                  <a:lnTo>
                    <a:pt x="571961" y="2691813"/>
                  </a:lnTo>
                  <a:close/>
                </a:path>
              </a:pathLst>
            </a:custGeom>
            <a:ln w="14837">
              <a:solidFill>
                <a:schemeClr val="bg2">
                  <a:lumMod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36" name="object 28">
              <a:extLst>
                <a:ext uri="{FF2B5EF4-FFF2-40B4-BE49-F238E27FC236}">
                  <a16:creationId xmlns:a16="http://schemas.microsoft.com/office/drawing/2014/main" id="{605B974D-BAB9-00F5-D082-F5D10DD2D599}"/>
                </a:ext>
              </a:extLst>
            </p:cNvPr>
            <p:cNvSpPr/>
            <p:nvPr/>
          </p:nvSpPr>
          <p:spPr>
            <a:xfrm>
              <a:off x="18504786" y="8243835"/>
              <a:ext cx="901700" cy="901700"/>
            </a:xfrm>
            <a:custGeom>
              <a:avLst/>
              <a:gdLst/>
              <a:ahLst/>
              <a:cxnLst/>
              <a:rect l="l" t="t" r="r" b="b"/>
              <a:pathLst>
                <a:path w="901700" h="901700">
                  <a:moveTo>
                    <a:pt x="901616" y="450803"/>
                  </a:moveTo>
                  <a:lnTo>
                    <a:pt x="898971" y="499923"/>
                  </a:lnTo>
                  <a:lnTo>
                    <a:pt x="891218" y="547512"/>
                  </a:lnTo>
                  <a:lnTo>
                    <a:pt x="878633" y="593293"/>
                  </a:lnTo>
                  <a:lnTo>
                    <a:pt x="861491" y="636992"/>
                  </a:lnTo>
                  <a:lnTo>
                    <a:pt x="840067" y="678334"/>
                  </a:lnTo>
                  <a:lnTo>
                    <a:pt x="814636" y="717043"/>
                  </a:lnTo>
                  <a:lnTo>
                    <a:pt x="785472" y="752845"/>
                  </a:lnTo>
                  <a:lnTo>
                    <a:pt x="752852" y="785465"/>
                  </a:lnTo>
                  <a:lnTo>
                    <a:pt x="717049" y="814628"/>
                  </a:lnTo>
                  <a:lnTo>
                    <a:pt x="678340" y="840059"/>
                  </a:lnTo>
                  <a:lnTo>
                    <a:pt x="636998" y="861482"/>
                  </a:lnTo>
                  <a:lnTo>
                    <a:pt x="593300" y="878624"/>
                  </a:lnTo>
                  <a:lnTo>
                    <a:pt x="547519" y="891208"/>
                  </a:lnTo>
                  <a:lnTo>
                    <a:pt x="499932" y="898960"/>
                  </a:lnTo>
                  <a:lnTo>
                    <a:pt x="450813" y="901606"/>
                  </a:lnTo>
                  <a:lnTo>
                    <a:pt x="401692" y="898960"/>
                  </a:lnTo>
                  <a:lnTo>
                    <a:pt x="354103" y="891208"/>
                  </a:lnTo>
                  <a:lnTo>
                    <a:pt x="308321" y="878624"/>
                  </a:lnTo>
                  <a:lnTo>
                    <a:pt x="264622" y="861482"/>
                  </a:lnTo>
                  <a:lnTo>
                    <a:pt x="223279" y="840059"/>
                  </a:lnTo>
                  <a:lnTo>
                    <a:pt x="184569" y="814628"/>
                  </a:lnTo>
                  <a:lnTo>
                    <a:pt x="148765" y="785465"/>
                  </a:lnTo>
                  <a:lnTo>
                    <a:pt x="116144" y="752845"/>
                  </a:lnTo>
                  <a:lnTo>
                    <a:pt x="86981" y="717043"/>
                  </a:lnTo>
                  <a:lnTo>
                    <a:pt x="61549" y="678334"/>
                  </a:lnTo>
                  <a:lnTo>
                    <a:pt x="40125" y="636992"/>
                  </a:lnTo>
                  <a:lnTo>
                    <a:pt x="22982" y="593293"/>
                  </a:lnTo>
                  <a:lnTo>
                    <a:pt x="10397" y="547512"/>
                  </a:lnTo>
                  <a:lnTo>
                    <a:pt x="2645" y="499923"/>
                  </a:lnTo>
                  <a:lnTo>
                    <a:pt x="0" y="450803"/>
                  </a:lnTo>
                  <a:lnTo>
                    <a:pt x="2645" y="401682"/>
                  </a:lnTo>
                  <a:lnTo>
                    <a:pt x="10397" y="354093"/>
                  </a:lnTo>
                  <a:lnTo>
                    <a:pt x="22982" y="308312"/>
                  </a:lnTo>
                  <a:lnTo>
                    <a:pt x="40125" y="264613"/>
                  </a:lnTo>
                  <a:lnTo>
                    <a:pt x="61549" y="223271"/>
                  </a:lnTo>
                  <a:lnTo>
                    <a:pt x="86981" y="184562"/>
                  </a:lnTo>
                  <a:lnTo>
                    <a:pt x="116144" y="148760"/>
                  </a:lnTo>
                  <a:lnTo>
                    <a:pt x="148765" y="116140"/>
                  </a:lnTo>
                  <a:lnTo>
                    <a:pt x="184569" y="86977"/>
                  </a:lnTo>
                  <a:lnTo>
                    <a:pt x="223279" y="61546"/>
                  </a:lnTo>
                  <a:lnTo>
                    <a:pt x="264622" y="40123"/>
                  </a:lnTo>
                  <a:lnTo>
                    <a:pt x="308321" y="22981"/>
                  </a:lnTo>
                  <a:lnTo>
                    <a:pt x="354103" y="10397"/>
                  </a:lnTo>
                  <a:lnTo>
                    <a:pt x="401692" y="2645"/>
                  </a:lnTo>
                  <a:lnTo>
                    <a:pt x="450813" y="0"/>
                  </a:lnTo>
                  <a:lnTo>
                    <a:pt x="499932" y="2645"/>
                  </a:lnTo>
                  <a:lnTo>
                    <a:pt x="547519" y="10397"/>
                  </a:lnTo>
                  <a:lnTo>
                    <a:pt x="593300" y="22981"/>
                  </a:lnTo>
                  <a:lnTo>
                    <a:pt x="636998" y="40123"/>
                  </a:lnTo>
                  <a:lnTo>
                    <a:pt x="678340" y="61546"/>
                  </a:lnTo>
                  <a:lnTo>
                    <a:pt x="717049" y="86977"/>
                  </a:lnTo>
                  <a:lnTo>
                    <a:pt x="752852" y="116140"/>
                  </a:lnTo>
                  <a:lnTo>
                    <a:pt x="785472" y="148760"/>
                  </a:lnTo>
                  <a:lnTo>
                    <a:pt x="814636" y="184562"/>
                  </a:lnTo>
                  <a:lnTo>
                    <a:pt x="840067" y="223271"/>
                  </a:lnTo>
                  <a:lnTo>
                    <a:pt x="861491" y="264613"/>
                  </a:lnTo>
                  <a:lnTo>
                    <a:pt x="878633" y="308312"/>
                  </a:lnTo>
                  <a:lnTo>
                    <a:pt x="891218" y="354093"/>
                  </a:lnTo>
                  <a:lnTo>
                    <a:pt x="898971" y="401682"/>
                  </a:lnTo>
                  <a:lnTo>
                    <a:pt x="901616" y="450803"/>
                  </a:lnTo>
                  <a:close/>
                </a:path>
              </a:pathLst>
            </a:custGeom>
            <a:solidFill>
              <a:schemeClr val="accent3"/>
            </a:solidFill>
            <a:ln w="14837">
              <a:noFill/>
            </a:ln>
          </p:spPr>
          <p:txBody>
            <a:bodyPr wrap="square" lIns="0" tIns="0" rIns="0" bIns="0" rtlCol="0"/>
            <a:lstStyle/>
            <a:p>
              <a:pPr defTabSz="554492"/>
              <a:endParaRPr sz="1092" kern="0">
                <a:solidFill>
                  <a:srgbClr val="000000"/>
                </a:solidFill>
                <a:latin typeface="Versos" panose="020B0503020204030204" pitchFamily="34" charset="77"/>
                <a:cs typeface="Arial"/>
                <a:sym typeface="Arial"/>
              </a:endParaRPr>
            </a:p>
          </p:txBody>
        </p:sp>
      </p:grpSp>
      <p:sp>
        <p:nvSpPr>
          <p:cNvPr id="37" name="object 29">
            <a:extLst>
              <a:ext uri="{FF2B5EF4-FFF2-40B4-BE49-F238E27FC236}">
                <a16:creationId xmlns:a16="http://schemas.microsoft.com/office/drawing/2014/main" id="{794A913B-8496-581E-4FB8-4701F93F2271}"/>
              </a:ext>
            </a:extLst>
          </p:cNvPr>
          <p:cNvSpPr txBox="1"/>
          <p:nvPr/>
        </p:nvSpPr>
        <p:spPr>
          <a:xfrm>
            <a:off x="5003634" y="829139"/>
            <a:ext cx="2566840" cy="930717"/>
          </a:xfrm>
          <a:prstGeom prst="rect">
            <a:avLst/>
          </a:prstGeom>
        </p:spPr>
        <p:txBody>
          <a:bodyPr vert="horz" wrap="square" lIns="0" tIns="7316" rIns="0" bIns="0" rtlCol="0" anchor="t">
            <a:spAutoFit/>
          </a:bodyPr>
          <a:lstStyle/>
          <a:p>
            <a:pPr marL="7620" marR="2540" lvl="0" indent="0" algn="l" defTabSz="554492" rtl="0" eaLnBrk="1" fontAlgn="auto" latinLnBrk="0" hangingPunct="1">
              <a:lnSpc>
                <a:spcPct val="1004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Fundo de Previdência destinado a investir em dívidas de empresas brasileiras e/ou instituições financeiras, com parte da alocação voltada para crédito estruturado.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 Light"/>
              <a:ea typeface="+mn-ea"/>
              <a:cs typeface="+mn-cs"/>
            </a:endParaRPr>
          </a:p>
        </p:txBody>
      </p:sp>
      <p:sp>
        <p:nvSpPr>
          <p:cNvPr id="42" name="object 34">
            <a:extLst>
              <a:ext uri="{FF2B5EF4-FFF2-40B4-BE49-F238E27FC236}">
                <a16:creationId xmlns:a16="http://schemas.microsoft.com/office/drawing/2014/main" id="{448C5D1A-8433-7A9B-2A0A-E5EF817177D2}"/>
              </a:ext>
            </a:extLst>
          </p:cNvPr>
          <p:cNvSpPr txBox="1"/>
          <p:nvPr/>
        </p:nvSpPr>
        <p:spPr>
          <a:xfrm>
            <a:off x="5003634" y="412511"/>
            <a:ext cx="2215150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Política de Investimentos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43" name="object 36">
            <a:extLst>
              <a:ext uri="{FF2B5EF4-FFF2-40B4-BE49-F238E27FC236}">
                <a16:creationId xmlns:a16="http://schemas.microsoft.com/office/drawing/2014/main" id="{361C2561-78F0-C910-AEE2-A46831634FF2}"/>
              </a:ext>
            </a:extLst>
          </p:cNvPr>
          <p:cNvSpPr/>
          <p:nvPr/>
        </p:nvSpPr>
        <p:spPr>
          <a:xfrm>
            <a:off x="5003634" y="629843"/>
            <a:ext cx="2283048" cy="0"/>
          </a:xfrm>
          <a:custGeom>
            <a:avLst/>
            <a:gdLst/>
            <a:ahLst/>
            <a:cxnLst/>
            <a:rect l="l" t="t" r="r" b="b"/>
            <a:pathLst>
              <a:path w="3764915">
                <a:moveTo>
                  <a:pt x="0" y="0"/>
                </a:moveTo>
                <a:lnTo>
                  <a:pt x="3764304" y="0"/>
                </a:lnTo>
              </a:path>
            </a:pathLst>
          </a:custGeom>
          <a:ln w="10470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2" name="object 45">
            <a:extLst>
              <a:ext uri="{FF2B5EF4-FFF2-40B4-BE49-F238E27FC236}">
                <a16:creationId xmlns:a16="http://schemas.microsoft.com/office/drawing/2014/main" id="{2752D91A-6733-DCD3-A0E2-F7219C155D00}"/>
              </a:ext>
            </a:extLst>
          </p:cNvPr>
          <p:cNvSpPr txBox="1"/>
          <p:nvPr/>
        </p:nvSpPr>
        <p:spPr>
          <a:xfrm>
            <a:off x="5003634" y="2232384"/>
            <a:ext cx="1345416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061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Forma de Aplicação</a:t>
            </a:r>
            <a:endParaRPr kumimoji="0" lang="pt-BR" sz="1061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3" name="object 46">
            <a:extLst>
              <a:ext uri="{FF2B5EF4-FFF2-40B4-BE49-F238E27FC236}">
                <a16:creationId xmlns:a16="http://schemas.microsoft.com/office/drawing/2014/main" id="{398A4BB4-7130-1769-7F0C-5C0516995363}"/>
              </a:ext>
            </a:extLst>
          </p:cNvPr>
          <p:cNvSpPr/>
          <p:nvPr/>
        </p:nvSpPr>
        <p:spPr>
          <a:xfrm>
            <a:off x="5003634" y="2455990"/>
            <a:ext cx="1816350" cy="0"/>
          </a:xfrm>
          <a:custGeom>
            <a:avLst/>
            <a:gdLst/>
            <a:ahLst/>
            <a:cxnLst/>
            <a:rect l="l" t="t" r="r" b="b"/>
            <a:pathLst>
              <a:path w="2995295">
                <a:moveTo>
                  <a:pt x="0" y="0"/>
                </a:moveTo>
                <a:lnTo>
                  <a:pt x="2994819" y="0"/>
                </a:lnTo>
              </a:path>
            </a:pathLst>
          </a:custGeom>
          <a:ln w="14837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4" name="object 47">
            <a:extLst>
              <a:ext uri="{FF2B5EF4-FFF2-40B4-BE49-F238E27FC236}">
                <a16:creationId xmlns:a16="http://schemas.microsoft.com/office/drawing/2014/main" id="{719B1E47-4DB0-BD65-9816-C1B12A6BC948}"/>
              </a:ext>
            </a:extLst>
          </p:cNvPr>
          <p:cNvSpPr txBox="1"/>
          <p:nvPr/>
        </p:nvSpPr>
        <p:spPr>
          <a:xfrm>
            <a:off x="5003634" y="4078401"/>
            <a:ext cx="1651940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Volume Inicial Target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5" name="object 48">
            <a:extLst>
              <a:ext uri="{FF2B5EF4-FFF2-40B4-BE49-F238E27FC236}">
                <a16:creationId xmlns:a16="http://schemas.microsoft.com/office/drawing/2014/main" id="{86DBBE7E-5D0A-9CFF-9229-39A531D671B4}"/>
              </a:ext>
            </a:extLst>
          </p:cNvPr>
          <p:cNvSpPr/>
          <p:nvPr/>
        </p:nvSpPr>
        <p:spPr>
          <a:xfrm>
            <a:off x="5003634" y="4291856"/>
            <a:ext cx="1554891" cy="0"/>
          </a:xfrm>
          <a:custGeom>
            <a:avLst/>
            <a:gdLst/>
            <a:ahLst/>
            <a:cxnLst/>
            <a:rect l="l" t="t" r="r" b="b"/>
            <a:pathLst>
              <a:path w="2564129">
                <a:moveTo>
                  <a:pt x="0" y="0"/>
                </a:moveTo>
                <a:lnTo>
                  <a:pt x="2563607" y="0"/>
                </a:lnTo>
              </a:path>
            </a:pathLst>
          </a:custGeom>
          <a:ln w="14837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6" name="object 49">
            <a:extLst>
              <a:ext uri="{FF2B5EF4-FFF2-40B4-BE49-F238E27FC236}">
                <a16:creationId xmlns:a16="http://schemas.microsoft.com/office/drawing/2014/main" id="{D96348F2-F878-E7F8-5FB2-BD27C07AE1C4}"/>
              </a:ext>
            </a:extLst>
          </p:cNvPr>
          <p:cNvSpPr txBox="1"/>
          <p:nvPr/>
        </p:nvSpPr>
        <p:spPr>
          <a:xfrm>
            <a:off x="5003634" y="4996782"/>
            <a:ext cx="1512919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Taxa de Adm &amp; </a:t>
            </a:r>
            <a:r>
              <a:rPr kumimoji="0" lang="pt-BR" sz="1061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Gestão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7" name="object 50">
            <a:extLst>
              <a:ext uri="{FF2B5EF4-FFF2-40B4-BE49-F238E27FC236}">
                <a16:creationId xmlns:a16="http://schemas.microsoft.com/office/drawing/2014/main" id="{A4CD1943-DC70-38E1-39C8-28BCDB75D8C6}"/>
              </a:ext>
            </a:extLst>
          </p:cNvPr>
          <p:cNvSpPr/>
          <p:nvPr/>
        </p:nvSpPr>
        <p:spPr>
          <a:xfrm>
            <a:off x="5003634" y="5207214"/>
            <a:ext cx="2339267" cy="0"/>
          </a:xfrm>
          <a:custGeom>
            <a:avLst/>
            <a:gdLst/>
            <a:ahLst/>
            <a:cxnLst/>
            <a:rect l="l" t="t" r="r" b="b"/>
            <a:pathLst>
              <a:path w="3857625">
                <a:moveTo>
                  <a:pt x="0" y="0"/>
                </a:moveTo>
                <a:lnTo>
                  <a:pt x="3857254" y="0"/>
                </a:lnTo>
              </a:path>
            </a:pathLst>
          </a:custGeom>
          <a:ln w="14837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8" name="object 51">
            <a:extLst>
              <a:ext uri="{FF2B5EF4-FFF2-40B4-BE49-F238E27FC236}">
                <a16:creationId xmlns:a16="http://schemas.microsoft.com/office/drawing/2014/main" id="{2B878E7A-5EAF-DDA6-9A79-E2828E78D081}"/>
              </a:ext>
            </a:extLst>
          </p:cNvPr>
          <p:cNvSpPr txBox="1"/>
          <p:nvPr/>
        </p:nvSpPr>
        <p:spPr>
          <a:xfrm>
            <a:off x="7878225" y="4995755"/>
            <a:ext cx="1081970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Performance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9" name="object 52">
            <a:extLst>
              <a:ext uri="{FF2B5EF4-FFF2-40B4-BE49-F238E27FC236}">
                <a16:creationId xmlns:a16="http://schemas.microsoft.com/office/drawing/2014/main" id="{2168C1C9-5158-C763-BE9F-6EED9F521DEA}"/>
              </a:ext>
            </a:extLst>
          </p:cNvPr>
          <p:cNvSpPr/>
          <p:nvPr/>
        </p:nvSpPr>
        <p:spPr>
          <a:xfrm>
            <a:off x="7878225" y="5207214"/>
            <a:ext cx="2849863" cy="0"/>
          </a:xfrm>
          <a:custGeom>
            <a:avLst/>
            <a:gdLst/>
            <a:ahLst/>
            <a:cxnLst/>
            <a:rect l="l" t="t" r="r" b="b"/>
            <a:pathLst>
              <a:path w="4699634">
                <a:moveTo>
                  <a:pt x="0" y="0"/>
                </a:moveTo>
                <a:lnTo>
                  <a:pt x="4699092" y="0"/>
                </a:lnTo>
              </a:path>
            </a:pathLst>
          </a:custGeom>
          <a:ln w="14837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60" name="object 53">
            <a:extLst>
              <a:ext uri="{FF2B5EF4-FFF2-40B4-BE49-F238E27FC236}">
                <a16:creationId xmlns:a16="http://schemas.microsoft.com/office/drawing/2014/main" id="{259216BA-4CE4-9177-C055-4EB3AC8BF975}"/>
              </a:ext>
            </a:extLst>
          </p:cNvPr>
          <p:cNvSpPr txBox="1"/>
          <p:nvPr/>
        </p:nvSpPr>
        <p:spPr>
          <a:xfrm>
            <a:off x="9606386" y="2232384"/>
            <a:ext cx="514446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Veículo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61" name="object 54">
            <a:extLst>
              <a:ext uri="{FF2B5EF4-FFF2-40B4-BE49-F238E27FC236}">
                <a16:creationId xmlns:a16="http://schemas.microsoft.com/office/drawing/2014/main" id="{3EFF8380-B3B3-ABDF-2F56-6A896D8F7D17}"/>
              </a:ext>
            </a:extLst>
          </p:cNvPr>
          <p:cNvSpPr/>
          <p:nvPr/>
        </p:nvSpPr>
        <p:spPr>
          <a:xfrm>
            <a:off x="9606386" y="2455990"/>
            <a:ext cx="2131717" cy="0"/>
          </a:xfrm>
          <a:custGeom>
            <a:avLst/>
            <a:gdLst/>
            <a:ahLst/>
            <a:cxnLst/>
            <a:rect l="l" t="t" r="r" b="b"/>
            <a:pathLst>
              <a:path w="3515359">
                <a:moveTo>
                  <a:pt x="0" y="0"/>
                </a:moveTo>
                <a:lnTo>
                  <a:pt x="3514971" y="0"/>
                </a:lnTo>
              </a:path>
            </a:pathLst>
          </a:custGeom>
          <a:ln w="14837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62" name="object 55">
            <a:extLst>
              <a:ext uri="{FF2B5EF4-FFF2-40B4-BE49-F238E27FC236}">
                <a16:creationId xmlns:a16="http://schemas.microsoft.com/office/drawing/2014/main" id="{FEFBF463-3B01-E277-438F-E20A1232DDBC}"/>
              </a:ext>
            </a:extLst>
          </p:cNvPr>
          <p:cNvSpPr txBox="1"/>
          <p:nvPr/>
        </p:nvSpPr>
        <p:spPr>
          <a:xfrm>
            <a:off x="7470567" y="3350292"/>
            <a:ext cx="1009377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Benchmark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63" name="object 56">
            <a:extLst>
              <a:ext uri="{FF2B5EF4-FFF2-40B4-BE49-F238E27FC236}">
                <a16:creationId xmlns:a16="http://schemas.microsoft.com/office/drawing/2014/main" id="{6C5417BD-8166-B492-627E-C9850770BE6C}"/>
              </a:ext>
            </a:extLst>
          </p:cNvPr>
          <p:cNvSpPr/>
          <p:nvPr/>
        </p:nvSpPr>
        <p:spPr>
          <a:xfrm>
            <a:off x="7470567" y="3570757"/>
            <a:ext cx="889499" cy="0"/>
          </a:xfrm>
          <a:custGeom>
            <a:avLst/>
            <a:gdLst/>
            <a:ahLst/>
            <a:cxnLst/>
            <a:rect l="l" t="t" r="r" b="b"/>
            <a:pathLst>
              <a:path w="1466850">
                <a:moveTo>
                  <a:pt x="0" y="0"/>
                </a:moveTo>
                <a:lnTo>
                  <a:pt x="1466782" y="0"/>
                </a:lnTo>
              </a:path>
            </a:pathLst>
          </a:custGeom>
          <a:ln w="14837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64" name="object 57">
            <a:extLst>
              <a:ext uri="{FF2B5EF4-FFF2-40B4-BE49-F238E27FC236}">
                <a16:creationId xmlns:a16="http://schemas.microsoft.com/office/drawing/2014/main" id="{CE25E92D-BF06-3B66-AF85-53C34304FF41}"/>
              </a:ext>
            </a:extLst>
          </p:cNvPr>
          <p:cNvSpPr txBox="1"/>
          <p:nvPr/>
        </p:nvSpPr>
        <p:spPr>
          <a:xfrm>
            <a:off x="7470567" y="2232384"/>
            <a:ext cx="1331168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Meta </a:t>
            </a:r>
            <a:r>
              <a:rPr kumimoji="0" lang="pt-BR" sz="1061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de retorno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65" name="object 58">
            <a:extLst>
              <a:ext uri="{FF2B5EF4-FFF2-40B4-BE49-F238E27FC236}">
                <a16:creationId xmlns:a16="http://schemas.microsoft.com/office/drawing/2014/main" id="{A3F8281E-AAF6-DE1A-DB64-E9DC3E49DE2B}"/>
              </a:ext>
            </a:extLst>
          </p:cNvPr>
          <p:cNvSpPr/>
          <p:nvPr/>
        </p:nvSpPr>
        <p:spPr>
          <a:xfrm>
            <a:off x="7470567" y="2455990"/>
            <a:ext cx="1735101" cy="0"/>
          </a:xfrm>
          <a:custGeom>
            <a:avLst/>
            <a:gdLst/>
            <a:ahLst/>
            <a:cxnLst/>
            <a:rect l="l" t="t" r="r" b="b"/>
            <a:pathLst>
              <a:path w="2861309">
                <a:moveTo>
                  <a:pt x="0" y="0"/>
                </a:moveTo>
                <a:lnTo>
                  <a:pt x="2860823" y="0"/>
                </a:lnTo>
              </a:path>
            </a:pathLst>
          </a:custGeom>
          <a:ln w="14837">
            <a:solidFill>
              <a:schemeClr val="bg2">
                <a:lumMod val="25000"/>
              </a:schemeClr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CD4F390-9036-7AD4-26A1-0F0E355D9B3F}"/>
              </a:ext>
            </a:extLst>
          </p:cNvPr>
          <p:cNvGrpSpPr/>
          <p:nvPr/>
        </p:nvGrpSpPr>
        <p:grpSpPr>
          <a:xfrm>
            <a:off x="8110649" y="412511"/>
            <a:ext cx="1464015" cy="1354931"/>
            <a:chOff x="8239920" y="412511"/>
            <a:chExt cx="1464015" cy="1354931"/>
          </a:xfrm>
        </p:grpSpPr>
        <p:sp>
          <p:nvSpPr>
            <p:cNvPr id="66" name="object 59">
              <a:extLst>
                <a:ext uri="{FF2B5EF4-FFF2-40B4-BE49-F238E27FC236}">
                  <a16:creationId xmlns:a16="http://schemas.microsoft.com/office/drawing/2014/main" id="{74EFE9B7-3788-FEDE-50F9-27EA5214694C}"/>
                </a:ext>
              </a:extLst>
            </p:cNvPr>
            <p:cNvSpPr txBox="1"/>
            <p:nvPr/>
          </p:nvSpPr>
          <p:spPr>
            <a:xfrm>
              <a:off x="8239920" y="412511"/>
              <a:ext cx="585298" cy="174137"/>
            </a:xfrm>
            <a:prstGeom prst="rect">
              <a:avLst/>
            </a:prstGeom>
          </p:spPr>
          <p:txBody>
            <a:bodyPr vert="horz" wrap="square" lIns="0" tIns="10782" rIns="0" bIns="0" rtlCol="0">
              <a:spAutoFit/>
            </a:bodyPr>
            <a:lstStyle/>
            <a:p>
              <a:pPr marL="7701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85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sz="1061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77"/>
                  <a:ea typeface="+mn-ea"/>
                  <a:cs typeface="Arial"/>
                  <a:sym typeface="Arial"/>
                </a:rPr>
                <a:t>Liquidez</a:t>
              </a:r>
              <a:endParaRPr kumimoji="0" sz="1061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67" name="object 60">
              <a:extLst>
                <a:ext uri="{FF2B5EF4-FFF2-40B4-BE49-F238E27FC236}">
                  <a16:creationId xmlns:a16="http://schemas.microsoft.com/office/drawing/2014/main" id="{F73FE328-8FEE-51E6-F48A-4701932AD79E}"/>
                </a:ext>
              </a:extLst>
            </p:cNvPr>
            <p:cNvSpPr/>
            <p:nvPr/>
          </p:nvSpPr>
          <p:spPr>
            <a:xfrm>
              <a:off x="8239920" y="629843"/>
              <a:ext cx="1464015" cy="0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16" y="0"/>
                  </a:lnTo>
                </a:path>
              </a:pathLst>
            </a:custGeom>
            <a:ln w="10470">
              <a:solidFill>
                <a:schemeClr val="bg2">
                  <a:lumMod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70" name="object 63">
              <a:extLst>
                <a:ext uri="{FF2B5EF4-FFF2-40B4-BE49-F238E27FC236}">
                  <a16:creationId xmlns:a16="http://schemas.microsoft.com/office/drawing/2014/main" id="{3708E920-33D9-48EF-52E5-6436C7264380}"/>
                </a:ext>
              </a:extLst>
            </p:cNvPr>
            <p:cNvSpPr txBox="1"/>
            <p:nvPr/>
          </p:nvSpPr>
          <p:spPr>
            <a:xfrm>
              <a:off x="8239920" y="1386747"/>
              <a:ext cx="1326028" cy="380695"/>
            </a:xfrm>
            <a:prstGeom prst="rect">
              <a:avLst/>
            </a:prstGeom>
          </p:spPr>
          <p:txBody>
            <a:bodyPr vert="horz" wrap="square" lIns="0" tIns="7316" rIns="0" bIns="0" rtlCol="0" anchor="t">
              <a:spAutoFit/>
            </a:bodyPr>
            <a:lstStyle/>
            <a:p>
              <a:pPr marL="7701" marR="3081" lvl="0" indent="0" algn="l" defTabSz="554492" rtl="0" eaLnBrk="1" fontAlgn="auto" latinLnBrk="0" hangingPunct="1">
                <a:lnSpc>
                  <a:spcPct val="100499"/>
                </a:lnSpc>
                <a:spcBef>
                  <a:spcPts val="58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1213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Aberto, resgate em </a:t>
              </a:r>
              <a:r>
                <a:rPr kumimoji="0" lang="pt-BR" sz="1213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D+60 </a:t>
              </a:r>
              <a:r>
                <a:rPr kumimoji="0" lang="pt-BR" sz="1213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dias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74BCFF6-6605-569A-C99F-4D7E4D1494DF}"/>
              </a:ext>
            </a:extLst>
          </p:cNvPr>
          <p:cNvGrpSpPr/>
          <p:nvPr/>
        </p:nvGrpSpPr>
        <p:grpSpPr>
          <a:xfrm>
            <a:off x="10126749" y="412511"/>
            <a:ext cx="1493506" cy="1376298"/>
            <a:chOff x="10160924" y="412511"/>
            <a:chExt cx="1493506" cy="1376298"/>
          </a:xfrm>
        </p:grpSpPr>
        <p:sp>
          <p:nvSpPr>
            <p:cNvPr id="68" name="object 61">
              <a:extLst>
                <a:ext uri="{FF2B5EF4-FFF2-40B4-BE49-F238E27FC236}">
                  <a16:creationId xmlns:a16="http://schemas.microsoft.com/office/drawing/2014/main" id="{6BB3FCF1-0B4D-7A86-380C-1BF87E9D61CE}"/>
                </a:ext>
              </a:extLst>
            </p:cNvPr>
            <p:cNvSpPr txBox="1"/>
            <p:nvPr/>
          </p:nvSpPr>
          <p:spPr>
            <a:xfrm>
              <a:off x="10160924" y="412511"/>
              <a:ext cx="842136" cy="174137"/>
            </a:xfrm>
            <a:prstGeom prst="rect">
              <a:avLst/>
            </a:prstGeom>
          </p:spPr>
          <p:txBody>
            <a:bodyPr vert="horz" wrap="square" lIns="0" tIns="10782" rIns="0" bIns="0" rtlCol="0">
              <a:spAutoFit/>
            </a:bodyPr>
            <a:lstStyle/>
            <a:p>
              <a:pPr marL="7701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85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sz="1061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77"/>
                  <a:ea typeface="+mn-ea"/>
                  <a:cs typeface="Arial"/>
                  <a:sym typeface="Arial"/>
                </a:rPr>
                <a:t>Público Alvo</a:t>
              </a:r>
              <a:endParaRPr kumimoji="0" sz="1061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69" name="object 62">
              <a:extLst>
                <a:ext uri="{FF2B5EF4-FFF2-40B4-BE49-F238E27FC236}">
                  <a16:creationId xmlns:a16="http://schemas.microsoft.com/office/drawing/2014/main" id="{E33FD1A8-0145-0A77-1475-264A9D49D7AA}"/>
                </a:ext>
              </a:extLst>
            </p:cNvPr>
            <p:cNvSpPr/>
            <p:nvPr/>
          </p:nvSpPr>
          <p:spPr>
            <a:xfrm>
              <a:off x="10160924" y="629843"/>
              <a:ext cx="1464015" cy="0"/>
            </a:xfrm>
            <a:custGeom>
              <a:avLst/>
              <a:gdLst/>
              <a:ahLst/>
              <a:cxnLst/>
              <a:rect l="l" t="t" r="r" b="b"/>
              <a:pathLst>
                <a:path w="2414269">
                  <a:moveTo>
                    <a:pt x="0" y="0"/>
                  </a:moveTo>
                  <a:lnTo>
                    <a:pt x="2413926" y="0"/>
                  </a:lnTo>
                </a:path>
              </a:pathLst>
            </a:custGeom>
            <a:ln w="10470">
              <a:solidFill>
                <a:schemeClr val="bg2">
                  <a:lumMod val="25000"/>
                </a:schemeClr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endParaRPr kumimoji="0" sz="1092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endParaRPr>
            </a:p>
          </p:txBody>
        </p:sp>
        <p:sp>
          <p:nvSpPr>
            <p:cNvPr id="73" name="object 66">
              <a:extLst>
                <a:ext uri="{FF2B5EF4-FFF2-40B4-BE49-F238E27FC236}">
                  <a16:creationId xmlns:a16="http://schemas.microsoft.com/office/drawing/2014/main" id="{899CAA8C-127C-51E5-F6D1-B808C045181F}"/>
                </a:ext>
              </a:extLst>
            </p:cNvPr>
            <p:cNvSpPr txBox="1"/>
            <p:nvPr/>
          </p:nvSpPr>
          <p:spPr>
            <a:xfrm>
              <a:off x="10160924" y="1395290"/>
              <a:ext cx="1493506" cy="393519"/>
            </a:xfrm>
            <a:prstGeom prst="rect">
              <a:avLst/>
            </a:prstGeom>
          </p:spPr>
          <p:txBody>
            <a:bodyPr vert="horz" wrap="square" lIns="0" tIns="7316" rIns="0" bIns="0" rtlCol="0">
              <a:spAutoFit/>
            </a:bodyPr>
            <a:lstStyle/>
            <a:p>
              <a:pPr marL="7701" marR="3081" lvl="0" indent="0" algn="l" defTabSz="554492" rtl="0" eaLnBrk="1" fontAlgn="auto" latinLnBrk="0" hangingPunct="1">
                <a:lnSpc>
                  <a:spcPct val="100499"/>
                </a:lnSpc>
                <a:spcBef>
                  <a:spcPts val="58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1213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92D3AB"/>
                  </a:highlight>
                  <a:uLnTx/>
                  <a:uFillTx/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Investidor</a:t>
              </a:r>
            </a:p>
            <a:p>
              <a:pPr marL="7701" marR="3081" lvl="0" indent="0" algn="l" defTabSz="554492" rtl="0" eaLnBrk="1" fontAlgn="auto" latinLnBrk="0" hangingPunct="1">
                <a:lnSpc>
                  <a:spcPct val="100499"/>
                </a:lnSpc>
                <a:spcBef>
                  <a:spcPts val="58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1213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highlight>
                    <a:srgbClr val="92D3AB"/>
                  </a:highlight>
                  <a:uLnTx/>
                  <a:uFillTx/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Qualificado</a:t>
              </a:r>
            </a:p>
          </p:txBody>
        </p:sp>
      </p:grpSp>
      <p:sp>
        <p:nvSpPr>
          <p:cNvPr id="74" name="object 67">
            <a:extLst>
              <a:ext uri="{FF2B5EF4-FFF2-40B4-BE49-F238E27FC236}">
                <a16:creationId xmlns:a16="http://schemas.microsoft.com/office/drawing/2014/main" id="{9F0544F2-187F-1599-7D27-69977B09330D}"/>
              </a:ext>
            </a:extLst>
          </p:cNvPr>
          <p:cNvSpPr txBox="1"/>
          <p:nvPr/>
        </p:nvSpPr>
        <p:spPr>
          <a:xfrm>
            <a:off x="5003634" y="2909017"/>
            <a:ext cx="1591087" cy="581199"/>
          </a:xfrm>
          <a:prstGeom prst="rect">
            <a:avLst/>
          </a:prstGeom>
        </p:spPr>
        <p:txBody>
          <a:bodyPr vert="horz" wrap="square" lIns="0" tIns="7316" rIns="0" bIns="0" rtlCol="0" anchor="t">
            <a:spAutoFit/>
          </a:bodyPr>
          <a:lstStyle/>
          <a:p>
            <a:pPr marL="0" marR="3081" lvl="0" indent="0" algn="l" defTabSz="554492" rtl="0" eaLnBrk="1" fontAlgn="auto" latinLnBrk="0" hangingPunct="1">
              <a:lnSpc>
                <a:spcPct val="100000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4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Aplicação diária com integralização em </a:t>
            </a:r>
            <a:r>
              <a:rPr kumimoji="0" lang="pt-BR" sz="1243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D+1 dia</a:t>
            </a:r>
            <a:endParaRPr kumimoji="0" lang="pt-BR" sz="1243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/>
              <a:ea typeface="+mn-ea"/>
              <a:cs typeface="Arial"/>
              <a:sym typeface="Arial"/>
            </a:endParaRPr>
          </a:p>
        </p:txBody>
      </p:sp>
      <p:sp>
        <p:nvSpPr>
          <p:cNvPr id="75" name="object 68">
            <a:extLst>
              <a:ext uri="{FF2B5EF4-FFF2-40B4-BE49-F238E27FC236}">
                <a16:creationId xmlns:a16="http://schemas.microsoft.com/office/drawing/2014/main" id="{64B551F4-9691-6131-41A1-19E58F12D467}"/>
              </a:ext>
            </a:extLst>
          </p:cNvPr>
          <p:cNvSpPr txBox="1"/>
          <p:nvPr/>
        </p:nvSpPr>
        <p:spPr>
          <a:xfrm>
            <a:off x="5003634" y="5664776"/>
            <a:ext cx="2043538" cy="640197"/>
          </a:xfrm>
          <a:prstGeom prst="rect">
            <a:avLst/>
          </a:prstGeom>
        </p:spPr>
        <p:txBody>
          <a:bodyPr vert="horz" wrap="square" lIns="0" tIns="26184" rIns="0" bIns="0" rtlCol="0" anchor="t">
            <a:spAutoFit/>
          </a:bodyPr>
          <a:lstStyle/>
          <a:p>
            <a:pPr marL="7701" marR="3081" lvl="0" indent="0" algn="l" defTabSz="554492" rtl="0" eaLnBrk="1" fontAlgn="auto" latinLnBrk="0" hangingPunct="1">
              <a:lnSpc>
                <a:spcPct val="93700"/>
              </a:lnSpc>
              <a:spcBef>
                <a:spcPts val="206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3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1,0%</a:t>
            </a:r>
            <a:br>
              <a:rPr kumimoji="0" lang="pt-BR" sz="3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</a:br>
            <a:r>
              <a:rPr kumimoji="0" lang="pt-BR" sz="124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a.a. </a:t>
            </a:r>
          </a:p>
        </p:txBody>
      </p:sp>
      <p:sp>
        <p:nvSpPr>
          <p:cNvPr id="76" name="object 69">
            <a:extLst>
              <a:ext uri="{FF2B5EF4-FFF2-40B4-BE49-F238E27FC236}">
                <a16:creationId xmlns:a16="http://schemas.microsoft.com/office/drawing/2014/main" id="{5BA15D97-2506-7CC8-E3CA-86E83DDE3CF3}"/>
              </a:ext>
            </a:extLst>
          </p:cNvPr>
          <p:cNvSpPr txBox="1"/>
          <p:nvPr/>
        </p:nvSpPr>
        <p:spPr>
          <a:xfrm>
            <a:off x="7878225" y="5664776"/>
            <a:ext cx="2989157" cy="640197"/>
          </a:xfrm>
          <a:prstGeom prst="rect">
            <a:avLst/>
          </a:prstGeom>
        </p:spPr>
        <p:txBody>
          <a:bodyPr vert="horz" wrap="square" lIns="0" tIns="26184" rIns="0" bIns="0" rtlCol="0" anchor="t">
            <a:spAutoFit/>
          </a:bodyPr>
          <a:lstStyle/>
          <a:p>
            <a:pPr marL="7701" marR="3081" lvl="0" indent="0" algn="l" defTabSz="554492" rtl="0" eaLnBrk="1" fontAlgn="auto" latinLnBrk="0" hangingPunct="1">
              <a:lnSpc>
                <a:spcPct val="93700"/>
              </a:lnSpc>
              <a:spcBef>
                <a:spcPts val="206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3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20% </a:t>
            </a:r>
            <a:br>
              <a:rPr kumimoji="0" lang="pt-BR" sz="3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</a:br>
            <a:r>
              <a:rPr kumimoji="0" lang="pt-BR" sz="1243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do retorno que exceder o CDI</a:t>
            </a:r>
          </a:p>
        </p:txBody>
      </p:sp>
      <p:sp>
        <p:nvSpPr>
          <p:cNvPr id="77" name="object 70">
            <a:extLst>
              <a:ext uri="{FF2B5EF4-FFF2-40B4-BE49-F238E27FC236}">
                <a16:creationId xmlns:a16="http://schemas.microsoft.com/office/drawing/2014/main" id="{98E150AB-2633-509D-42E1-9F314B431AEF}"/>
              </a:ext>
            </a:extLst>
          </p:cNvPr>
          <p:cNvSpPr/>
          <p:nvPr/>
        </p:nvSpPr>
        <p:spPr>
          <a:xfrm>
            <a:off x="11148587" y="4037283"/>
            <a:ext cx="753571" cy="647294"/>
          </a:xfrm>
          <a:custGeom>
            <a:avLst/>
            <a:gdLst/>
            <a:ahLst/>
            <a:cxnLst/>
            <a:rect l="l" t="t" r="r" b="b"/>
            <a:pathLst>
              <a:path w="1242694" h="1067434">
                <a:moveTo>
                  <a:pt x="621245" y="163626"/>
                </a:moveTo>
                <a:lnTo>
                  <a:pt x="573519" y="107010"/>
                </a:lnTo>
                <a:lnTo>
                  <a:pt x="537222" y="75298"/>
                </a:lnTo>
                <a:lnTo>
                  <a:pt x="497484" y="48818"/>
                </a:lnTo>
                <a:lnTo>
                  <a:pt x="454761" y="27813"/>
                </a:lnTo>
                <a:lnTo>
                  <a:pt x="409562" y="12522"/>
                </a:lnTo>
                <a:lnTo>
                  <a:pt x="362356" y="3175"/>
                </a:lnTo>
                <a:lnTo>
                  <a:pt x="313601" y="0"/>
                </a:lnTo>
                <a:lnTo>
                  <a:pt x="0" y="0"/>
                </a:lnTo>
                <a:lnTo>
                  <a:pt x="0" y="163626"/>
                </a:lnTo>
                <a:lnTo>
                  <a:pt x="621245" y="163626"/>
                </a:lnTo>
                <a:close/>
              </a:path>
              <a:path w="1242694" h="1067434">
                <a:moveTo>
                  <a:pt x="1242504" y="0"/>
                </a:moveTo>
                <a:lnTo>
                  <a:pt x="928916" y="0"/>
                </a:lnTo>
                <a:lnTo>
                  <a:pt x="880160" y="3175"/>
                </a:lnTo>
                <a:lnTo>
                  <a:pt x="832929" y="12522"/>
                </a:lnTo>
                <a:lnTo>
                  <a:pt x="787730" y="27813"/>
                </a:lnTo>
                <a:lnTo>
                  <a:pt x="745007" y="48818"/>
                </a:lnTo>
                <a:lnTo>
                  <a:pt x="705269" y="75298"/>
                </a:lnTo>
                <a:lnTo>
                  <a:pt x="668972" y="107010"/>
                </a:lnTo>
                <a:lnTo>
                  <a:pt x="636600" y="143725"/>
                </a:lnTo>
                <a:lnTo>
                  <a:pt x="621258" y="163614"/>
                </a:lnTo>
                <a:lnTo>
                  <a:pt x="584174" y="216814"/>
                </a:lnTo>
                <a:lnTo>
                  <a:pt x="562711" y="260045"/>
                </a:lnTo>
                <a:lnTo>
                  <a:pt x="547192" y="305523"/>
                </a:lnTo>
                <a:lnTo>
                  <a:pt x="537781" y="352869"/>
                </a:lnTo>
                <a:lnTo>
                  <a:pt x="534619" y="401662"/>
                </a:lnTo>
                <a:lnTo>
                  <a:pt x="534492" y="1054519"/>
                </a:lnTo>
                <a:lnTo>
                  <a:pt x="534619" y="1066876"/>
                </a:lnTo>
                <a:lnTo>
                  <a:pt x="707999" y="1066876"/>
                </a:lnTo>
                <a:lnTo>
                  <a:pt x="707872" y="695236"/>
                </a:lnTo>
                <a:lnTo>
                  <a:pt x="712597" y="688314"/>
                </a:lnTo>
                <a:lnTo>
                  <a:pt x="707872" y="684987"/>
                </a:lnTo>
                <a:lnTo>
                  <a:pt x="707872" y="401662"/>
                </a:lnTo>
                <a:lnTo>
                  <a:pt x="704710" y="352869"/>
                </a:lnTo>
                <a:lnTo>
                  <a:pt x="695299" y="305523"/>
                </a:lnTo>
                <a:lnTo>
                  <a:pt x="679792" y="260045"/>
                </a:lnTo>
                <a:lnTo>
                  <a:pt x="658317" y="216814"/>
                </a:lnTo>
                <a:lnTo>
                  <a:pt x="631012" y="176250"/>
                </a:lnTo>
                <a:lnTo>
                  <a:pt x="621258" y="163626"/>
                </a:lnTo>
                <a:lnTo>
                  <a:pt x="1242504" y="163626"/>
                </a:lnTo>
                <a:lnTo>
                  <a:pt x="1242504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80" name="object 13">
            <a:extLst>
              <a:ext uri="{FF2B5EF4-FFF2-40B4-BE49-F238E27FC236}">
                <a16:creationId xmlns:a16="http://schemas.microsoft.com/office/drawing/2014/main" id="{1DF4A519-7E23-056B-75F0-6192B2701D79}"/>
              </a:ext>
            </a:extLst>
          </p:cNvPr>
          <p:cNvSpPr txBox="1">
            <a:spLocks/>
          </p:cNvSpPr>
          <p:nvPr/>
        </p:nvSpPr>
        <p:spPr>
          <a:xfrm>
            <a:off x="704654" y="5576756"/>
            <a:ext cx="3654472" cy="359688"/>
          </a:xfrm>
          <a:prstGeom prst="rect">
            <a:avLst/>
          </a:prstGeom>
        </p:spPr>
        <p:txBody>
          <a:bodyPr vert="horz" wrap="square" lIns="0" tIns="69697" rIns="0" bIns="0" rtlCol="0" anchor="t">
            <a:spAutoFit/>
          </a:bodyPr>
          <a:lstStyle>
            <a:lvl1pPr>
              <a:defRPr sz="4550" b="1" i="0">
                <a:solidFill>
                  <a:srgbClr val="1E271F"/>
                </a:solidFill>
                <a:latin typeface="Versos"/>
                <a:ea typeface="+mj-ea"/>
                <a:cs typeface="Versos"/>
              </a:defRPr>
            </a:lvl1pPr>
          </a:lstStyle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13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j-ea"/>
                <a:sym typeface="Arial"/>
              </a:rPr>
              <a:t>/</a:t>
            </a:r>
            <a:r>
              <a:rPr kumimoji="0" lang="pt-BR" sz="546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j-ea"/>
                <a:sym typeface="Arial"/>
              </a:rPr>
              <a:t> </a:t>
            </a:r>
            <a:r>
              <a:rPr kumimoji="0" lang="pt-BR" sz="1213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j-ea"/>
                <a:sym typeface="Arial"/>
              </a:rPr>
              <a:t>/</a:t>
            </a:r>
            <a:r>
              <a:rPr kumimoji="0" lang="pt-BR" sz="546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j-ea"/>
                <a:sym typeface="Arial"/>
              </a:rPr>
              <a:t>      </a:t>
            </a:r>
            <a:r>
              <a:rPr kumimoji="0" lang="pt-BR" sz="1213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j-ea"/>
                <a:sym typeface="Arial"/>
              </a:rPr>
              <a:t>BRADESCO TIVIO HYD60 PGBL/VGBL FIF</a:t>
            </a:r>
          </a:p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pt-BR" sz="6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/>
              <a:ea typeface="+mj-ea"/>
              <a:sym typeface="Arial"/>
            </a:endParaRPr>
          </a:p>
        </p:txBody>
      </p:sp>
      <p:sp>
        <p:nvSpPr>
          <p:cNvPr id="10" name="object 31">
            <a:extLst>
              <a:ext uri="{FF2B5EF4-FFF2-40B4-BE49-F238E27FC236}">
                <a16:creationId xmlns:a16="http://schemas.microsoft.com/office/drawing/2014/main" id="{CFC98008-C3B3-2D74-E1C5-C69718F1FBCA}"/>
              </a:ext>
            </a:extLst>
          </p:cNvPr>
          <p:cNvSpPr/>
          <p:nvPr/>
        </p:nvSpPr>
        <p:spPr>
          <a:xfrm>
            <a:off x="2205520" y="572859"/>
            <a:ext cx="2699129" cy="303814"/>
          </a:xfrm>
          <a:prstGeom prst="round1Rect">
            <a:avLst>
              <a:gd name="adj" fmla="val 23210"/>
            </a:avLst>
          </a:prstGeom>
          <a:solidFill>
            <a:schemeClr val="accent3"/>
          </a:solidFill>
          <a:ln w="9525">
            <a:noFill/>
          </a:ln>
        </p:spPr>
        <p:txBody>
          <a:bodyPr wrap="square" lIns="0" tIns="0" rIns="0" bIns="0" rtlCol="0" anchor="ctr" anchorCtr="0"/>
          <a:lstStyle/>
          <a:p>
            <a:pPr marL="0" marR="0" lvl="0" indent="0" algn="ctr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Helvetica"/>
                <a:sym typeface="Arial"/>
              </a:rPr>
              <a:t>PRINCIPAIS CARACTERÍSTICAS DO FUNDO</a:t>
            </a:r>
          </a:p>
        </p:txBody>
      </p:sp>
      <p:pic>
        <p:nvPicPr>
          <p:cNvPr id="71" name="Picture 8">
            <a:extLst>
              <a:ext uri="{FF2B5EF4-FFF2-40B4-BE49-F238E27FC236}">
                <a16:creationId xmlns:a16="http://schemas.microsoft.com/office/drawing/2014/main" id="{FC937342-3606-5760-5615-CF80830A7932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8117" t="-23966" r="-8117" b="-23966"/>
          <a:stretch/>
        </p:blipFill>
        <p:spPr>
          <a:xfrm>
            <a:off x="617278" y="499579"/>
            <a:ext cx="1261637" cy="546343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99747287-38B3-1D00-53FE-5D7342DED52B}"/>
              </a:ext>
            </a:extLst>
          </p:cNvPr>
          <p:cNvGrpSpPr/>
          <p:nvPr/>
        </p:nvGrpSpPr>
        <p:grpSpPr>
          <a:xfrm>
            <a:off x="704652" y="2411700"/>
            <a:ext cx="2984569" cy="2847195"/>
            <a:chOff x="704653" y="2277520"/>
            <a:chExt cx="2882932" cy="2750236"/>
          </a:xfrm>
        </p:grpSpPr>
        <p:grpSp>
          <p:nvGrpSpPr>
            <p:cNvPr id="16" name="Graphic 5">
              <a:extLst>
                <a:ext uri="{FF2B5EF4-FFF2-40B4-BE49-F238E27FC236}">
                  <a16:creationId xmlns:a16="http://schemas.microsoft.com/office/drawing/2014/main" id="{B8C58B3D-FF91-3741-7A0D-C9D644159E62}"/>
                </a:ext>
              </a:extLst>
            </p:cNvPr>
            <p:cNvGrpSpPr/>
            <p:nvPr/>
          </p:nvGrpSpPr>
          <p:grpSpPr>
            <a:xfrm>
              <a:off x="706890" y="3931897"/>
              <a:ext cx="2880695" cy="1095859"/>
              <a:chOff x="706890" y="3931897"/>
              <a:chExt cx="2880695" cy="1095859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90AF497-48DB-5294-4667-B445743C334D}"/>
                  </a:ext>
                </a:extLst>
              </p:cNvPr>
              <p:cNvSpPr/>
              <p:nvPr/>
            </p:nvSpPr>
            <p:spPr>
              <a:xfrm>
                <a:off x="706890" y="3941198"/>
                <a:ext cx="846972" cy="1076081"/>
              </a:xfrm>
              <a:custGeom>
                <a:avLst/>
                <a:gdLst>
                  <a:gd name="connsiteX0" fmla="*/ 0 w 846972"/>
                  <a:gd name="connsiteY0" fmla="*/ 118 h 1076081"/>
                  <a:gd name="connsiteX1" fmla="*/ 376628 w 846972"/>
                  <a:gd name="connsiteY1" fmla="*/ 118 h 1076081"/>
                  <a:gd name="connsiteX2" fmla="*/ 727120 w 846972"/>
                  <a:gd name="connsiteY2" fmla="*/ 114672 h 1076081"/>
                  <a:gd name="connsiteX3" fmla="*/ 846973 w 846972"/>
                  <a:gd name="connsiteY3" fmla="*/ 449034 h 1076081"/>
                  <a:gd name="connsiteX4" fmla="*/ 846973 w 846972"/>
                  <a:gd name="connsiteY4" fmla="*/ 625752 h 1076081"/>
                  <a:gd name="connsiteX5" fmla="*/ 726296 w 846972"/>
                  <a:gd name="connsiteY5" fmla="*/ 960820 h 1076081"/>
                  <a:gd name="connsiteX6" fmla="*/ 376628 w 846972"/>
                  <a:gd name="connsiteY6" fmla="*/ 1076081 h 1076081"/>
                  <a:gd name="connsiteX7" fmla="*/ 0 w 846972"/>
                  <a:gd name="connsiteY7" fmla="*/ 1076081 h 1076081"/>
                  <a:gd name="connsiteX8" fmla="*/ 0 w 846972"/>
                  <a:gd name="connsiteY8" fmla="*/ 0 h 1076081"/>
                  <a:gd name="connsiteX9" fmla="*/ 359675 w 846972"/>
                  <a:gd name="connsiteY9" fmla="*/ 1026869 h 1076081"/>
                  <a:gd name="connsiteX10" fmla="*/ 791638 w 846972"/>
                  <a:gd name="connsiteY10" fmla="*/ 625634 h 1076081"/>
                  <a:gd name="connsiteX11" fmla="*/ 791638 w 846972"/>
                  <a:gd name="connsiteY11" fmla="*/ 448917 h 1076081"/>
                  <a:gd name="connsiteX12" fmla="*/ 359675 w 846972"/>
                  <a:gd name="connsiteY12" fmla="*/ 49213 h 1076081"/>
                  <a:gd name="connsiteX13" fmla="*/ 53804 w 846972"/>
                  <a:gd name="connsiteY13" fmla="*/ 49213 h 1076081"/>
                  <a:gd name="connsiteX14" fmla="*/ 53804 w 846972"/>
                  <a:gd name="connsiteY14" fmla="*/ 1026869 h 1076081"/>
                  <a:gd name="connsiteX15" fmla="*/ 359675 w 846972"/>
                  <a:gd name="connsiteY15" fmla="*/ 1026869 h 1076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46972" h="1076081">
                    <a:moveTo>
                      <a:pt x="0" y="118"/>
                    </a:moveTo>
                    <a:lnTo>
                      <a:pt x="376628" y="118"/>
                    </a:lnTo>
                    <a:cubicBezTo>
                      <a:pt x="530388" y="118"/>
                      <a:pt x="647179" y="38263"/>
                      <a:pt x="727120" y="114672"/>
                    </a:cubicBezTo>
                    <a:cubicBezTo>
                      <a:pt x="807061" y="191081"/>
                      <a:pt x="846973" y="302457"/>
                      <a:pt x="846973" y="449034"/>
                    </a:cubicBezTo>
                    <a:lnTo>
                      <a:pt x="846973" y="625752"/>
                    </a:lnTo>
                    <a:cubicBezTo>
                      <a:pt x="846973" y="772330"/>
                      <a:pt x="806708" y="884059"/>
                      <a:pt x="726296" y="960820"/>
                    </a:cubicBezTo>
                    <a:cubicBezTo>
                      <a:pt x="645884" y="1037700"/>
                      <a:pt x="529328" y="1076081"/>
                      <a:pt x="376628" y="1076081"/>
                    </a:cubicBezTo>
                    <a:lnTo>
                      <a:pt x="0" y="1076081"/>
                    </a:lnTo>
                    <a:lnTo>
                      <a:pt x="0" y="0"/>
                    </a:lnTo>
                    <a:close/>
                    <a:moveTo>
                      <a:pt x="359675" y="1026869"/>
                    </a:moveTo>
                    <a:cubicBezTo>
                      <a:pt x="647650" y="1026869"/>
                      <a:pt x="791638" y="893124"/>
                      <a:pt x="791638" y="625634"/>
                    </a:cubicBezTo>
                    <a:lnTo>
                      <a:pt x="791638" y="448917"/>
                    </a:lnTo>
                    <a:cubicBezTo>
                      <a:pt x="791638" y="182486"/>
                      <a:pt x="647650" y="49213"/>
                      <a:pt x="359675" y="49213"/>
                    </a:cubicBezTo>
                    <a:lnTo>
                      <a:pt x="53804" y="49213"/>
                    </a:lnTo>
                    <a:lnTo>
                      <a:pt x="53804" y="1026869"/>
                    </a:lnTo>
                    <a:lnTo>
                      <a:pt x="359675" y="1026869"/>
                    </a:lnTo>
                    <a:close/>
                  </a:path>
                </a:pathLst>
              </a:custGeom>
              <a:solidFill>
                <a:schemeClr val="tx1"/>
              </a:solidFill>
              <a:ln w="117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824AD68-7DF0-E28F-0269-506F66B21440}"/>
                  </a:ext>
                </a:extLst>
              </p:cNvPr>
              <p:cNvSpPr/>
              <p:nvPr/>
            </p:nvSpPr>
            <p:spPr>
              <a:xfrm>
                <a:off x="1790507" y="3931897"/>
                <a:ext cx="779393" cy="1094329"/>
              </a:xfrm>
              <a:custGeom>
                <a:avLst/>
                <a:gdLst>
                  <a:gd name="connsiteX0" fmla="*/ 107608 w 779393"/>
                  <a:gd name="connsiteY0" fmla="*/ 972358 h 1094329"/>
                  <a:gd name="connsiteX1" fmla="*/ 0 w 779393"/>
                  <a:gd name="connsiteY1" fmla="*/ 637996 h 1094329"/>
                  <a:gd name="connsiteX2" fmla="*/ 0 w 779393"/>
                  <a:gd name="connsiteY2" fmla="*/ 467401 h 1094329"/>
                  <a:gd name="connsiteX3" fmla="*/ 49212 w 779393"/>
                  <a:gd name="connsiteY3" fmla="*/ 220632 h 1094329"/>
                  <a:gd name="connsiteX4" fmla="*/ 189904 w 779393"/>
                  <a:gd name="connsiteY4" fmla="*/ 57689 h 1094329"/>
                  <a:gd name="connsiteX5" fmla="*/ 407474 w 779393"/>
                  <a:gd name="connsiteY5" fmla="*/ 0 h 1094329"/>
                  <a:gd name="connsiteX6" fmla="*/ 591138 w 779393"/>
                  <a:gd name="connsiteY6" fmla="*/ 36851 h 1094329"/>
                  <a:gd name="connsiteX7" fmla="*/ 716406 w 779393"/>
                  <a:gd name="connsiteY7" fmla="*/ 141397 h 1094329"/>
                  <a:gd name="connsiteX8" fmla="*/ 761027 w 779393"/>
                  <a:gd name="connsiteY8" fmla="*/ 295157 h 1094329"/>
                  <a:gd name="connsiteX9" fmla="*/ 707223 w 779393"/>
                  <a:gd name="connsiteY9" fmla="*/ 295157 h 1094329"/>
                  <a:gd name="connsiteX10" fmla="*/ 668724 w 779393"/>
                  <a:gd name="connsiteY10" fmla="*/ 166828 h 1094329"/>
                  <a:gd name="connsiteX11" fmla="*/ 561941 w 779393"/>
                  <a:gd name="connsiteY11" fmla="*/ 79941 h 1094329"/>
                  <a:gd name="connsiteX12" fmla="*/ 407474 w 779393"/>
                  <a:gd name="connsiteY12" fmla="*/ 49212 h 1094329"/>
                  <a:gd name="connsiteX13" fmla="*/ 219926 w 779393"/>
                  <a:gd name="connsiteY13" fmla="*/ 100662 h 1094329"/>
                  <a:gd name="connsiteX14" fmla="*/ 96894 w 779393"/>
                  <a:gd name="connsiteY14" fmla="*/ 247475 h 1094329"/>
                  <a:gd name="connsiteX15" fmla="*/ 53804 w 779393"/>
                  <a:gd name="connsiteY15" fmla="*/ 468814 h 1094329"/>
                  <a:gd name="connsiteX16" fmla="*/ 53804 w 779393"/>
                  <a:gd name="connsiteY16" fmla="*/ 662485 h 1094329"/>
                  <a:gd name="connsiteX17" fmla="*/ 56865 w 779393"/>
                  <a:gd name="connsiteY17" fmla="*/ 662485 h 1094329"/>
                  <a:gd name="connsiteX18" fmla="*/ 172950 w 779393"/>
                  <a:gd name="connsiteY18" fmla="*/ 488004 h 1094329"/>
                  <a:gd name="connsiteX19" fmla="*/ 407357 w 779393"/>
                  <a:gd name="connsiteY19" fmla="*/ 422662 h 1094329"/>
                  <a:gd name="connsiteX20" fmla="*/ 606444 w 779393"/>
                  <a:gd name="connsiteY20" fmla="*/ 462574 h 1094329"/>
                  <a:gd name="connsiteX21" fmla="*/ 734773 w 779393"/>
                  <a:gd name="connsiteY21" fmla="*/ 574773 h 1094329"/>
                  <a:gd name="connsiteX22" fmla="*/ 779394 w 779393"/>
                  <a:gd name="connsiteY22" fmla="*/ 740777 h 1094329"/>
                  <a:gd name="connsiteX23" fmla="*/ 779394 w 779393"/>
                  <a:gd name="connsiteY23" fmla="*/ 769975 h 1094329"/>
                  <a:gd name="connsiteX24" fmla="*/ 731712 w 779393"/>
                  <a:gd name="connsiteY24" fmla="*/ 935979 h 1094329"/>
                  <a:gd name="connsiteX25" fmla="*/ 598791 w 779393"/>
                  <a:gd name="connsiteY25" fmla="*/ 1052064 h 1094329"/>
                  <a:gd name="connsiteX26" fmla="*/ 404296 w 779393"/>
                  <a:gd name="connsiteY26" fmla="*/ 1094330 h 1094329"/>
                  <a:gd name="connsiteX27" fmla="*/ 107608 w 779393"/>
                  <a:gd name="connsiteY27" fmla="*/ 972123 h 1094329"/>
                  <a:gd name="connsiteX28" fmla="*/ 116909 w 779393"/>
                  <a:gd name="connsiteY28" fmla="*/ 899364 h 1094329"/>
                  <a:gd name="connsiteX29" fmla="*/ 235231 w 779393"/>
                  <a:gd name="connsiteY29" fmla="*/ 1005441 h 1094329"/>
                  <a:gd name="connsiteX30" fmla="*/ 402765 w 779393"/>
                  <a:gd name="connsiteY30" fmla="*/ 1045353 h 1094329"/>
                  <a:gd name="connsiteX31" fmla="*/ 569593 w 779393"/>
                  <a:gd name="connsiteY31" fmla="*/ 1009209 h 1094329"/>
                  <a:gd name="connsiteX32" fmla="*/ 684030 w 779393"/>
                  <a:gd name="connsiteY32" fmla="*/ 910077 h 1094329"/>
                  <a:gd name="connsiteX33" fmla="*/ 725590 w 779393"/>
                  <a:gd name="connsiteY33" fmla="*/ 771741 h 1094329"/>
                  <a:gd name="connsiteX34" fmla="*/ 725590 w 779393"/>
                  <a:gd name="connsiteY34" fmla="*/ 742543 h 1094329"/>
                  <a:gd name="connsiteX35" fmla="*/ 638702 w 779393"/>
                  <a:gd name="connsiteY35" fmla="*/ 545811 h 1094329"/>
                  <a:gd name="connsiteX36" fmla="*/ 401235 w 779393"/>
                  <a:gd name="connsiteY36" fmla="*/ 471992 h 1094329"/>
                  <a:gd name="connsiteX37" fmla="*/ 237468 w 779393"/>
                  <a:gd name="connsiteY37" fmla="*/ 505075 h 1094329"/>
                  <a:gd name="connsiteX38" fmla="*/ 118322 w 779393"/>
                  <a:gd name="connsiteY38" fmla="*/ 599615 h 1094329"/>
                  <a:gd name="connsiteX39" fmla="*/ 73701 w 779393"/>
                  <a:gd name="connsiteY39" fmla="*/ 744074 h 1094329"/>
                  <a:gd name="connsiteX40" fmla="*/ 73701 w 779393"/>
                  <a:gd name="connsiteY40" fmla="*/ 754787 h 1094329"/>
                  <a:gd name="connsiteX41" fmla="*/ 116791 w 779393"/>
                  <a:gd name="connsiteY41" fmla="*/ 899246 h 109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779393" h="1094329">
                    <a:moveTo>
                      <a:pt x="107608" y="972358"/>
                    </a:moveTo>
                    <a:cubicBezTo>
                      <a:pt x="35791" y="890887"/>
                      <a:pt x="0" y="779394"/>
                      <a:pt x="0" y="637996"/>
                    </a:cubicBezTo>
                    <a:lnTo>
                      <a:pt x="0" y="467401"/>
                    </a:lnTo>
                    <a:cubicBezTo>
                      <a:pt x="0" y="373096"/>
                      <a:pt x="16365" y="290919"/>
                      <a:pt x="49212" y="220632"/>
                    </a:cubicBezTo>
                    <a:cubicBezTo>
                      <a:pt x="81942" y="150463"/>
                      <a:pt x="128918" y="96070"/>
                      <a:pt x="189904" y="57689"/>
                    </a:cubicBezTo>
                    <a:cubicBezTo>
                      <a:pt x="250889" y="19308"/>
                      <a:pt x="323413" y="0"/>
                      <a:pt x="407474" y="0"/>
                    </a:cubicBezTo>
                    <a:cubicBezTo>
                      <a:pt x="476113" y="0"/>
                      <a:pt x="537334" y="12244"/>
                      <a:pt x="591138" y="36851"/>
                    </a:cubicBezTo>
                    <a:cubicBezTo>
                      <a:pt x="644942" y="61457"/>
                      <a:pt x="686738" y="96306"/>
                      <a:pt x="716406" y="141397"/>
                    </a:cubicBezTo>
                    <a:cubicBezTo>
                      <a:pt x="746075" y="186489"/>
                      <a:pt x="761027" y="237703"/>
                      <a:pt x="761027" y="295157"/>
                    </a:cubicBezTo>
                    <a:lnTo>
                      <a:pt x="707223" y="295157"/>
                    </a:lnTo>
                    <a:cubicBezTo>
                      <a:pt x="707223" y="247004"/>
                      <a:pt x="694390" y="204267"/>
                      <a:pt x="668724" y="166828"/>
                    </a:cubicBezTo>
                    <a:cubicBezTo>
                      <a:pt x="643059" y="129389"/>
                      <a:pt x="607503" y="100544"/>
                      <a:pt x="561941" y="79941"/>
                    </a:cubicBezTo>
                    <a:cubicBezTo>
                      <a:pt x="516378" y="59455"/>
                      <a:pt x="464811" y="49212"/>
                      <a:pt x="407474" y="49212"/>
                    </a:cubicBezTo>
                    <a:cubicBezTo>
                      <a:pt x="335775" y="49212"/>
                      <a:pt x="273141" y="66402"/>
                      <a:pt x="219926" y="100662"/>
                    </a:cubicBezTo>
                    <a:cubicBezTo>
                      <a:pt x="166592" y="135040"/>
                      <a:pt x="125621" y="183899"/>
                      <a:pt x="96894" y="247475"/>
                    </a:cubicBezTo>
                    <a:cubicBezTo>
                      <a:pt x="68167" y="311051"/>
                      <a:pt x="53804" y="384870"/>
                      <a:pt x="53804" y="468814"/>
                    </a:cubicBezTo>
                    <a:lnTo>
                      <a:pt x="53804" y="662485"/>
                    </a:lnTo>
                    <a:lnTo>
                      <a:pt x="56865" y="662485"/>
                    </a:lnTo>
                    <a:cubicBezTo>
                      <a:pt x="69109" y="589725"/>
                      <a:pt x="107844" y="531565"/>
                      <a:pt x="172950" y="488004"/>
                    </a:cubicBezTo>
                    <a:cubicBezTo>
                      <a:pt x="238056" y="444443"/>
                      <a:pt x="316114" y="422662"/>
                      <a:pt x="407357" y="422662"/>
                    </a:cubicBezTo>
                    <a:cubicBezTo>
                      <a:pt x="484237" y="422662"/>
                      <a:pt x="550520" y="435966"/>
                      <a:pt x="606444" y="462574"/>
                    </a:cubicBezTo>
                    <a:cubicBezTo>
                      <a:pt x="662249" y="489299"/>
                      <a:pt x="704986" y="526620"/>
                      <a:pt x="734773" y="574773"/>
                    </a:cubicBezTo>
                    <a:cubicBezTo>
                      <a:pt x="764442" y="622926"/>
                      <a:pt x="779394" y="678261"/>
                      <a:pt x="779394" y="740777"/>
                    </a:cubicBezTo>
                    <a:lnTo>
                      <a:pt x="779394" y="769975"/>
                    </a:lnTo>
                    <a:cubicBezTo>
                      <a:pt x="779394" y="831432"/>
                      <a:pt x="763500" y="886766"/>
                      <a:pt x="731712" y="935979"/>
                    </a:cubicBezTo>
                    <a:cubicBezTo>
                      <a:pt x="699924" y="985191"/>
                      <a:pt x="655656" y="1023808"/>
                      <a:pt x="598791" y="1052064"/>
                    </a:cubicBezTo>
                    <a:cubicBezTo>
                      <a:pt x="541926" y="1080202"/>
                      <a:pt x="477055" y="1094330"/>
                      <a:pt x="404296" y="1094330"/>
                    </a:cubicBezTo>
                    <a:cubicBezTo>
                      <a:pt x="278203" y="1094330"/>
                      <a:pt x="179308" y="1053594"/>
                      <a:pt x="107608" y="972123"/>
                    </a:cubicBezTo>
                    <a:close/>
                    <a:moveTo>
                      <a:pt x="116909" y="899364"/>
                    </a:moveTo>
                    <a:cubicBezTo>
                      <a:pt x="145636" y="943396"/>
                      <a:pt x="185076" y="978834"/>
                      <a:pt x="235231" y="1005441"/>
                    </a:cubicBezTo>
                    <a:cubicBezTo>
                      <a:pt x="285385" y="1032167"/>
                      <a:pt x="341308" y="1045353"/>
                      <a:pt x="402765" y="1045353"/>
                    </a:cubicBezTo>
                    <a:cubicBezTo>
                      <a:pt x="464222" y="1045353"/>
                      <a:pt x="520852" y="1033344"/>
                      <a:pt x="569593" y="1009209"/>
                    </a:cubicBezTo>
                    <a:cubicBezTo>
                      <a:pt x="618217" y="985191"/>
                      <a:pt x="656480" y="952108"/>
                      <a:pt x="684030" y="910077"/>
                    </a:cubicBezTo>
                    <a:cubicBezTo>
                      <a:pt x="711697" y="868047"/>
                      <a:pt x="725590" y="821895"/>
                      <a:pt x="725590" y="771741"/>
                    </a:cubicBezTo>
                    <a:lnTo>
                      <a:pt x="725590" y="742543"/>
                    </a:lnTo>
                    <a:cubicBezTo>
                      <a:pt x="725590" y="660601"/>
                      <a:pt x="696627" y="595023"/>
                      <a:pt x="638702" y="545811"/>
                    </a:cubicBezTo>
                    <a:cubicBezTo>
                      <a:pt x="580778" y="496598"/>
                      <a:pt x="501661" y="471992"/>
                      <a:pt x="401235" y="471992"/>
                    </a:cubicBezTo>
                    <a:cubicBezTo>
                      <a:pt x="341779" y="471992"/>
                      <a:pt x="287151" y="483059"/>
                      <a:pt x="237468" y="505075"/>
                    </a:cubicBezTo>
                    <a:cubicBezTo>
                      <a:pt x="187784" y="527091"/>
                      <a:pt x="148108" y="558644"/>
                      <a:pt x="118322" y="599615"/>
                    </a:cubicBezTo>
                    <a:cubicBezTo>
                      <a:pt x="88535" y="640586"/>
                      <a:pt x="73701" y="688739"/>
                      <a:pt x="73701" y="744074"/>
                    </a:cubicBezTo>
                    <a:lnTo>
                      <a:pt x="73701" y="754787"/>
                    </a:lnTo>
                    <a:cubicBezTo>
                      <a:pt x="73701" y="807061"/>
                      <a:pt x="88064" y="855214"/>
                      <a:pt x="116791" y="899246"/>
                    </a:cubicBezTo>
                    <a:close/>
                  </a:path>
                </a:pathLst>
              </a:custGeom>
              <a:solidFill>
                <a:schemeClr val="tx1"/>
              </a:solidFill>
              <a:ln w="117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182420C7-8E46-60E7-66DE-C42FB272C44E}"/>
                  </a:ext>
                </a:extLst>
              </p:cNvPr>
              <p:cNvSpPr/>
              <p:nvPr/>
            </p:nvSpPr>
            <p:spPr>
              <a:xfrm>
                <a:off x="2802188" y="3933427"/>
                <a:ext cx="785397" cy="1094329"/>
              </a:xfrm>
              <a:custGeom>
                <a:avLst/>
                <a:gdLst>
                  <a:gd name="connsiteX0" fmla="*/ 633640 w 785397"/>
                  <a:gd name="connsiteY0" fmla="*/ 66519 h 1094329"/>
                  <a:gd name="connsiteX1" fmla="*/ 633640 w 785397"/>
                  <a:gd name="connsiteY1" fmla="*/ 66519 h 1094329"/>
                  <a:gd name="connsiteX2" fmla="*/ 391934 w 785397"/>
                  <a:gd name="connsiteY2" fmla="*/ 0 h 1094329"/>
                  <a:gd name="connsiteX3" fmla="*/ 94540 w 785397"/>
                  <a:gd name="connsiteY3" fmla="*/ 122913 h 1094329"/>
                  <a:gd name="connsiteX4" fmla="*/ 0 w 785397"/>
                  <a:gd name="connsiteY4" fmla="*/ 462574 h 1094329"/>
                  <a:gd name="connsiteX5" fmla="*/ 0 w 785397"/>
                  <a:gd name="connsiteY5" fmla="*/ 634699 h 1094329"/>
                  <a:gd name="connsiteX6" fmla="*/ 93716 w 785397"/>
                  <a:gd name="connsiteY6" fmla="*/ 972947 h 1094329"/>
                  <a:gd name="connsiteX7" fmla="*/ 391934 w 785397"/>
                  <a:gd name="connsiteY7" fmla="*/ 1094330 h 1094329"/>
                  <a:gd name="connsiteX8" fmla="*/ 691682 w 785397"/>
                  <a:gd name="connsiteY8" fmla="*/ 969768 h 1094329"/>
                  <a:gd name="connsiteX9" fmla="*/ 785398 w 785397"/>
                  <a:gd name="connsiteY9" fmla="*/ 634699 h 1094329"/>
                  <a:gd name="connsiteX10" fmla="*/ 785398 w 785397"/>
                  <a:gd name="connsiteY10" fmla="*/ 462574 h 1094329"/>
                  <a:gd name="connsiteX11" fmla="*/ 666841 w 785397"/>
                  <a:gd name="connsiteY11" fmla="*/ 94540 h 1094329"/>
                  <a:gd name="connsiteX12" fmla="*/ 633758 w 785397"/>
                  <a:gd name="connsiteY12" fmla="*/ 66284 h 1094329"/>
                  <a:gd name="connsiteX13" fmla="*/ 53569 w 785397"/>
                  <a:gd name="connsiteY13" fmla="*/ 634817 h 1094329"/>
                  <a:gd name="connsiteX14" fmla="*/ 53569 w 785397"/>
                  <a:gd name="connsiteY14" fmla="*/ 462691 h 1094329"/>
                  <a:gd name="connsiteX15" fmla="*/ 391698 w 785397"/>
                  <a:gd name="connsiteY15" fmla="*/ 49212 h 1094329"/>
                  <a:gd name="connsiteX16" fmla="*/ 606090 w 785397"/>
                  <a:gd name="connsiteY16" fmla="*/ 113612 h 1094329"/>
                  <a:gd name="connsiteX17" fmla="*/ 129389 w 785397"/>
                  <a:gd name="connsiteY17" fmla="*/ 930798 h 1094329"/>
                  <a:gd name="connsiteX18" fmla="*/ 53569 w 785397"/>
                  <a:gd name="connsiteY18" fmla="*/ 634935 h 1094329"/>
                  <a:gd name="connsiteX19" fmla="*/ 731476 w 785397"/>
                  <a:gd name="connsiteY19" fmla="*/ 634817 h 1094329"/>
                  <a:gd name="connsiteX20" fmla="*/ 650005 w 785397"/>
                  <a:gd name="connsiteY20" fmla="*/ 936096 h 1094329"/>
                  <a:gd name="connsiteX21" fmla="*/ 391816 w 785397"/>
                  <a:gd name="connsiteY21" fmla="*/ 1045235 h 1094329"/>
                  <a:gd name="connsiteX22" fmla="*/ 159057 w 785397"/>
                  <a:gd name="connsiteY22" fmla="*/ 964941 h 1094329"/>
                  <a:gd name="connsiteX23" fmla="*/ 637761 w 785397"/>
                  <a:gd name="connsiteY23" fmla="*/ 144458 h 1094329"/>
                  <a:gd name="connsiteX24" fmla="*/ 650123 w 785397"/>
                  <a:gd name="connsiteY24" fmla="*/ 159057 h 1094329"/>
                  <a:gd name="connsiteX25" fmla="*/ 731594 w 785397"/>
                  <a:gd name="connsiteY25" fmla="*/ 462691 h 1094329"/>
                  <a:gd name="connsiteX26" fmla="*/ 731594 w 785397"/>
                  <a:gd name="connsiteY26" fmla="*/ 634817 h 109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785397" h="1094329">
                    <a:moveTo>
                      <a:pt x="633640" y="66519"/>
                    </a:moveTo>
                    <a:lnTo>
                      <a:pt x="633640" y="66519"/>
                    </a:lnTo>
                    <a:cubicBezTo>
                      <a:pt x="571830" y="22369"/>
                      <a:pt x="491418" y="0"/>
                      <a:pt x="391934" y="0"/>
                    </a:cubicBezTo>
                    <a:cubicBezTo>
                      <a:pt x="256658" y="0"/>
                      <a:pt x="157527" y="40971"/>
                      <a:pt x="94540" y="122913"/>
                    </a:cubicBezTo>
                    <a:cubicBezTo>
                      <a:pt x="31552" y="204856"/>
                      <a:pt x="0" y="318115"/>
                      <a:pt x="0" y="462574"/>
                    </a:cubicBezTo>
                    <a:lnTo>
                      <a:pt x="0" y="634699"/>
                    </a:lnTo>
                    <a:cubicBezTo>
                      <a:pt x="0" y="779158"/>
                      <a:pt x="31199" y="891946"/>
                      <a:pt x="93716" y="972947"/>
                    </a:cubicBezTo>
                    <a:cubicBezTo>
                      <a:pt x="156232" y="1053947"/>
                      <a:pt x="255599" y="1094330"/>
                      <a:pt x="391934" y="1094330"/>
                    </a:cubicBezTo>
                    <a:cubicBezTo>
                      <a:pt x="528269" y="1094330"/>
                      <a:pt x="629166" y="1052770"/>
                      <a:pt x="691682" y="969768"/>
                    </a:cubicBezTo>
                    <a:cubicBezTo>
                      <a:pt x="754199" y="886766"/>
                      <a:pt x="785398" y="775038"/>
                      <a:pt x="785398" y="634699"/>
                    </a:cubicBezTo>
                    <a:lnTo>
                      <a:pt x="785398" y="462574"/>
                    </a:lnTo>
                    <a:cubicBezTo>
                      <a:pt x="785398" y="293391"/>
                      <a:pt x="745722" y="170948"/>
                      <a:pt x="666841" y="94540"/>
                    </a:cubicBezTo>
                    <a:lnTo>
                      <a:pt x="633758" y="66284"/>
                    </a:lnTo>
                    <a:close/>
                    <a:moveTo>
                      <a:pt x="53569" y="634817"/>
                    </a:moveTo>
                    <a:lnTo>
                      <a:pt x="53569" y="462691"/>
                    </a:lnTo>
                    <a:cubicBezTo>
                      <a:pt x="53569" y="187078"/>
                      <a:pt x="166239" y="49212"/>
                      <a:pt x="391698" y="49212"/>
                    </a:cubicBezTo>
                    <a:cubicBezTo>
                      <a:pt x="481764" y="49212"/>
                      <a:pt x="553110" y="70758"/>
                      <a:pt x="606090" y="113612"/>
                    </a:cubicBezTo>
                    <a:lnTo>
                      <a:pt x="129389" y="930798"/>
                    </a:lnTo>
                    <a:cubicBezTo>
                      <a:pt x="78999" y="862631"/>
                      <a:pt x="53569" y="764206"/>
                      <a:pt x="53569" y="634935"/>
                    </a:cubicBezTo>
                    <a:close/>
                    <a:moveTo>
                      <a:pt x="731476" y="634817"/>
                    </a:moveTo>
                    <a:cubicBezTo>
                      <a:pt x="731476" y="762911"/>
                      <a:pt x="704280" y="863337"/>
                      <a:pt x="650005" y="936096"/>
                    </a:cubicBezTo>
                    <a:cubicBezTo>
                      <a:pt x="595730" y="1008856"/>
                      <a:pt x="509549" y="1045235"/>
                      <a:pt x="391816" y="1045235"/>
                    </a:cubicBezTo>
                    <a:cubicBezTo>
                      <a:pt x="292214" y="1045235"/>
                      <a:pt x="214628" y="1018392"/>
                      <a:pt x="159057" y="964941"/>
                    </a:cubicBezTo>
                    <a:lnTo>
                      <a:pt x="637761" y="144458"/>
                    </a:lnTo>
                    <a:cubicBezTo>
                      <a:pt x="641881" y="149286"/>
                      <a:pt x="646237" y="153877"/>
                      <a:pt x="650123" y="159057"/>
                    </a:cubicBezTo>
                    <a:cubicBezTo>
                      <a:pt x="704398" y="232288"/>
                      <a:pt x="731594" y="333538"/>
                      <a:pt x="731594" y="462691"/>
                    </a:cubicBezTo>
                    <a:lnTo>
                      <a:pt x="731594" y="634817"/>
                    </a:lnTo>
                    <a:close/>
                  </a:path>
                </a:pathLst>
              </a:custGeom>
              <a:solidFill>
                <a:schemeClr val="tx1"/>
              </a:solidFill>
              <a:ln w="117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BR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03A35CB7-BE06-FF61-6D69-457BED5D69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04653" y="2277520"/>
              <a:ext cx="2781497" cy="1418564"/>
            </a:xfrm>
            <a:prstGeom prst="rect">
              <a:avLst/>
            </a:prstGeom>
          </p:spPr>
        </p:pic>
      </p:grpSp>
      <p:sp>
        <p:nvSpPr>
          <p:cNvPr id="7" name="CaixaDeTexto 6">
            <a:extLst>
              <a:ext uri="{FF2B5EF4-FFF2-40B4-BE49-F238E27FC236}">
                <a16:creationId xmlns:a16="http://schemas.microsoft.com/office/drawing/2014/main" id="{26C687F9-A1F2-FB0A-00B1-6E6A1C721396}"/>
              </a:ext>
            </a:extLst>
          </p:cNvPr>
          <p:cNvSpPr txBox="1"/>
          <p:nvPr/>
        </p:nvSpPr>
        <p:spPr>
          <a:xfrm>
            <a:off x="603016" y="1830030"/>
            <a:ext cx="2984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/>
                <a:ea typeface="+mn-ea"/>
                <a:cs typeface="+mn-cs"/>
              </a:rPr>
              <a:t>BRADESCO TIVIO</a:t>
            </a:r>
          </a:p>
        </p:txBody>
      </p:sp>
      <p:sp>
        <p:nvSpPr>
          <p:cNvPr id="8" name="TextBox 110">
            <a:extLst>
              <a:ext uri="{FF2B5EF4-FFF2-40B4-BE49-F238E27FC236}">
                <a16:creationId xmlns:a16="http://schemas.microsoft.com/office/drawing/2014/main" id="{32B99448-D203-64F0-635D-2B9A7C60D25E}"/>
              </a:ext>
            </a:extLst>
          </p:cNvPr>
          <p:cNvSpPr txBox="1"/>
          <p:nvPr/>
        </p:nvSpPr>
        <p:spPr>
          <a:xfrm>
            <a:off x="10835785" y="6631743"/>
            <a:ext cx="1048365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Versos" panose="020B0503020204030204" pitchFamily="34" charset="0"/>
              </a:rPr>
              <a:t>Data base: 31/08/2025</a:t>
            </a:r>
          </a:p>
        </p:txBody>
      </p:sp>
    </p:spTree>
    <p:extLst>
      <p:ext uri="{BB962C8B-B14F-4D97-AF65-F5344CB8AC3E}">
        <p14:creationId xmlns:p14="http://schemas.microsoft.com/office/powerpoint/2010/main" val="11877788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AEE7C-9DB4-80FC-0AFD-B52D50E5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3">
            <a:extLst>
              <a:ext uri="{FF2B5EF4-FFF2-40B4-BE49-F238E27FC236}">
                <a16:creationId xmlns:a16="http://schemas.microsoft.com/office/drawing/2014/main" id="{A95A7C64-2C79-B529-EFCD-53CDD7184093}"/>
              </a:ext>
            </a:extLst>
          </p:cNvPr>
          <p:cNvPicPr/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8" y="4119"/>
            <a:ext cx="3904555" cy="6853881"/>
          </a:xfrm>
          <a:prstGeom prst="rect">
            <a:avLst/>
          </a:prstGeom>
          <a:solidFill>
            <a:schemeClr val="bg1">
              <a:alpha val="24000"/>
            </a:schemeClr>
          </a:solidFill>
        </p:spPr>
      </p:pic>
      <p:sp>
        <p:nvSpPr>
          <p:cNvPr id="2" name="object 5">
            <a:extLst>
              <a:ext uri="{FF2B5EF4-FFF2-40B4-BE49-F238E27FC236}">
                <a16:creationId xmlns:a16="http://schemas.microsoft.com/office/drawing/2014/main" id="{94B0E830-40CE-1A33-30B2-F1A4B57405B9}"/>
              </a:ext>
            </a:extLst>
          </p:cNvPr>
          <p:cNvSpPr/>
          <p:nvPr/>
        </p:nvSpPr>
        <p:spPr>
          <a:xfrm flipV="1">
            <a:off x="334963" y="87564"/>
            <a:ext cx="1152086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E8A293D0-0067-ACA9-9BA0-8D8F1178240B}"/>
              </a:ext>
            </a:extLst>
          </p:cNvPr>
          <p:cNvSpPr/>
          <p:nvPr/>
        </p:nvSpPr>
        <p:spPr>
          <a:xfrm>
            <a:off x="11100750" y="513297"/>
            <a:ext cx="755077" cy="256427"/>
          </a:xfrm>
          <a:custGeom>
            <a:avLst/>
            <a:gdLst>
              <a:gd name="connsiteX0" fmla="*/ 729170 w 755077"/>
              <a:gd name="connsiteY0" fmla="*/ 141860 h 256427"/>
              <a:gd name="connsiteX1" fmla="*/ 755078 w 755077"/>
              <a:gd name="connsiteY1" fmla="*/ 82229 h 256427"/>
              <a:gd name="connsiteX2" fmla="*/ 729170 w 755077"/>
              <a:gd name="connsiteY2" fmla="*/ 22599 h 256427"/>
              <a:gd name="connsiteX3" fmla="*/ 662720 w 755077"/>
              <a:gd name="connsiteY3" fmla="*/ 0 h 256427"/>
              <a:gd name="connsiteX4" fmla="*/ 596270 w 755077"/>
              <a:gd name="connsiteY4" fmla="*/ 22599 h 256427"/>
              <a:gd name="connsiteX5" fmla="*/ 570363 w 755077"/>
              <a:gd name="connsiteY5" fmla="*/ 82229 h 256427"/>
              <a:gd name="connsiteX6" fmla="*/ 596270 w 755077"/>
              <a:gd name="connsiteY6" fmla="*/ 141860 h 256427"/>
              <a:gd name="connsiteX7" fmla="*/ 662720 w 755077"/>
              <a:gd name="connsiteY7" fmla="*/ 164459 h 256427"/>
              <a:gd name="connsiteX8" fmla="*/ 729170 w 755077"/>
              <a:gd name="connsiteY8" fmla="*/ 141860 h 256427"/>
              <a:gd name="connsiteX9" fmla="*/ 596089 w 755077"/>
              <a:gd name="connsiteY9" fmla="*/ 82229 h 256427"/>
              <a:gd name="connsiteX10" fmla="*/ 613852 w 755077"/>
              <a:gd name="connsiteY10" fmla="*/ 41282 h 256427"/>
              <a:gd name="connsiteX11" fmla="*/ 662720 w 755077"/>
              <a:gd name="connsiteY11" fmla="*/ 25357 h 256427"/>
              <a:gd name="connsiteX12" fmla="*/ 711588 w 755077"/>
              <a:gd name="connsiteY12" fmla="*/ 41282 h 256427"/>
              <a:gd name="connsiteX13" fmla="*/ 729351 w 755077"/>
              <a:gd name="connsiteY13" fmla="*/ 82229 h 256427"/>
              <a:gd name="connsiteX14" fmla="*/ 711588 w 755077"/>
              <a:gd name="connsiteY14" fmla="*/ 123177 h 256427"/>
              <a:gd name="connsiteX15" fmla="*/ 662720 w 755077"/>
              <a:gd name="connsiteY15" fmla="*/ 139093 h 256427"/>
              <a:gd name="connsiteX16" fmla="*/ 613852 w 755077"/>
              <a:gd name="connsiteY16" fmla="*/ 123177 h 256427"/>
              <a:gd name="connsiteX17" fmla="*/ 596089 w 755077"/>
              <a:gd name="connsiteY17" fmla="*/ 82229 h 256427"/>
              <a:gd name="connsiteX18" fmla="*/ 234957 w 755077"/>
              <a:gd name="connsiteY18" fmla="*/ 204267 h 256427"/>
              <a:gd name="connsiteX19" fmla="*/ 246049 w 755077"/>
              <a:gd name="connsiteY19" fmla="*/ 201210 h 256427"/>
              <a:gd name="connsiteX20" fmla="*/ 257882 w 755077"/>
              <a:gd name="connsiteY20" fmla="*/ 204791 h 256427"/>
              <a:gd name="connsiteX21" fmla="*/ 264390 w 755077"/>
              <a:gd name="connsiteY21" fmla="*/ 214748 h 256427"/>
              <a:gd name="connsiteX22" fmla="*/ 271993 w 755077"/>
              <a:gd name="connsiteY22" fmla="*/ 214748 h 256427"/>
              <a:gd name="connsiteX23" fmla="*/ 263387 w 755077"/>
              <a:gd name="connsiteY23" fmla="*/ 199718 h 256427"/>
              <a:gd name="connsiteX24" fmla="*/ 246401 w 755077"/>
              <a:gd name="connsiteY24" fmla="*/ 194211 h 256427"/>
              <a:gd name="connsiteX25" fmla="*/ 231025 w 755077"/>
              <a:gd name="connsiteY25" fmla="*/ 198099 h 256427"/>
              <a:gd name="connsiteX26" fmla="*/ 220810 w 755077"/>
              <a:gd name="connsiteY26" fmla="*/ 209069 h 256427"/>
              <a:gd name="connsiteX27" fmla="*/ 217231 w 755077"/>
              <a:gd name="connsiteY27" fmla="*/ 225319 h 256427"/>
              <a:gd name="connsiteX28" fmla="*/ 220810 w 755077"/>
              <a:gd name="connsiteY28" fmla="*/ 241615 h 256427"/>
              <a:gd name="connsiteX29" fmla="*/ 231025 w 755077"/>
              <a:gd name="connsiteY29" fmla="*/ 252539 h 256427"/>
              <a:gd name="connsiteX30" fmla="*/ 246401 w 755077"/>
              <a:gd name="connsiteY30" fmla="*/ 256428 h 256427"/>
              <a:gd name="connsiteX31" fmla="*/ 263387 w 755077"/>
              <a:gd name="connsiteY31" fmla="*/ 250920 h 256427"/>
              <a:gd name="connsiteX32" fmla="*/ 271902 w 755077"/>
              <a:gd name="connsiteY32" fmla="*/ 235891 h 256427"/>
              <a:gd name="connsiteX33" fmla="*/ 264300 w 755077"/>
              <a:gd name="connsiteY33" fmla="*/ 235891 h 256427"/>
              <a:gd name="connsiteX34" fmla="*/ 257837 w 755077"/>
              <a:gd name="connsiteY34" fmla="*/ 245892 h 256427"/>
              <a:gd name="connsiteX35" fmla="*/ 246049 w 755077"/>
              <a:gd name="connsiteY35" fmla="*/ 249428 h 256427"/>
              <a:gd name="connsiteX36" fmla="*/ 234957 w 755077"/>
              <a:gd name="connsiteY36" fmla="*/ 246372 h 256427"/>
              <a:gd name="connsiteX37" fmla="*/ 227581 w 755077"/>
              <a:gd name="connsiteY37" fmla="*/ 237808 h 256427"/>
              <a:gd name="connsiteX38" fmla="*/ 225005 w 755077"/>
              <a:gd name="connsiteY38" fmla="*/ 225310 h 256427"/>
              <a:gd name="connsiteX39" fmla="*/ 227581 w 755077"/>
              <a:gd name="connsiteY39" fmla="*/ 212776 h 256427"/>
              <a:gd name="connsiteX40" fmla="*/ 234957 w 755077"/>
              <a:gd name="connsiteY40" fmla="*/ 204258 h 256427"/>
              <a:gd name="connsiteX41" fmla="*/ 330858 w 755077"/>
              <a:gd name="connsiteY41" fmla="*/ 194744 h 256427"/>
              <a:gd name="connsiteX42" fmla="*/ 307536 w 755077"/>
              <a:gd name="connsiteY42" fmla="*/ 255903 h 256427"/>
              <a:gd name="connsiteX43" fmla="*/ 315392 w 755077"/>
              <a:gd name="connsiteY43" fmla="*/ 255903 h 256427"/>
              <a:gd name="connsiteX44" fmla="*/ 321855 w 755077"/>
              <a:gd name="connsiteY44" fmla="*/ 239390 h 256427"/>
              <a:gd name="connsiteX45" fmla="*/ 348495 w 755077"/>
              <a:gd name="connsiteY45" fmla="*/ 239390 h 256427"/>
              <a:gd name="connsiteX46" fmla="*/ 354958 w 755077"/>
              <a:gd name="connsiteY46" fmla="*/ 255903 h 256427"/>
              <a:gd name="connsiteX47" fmla="*/ 363076 w 755077"/>
              <a:gd name="connsiteY47" fmla="*/ 255903 h 256427"/>
              <a:gd name="connsiteX48" fmla="*/ 339844 w 755077"/>
              <a:gd name="connsiteY48" fmla="*/ 194744 h 256427"/>
              <a:gd name="connsiteX49" fmla="*/ 330849 w 755077"/>
              <a:gd name="connsiteY49" fmla="*/ 194744 h 256427"/>
              <a:gd name="connsiteX50" fmla="*/ 324133 w 755077"/>
              <a:gd name="connsiteY50" fmla="*/ 232490 h 256427"/>
              <a:gd name="connsiteX51" fmla="*/ 335134 w 755077"/>
              <a:gd name="connsiteY51" fmla="*/ 203046 h 256427"/>
              <a:gd name="connsiteX52" fmla="*/ 346226 w 755077"/>
              <a:gd name="connsiteY52" fmla="*/ 232490 h 256427"/>
              <a:gd name="connsiteX53" fmla="*/ 324124 w 755077"/>
              <a:gd name="connsiteY53" fmla="*/ 232490 h 256427"/>
              <a:gd name="connsiteX54" fmla="*/ 715231 w 755077"/>
              <a:gd name="connsiteY54" fmla="*/ 194744 h 256427"/>
              <a:gd name="connsiteX55" fmla="*/ 707638 w 755077"/>
              <a:gd name="connsiteY55" fmla="*/ 194744 h 256427"/>
              <a:gd name="connsiteX56" fmla="*/ 707638 w 755077"/>
              <a:gd name="connsiteY56" fmla="*/ 255903 h 256427"/>
              <a:gd name="connsiteX57" fmla="*/ 743100 w 755077"/>
              <a:gd name="connsiteY57" fmla="*/ 255903 h 256427"/>
              <a:gd name="connsiteX58" fmla="*/ 743100 w 755077"/>
              <a:gd name="connsiteY58" fmla="*/ 248913 h 256427"/>
              <a:gd name="connsiteX59" fmla="*/ 715240 w 755077"/>
              <a:gd name="connsiteY59" fmla="*/ 248913 h 256427"/>
              <a:gd name="connsiteX60" fmla="*/ 715240 w 755077"/>
              <a:gd name="connsiteY60" fmla="*/ 194744 h 256427"/>
              <a:gd name="connsiteX61" fmla="*/ 247423 w 755077"/>
              <a:gd name="connsiteY61" fmla="*/ 2089 h 256427"/>
              <a:gd name="connsiteX62" fmla="*/ 222392 w 755077"/>
              <a:gd name="connsiteY62" fmla="*/ 2089 h 256427"/>
              <a:gd name="connsiteX63" fmla="*/ 222392 w 755077"/>
              <a:gd name="connsiteY63" fmla="*/ 162361 h 256427"/>
              <a:gd name="connsiteX64" fmla="*/ 247423 w 755077"/>
              <a:gd name="connsiteY64" fmla="*/ 162361 h 256427"/>
              <a:gd name="connsiteX65" fmla="*/ 247423 w 755077"/>
              <a:gd name="connsiteY65" fmla="*/ 2089 h 256427"/>
              <a:gd name="connsiteX66" fmla="*/ 79458 w 755077"/>
              <a:gd name="connsiteY66" fmla="*/ 61810 h 256427"/>
              <a:gd name="connsiteX67" fmla="*/ 79458 w 755077"/>
              <a:gd name="connsiteY67" fmla="*/ 162370 h 256427"/>
              <a:gd name="connsiteX68" fmla="*/ 105230 w 755077"/>
              <a:gd name="connsiteY68" fmla="*/ 162370 h 256427"/>
              <a:gd name="connsiteX69" fmla="*/ 105212 w 755077"/>
              <a:gd name="connsiteY69" fmla="*/ 61810 h 256427"/>
              <a:gd name="connsiteX70" fmla="*/ 93786 w 755077"/>
              <a:gd name="connsiteY70" fmla="*/ 28296 h 256427"/>
              <a:gd name="connsiteX71" fmla="*/ 92330 w 755077"/>
              <a:gd name="connsiteY71" fmla="*/ 26415 h 256427"/>
              <a:gd name="connsiteX72" fmla="*/ 90875 w 755077"/>
              <a:gd name="connsiteY72" fmla="*/ 28296 h 256427"/>
              <a:gd name="connsiteX73" fmla="*/ 79449 w 755077"/>
              <a:gd name="connsiteY73" fmla="*/ 61810 h 256427"/>
              <a:gd name="connsiteX74" fmla="*/ 46608 w 755077"/>
              <a:gd name="connsiteY74" fmla="*/ 2089 h 256427"/>
              <a:gd name="connsiteX75" fmla="*/ 0 w 755077"/>
              <a:gd name="connsiteY75" fmla="*/ 2089 h 256427"/>
              <a:gd name="connsiteX76" fmla="*/ 0 w 755077"/>
              <a:gd name="connsiteY76" fmla="*/ 26415 h 256427"/>
              <a:gd name="connsiteX77" fmla="*/ 92330 w 755077"/>
              <a:gd name="connsiteY77" fmla="*/ 26415 h 256427"/>
              <a:gd name="connsiteX78" fmla="*/ 90043 w 755077"/>
              <a:gd name="connsiteY78" fmla="*/ 23458 h 256427"/>
              <a:gd name="connsiteX79" fmla="*/ 46608 w 755077"/>
              <a:gd name="connsiteY79" fmla="*/ 2089 h 256427"/>
              <a:gd name="connsiteX80" fmla="*/ 94618 w 755077"/>
              <a:gd name="connsiteY80" fmla="*/ 23458 h 256427"/>
              <a:gd name="connsiteX81" fmla="*/ 92330 w 755077"/>
              <a:gd name="connsiteY81" fmla="*/ 26415 h 256427"/>
              <a:gd name="connsiteX82" fmla="*/ 184661 w 755077"/>
              <a:gd name="connsiteY82" fmla="*/ 26415 h 256427"/>
              <a:gd name="connsiteX83" fmla="*/ 184661 w 755077"/>
              <a:gd name="connsiteY83" fmla="*/ 2089 h 256427"/>
              <a:gd name="connsiteX84" fmla="*/ 138053 w 755077"/>
              <a:gd name="connsiteY84" fmla="*/ 2089 h 256427"/>
              <a:gd name="connsiteX85" fmla="*/ 94608 w 755077"/>
              <a:gd name="connsiteY85" fmla="*/ 23458 h 256427"/>
              <a:gd name="connsiteX86" fmla="*/ 507601 w 755077"/>
              <a:gd name="connsiteY86" fmla="*/ 162361 h 256427"/>
              <a:gd name="connsiteX87" fmla="*/ 532631 w 755077"/>
              <a:gd name="connsiteY87" fmla="*/ 162361 h 256427"/>
              <a:gd name="connsiteX88" fmla="*/ 532631 w 755077"/>
              <a:gd name="connsiteY88" fmla="*/ 2089 h 256427"/>
              <a:gd name="connsiteX89" fmla="*/ 507601 w 755077"/>
              <a:gd name="connsiteY89" fmla="*/ 2089 h 256427"/>
              <a:gd name="connsiteX90" fmla="*/ 507601 w 755077"/>
              <a:gd name="connsiteY90" fmla="*/ 162361 h 256427"/>
              <a:gd name="connsiteX91" fmla="*/ 488238 w 755077"/>
              <a:gd name="connsiteY91" fmla="*/ 255903 h 256427"/>
              <a:gd name="connsiteX92" fmla="*/ 495840 w 755077"/>
              <a:gd name="connsiteY92" fmla="*/ 255903 h 256427"/>
              <a:gd name="connsiteX93" fmla="*/ 495840 w 755077"/>
              <a:gd name="connsiteY93" fmla="*/ 194744 h 256427"/>
              <a:gd name="connsiteX94" fmla="*/ 488238 w 755077"/>
              <a:gd name="connsiteY94" fmla="*/ 194744 h 256427"/>
              <a:gd name="connsiteX95" fmla="*/ 488238 w 755077"/>
              <a:gd name="connsiteY95" fmla="*/ 255903 h 256427"/>
              <a:gd name="connsiteX96" fmla="*/ 537151 w 755077"/>
              <a:gd name="connsiteY96" fmla="*/ 201735 h 256427"/>
              <a:gd name="connsiteX97" fmla="*/ 556975 w 755077"/>
              <a:gd name="connsiteY97" fmla="*/ 201735 h 256427"/>
              <a:gd name="connsiteX98" fmla="*/ 556975 w 755077"/>
              <a:gd name="connsiteY98" fmla="*/ 255903 h 256427"/>
              <a:gd name="connsiteX99" fmla="*/ 564577 w 755077"/>
              <a:gd name="connsiteY99" fmla="*/ 255903 h 256427"/>
              <a:gd name="connsiteX100" fmla="*/ 564577 w 755077"/>
              <a:gd name="connsiteY100" fmla="*/ 201735 h 256427"/>
              <a:gd name="connsiteX101" fmla="*/ 584401 w 755077"/>
              <a:gd name="connsiteY101" fmla="*/ 201735 h 256427"/>
              <a:gd name="connsiteX102" fmla="*/ 584401 w 755077"/>
              <a:gd name="connsiteY102" fmla="*/ 194744 h 256427"/>
              <a:gd name="connsiteX103" fmla="*/ 537151 w 755077"/>
              <a:gd name="connsiteY103" fmla="*/ 194744 h 256427"/>
              <a:gd name="connsiteX104" fmla="*/ 537151 w 755077"/>
              <a:gd name="connsiteY104" fmla="*/ 201735 h 256427"/>
              <a:gd name="connsiteX105" fmla="*/ 283346 w 755077"/>
              <a:gd name="connsiteY105" fmla="*/ 2089 h 256427"/>
              <a:gd name="connsiteX106" fmla="*/ 340377 w 755077"/>
              <a:gd name="connsiteY106" fmla="*/ 138134 h 256427"/>
              <a:gd name="connsiteX107" fmla="*/ 376047 w 755077"/>
              <a:gd name="connsiteY107" fmla="*/ 164450 h 256427"/>
              <a:gd name="connsiteX108" fmla="*/ 377512 w 755077"/>
              <a:gd name="connsiteY108" fmla="*/ 164450 h 256427"/>
              <a:gd name="connsiteX109" fmla="*/ 312237 w 755077"/>
              <a:gd name="connsiteY109" fmla="*/ 2089 h 256427"/>
              <a:gd name="connsiteX110" fmla="*/ 283346 w 755077"/>
              <a:gd name="connsiteY110" fmla="*/ 2089 h 256427"/>
              <a:gd name="connsiteX111" fmla="*/ 437309 w 755077"/>
              <a:gd name="connsiteY111" fmla="*/ 197059 h 256427"/>
              <a:gd name="connsiteX112" fmla="*/ 426651 w 755077"/>
              <a:gd name="connsiteY112" fmla="*/ 194744 h 256427"/>
              <a:gd name="connsiteX113" fmla="*/ 403157 w 755077"/>
              <a:gd name="connsiteY113" fmla="*/ 194744 h 256427"/>
              <a:gd name="connsiteX114" fmla="*/ 403157 w 755077"/>
              <a:gd name="connsiteY114" fmla="*/ 255903 h 256427"/>
              <a:gd name="connsiteX115" fmla="*/ 410759 w 755077"/>
              <a:gd name="connsiteY115" fmla="*/ 255903 h 256427"/>
              <a:gd name="connsiteX116" fmla="*/ 410759 w 755077"/>
              <a:gd name="connsiteY116" fmla="*/ 232400 h 256427"/>
              <a:gd name="connsiteX117" fmla="*/ 426660 w 755077"/>
              <a:gd name="connsiteY117" fmla="*/ 232400 h 256427"/>
              <a:gd name="connsiteX118" fmla="*/ 437273 w 755077"/>
              <a:gd name="connsiteY118" fmla="*/ 230085 h 256427"/>
              <a:gd name="connsiteX119" fmla="*/ 444387 w 755077"/>
              <a:gd name="connsiteY119" fmla="*/ 223492 h 256427"/>
              <a:gd name="connsiteX120" fmla="*/ 446918 w 755077"/>
              <a:gd name="connsiteY120" fmla="*/ 213536 h 256427"/>
              <a:gd name="connsiteX121" fmla="*/ 444432 w 755077"/>
              <a:gd name="connsiteY121" fmla="*/ 203616 h 256427"/>
              <a:gd name="connsiteX122" fmla="*/ 437318 w 755077"/>
              <a:gd name="connsiteY122" fmla="*/ 197059 h 256427"/>
              <a:gd name="connsiteX123" fmla="*/ 435564 w 755077"/>
              <a:gd name="connsiteY123" fmla="*/ 222181 h 256427"/>
              <a:gd name="connsiteX124" fmla="*/ 425955 w 755077"/>
              <a:gd name="connsiteY124" fmla="*/ 225419 h 256427"/>
              <a:gd name="connsiteX125" fmla="*/ 410759 w 755077"/>
              <a:gd name="connsiteY125" fmla="*/ 225419 h 256427"/>
              <a:gd name="connsiteX126" fmla="*/ 410759 w 755077"/>
              <a:gd name="connsiteY126" fmla="*/ 201744 h 256427"/>
              <a:gd name="connsiteX127" fmla="*/ 426045 w 755077"/>
              <a:gd name="connsiteY127" fmla="*/ 201744 h 256427"/>
              <a:gd name="connsiteX128" fmla="*/ 435609 w 755077"/>
              <a:gd name="connsiteY128" fmla="*/ 204936 h 256427"/>
              <a:gd name="connsiteX129" fmla="*/ 439144 w 755077"/>
              <a:gd name="connsiteY129" fmla="*/ 213545 h 256427"/>
              <a:gd name="connsiteX130" fmla="*/ 435564 w 755077"/>
              <a:gd name="connsiteY130" fmla="*/ 222190 h 256427"/>
              <a:gd name="connsiteX131" fmla="*/ 377503 w 755077"/>
              <a:gd name="connsiteY131" fmla="*/ 164459 h 256427"/>
              <a:gd name="connsiteX132" fmla="*/ 378967 w 755077"/>
              <a:gd name="connsiteY132" fmla="*/ 164459 h 256427"/>
              <a:gd name="connsiteX133" fmla="*/ 414637 w 755077"/>
              <a:gd name="connsiteY133" fmla="*/ 138143 h 256427"/>
              <a:gd name="connsiteX134" fmla="*/ 471668 w 755077"/>
              <a:gd name="connsiteY134" fmla="*/ 2098 h 256427"/>
              <a:gd name="connsiteX135" fmla="*/ 442778 w 755077"/>
              <a:gd name="connsiteY135" fmla="*/ 2098 h 256427"/>
              <a:gd name="connsiteX136" fmla="*/ 377503 w 755077"/>
              <a:gd name="connsiteY136" fmla="*/ 164468 h 256427"/>
              <a:gd name="connsiteX137" fmla="*/ 635303 w 755077"/>
              <a:gd name="connsiteY137" fmla="*/ 194744 h 256427"/>
              <a:gd name="connsiteX138" fmla="*/ 611981 w 755077"/>
              <a:gd name="connsiteY138" fmla="*/ 255903 h 256427"/>
              <a:gd name="connsiteX139" fmla="*/ 619845 w 755077"/>
              <a:gd name="connsiteY139" fmla="*/ 255903 h 256427"/>
              <a:gd name="connsiteX140" fmla="*/ 626309 w 755077"/>
              <a:gd name="connsiteY140" fmla="*/ 239390 h 256427"/>
              <a:gd name="connsiteX141" fmla="*/ 652948 w 755077"/>
              <a:gd name="connsiteY141" fmla="*/ 239390 h 256427"/>
              <a:gd name="connsiteX142" fmla="*/ 659412 w 755077"/>
              <a:gd name="connsiteY142" fmla="*/ 255903 h 256427"/>
              <a:gd name="connsiteX143" fmla="*/ 667529 w 755077"/>
              <a:gd name="connsiteY143" fmla="*/ 255903 h 256427"/>
              <a:gd name="connsiteX144" fmla="*/ 644298 w 755077"/>
              <a:gd name="connsiteY144" fmla="*/ 194744 h 256427"/>
              <a:gd name="connsiteX145" fmla="*/ 635303 w 755077"/>
              <a:gd name="connsiteY145" fmla="*/ 194744 h 256427"/>
              <a:gd name="connsiteX146" fmla="*/ 628578 w 755077"/>
              <a:gd name="connsiteY146" fmla="*/ 232490 h 256427"/>
              <a:gd name="connsiteX147" fmla="*/ 639579 w 755077"/>
              <a:gd name="connsiteY147" fmla="*/ 203046 h 256427"/>
              <a:gd name="connsiteX148" fmla="*/ 650670 w 755077"/>
              <a:gd name="connsiteY148" fmla="*/ 232490 h 256427"/>
              <a:gd name="connsiteX149" fmla="*/ 628569 w 755077"/>
              <a:gd name="connsiteY149" fmla="*/ 232490 h 25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55077" h="256427">
                <a:moveTo>
                  <a:pt x="729170" y="141860"/>
                </a:moveTo>
                <a:cubicBezTo>
                  <a:pt x="745876" y="127092"/>
                  <a:pt x="755078" y="105913"/>
                  <a:pt x="755078" y="82229"/>
                </a:cubicBezTo>
                <a:cubicBezTo>
                  <a:pt x="755078" y="58545"/>
                  <a:pt x="745876" y="37366"/>
                  <a:pt x="729170" y="22599"/>
                </a:cubicBezTo>
                <a:cubicBezTo>
                  <a:pt x="712447" y="7813"/>
                  <a:pt x="689468" y="0"/>
                  <a:pt x="662720" y="0"/>
                </a:cubicBezTo>
                <a:cubicBezTo>
                  <a:pt x="635972" y="0"/>
                  <a:pt x="612993" y="7813"/>
                  <a:pt x="596270" y="22599"/>
                </a:cubicBezTo>
                <a:cubicBezTo>
                  <a:pt x="579565" y="37366"/>
                  <a:pt x="570363" y="58545"/>
                  <a:pt x="570363" y="82229"/>
                </a:cubicBezTo>
                <a:cubicBezTo>
                  <a:pt x="570363" y="105913"/>
                  <a:pt x="579565" y="127092"/>
                  <a:pt x="596270" y="141860"/>
                </a:cubicBezTo>
                <a:cubicBezTo>
                  <a:pt x="612993" y="156645"/>
                  <a:pt x="635972" y="164459"/>
                  <a:pt x="662720" y="164459"/>
                </a:cubicBezTo>
                <a:cubicBezTo>
                  <a:pt x="689468" y="164459"/>
                  <a:pt x="712447" y="156645"/>
                  <a:pt x="729170" y="141860"/>
                </a:cubicBezTo>
                <a:close/>
                <a:moveTo>
                  <a:pt x="596089" y="82229"/>
                </a:moveTo>
                <a:cubicBezTo>
                  <a:pt x="596089" y="65554"/>
                  <a:pt x="602227" y="51401"/>
                  <a:pt x="613852" y="41282"/>
                </a:cubicBezTo>
                <a:cubicBezTo>
                  <a:pt x="625821" y="30864"/>
                  <a:pt x="642716" y="25357"/>
                  <a:pt x="662720" y="25357"/>
                </a:cubicBezTo>
                <a:cubicBezTo>
                  <a:pt x="682725" y="25357"/>
                  <a:pt x="699620" y="30864"/>
                  <a:pt x="711588" y="41282"/>
                </a:cubicBezTo>
                <a:cubicBezTo>
                  <a:pt x="723204" y="51392"/>
                  <a:pt x="729351" y="65554"/>
                  <a:pt x="729351" y="82229"/>
                </a:cubicBezTo>
                <a:cubicBezTo>
                  <a:pt x="729351" y="98905"/>
                  <a:pt x="723213" y="113057"/>
                  <a:pt x="711588" y="123177"/>
                </a:cubicBezTo>
                <a:cubicBezTo>
                  <a:pt x="699620" y="133594"/>
                  <a:pt x="682725" y="139093"/>
                  <a:pt x="662720" y="139093"/>
                </a:cubicBezTo>
                <a:cubicBezTo>
                  <a:pt x="642716" y="139093"/>
                  <a:pt x="625812" y="133585"/>
                  <a:pt x="613852" y="123177"/>
                </a:cubicBezTo>
                <a:cubicBezTo>
                  <a:pt x="602236" y="113057"/>
                  <a:pt x="596089" y="98905"/>
                  <a:pt x="596089" y="82229"/>
                </a:cubicBezTo>
                <a:close/>
                <a:moveTo>
                  <a:pt x="234957" y="204267"/>
                </a:moveTo>
                <a:cubicBezTo>
                  <a:pt x="238157" y="202232"/>
                  <a:pt x="241855" y="201210"/>
                  <a:pt x="246049" y="201210"/>
                </a:cubicBezTo>
                <a:cubicBezTo>
                  <a:pt x="250704" y="201210"/>
                  <a:pt x="254655" y="202404"/>
                  <a:pt x="257882" y="204791"/>
                </a:cubicBezTo>
                <a:cubicBezTo>
                  <a:pt x="261109" y="207179"/>
                  <a:pt x="263278" y="210497"/>
                  <a:pt x="264390" y="214748"/>
                </a:cubicBezTo>
                <a:lnTo>
                  <a:pt x="271993" y="214748"/>
                </a:lnTo>
                <a:cubicBezTo>
                  <a:pt x="270826" y="208399"/>
                  <a:pt x="267961" y="203389"/>
                  <a:pt x="263387" y="199718"/>
                </a:cubicBezTo>
                <a:cubicBezTo>
                  <a:pt x="258813" y="196046"/>
                  <a:pt x="253154" y="194211"/>
                  <a:pt x="246401" y="194211"/>
                </a:cubicBezTo>
                <a:cubicBezTo>
                  <a:pt x="240580" y="194211"/>
                  <a:pt x="235454" y="195504"/>
                  <a:pt x="231025" y="198099"/>
                </a:cubicBezTo>
                <a:cubicBezTo>
                  <a:pt x="226605" y="200695"/>
                  <a:pt x="223197" y="204348"/>
                  <a:pt x="220810" y="209069"/>
                </a:cubicBezTo>
                <a:cubicBezTo>
                  <a:pt x="218424" y="213789"/>
                  <a:pt x="217231" y="219206"/>
                  <a:pt x="217231" y="225319"/>
                </a:cubicBezTo>
                <a:cubicBezTo>
                  <a:pt x="217231" y="231432"/>
                  <a:pt x="218424" y="236921"/>
                  <a:pt x="220810" y="241615"/>
                </a:cubicBezTo>
                <a:cubicBezTo>
                  <a:pt x="223197" y="246308"/>
                  <a:pt x="226605" y="249944"/>
                  <a:pt x="231025" y="252539"/>
                </a:cubicBezTo>
                <a:cubicBezTo>
                  <a:pt x="235445" y="255134"/>
                  <a:pt x="240571" y="256428"/>
                  <a:pt x="246401" y="256428"/>
                </a:cubicBezTo>
                <a:cubicBezTo>
                  <a:pt x="253217" y="256428"/>
                  <a:pt x="258876" y="254592"/>
                  <a:pt x="263387" y="250920"/>
                </a:cubicBezTo>
                <a:cubicBezTo>
                  <a:pt x="267898" y="247249"/>
                  <a:pt x="270736" y="242239"/>
                  <a:pt x="271902" y="235891"/>
                </a:cubicBezTo>
                <a:lnTo>
                  <a:pt x="264300" y="235891"/>
                </a:lnTo>
                <a:cubicBezTo>
                  <a:pt x="263134" y="240204"/>
                  <a:pt x="260982" y="243532"/>
                  <a:pt x="257837" y="245892"/>
                </a:cubicBezTo>
                <a:cubicBezTo>
                  <a:pt x="254691" y="248253"/>
                  <a:pt x="250759" y="249428"/>
                  <a:pt x="246049" y="249428"/>
                </a:cubicBezTo>
                <a:cubicBezTo>
                  <a:pt x="241855" y="249428"/>
                  <a:pt x="238157" y="248406"/>
                  <a:pt x="234957" y="246372"/>
                </a:cubicBezTo>
                <a:cubicBezTo>
                  <a:pt x="231757" y="244337"/>
                  <a:pt x="229289" y="241479"/>
                  <a:pt x="227581" y="237808"/>
                </a:cubicBezTo>
                <a:cubicBezTo>
                  <a:pt x="225863" y="234136"/>
                  <a:pt x="225005" y="229976"/>
                  <a:pt x="225005" y="225310"/>
                </a:cubicBezTo>
                <a:cubicBezTo>
                  <a:pt x="225005" y="220644"/>
                  <a:pt x="225863" y="216412"/>
                  <a:pt x="227581" y="212776"/>
                </a:cubicBezTo>
                <a:cubicBezTo>
                  <a:pt x="229299" y="209141"/>
                  <a:pt x="231757" y="206301"/>
                  <a:pt x="234957" y="204258"/>
                </a:cubicBezTo>
                <a:close/>
                <a:moveTo>
                  <a:pt x="330858" y="194744"/>
                </a:moveTo>
                <a:lnTo>
                  <a:pt x="307536" y="255903"/>
                </a:lnTo>
                <a:lnTo>
                  <a:pt x="315392" y="255903"/>
                </a:lnTo>
                <a:lnTo>
                  <a:pt x="321855" y="239390"/>
                </a:lnTo>
                <a:lnTo>
                  <a:pt x="348495" y="239390"/>
                </a:lnTo>
                <a:lnTo>
                  <a:pt x="354958" y="255903"/>
                </a:lnTo>
                <a:lnTo>
                  <a:pt x="363076" y="255903"/>
                </a:lnTo>
                <a:lnTo>
                  <a:pt x="339844" y="194744"/>
                </a:lnTo>
                <a:lnTo>
                  <a:pt x="330849" y="194744"/>
                </a:lnTo>
                <a:close/>
                <a:moveTo>
                  <a:pt x="324133" y="232490"/>
                </a:moveTo>
                <a:lnTo>
                  <a:pt x="335134" y="203046"/>
                </a:lnTo>
                <a:lnTo>
                  <a:pt x="346226" y="232490"/>
                </a:lnTo>
                <a:lnTo>
                  <a:pt x="324124" y="232490"/>
                </a:lnTo>
                <a:close/>
                <a:moveTo>
                  <a:pt x="715231" y="194744"/>
                </a:moveTo>
                <a:lnTo>
                  <a:pt x="707638" y="194744"/>
                </a:lnTo>
                <a:lnTo>
                  <a:pt x="707638" y="255903"/>
                </a:lnTo>
                <a:lnTo>
                  <a:pt x="743100" y="255903"/>
                </a:lnTo>
                <a:lnTo>
                  <a:pt x="743100" y="248913"/>
                </a:lnTo>
                <a:lnTo>
                  <a:pt x="715240" y="248913"/>
                </a:lnTo>
                <a:lnTo>
                  <a:pt x="715240" y="194744"/>
                </a:lnTo>
                <a:close/>
                <a:moveTo>
                  <a:pt x="247423" y="2089"/>
                </a:moveTo>
                <a:lnTo>
                  <a:pt x="222392" y="2089"/>
                </a:lnTo>
                <a:lnTo>
                  <a:pt x="222392" y="162361"/>
                </a:lnTo>
                <a:lnTo>
                  <a:pt x="247423" y="162361"/>
                </a:lnTo>
                <a:lnTo>
                  <a:pt x="247423" y="2089"/>
                </a:lnTo>
                <a:close/>
                <a:moveTo>
                  <a:pt x="79458" y="61810"/>
                </a:moveTo>
                <a:lnTo>
                  <a:pt x="79458" y="162370"/>
                </a:lnTo>
                <a:cubicBezTo>
                  <a:pt x="79458" y="162370"/>
                  <a:pt x="105230" y="162370"/>
                  <a:pt x="105230" y="162370"/>
                </a:cubicBezTo>
                <a:lnTo>
                  <a:pt x="105212" y="61810"/>
                </a:lnTo>
                <a:cubicBezTo>
                  <a:pt x="105212" y="49575"/>
                  <a:pt x="101262" y="37981"/>
                  <a:pt x="93786" y="28296"/>
                </a:cubicBezTo>
                <a:lnTo>
                  <a:pt x="92330" y="26415"/>
                </a:lnTo>
                <a:lnTo>
                  <a:pt x="90875" y="28296"/>
                </a:lnTo>
                <a:cubicBezTo>
                  <a:pt x="83399" y="37981"/>
                  <a:pt x="79449" y="49566"/>
                  <a:pt x="79449" y="61810"/>
                </a:cubicBezTo>
                <a:close/>
                <a:moveTo>
                  <a:pt x="46608" y="2089"/>
                </a:moveTo>
                <a:lnTo>
                  <a:pt x="0" y="2089"/>
                </a:lnTo>
                <a:lnTo>
                  <a:pt x="0" y="26415"/>
                </a:lnTo>
                <a:lnTo>
                  <a:pt x="92330" y="26415"/>
                </a:lnTo>
                <a:lnTo>
                  <a:pt x="90043" y="23458"/>
                </a:lnTo>
                <a:cubicBezTo>
                  <a:pt x="79558" y="9884"/>
                  <a:pt x="63720" y="2089"/>
                  <a:pt x="46608" y="2089"/>
                </a:cubicBezTo>
                <a:close/>
                <a:moveTo>
                  <a:pt x="94618" y="23458"/>
                </a:moveTo>
                <a:lnTo>
                  <a:pt x="92330" y="26415"/>
                </a:lnTo>
                <a:lnTo>
                  <a:pt x="184661" y="26415"/>
                </a:lnTo>
                <a:lnTo>
                  <a:pt x="184661" y="2089"/>
                </a:lnTo>
                <a:lnTo>
                  <a:pt x="138053" y="2089"/>
                </a:lnTo>
                <a:cubicBezTo>
                  <a:pt x="120932" y="2089"/>
                  <a:pt x="105103" y="9875"/>
                  <a:pt x="94608" y="23458"/>
                </a:cubicBezTo>
                <a:close/>
                <a:moveTo>
                  <a:pt x="507601" y="162361"/>
                </a:moveTo>
                <a:lnTo>
                  <a:pt x="532631" y="162361"/>
                </a:lnTo>
                <a:lnTo>
                  <a:pt x="532631" y="2089"/>
                </a:lnTo>
                <a:lnTo>
                  <a:pt x="507601" y="2089"/>
                </a:lnTo>
                <a:lnTo>
                  <a:pt x="507601" y="162361"/>
                </a:lnTo>
                <a:close/>
                <a:moveTo>
                  <a:pt x="488238" y="255903"/>
                </a:moveTo>
                <a:lnTo>
                  <a:pt x="495840" y="255903"/>
                </a:lnTo>
                <a:lnTo>
                  <a:pt x="495840" y="194744"/>
                </a:lnTo>
                <a:lnTo>
                  <a:pt x="488238" y="194744"/>
                </a:lnTo>
                <a:lnTo>
                  <a:pt x="488238" y="255903"/>
                </a:lnTo>
                <a:close/>
                <a:moveTo>
                  <a:pt x="537151" y="201735"/>
                </a:moveTo>
                <a:lnTo>
                  <a:pt x="556975" y="201735"/>
                </a:lnTo>
                <a:lnTo>
                  <a:pt x="556975" y="255903"/>
                </a:lnTo>
                <a:lnTo>
                  <a:pt x="564577" y="255903"/>
                </a:lnTo>
                <a:lnTo>
                  <a:pt x="564577" y="201735"/>
                </a:lnTo>
                <a:lnTo>
                  <a:pt x="584401" y="201735"/>
                </a:lnTo>
                <a:lnTo>
                  <a:pt x="584401" y="194744"/>
                </a:lnTo>
                <a:lnTo>
                  <a:pt x="537151" y="194744"/>
                </a:lnTo>
                <a:lnTo>
                  <a:pt x="537151" y="201735"/>
                </a:lnTo>
                <a:close/>
                <a:moveTo>
                  <a:pt x="283346" y="2089"/>
                </a:moveTo>
                <a:cubicBezTo>
                  <a:pt x="283346" y="2089"/>
                  <a:pt x="330958" y="115571"/>
                  <a:pt x="340377" y="138134"/>
                </a:cubicBezTo>
                <a:cubicBezTo>
                  <a:pt x="351360" y="164450"/>
                  <a:pt x="369195" y="164450"/>
                  <a:pt x="376047" y="164450"/>
                </a:cubicBezTo>
                <a:lnTo>
                  <a:pt x="377512" y="164450"/>
                </a:lnTo>
                <a:lnTo>
                  <a:pt x="312237" y="2089"/>
                </a:lnTo>
                <a:lnTo>
                  <a:pt x="283346" y="2089"/>
                </a:lnTo>
                <a:close/>
                <a:moveTo>
                  <a:pt x="437309" y="197059"/>
                </a:moveTo>
                <a:cubicBezTo>
                  <a:pt x="434217" y="195513"/>
                  <a:pt x="430674" y="194744"/>
                  <a:pt x="426651" y="194744"/>
                </a:cubicBezTo>
                <a:lnTo>
                  <a:pt x="403157" y="194744"/>
                </a:lnTo>
                <a:lnTo>
                  <a:pt x="403157" y="255903"/>
                </a:lnTo>
                <a:lnTo>
                  <a:pt x="410759" y="255903"/>
                </a:lnTo>
                <a:lnTo>
                  <a:pt x="410759" y="232400"/>
                </a:lnTo>
                <a:lnTo>
                  <a:pt x="426660" y="232400"/>
                </a:lnTo>
                <a:cubicBezTo>
                  <a:pt x="430674" y="232400"/>
                  <a:pt x="434217" y="231631"/>
                  <a:pt x="437273" y="230085"/>
                </a:cubicBezTo>
                <a:cubicBezTo>
                  <a:pt x="440328" y="228538"/>
                  <a:pt x="442696" y="226341"/>
                  <a:pt x="444387" y="223492"/>
                </a:cubicBezTo>
                <a:cubicBezTo>
                  <a:pt x="446077" y="220635"/>
                  <a:pt x="446918" y="217316"/>
                  <a:pt x="446918" y="213536"/>
                </a:cubicBezTo>
                <a:cubicBezTo>
                  <a:pt x="446918" y="209756"/>
                  <a:pt x="446086" y="206446"/>
                  <a:pt x="444432" y="203616"/>
                </a:cubicBezTo>
                <a:cubicBezTo>
                  <a:pt x="442769" y="200794"/>
                  <a:pt x="440400" y="198606"/>
                  <a:pt x="437318" y="197059"/>
                </a:cubicBezTo>
                <a:close/>
                <a:moveTo>
                  <a:pt x="435564" y="222181"/>
                </a:moveTo>
                <a:cubicBezTo>
                  <a:pt x="433178" y="224333"/>
                  <a:pt x="429978" y="225419"/>
                  <a:pt x="425955" y="225419"/>
                </a:cubicBezTo>
                <a:lnTo>
                  <a:pt x="410759" y="225419"/>
                </a:lnTo>
                <a:lnTo>
                  <a:pt x="410759" y="201744"/>
                </a:lnTo>
                <a:lnTo>
                  <a:pt x="426045" y="201744"/>
                </a:lnTo>
                <a:cubicBezTo>
                  <a:pt x="430059" y="201744"/>
                  <a:pt x="433250" y="202811"/>
                  <a:pt x="435609" y="204936"/>
                </a:cubicBezTo>
                <a:cubicBezTo>
                  <a:pt x="437969" y="207061"/>
                  <a:pt x="439144" y="209928"/>
                  <a:pt x="439144" y="213545"/>
                </a:cubicBezTo>
                <a:cubicBezTo>
                  <a:pt x="439144" y="217162"/>
                  <a:pt x="437951" y="220038"/>
                  <a:pt x="435564" y="222190"/>
                </a:cubicBezTo>
                <a:close/>
                <a:moveTo>
                  <a:pt x="377503" y="164459"/>
                </a:moveTo>
                <a:lnTo>
                  <a:pt x="378967" y="164459"/>
                </a:lnTo>
                <a:cubicBezTo>
                  <a:pt x="385828" y="164459"/>
                  <a:pt x="403663" y="164459"/>
                  <a:pt x="414637" y="138143"/>
                </a:cubicBezTo>
                <a:cubicBezTo>
                  <a:pt x="424048" y="115580"/>
                  <a:pt x="471668" y="2098"/>
                  <a:pt x="471668" y="2098"/>
                </a:cubicBezTo>
                <a:lnTo>
                  <a:pt x="442778" y="2098"/>
                </a:lnTo>
                <a:lnTo>
                  <a:pt x="377503" y="164468"/>
                </a:lnTo>
                <a:close/>
                <a:moveTo>
                  <a:pt x="635303" y="194744"/>
                </a:moveTo>
                <a:lnTo>
                  <a:pt x="611981" y="255903"/>
                </a:lnTo>
                <a:lnTo>
                  <a:pt x="619845" y="255903"/>
                </a:lnTo>
                <a:lnTo>
                  <a:pt x="626309" y="239390"/>
                </a:lnTo>
                <a:lnTo>
                  <a:pt x="652948" y="239390"/>
                </a:lnTo>
                <a:lnTo>
                  <a:pt x="659412" y="255903"/>
                </a:lnTo>
                <a:lnTo>
                  <a:pt x="667529" y="255903"/>
                </a:lnTo>
                <a:lnTo>
                  <a:pt x="644298" y="194744"/>
                </a:lnTo>
                <a:lnTo>
                  <a:pt x="635303" y="194744"/>
                </a:lnTo>
                <a:close/>
                <a:moveTo>
                  <a:pt x="628578" y="232490"/>
                </a:moveTo>
                <a:lnTo>
                  <a:pt x="639579" y="203046"/>
                </a:lnTo>
                <a:lnTo>
                  <a:pt x="650670" y="232490"/>
                </a:lnTo>
                <a:lnTo>
                  <a:pt x="628569" y="232490"/>
                </a:lnTo>
                <a:close/>
              </a:path>
            </a:pathLst>
          </a:custGeom>
          <a:solidFill>
            <a:schemeClr val="bg1"/>
          </a:solidFill>
          <a:ln w="104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EAD128B-8465-2D1B-FFD2-6E69CD523F1E}"/>
              </a:ext>
            </a:extLst>
          </p:cNvPr>
          <p:cNvGrpSpPr/>
          <p:nvPr/>
        </p:nvGrpSpPr>
        <p:grpSpPr>
          <a:xfrm>
            <a:off x="4280650" y="5408612"/>
            <a:ext cx="7576386" cy="828675"/>
            <a:chOff x="4280651" y="5501790"/>
            <a:chExt cx="7658975" cy="707151"/>
          </a:xfrm>
        </p:grpSpPr>
        <p:sp>
          <p:nvSpPr>
            <p:cNvPr id="31" name="Retângulo: Cantos Arredondados 16">
              <a:extLst>
                <a:ext uri="{FF2B5EF4-FFF2-40B4-BE49-F238E27FC236}">
                  <a16:creationId xmlns:a16="http://schemas.microsoft.com/office/drawing/2014/main" id="{12BC7BAC-BE39-35F7-C175-0B12A4EDD165}"/>
                </a:ext>
              </a:extLst>
            </p:cNvPr>
            <p:cNvSpPr/>
            <p:nvPr/>
          </p:nvSpPr>
          <p:spPr>
            <a:xfrm>
              <a:off x="5564856" y="5501790"/>
              <a:ext cx="1237950" cy="707151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92D3AB">
                      <a:lumMod val="50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Perfil da Indústria</a:t>
              </a:r>
            </a:p>
          </p:txBody>
        </p:sp>
        <p:sp>
          <p:nvSpPr>
            <p:cNvPr id="32" name="Retângulo: Cantos Arredondados 17">
              <a:extLst>
                <a:ext uri="{FF2B5EF4-FFF2-40B4-BE49-F238E27FC236}">
                  <a16:creationId xmlns:a16="http://schemas.microsoft.com/office/drawing/2014/main" id="{3EBFD4A9-0B11-C89E-C1BC-2E1BFB444122}"/>
                </a:ext>
              </a:extLst>
            </p:cNvPr>
            <p:cNvSpPr/>
            <p:nvPr/>
          </p:nvSpPr>
          <p:spPr>
            <a:xfrm>
              <a:off x="4280651" y="5501790"/>
              <a:ext cx="1237950" cy="707151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92D3AB">
                      <a:lumMod val="50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Diversificação</a:t>
              </a:r>
            </a:p>
          </p:txBody>
        </p:sp>
        <p:sp>
          <p:nvSpPr>
            <p:cNvPr id="33" name="Retângulo: Cantos Arredondados 18">
              <a:extLst>
                <a:ext uri="{FF2B5EF4-FFF2-40B4-BE49-F238E27FC236}">
                  <a16:creationId xmlns:a16="http://schemas.microsoft.com/office/drawing/2014/main" id="{9982BB1A-4909-F44D-A326-3E168F54CE99}"/>
                </a:ext>
              </a:extLst>
            </p:cNvPr>
            <p:cNvSpPr/>
            <p:nvPr/>
          </p:nvSpPr>
          <p:spPr>
            <a:xfrm>
              <a:off x="6849061" y="5501790"/>
              <a:ext cx="1237950" cy="707151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92D3AB">
                      <a:lumMod val="50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Posição de Mercado</a:t>
              </a:r>
            </a:p>
          </p:txBody>
        </p:sp>
        <p:sp>
          <p:nvSpPr>
            <p:cNvPr id="34" name="Retângulo: Cantos Arredondados 20">
              <a:extLst>
                <a:ext uri="{FF2B5EF4-FFF2-40B4-BE49-F238E27FC236}">
                  <a16:creationId xmlns:a16="http://schemas.microsoft.com/office/drawing/2014/main" id="{C6753E32-7EB4-3694-83CA-FA419A1F71AB}"/>
                </a:ext>
              </a:extLst>
            </p:cNvPr>
            <p:cNvSpPr/>
            <p:nvPr/>
          </p:nvSpPr>
          <p:spPr>
            <a:xfrm>
              <a:off x="8133265" y="5501790"/>
              <a:ext cx="1237950" cy="707151"/>
            </a:xfrm>
            <a:prstGeom prst="round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Alavancagem</a:t>
              </a:r>
            </a:p>
          </p:txBody>
        </p:sp>
        <p:sp>
          <p:nvSpPr>
            <p:cNvPr id="36" name="Retângulo: Cantos Arredondados 21">
              <a:extLst>
                <a:ext uri="{FF2B5EF4-FFF2-40B4-BE49-F238E27FC236}">
                  <a16:creationId xmlns:a16="http://schemas.microsoft.com/office/drawing/2014/main" id="{56F514BA-2438-EAA3-9EDD-D484743328B1}"/>
                </a:ext>
              </a:extLst>
            </p:cNvPr>
            <p:cNvSpPr/>
            <p:nvPr/>
          </p:nvSpPr>
          <p:spPr>
            <a:xfrm>
              <a:off x="9417470" y="5501790"/>
              <a:ext cx="1237950" cy="707151"/>
            </a:xfrm>
            <a:prstGeom prst="round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Cobertura </a:t>
              </a:r>
              <a:b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</a:b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de Juros</a:t>
              </a:r>
            </a:p>
          </p:txBody>
        </p:sp>
        <p:sp>
          <p:nvSpPr>
            <p:cNvPr id="37" name="Retângulo: Cantos Arredondados 22">
              <a:extLst>
                <a:ext uri="{FF2B5EF4-FFF2-40B4-BE49-F238E27FC236}">
                  <a16:creationId xmlns:a16="http://schemas.microsoft.com/office/drawing/2014/main" id="{4B4A4E5A-B908-89C7-F3C0-EBB7EF0B74B4}"/>
                </a:ext>
              </a:extLst>
            </p:cNvPr>
            <p:cNvSpPr/>
            <p:nvPr/>
          </p:nvSpPr>
          <p:spPr>
            <a:xfrm>
              <a:off x="10701676" y="5501790"/>
              <a:ext cx="1237950" cy="707151"/>
            </a:xfrm>
            <a:prstGeom prst="round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Liquidez</a:t>
              </a:r>
            </a:p>
          </p:txBody>
        </p:sp>
      </p:grpSp>
      <p:sp>
        <p:nvSpPr>
          <p:cNvPr id="38" name="object 54">
            <a:extLst>
              <a:ext uri="{FF2B5EF4-FFF2-40B4-BE49-F238E27FC236}">
                <a16:creationId xmlns:a16="http://schemas.microsoft.com/office/drawing/2014/main" id="{B0552A26-7DB2-BFEC-058C-42ED99A3F70C}"/>
              </a:ext>
            </a:extLst>
          </p:cNvPr>
          <p:cNvSpPr txBox="1"/>
          <p:nvPr/>
        </p:nvSpPr>
        <p:spPr>
          <a:xfrm>
            <a:off x="4239515" y="4892874"/>
            <a:ext cx="2216520" cy="232541"/>
          </a:xfrm>
          <a:prstGeom prst="rect">
            <a:avLst/>
          </a:prstGeom>
        </p:spPr>
        <p:txBody>
          <a:bodyPr vert="horz" wrap="square" lIns="0" tIns="16932" rIns="0" bIns="0" rtlCol="0">
            <a:spAutoFit/>
          </a:bodyPr>
          <a:lstStyle/>
          <a:p>
            <a:pPr marL="16932" marR="0" lvl="0" indent="0" algn="l" defTabSz="554492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/>
                <a:ea typeface="+mn-ea"/>
                <a:cs typeface="Versos"/>
                <a:sym typeface="Arial"/>
              </a:rPr>
              <a:t>Critérios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D6FDC0C-DD9A-5240-78D3-910E8CD04394}"/>
              </a:ext>
            </a:extLst>
          </p:cNvPr>
          <p:cNvSpPr/>
          <p:nvPr/>
        </p:nvSpPr>
        <p:spPr>
          <a:xfrm flipV="1">
            <a:off x="334962" y="6294310"/>
            <a:ext cx="11097267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AF6702-E967-A720-DCAE-EE7AF328ADAD}"/>
              </a:ext>
            </a:extLst>
          </p:cNvPr>
          <p:cNvSpPr txBox="1">
            <a:spLocks/>
          </p:cNvSpPr>
          <p:nvPr/>
        </p:nvSpPr>
        <p:spPr>
          <a:xfrm>
            <a:off x="11561763" y="647363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chemeClr val="bg1"/>
                </a:solidFill>
                <a:latin typeface="Versos" panose="020B0503020204030204" pitchFamily="34" charset="0"/>
                <a:ea typeface="Arial"/>
                <a:cs typeface="Versos" panose="020B050302020403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42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2D8E02C-E36B-F0FA-84BB-F6DC2FB29C39}"/>
              </a:ext>
            </a:extLst>
          </p:cNvPr>
          <p:cNvGrpSpPr/>
          <p:nvPr/>
        </p:nvGrpSpPr>
        <p:grpSpPr>
          <a:xfrm>
            <a:off x="334964" y="1383135"/>
            <a:ext cx="3121471" cy="267041"/>
            <a:chOff x="5483225" y="1383135"/>
            <a:chExt cx="6372602" cy="267041"/>
          </a:xfrm>
        </p:grpSpPr>
        <p:sp>
          <p:nvSpPr>
            <p:cNvPr id="24" name="TextBox 19">
              <a:extLst>
                <a:ext uri="{FF2B5EF4-FFF2-40B4-BE49-F238E27FC236}">
                  <a16:creationId xmlns:a16="http://schemas.microsoft.com/office/drawing/2014/main" id="{76990588-85C4-0698-25D2-181C2CFB43D5}"/>
                </a:ext>
              </a:extLst>
            </p:cNvPr>
            <p:cNvSpPr txBox="1"/>
            <p:nvPr/>
          </p:nvSpPr>
          <p:spPr>
            <a:xfrm>
              <a:off x="5483225" y="1383135"/>
              <a:ext cx="5404979" cy="1642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6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Plus Jakarta Sans Light" pitchFamily="2" charset="77"/>
                  <a:sym typeface="Arial"/>
                </a:rPr>
                <a:t>CARACTERÍSTICAS ALVO DO FUNDO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C3DE702-B12C-2B2D-8D09-4628359AB49E}"/>
                </a:ext>
              </a:extLst>
            </p:cNvPr>
            <p:cNvCxnSpPr>
              <a:cxnSpLocks/>
            </p:cNvCxnSpPr>
            <p:nvPr/>
          </p:nvCxnSpPr>
          <p:spPr>
            <a:xfrm>
              <a:off x="5483225" y="1650176"/>
              <a:ext cx="637260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object 38">
            <a:extLst>
              <a:ext uri="{FF2B5EF4-FFF2-40B4-BE49-F238E27FC236}">
                <a16:creationId xmlns:a16="http://schemas.microsoft.com/office/drawing/2014/main" id="{1CCA1361-EEFD-F550-57F5-C34A4B5CD985}"/>
              </a:ext>
            </a:extLst>
          </p:cNvPr>
          <p:cNvSpPr txBox="1">
            <a:spLocks/>
          </p:cNvSpPr>
          <p:nvPr/>
        </p:nvSpPr>
        <p:spPr>
          <a:xfrm>
            <a:off x="315195" y="531264"/>
            <a:ext cx="7850404" cy="62566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CARACTERÍSTICAS </a:t>
            </a:r>
            <a:b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</a:b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CARTEIRA HIGH YIELD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7CA0599-828C-E38C-0304-2735C0D6B545}"/>
              </a:ext>
            </a:extLst>
          </p:cNvPr>
          <p:cNvGraphicFramePr>
            <a:graphicFrameLocks noGrp="1"/>
          </p:cNvGraphicFramePr>
          <p:nvPr/>
        </p:nvGraphicFramePr>
        <p:xfrm>
          <a:off x="334962" y="1960334"/>
          <a:ext cx="3121471" cy="1728000"/>
        </p:xfrm>
        <a:graphic>
          <a:graphicData uri="http://schemas.openxmlformats.org/drawingml/2006/table">
            <a:tbl>
              <a:tblPr firstRow="1" bandRow="1"/>
              <a:tblGrid>
                <a:gridCol w="3121471">
                  <a:extLst>
                    <a:ext uri="{9D8B030D-6E8A-4147-A177-3AD203B41FA5}">
                      <a16:colId xmlns:a16="http://schemas.microsoft.com/office/drawing/2014/main" val="4058305718"/>
                    </a:ext>
                  </a:extLst>
                </a:gridCol>
              </a:tblGrid>
              <a:tr h="806400">
                <a:tc>
                  <a:txBody>
                    <a:bodyPr/>
                    <a:lstStyle/>
                    <a:p>
                      <a:pPr algn="ctr"/>
                      <a:r>
                        <a:rPr lang="pt-BR" sz="180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Concentração alvo por </a:t>
                      </a:r>
                      <a:br>
                        <a:rPr lang="pt-BR" sz="180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</a:br>
                      <a:r>
                        <a:rPr lang="pt-BR" sz="180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Emissor Corporativo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288672"/>
                  </a:ext>
                </a:extLst>
              </a:tr>
              <a:tr h="921600">
                <a:tc>
                  <a:txBody>
                    <a:bodyPr/>
                    <a:lstStyle/>
                    <a:p>
                      <a:pPr marL="0" algn="ctr" eaLnBrk="1" hangingPunct="1"/>
                      <a:r>
                        <a:rPr lang="pt-BR" sz="1800" b="1" i="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Até 3%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17423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181E5E-C04A-A578-1A38-2AA9E2B00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300212"/>
              </p:ext>
            </p:extLst>
          </p:nvPr>
        </p:nvGraphicFramePr>
        <p:xfrm>
          <a:off x="334961" y="3998491"/>
          <a:ext cx="3121471" cy="1728000"/>
        </p:xfrm>
        <a:graphic>
          <a:graphicData uri="http://schemas.openxmlformats.org/drawingml/2006/table">
            <a:tbl>
              <a:tblPr firstRow="1" bandRow="1"/>
              <a:tblGrid>
                <a:gridCol w="3121471">
                  <a:extLst>
                    <a:ext uri="{9D8B030D-6E8A-4147-A177-3AD203B41FA5}">
                      <a16:colId xmlns:a16="http://schemas.microsoft.com/office/drawing/2014/main" val="4058305718"/>
                    </a:ext>
                  </a:extLst>
                </a:gridCol>
              </a:tblGrid>
              <a:tr h="806400">
                <a:tc>
                  <a:txBody>
                    <a:bodyPr/>
                    <a:lstStyle/>
                    <a:p>
                      <a:pPr algn="ctr"/>
                      <a:r>
                        <a:rPr lang="pt-BR" sz="180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 Carteira HG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288672"/>
                  </a:ext>
                </a:extLst>
              </a:tr>
              <a:tr h="921600">
                <a:tc>
                  <a:txBody>
                    <a:bodyPr/>
                    <a:lstStyle/>
                    <a:p>
                      <a:pPr marL="0" algn="ctr" eaLnBrk="1" hangingPunct="1"/>
                      <a:r>
                        <a:rPr lang="pt-BR" sz="1800" b="1" i="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63,5%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174230"/>
                  </a:ext>
                </a:extLst>
              </a:tr>
            </a:tbl>
          </a:graphicData>
        </a:graphic>
      </p:graphicFrame>
      <p:grpSp>
        <p:nvGrpSpPr>
          <p:cNvPr id="26" name="Group 25">
            <a:extLst>
              <a:ext uri="{FF2B5EF4-FFF2-40B4-BE49-F238E27FC236}">
                <a16:creationId xmlns:a16="http://schemas.microsoft.com/office/drawing/2014/main" id="{F571488C-CB35-8ECC-BC00-E59B0DA8E950}"/>
              </a:ext>
            </a:extLst>
          </p:cNvPr>
          <p:cNvGrpSpPr/>
          <p:nvPr/>
        </p:nvGrpSpPr>
        <p:grpSpPr>
          <a:xfrm>
            <a:off x="4254865" y="1383135"/>
            <a:ext cx="7541001" cy="267041"/>
            <a:chOff x="5483225" y="1383135"/>
            <a:chExt cx="6372602" cy="267041"/>
          </a:xfrm>
        </p:grpSpPr>
        <p:sp>
          <p:nvSpPr>
            <p:cNvPr id="27" name="TextBox 19">
              <a:extLst>
                <a:ext uri="{FF2B5EF4-FFF2-40B4-BE49-F238E27FC236}">
                  <a16:creationId xmlns:a16="http://schemas.microsoft.com/office/drawing/2014/main" id="{F93F67B7-F3F9-0397-F19B-3CA6459009FB}"/>
                </a:ext>
              </a:extLst>
            </p:cNvPr>
            <p:cNvSpPr txBox="1"/>
            <p:nvPr/>
          </p:nvSpPr>
          <p:spPr>
            <a:xfrm>
              <a:off x="5483225" y="1383135"/>
              <a:ext cx="5404979" cy="1642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67" b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Plus Jakarta Sans Light" pitchFamily="2" charset="77"/>
                  <a:sym typeface="Arial"/>
                </a:rPr>
                <a:t>DISTRIBUIÇÃO DE RATING DA CARTEIRA — EXPOSIÇÃO DE RATING EXTERNO*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61D1AC7-4E37-065A-974C-00003BBB4A00}"/>
                </a:ext>
              </a:extLst>
            </p:cNvPr>
            <p:cNvCxnSpPr>
              <a:cxnSpLocks/>
            </p:cNvCxnSpPr>
            <p:nvPr/>
          </p:nvCxnSpPr>
          <p:spPr>
            <a:xfrm>
              <a:off x="5483225" y="1650176"/>
              <a:ext cx="637260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0" name="Chart 6">
            <a:extLst>
              <a:ext uri="{FF2B5EF4-FFF2-40B4-BE49-F238E27FC236}">
                <a16:creationId xmlns:a16="http://schemas.microsoft.com/office/drawing/2014/main" id="{9BF0729D-4AFF-43E1-1751-DA9B8CEA6C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0051352"/>
              </p:ext>
            </p:extLst>
          </p:nvPr>
        </p:nvGraphicFramePr>
        <p:xfrm>
          <a:off x="4239515" y="1949669"/>
          <a:ext cx="7534900" cy="2635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531847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DC7289-2315-AB06-37D2-11AE8D28D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3">
            <a:extLst>
              <a:ext uri="{FF2B5EF4-FFF2-40B4-BE49-F238E27FC236}">
                <a16:creationId xmlns:a16="http://schemas.microsoft.com/office/drawing/2014/main" id="{ABBECDE6-1F89-6950-5D5B-988313F1595F}"/>
              </a:ext>
            </a:extLst>
          </p:cNvPr>
          <p:cNvPicPr/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28" y="4119"/>
            <a:ext cx="3904555" cy="6853881"/>
          </a:xfrm>
          <a:prstGeom prst="rect">
            <a:avLst/>
          </a:prstGeom>
          <a:solidFill>
            <a:schemeClr val="bg1">
              <a:alpha val="24000"/>
            </a:schemeClr>
          </a:solidFill>
        </p:spPr>
      </p:pic>
      <p:sp>
        <p:nvSpPr>
          <p:cNvPr id="2" name="object 5">
            <a:extLst>
              <a:ext uri="{FF2B5EF4-FFF2-40B4-BE49-F238E27FC236}">
                <a16:creationId xmlns:a16="http://schemas.microsoft.com/office/drawing/2014/main" id="{F96A65AD-0CA7-16D6-7B25-4F411D1AD872}"/>
              </a:ext>
            </a:extLst>
          </p:cNvPr>
          <p:cNvSpPr/>
          <p:nvPr/>
        </p:nvSpPr>
        <p:spPr>
          <a:xfrm flipV="1">
            <a:off x="334963" y="87564"/>
            <a:ext cx="1152086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3FCB5D4C-6D1B-5BEB-BCF7-1E074A996ECC}"/>
              </a:ext>
            </a:extLst>
          </p:cNvPr>
          <p:cNvSpPr/>
          <p:nvPr/>
        </p:nvSpPr>
        <p:spPr>
          <a:xfrm>
            <a:off x="11100750" y="513297"/>
            <a:ext cx="755077" cy="256427"/>
          </a:xfrm>
          <a:custGeom>
            <a:avLst/>
            <a:gdLst>
              <a:gd name="connsiteX0" fmla="*/ 729170 w 755077"/>
              <a:gd name="connsiteY0" fmla="*/ 141860 h 256427"/>
              <a:gd name="connsiteX1" fmla="*/ 755078 w 755077"/>
              <a:gd name="connsiteY1" fmla="*/ 82229 h 256427"/>
              <a:gd name="connsiteX2" fmla="*/ 729170 w 755077"/>
              <a:gd name="connsiteY2" fmla="*/ 22599 h 256427"/>
              <a:gd name="connsiteX3" fmla="*/ 662720 w 755077"/>
              <a:gd name="connsiteY3" fmla="*/ 0 h 256427"/>
              <a:gd name="connsiteX4" fmla="*/ 596270 w 755077"/>
              <a:gd name="connsiteY4" fmla="*/ 22599 h 256427"/>
              <a:gd name="connsiteX5" fmla="*/ 570363 w 755077"/>
              <a:gd name="connsiteY5" fmla="*/ 82229 h 256427"/>
              <a:gd name="connsiteX6" fmla="*/ 596270 w 755077"/>
              <a:gd name="connsiteY6" fmla="*/ 141860 h 256427"/>
              <a:gd name="connsiteX7" fmla="*/ 662720 w 755077"/>
              <a:gd name="connsiteY7" fmla="*/ 164459 h 256427"/>
              <a:gd name="connsiteX8" fmla="*/ 729170 w 755077"/>
              <a:gd name="connsiteY8" fmla="*/ 141860 h 256427"/>
              <a:gd name="connsiteX9" fmla="*/ 596089 w 755077"/>
              <a:gd name="connsiteY9" fmla="*/ 82229 h 256427"/>
              <a:gd name="connsiteX10" fmla="*/ 613852 w 755077"/>
              <a:gd name="connsiteY10" fmla="*/ 41282 h 256427"/>
              <a:gd name="connsiteX11" fmla="*/ 662720 w 755077"/>
              <a:gd name="connsiteY11" fmla="*/ 25357 h 256427"/>
              <a:gd name="connsiteX12" fmla="*/ 711588 w 755077"/>
              <a:gd name="connsiteY12" fmla="*/ 41282 h 256427"/>
              <a:gd name="connsiteX13" fmla="*/ 729351 w 755077"/>
              <a:gd name="connsiteY13" fmla="*/ 82229 h 256427"/>
              <a:gd name="connsiteX14" fmla="*/ 711588 w 755077"/>
              <a:gd name="connsiteY14" fmla="*/ 123177 h 256427"/>
              <a:gd name="connsiteX15" fmla="*/ 662720 w 755077"/>
              <a:gd name="connsiteY15" fmla="*/ 139093 h 256427"/>
              <a:gd name="connsiteX16" fmla="*/ 613852 w 755077"/>
              <a:gd name="connsiteY16" fmla="*/ 123177 h 256427"/>
              <a:gd name="connsiteX17" fmla="*/ 596089 w 755077"/>
              <a:gd name="connsiteY17" fmla="*/ 82229 h 256427"/>
              <a:gd name="connsiteX18" fmla="*/ 234957 w 755077"/>
              <a:gd name="connsiteY18" fmla="*/ 204267 h 256427"/>
              <a:gd name="connsiteX19" fmla="*/ 246049 w 755077"/>
              <a:gd name="connsiteY19" fmla="*/ 201210 h 256427"/>
              <a:gd name="connsiteX20" fmla="*/ 257882 w 755077"/>
              <a:gd name="connsiteY20" fmla="*/ 204791 h 256427"/>
              <a:gd name="connsiteX21" fmla="*/ 264390 w 755077"/>
              <a:gd name="connsiteY21" fmla="*/ 214748 h 256427"/>
              <a:gd name="connsiteX22" fmla="*/ 271993 w 755077"/>
              <a:gd name="connsiteY22" fmla="*/ 214748 h 256427"/>
              <a:gd name="connsiteX23" fmla="*/ 263387 w 755077"/>
              <a:gd name="connsiteY23" fmla="*/ 199718 h 256427"/>
              <a:gd name="connsiteX24" fmla="*/ 246401 w 755077"/>
              <a:gd name="connsiteY24" fmla="*/ 194211 h 256427"/>
              <a:gd name="connsiteX25" fmla="*/ 231025 w 755077"/>
              <a:gd name="connsiteY25" fmla="*/ 198099 h 256427"/>
              <a:gd name="connsiteX26" fmla="*/ 220810 w 755077"/>
              <a:gd name="connsiteY26" fmla="*/ 209069 h 256427"/>
              <a:gd name="connsiteX27" fmla="*/ 217231 w 755077"/>
              <a:gd name="connsiteY27" fmla="*/ 225319 h 256427"/>
              <a:gd name="connsiteX28" fmla="*/ 220810 w 755077"/>
              <a:gd name="connsiteY28" fmla="*/ 241615 h 256427"/>
              <a:gd name="connsiteX29" fmla="*/ 231025 w 755077"/>
              <a:gd name="connsiteY29" fmla="*/ 252539 h 256427"/>
              <a:gd name="connsiteX30" fmla="*/ 246401 w 755077"/>
              <a:gd name="connsiteY30" fmla="*/ 256428 h 256427"/>
              <a:gd name="connsiteX31" fmla="*/ 263387 w 755077"/>
              <a:gd name="connsiteY31" fmla="*/ 250920 h 256427"/>
              <a:gd name="connsiteX32" fmla="*/ 271902 w 755077"/>
              <a:gd name="connsiteY32" fmla="*/ 235891 h 256427"/>
              <a:gd name="connsiteX33" fmla="*/ 264300 w 755077"/>
              <a:gd name="connsiteY33" fmla="*/ 235891 h 256427"/>
              <a:gd name="connsiteX34" fmla="*/ 257837 w 755077"/>
              <a:gd name="connsiteY34" fmla="*/ 245892 h 256427"/>
              <a:gd name="connsiteX35" fmla="*/ 246049 w 755077"/>
              <a:gd name="connsiteY35" fmla="*/ 249428 h 256427"/>
              <a:gd name="connsiteX36" fmla="*/ 234957 w 755077"/>
              <a:gd name="connsiteY36" fmla="*/ 246372 h 256427"/>
              <a:gd name="connsiteX37" fmla="*/ 227581 w 755077"/>
              <a:gd name="connsiteY37" fmla="*/ 237808 h 256427"/>
              <a:gd name="connsiteX38" fmla="*/ 225005 w 755077"/>
              <a:gd name="connsiteY38" fmla="*/ 225310 h 256427"/>
              <a:gd name="connsiteX39" fmla="*/ 227581 w 755077"/>
              <a:gd name="connsiteY39" fmla="*/ 212776 h 256427"/>
              <a:gd name="connsiteX40" fmla="*/ 234957 w 755077"/>
              <a:gd name="connsiteY40" fmla="*/ 204258 h 256427"/>
              <a:gd name="connsiteX41" fmla="*/ 330858 w 755077"/>
              <a:gd name="connsiteY41" fmla="*/ 194744 h 256427"/>
              <a:gd name="connsiteX42" fmla="*/ 307536 w 755077"/>
              <a:gd name="connsiteY42" fmla="*/ 255903 h 256427"/>
              <a:gd name="connsiteX43" fmla="*/ 315392 w 755077"/>
              <a:gd name="connsiteY43" fmla="*/ 255903 h 256427"/>
              <a:gd name="connsiteX44" fmla="*/ 321855 w 755077"/>
              <a:gd name="connsiteY44" fmla="*/ 239390 h 256427"/>
              <a:gd name="connsiteX45" fmla="*/ 348495 w 755077"/>
              <a:gd name="connsiteY45" fmla="*/ 239390 h 256427"/>
              <a:gd name="connsiteX46" fmla="*/ 354958 w 755077"/>
              <a:gd name="connsiteY46" fmla="*/ 255903 h 256427"/>
              <a:gd name="connsiteX47" fmla="*/ 363076 w 755077"/>
              <a:gd name="connsiteY47" fmla="*/ 255903 h 256427"/>
              <a:gd name="connsiteX48" fmla="*/ 339844 w 755077"/>
              <a:gd name="connsiteY48" fmla="*/ 194744 h 256427"/>
              <a:gd name="connsiteX49" fmla="*/ 330849 w 755077"/>
              <a:gd name="connsiteY49" fmla="*/ 194744 h 256427"/>
              <a:gd name="connsiteX50" fmla="*/ 324133 w 755077"/>
              <a:gd name="connsiteY50" fmla="*/ 232490 h 256427"/>
              <a:gd name="connsiteX51" fmla="*/ 335134 w 755077"/>
              <a:gd name="connsiteY51" fmla="*/ 203046 h 256427"/>
              <a:gd name="connsiteX52" fmla="*/ 346226 w 755077"/>
              <a:gd name="connsiteY52" fmla="*/ 232490 h 256427"/>
              <a:gd name="connsiteX53" fmla="*/ 324124 w 755077"/>
              <a:gd name="connsiteY53" fmla="*/ 232490 h 256427"/>
              <a:gd name="connsiteX54" fmla="*/ 715231 w 755077"/>
              <a:gd name="connsiteY54" fmla="*/ 194744 h 256427"/>
              <a:gd name="connsiteX55" fmla="*/ 707638 w 755077"/>
              <a:gd name="connsiteY55" fmla="*/ 194744 h 256427"/>
              <a:gd name="connsiteX56" fmla="*/ 707638 w 755077"/>
              <a:gd name="connsiteY56" fmla="*/ 255903 h 256427"/>
              <a:gd name="connsiteX57" fmla="*/ 743100 w 755077"/>
              <a:gd name="connsiteY57" fmla="*/ 255903 h 256427"/>
              <a:gd name="connsiteX58" fmla="*/ 743100 w 755077"/>
              <a:gd name="connsiteY58" fmla="*/ 248913 h 256427"/>
              <a:gd name="connsiteX59" fmla="*/ 715240 w 755077"/>
              <a:gd name="connsiteY59" fmla="*/ 248913 h 256427"/>
              <a:gd name="connsiteX60" fmla="*/ 715240 w 755077"/>
              <a:gd name="connsiteY60" fmla="*/ 194744 h 256427"/>
              <a:gd name="connsiteX61" fmla="*/ 247423 w 755077"/>
              <a:gd name="connsiteY61" fmla="*/ 2089 h 256427"/>
              <a:gd name="connsiteX62" fmla="*/ 222392 w 755077"/>
              <a:gd name="connsiteY62" fmla="*/ 2089 h 256427"/>
              <a:gd name="connsiteX63" fmla="*/ 222392 w 755077"/>
              <a:gd name="connsiteY63" fmla="*/ 162361 h 256427"/>
              <a:gd name="connsiteX64" fmla="*/ 247423 w 755077"/>
              <a:gd name="connsiteY64" fmla="*/ 162361 h 256427"/>
              <a:gd name="connsiteX65" fmla="*/ 247423 w 755077"/>
              <a:gd name="connsiteY65" fmla="*/ 2089 h 256427"/>
              <a:gd name="connsiteX66" fmla="*/ 79458 w 755077"/>
              <a:gd name="connsiteY66" fmla="*/ 61810 h 256427"/>
              <a:gd name="connsiteX67" fmla="*/ 79458 w 755077"/>
              <a:gd name="connsiteY67" fmla="*/ 162370 h 256427"/>
              <a:gd name="connsiteX68" fmla="*/ 105230 w 755077"/>
              <a:gd name="connsiteY68" fmla="*/ 162370 h 256427"/>
              <a:gd name="connsiteX69" fmla="*/ 105212 w 755077"/>
              <a:gd name="connsiteY69" fmla="*/ 61810 h 256427"/>
              <a:gd name="connsiteX70" fmla="*/ 93786 w 755077"/>
              <a:gd name="connsiteY70" fmla="*/ 28296 h 256427"/>
              <a:gd name="connsiteX71" fmla="*/ 92330 w 755077"/>
              <a:gd name="connsiteY71" fmla="*/ 26415 h 256427"/>
              <a:gd name="connsiteX72" fmla="*/ 90875 w 755077"/>
              <a:gd name="connsiteY72" fmla="*/ 28296 h 256427"/>
              <a:gd name="connsiteX73" fmla="*/ 79449 w 755077"/>
              <a:gd name="connsiteY73" fmla="*/ 61810 h 256427"/>
              <a:gd name="connsiteX74" fmla="*/ 46608 w 755077"/>
              <a:gd name="connsiteY74" fmla="*/ 2089 h 256427"/>
              <a:gd name="connsiteX75" fmla="*/ 0 w 755077"/>
              <a:gd name="connsiteY75" fmla="*/ 2089 h 256427"/>
              <a:gd name="connsiteX76" fmla="*/ 0 w 755077"/>
              <a:gd name="connsiteY76" fmla="*/ 26415 h 256427"/>
              <a:gd name="connsiteX77" fmla="*/ 92330 w 755077"/>
              <a:gd name="connsiteY77" fmla="*/ 26415 h 256427"/>
              <a:gd name="connsiteX78" fmla="*/ 90043 w 755077"/>
              <a:gd name="connsiteY78" fmla="*/ 23458 h 256427"/>
              <a:gd name="connsiteX79" fmla="*/ 46608 w 755077"/>
              <a:gd name="connsiteY79" fmla="*/ 2089 h 256427"/>
              <a:gd name="connsiteX80" fmla="*/ 94618 w 755077"/>
              <a:gd name="connsiteY80" fmla="*/ 23458 h 256427"/>
              <a:gd name="connsiteX81" fmla="*/ 92330 w 755077"/>
              <a:gd name="connsiteY81" fmla="*/ 26415 h 256427"/>
              <a:gd name="connsiteX82" fmla="*/ 184661 w 755077"/>
              <a:gd name="connsiteY82" fmla="*/ 26415 h 256427"/>
              <a:gd name="connsiteX83" fmla="*/ 184661 w 755077"/>
              <a:gd name="connsiteY83" fmla="*/ 2089 h 256427"/>
              <a:gd name="connsiteX84" fmla="*/ 138053 w 755077"/>
              <a:gd name="connsiteY84" fmla="*/ 2089 h 256427"/>
              <a:gd name="connsiteX85" fmla="*/ 94608 w 755077"/>
              <a:gd name="connsiteY85" fmla="*/ 23458 h 256427"/>
              <a:gd name="connsiteX86" fmla="*/ 507601 w 755077"/>
              <a:gd name="connsiteY86" fmla="*/ 162361 h 256427"/>
              <a:gd name="connsiteX87" fmla="*/ 532631 w 755077"/>
              <a:gd name="connsiteY87" fmla="*/ 162361 h 256427"/>
              <a:gd name="connsiteX88" fmla="*/ 532631 w 755077"/>
              <a:gd name="connsiteY88" fmla="*/ 2089 h 256427"/>
              <a:gd name="connsiteX89" fmla="*/ 507601 w 755077"/>
              <a:gd name="connsiteY89" fmla="*/ 2089 h 256427"/>
              <a:gd name="connsiteX90" fmla="*/ 507601 w 755077"/>
              <a:gd name="connsiteY90" fmla="*/ 162361 h 256427"/>
              <a:gd name="connsiteX91" fmla="*/ 488238 w 755077"/>
              <a:gd name="connsiteY91" fmla="*/ 255903 h 256427"/>
              <a:gd name="connsiteX92" fmla="*/ 495840 w 755077"/>
              <a:gd name="connsiteY92" fmla="*/ 255903 h 256427"/>
              <a:gd name="connsiteX93" fmla="*/ 495840 w 755077"/>
              <a:gd name="connsiteY93" fmla="*/ 194744 h 256427"/>
              <a:gd name="connsiteX94" fmla="*/ 488238 w 755077"/>
              <a:gd name="connsiteY94" fmla="*/ 194744 h 256427"/>
              <a:gd name="connsiteX95" fmla="*/ 488238 w 755077"/>
              <a:gd name="connsiteY95" fmla="*/ 255903 h 256427"/>
              <a:gd name="connsiteX96" fmla="*/ 537151 w 755077"/>
              <a:gd name="connsiteY96" fmla="*/ 201735 h 256427"/>
              <a:gd name="connsiteX97" fmla="*/ 556975 w 755077"/>
              <a:gd name="connsiteY97" fmla="*/ 201735 h 256427"/>
              <a:gd name="connsiteX98" fmla="*/ 556975 w 755077"/>
              <a:gd name="connsiteY98" fmla="*/ 255903 h 256427"/>
              <a:gd name="connsiteX99" fmla="*/ 564577 w 755077"/>
              <a:gd name="connsiteY99" fmla="*/ 255903 h 256427"/>
              <a:gd name="connsiteX100" fmla="*/ 564577 w 755077"/>
              <a:gd name="connsiteY100" fmla="*/ 201735 h 256427"/>
              <a:gd name="connsiteX101" fmla="*/ 584401 w 755077"/>
              <a:gd name="connsiteY101" fmla="*/ 201735 h 256427"/>
              <a:gd name="connsiteX102" fmla="*/ 584401 w 755077"/>
              <a:gd name="connsiteY102" fmla="*/ 194744 h 256427"/>
              <a:gd name="connsiteX103" fmla="*/ 537151 w 755077"/>
              <a:gd name="connsiteY103" fmla="*/ 194744 h 256427"/>
              <a:gd name="connsiteX104" fmla="*/ 537151 w 755077"/>
              <a:gd name="connsiteY104" fmla="*/ 201735 h 256427"/>
              <a:gd name="connsiteX105" fmla="*/ 283346 w 755077"/>
              <a:gd name="connsiteY105" fmla="*/ 2089 h 256427"/>
              <a:gd name="connsiteX106" fmla="*/ 340377 w 755077"/>
              <a:gd name="connsiteY106" fmla="*/ 138134 h 256427"/>
              <a:gd name="connsiteX107" fmla="*/ 376047 w 755077"/>
              <a:gd name="connsiteY107" fmla="*/ 164450 h 256427"/>
              <a:gd name="connsiteX108" fmla="*/ 377512 w 755077"/>
              <a:gd name="connsiteY108" fmla="*/ 164450 h 256427"/>
              <a:gd name="connsiteX109" fmla="*/ 312237 w 755077"/>
              <a:gd name="connsiteY109" fmla="*/ 2089 h 256427"/>
              <a:gd name="connsiteX110" fmla="*/ 283346 w 755077"/>
              <a:gd name="connsiteY110" fmla="*/ 2089 h 256427"/>
              <a:gd name="connsiteX111" fmla="*/ 437309 w 755077"/>
              <a:gd name="connsiteY111" fmla="*/ 197059 h 256427"/>
              <a:gd name="connsiteX112" fmla="*/ 426651 w 755077"/>
              <a:gd name="connsiteY112" fmla="*/ 194744 h 256427"/>
              <a:gd name="connsiteX113" fmla="*/ 403157 w 755077"/>
              <a:gd name="connsiteY113" fmla="*/ 194744 h 256427"/>
              <a:gd name="connsiteX114" fmla="*/ 403157 w 755077"/>
              <a:gd name="connsiteY114" fmla="*/ 255903 h 256427"/>
              <a:gd name="connsiteX115" fmla="*/ 410759 w 755077"/>
              <a:gd name="connsiteY115" fmla="*/ 255903 h 256427"/>
              <a:gd name="connsiteX116" fmla="*/ 410759 w 755077"/>
              <a:gd name="connsiteY116" fmla="*/ 232400 h 256427"/>
              <a:gd name="connsiteX117" fmla="*/ 426660 w 755077"/>
              <a:gd name="connsiteY117" fmla="*/ 232400 h 256427"/>
              <a:gd name="connsiteX118" fmla="*/ 437273 w 755077"/>
              <a:gd name="connsiteY118" fmla="*/ 230085 h 256427"/>
              <a:gd name="connsiteX119" fmla="*/ 444387 w 755077"/>
              <a:gd name="connsiteY119" fmla="*/ 223492 h 256427"/>
              <a:gd name="connsiteX120" fmla="*/ 446918 w 755077"/>
              <a:gd name="connsiteY120" fmla="*/ 213536 h 256427"/>
              <a:gd name="connsiteX121" fmla="*/ 444432 w 755077"/>
              <a:gd name="connsiteY121" fmla="*/ 203616 h 256427"/>
              <a:gd name="connsiteX122" fmla="*/ 437318 w 755077"/>
              <a:gd name="connsiteY122" fmla="*/ 197059 h 256427"/>
              <a:gd name="connsiteX123" fmla="*/ 435564 w 755077"/>
              <a:gd name="connsiteY123" fmla="*/ 222181 h 256427"/>
              <a:gd name="connsiteX124" fmla="*/ 425955 w 755077"/>
              <a:gd name="connsiteY124" fmla="*/ 225419 h 256427"/>
              <a:gd name="connsiteX125" fmla="*/ 410759 w 755077"/>
              <a:gd name="connsiteY125" fmla="*/ 225419 h 256427"/>
              <a:gd name="connsiteX126" fmla="*/ 410759 w 755077"/>
              <a:gd name="connsiteY126" fmla="*/ 201744 h 256427"/>
              <a:gd name="connsiteX127" fmla="*/ 426045 w 755077"/>
              <a:gd name="connsiteY127" fmla="*/ 201744 h 256427"/>
              <a:gd name="connsiteX128" fmla="*/ 435609 w 755077"/>
              <a:gd name="connsiteY128" fmla="*/ 204936 h 256427"/>
              <a:gd name="connsiteX129" fmla="*/ 439144 w 755077"/>
              <a:gd name="connsiteY129" fmla="*/ 213545 h 256427"/>
              <a:gd name="connsiteX130" fmla="*/ 435564 w 755077"/>
              <a:gd name="connsiteY130" fmla="*/ 222190 h 256427"/>
              <a:gd name="connsiteX131" fmla="*/ 377503 w 755077"/>
              <a:gd name="connsiteY131" fmla="*/ 164459 h 256427"/>
              <a:gd name="connsiteX132" fmla="*/ 378967 w 755077"/>
              <a:gd name="connsiteY132" fmla="*/ 164459 h 256427"/>
              <a:gd name="connsiteX133" fmla="*/ 414637 w 755077"/>
              <a:gd name="connsiteY133" fmla="*/ 138143 h 256427"/>
              <a:gd name="connsiteX134" fmla="*/ 471668 w 755077"/>
              <a:gd name="connsiteY134" fmla="*/ 2098 h 256427"/>
              <a:gd name="connsiteX135" fmla="*/ 442778 w 755077"/>
              <a:gd name="connsiteY135" fmla="*/ 2098 h 256427"/>
              <a:gd name="connsiteX136" fmla="*/ 377503 w 755077"/>
              <a:gd name="connsiteY136" fmla="*/ 164468 h 256427"/>
              <a:gd name="connsiteX137" fmla="*/ 635303 w 755077"/>
              <a:gd name="connsiteY137" fmla="*/ 194744 h 256427"/>
              <a:gd name="connsiteX138" fmla="*/ 611981 w 755077"/>
              <a:gd name="connsiteY138" fmla="*/ 255903 h 256427"/>
              <a:gd name="connsiteX139" fmla="*/ 619845 w 755077"/>
              <a:gd name="connsiteY139" fmla="*/ 255903 h 256427"/>
              <a:gd name="connsiteX140" fmla="*/ 626309 w 755077"/>
              <a:gd name="connsiteY140" fmla="*/ 239390 h 256427"/>
              <a:gd name="connsiteX141" fmla="*/ 652948 w 755077"/>
              <a:gd name="connsiteY141" fmla="*/ 239390 h 256427"/>
              <a:gd name="connsiteX142" fmla="*/ 659412 w 755077"/>
              <a:gd name="connsiteY142" fmla="*/ 255903 h 256427"/>
              <a:gd name="connsiteX143" fmla="*/ 667529 w 755077"/>
              <a:gd name="connsiteY143" fmla="*/ 255903 h 256427"/>
              <a:gd name="connsiteX144" fmla="*/ 644298 w 755077"/>
              <a:gd name="connsiteY144" fmla="*/ 194744 h 256427"/>
              <a:gd name="connsiteX145" fmla="*/ 635303 w 755077"/>
              <a:gd name="connsiteY145" fmla="*/ 194744 h 256427"/>
              <a:gd name="connsiteX146" fmla="*/ 628578 w 755077"/>
              <a:gd name="connsiteY146" fmla="*/ 232490 h 256427"/>
              <a:gd name="connsiteX147" fmla="*/ 639579 w 755077"/>
              <a:gd name="connsiteY147" fmla="*/ 203046 h 256427"/>
              <a:gd name="connsiteX148" fmla="*/ 650670 w 755077"/>
              <a:gd name="connsiteY148" fmla="*/ 232490 h 256427"/>
              <a:gd name="connsiteX149" fmla="*/ 628569 w 755077"/>
              <a:gd name="connsiteY149" fmla="*/ 232490 h 25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55077" h="256427">
                <a:moveTo>
                  <a:pt x="729170" y="141860"/>
                </a:moveTo>
                <a:cubicBezTo>
                  <a:pt x="745876" y="127092"/>
                  <a:pt x="755078" y="105913"/>
                  <a:pt x="755078" y="82229"/>
                </a:cubicBezTo>
                <a:cubicBezTo>
                  <a:pt x="755078" y="58545"/>
                  <a:pt x="745876" y="37366"/>
                  <a:pt x="729170" y="22599"/>
                </a:cubicBezTo>
                <a:cubicBezTo>
                  <a:pt x="712447" y="7813"/>
                  <a:pt x="689468" y="0"/>
                  <a:pt x="662720" y="0"/>
                </a:cubicBezTo>
                <a:cubicBezTo>
                  <a:pt x="635972" y="0"/>
                  <a:pt x="612993" y="7813"/>
                  <a:pt x="596270" y="22599"/>
                </a:cubicBezTo>
                <a:cubicBezTo>
                  <a:pt x="579565" y="37366"/>
                  <a:pt x="570363" y="58545"/>
                  <a:pt x="570363" y="82229"/>
                </a:cubicBezTo>
                <a:cubicBezTo>
                  <a:pt x="570363" y="105913"/>
                  <a:pt x="579565" y="127092"/>
                  <a:pt x="596270" y="141860"/>
                </a:cubicBezTo>
                <a:cubicBezTo>
                  <a:pt x="612993" y="156645"/>
                  <a:pt x="635972" y="164459"/>
                  <a:pt x="662720" y="164459"/>
                </a:cubicBezTo>
                <a:cubicBezTo>
                  <a:pt x="689468" y="164459"/>
                  <a:pt x="712447" y="156645"/>
                  <a:pt x="729170" y="141860"/>
                </a:cubicBezTo>
                <a:close/>
                <a:moveTo>
                  <a:pt x="596089" y="82229"/>
                </a:moveTo>
                <a:cubicBezTo>
                  <a:pt x="596089" y="65554"/>
                  <a:pt x="602227" y="51401"/>
                  <a:pt x="613852" y="41282"/>
                </a:cubicBezTo>
                <a:cubicBezTo>
                  <a:pt x="625821" y="30864"/>
                  <a:pt x="642716" y="25357"/>
                  <a:pt x="662720" y="25357"/>
                </a:cubicBezTo>
                <a:cubicBezTo>
                  <a:pt x="682725" y="25357"/>
                  <a:pt x="699620" y="30864"/>
                  <a:pt x="711588" y="41282"/>
                </a:cubicBezTo>
                <a:cubicBezTo>
                  <a:pt x="723204" y="51392"/>
                  <a:pt x="729351" y="65554"/>
                  <a:pt x="729351" y="82229"/>
                </a:cubicBezTo>
                <a:cubicBezTo>
                  <a:pt x="729351" y="98905"/>
                  <a:pt x="723213" y="113057"/>
                  <a:pt x="711588" y="123177"/>
                </a:cubicBezTo>
                <a:cubicBezTo>
                  <a:pt x="699620" y="133594"/>
                  <a:pt x="682725" y="139093"/>
                  <a:pt x="662720" y="139093"/>
                </a:cubicBezTo>
                <a:cubicBezTo>
                  <a:pt x="642716" y="139093"/>
                  <a:pt x="625812" y="133585"/>
                  <a:pt x="613852" y="123177"/>
                </a:cubicBezTo>
                <a:cubicBezTo>
                  <a:pt x="602236" y="113057"/>
                  <a:pt x="596089" y="98905"/>
                  <a:pt x="596089" y="82229"/>
                </a:cubicBezTo>
                <a:close/>
                <a:moveTo>
                  <a:pt x="234957" y="204267"/>
                </a:moveTo>
                <a:cubicBezTo>
                  <a:pt x="238157" y="202232"/>
                  <a:pt x="241855" y="201210"/>
                  <a:pt x="246049" y="201210"/>
                </a:cubicBezTo>
                <a:cubicBezTo>
                  <a:pt x="250704" y="201210"/>
                  <a:pt x="254655" y="202404"/>
                  <a:pt x="257882" y="204791"/>
                </a:cubicBezTo>
                <a:cubicBezTo>
                  <a:pt x="261109" y="207179"/>
                  <a:pt x="263278" y="210497"/>
                  <a:pt x="264390" y="214748"/>
                </a:cubicBezTo>
                <a:lnTo>
                  <a:pt x="271993" y="214748"/>
                </a:lnTo>
                <a:cubicBezTo>
                  <a:pt x="270826" y="208399"/>
                  <a:pt x="267961" y="203389"/>
                  <a:pt x="263387" y="199718"/>
                </a:cubicBezTo>
                <a:cubicBezTo>
                  <a:pt x="258813" y="196046"/>
                  <a:pt x="253154" y="194211"/>
                  <a:pt x="246401" y="194211"/>
                </a:cubicBezTo>
                <a:cubicBezTo>
                  <a:pt x="240580" y="194211"/>
                  <a:pt x="235454" y="195504"/>
                  <a:pt x="231025" y="198099"/>
                </a:cubicBezTo>
                <a:cubicBezTo>
                  <a:pt x="226605" y="200695"/>
                  <a:pt x="223197" y="204348"/>
                  <a:pt x="220810" y="209069"/>
                </a:cubicBezTo>
                <a:cubicBezTo>
                  <a:pt x="218424" y="213789"/>
                  <a:pt x="217231" y="219206"/>
                  <a:pt x="217231" y="225319"/>
                </a:cubicBezTo>
                <a:cubicBezTo>
                  <a:pt x="217231" y="231432"/>
                  <a:pt x="218424" y="236921"/>
                  <a:pt x="220810" y="241615"/>
                </a:cubicBezTo>
                <a:cubicBezTo>
                  <a:pt x="223197" y="246308"/>
                  <a:pt x="226605" y="249944"/>
                  <a:pt x="231025" y="252539"/>
                </a:cubicBezTo>
                <a:cubicBezTo>
                  <a:pt x="235445" y="255134"/>
                  <a:pt x="240571" y="256428"/>
                  <a:pt x="246401" y="256428"/>
                </a:cubicBezTo>
                <a:cubicBezTo>
                  <a:pt x="253217" y="256428"/>
                  <a:pt x="258876" y="254592"/>
                  <a:pt x="263387" y="250920"/>
                </a:cubicBezTo>
                <a:cubicBezTo>
                  <a:pt x="267898" y="247249"/>
                  <a:pt x="270736" y="242239"/>
                  <a:pt x="271902" y="235891"/>
                </a:cubicBezTo>
                <a:lnTo>
                  <a:pt x="264300" y="235891"/>
                </a:lnTo>
                <a:cubicBezTo>
                  <a:pt x="263134" y="240204"/>
                  <a:pt x="260982" y="243532"/>
                  <a:pt x="257837" y="245892"/>
                </a:cubicBezTo>
                <a:cubicBezTo>
                  <a:pt x="254691" y="248253"/>
                  <a:pt x="250759" y="249428"/>
                  <a:pt x="246049" y="249428"/>
                </a:cubicBezTo>
                <a:cubicBezTo>
                  <a:pt x="241855" y="249428"/>
                  <a:pt x="238157" y="248406"/>
                  <a:pt x="234957" y="246372"/>
                </a:cubicBezTo>
                <a:cubicBezTo>
                  <a:pt x="231757" y="244337"/>
                  <a:pt x="229289" y="241479"/>
                  <a:pt x="227581" y="237808"/>
                </a:cubicBezTo>
                <a:cubicBezTo>
                  <a:pt x="225863" y="234136"/>
                  <a:pt x="225005" y="229976"/>
                  <a:pt x="225005" y="225310"/>
                </a:cubicBezTo>
                <a:cubicBezTo>
                  <a:pt x="225005" y="220644"/>
                  <a:pt x="225863" y="216412"/>
                  <a:pt x="227581" y="212776"/>
                </a:cubicBezTo>
                <a:cubicBezTo>
                  <a:pt x="229299" y="209141"/>
                  <a:pt x="231757" y="206301"/>
                  <a:pt x="234957" y="204258"/>
                </a:cubicBezTo>
                <a:close/>
                <a:moveTo>
                  <a:pt x="330858" y="194744"/>
                </a:moveTo>
                <a:lnTo>
                  <a:pt x="307536" y="255903"/>
                </a:lnTo>
                <a:lnTo>
                  <a:pt x="315392" y="255903"/>
                </a:lnTo>
                <a:lnTo>
                  <a:pt x="321855" y="239390"/>
                </a:lnTo>
                <a:lnTo>
                  <a:pt x="348495" y="239390"/>
                </a:lnTo>
                <a:lnTo>
                  <a:pt x="354958" y="255903"/>
                </a:lnTo>
                <a:lnTo>
                  <a:pt x="363076" y="255903"/>
                </a:lnTo>
                <a:lnTo>
                  <a:pt x="339844" y="194744"/>
                </a:lnTo>
                <a:lnTo>
                  <a:pt x="330849" y="194744"/>
                </a:lnTo>
                <a:close/>
                <a:moveTo>
                  <a:pt x="324133" y="232490"/>
                </a:moveTo>
                <a:lnTo>
                  <a:pt x="335134" y="203046"/>
                </a:lnTo>
                <a:lnTo>
                  <a:pt x="346226" y="232490"/>
                </a:lnTo>
                <a:lnTo>
                  <a:pt x="324124" y="232490"/>
                </a:lnTo>
                <a:close/>
                <a:moveTo>
                  <a:pt x="715231" y="194744"/>
                </a:moveTo>
                <a:lnTo>
                  <a:pt x="707638" y="194744"/>
                </a:lnTo>
                <a:lnTo>
                  <a:pt x="707638" y="255903"/>
                </a:lnTo>
                <a:lnTo>
                  <a:pt x="743100" y="255903"/>
                </a:lnTo>
                <a:lnTo>
                  <a:pt x="743100" y="248913"/>
                </a:lnTo>
                <a:lnTo>
                  <a:pt x="715240" y="248913"/>
                </a:lnTo>
                <a:lnTo>
                  <a:pt x="715240" y="194744"/>
                </a:lnTo>
                <a:close/>
                <a:moveTo>
                  <a:pt x="247423" y="2089"/>
                </a:moveTo>
                <a:lnTo>
                  <a:pt x="222392" y="2089"/>
                </a:lnTo>
                <a:lnTo>
                  <a:pt x="222392" y="162361"/>
                </a:lnTo>
                <a:lnTo>
                  <a:pt x="247423" y="162361"/>
                </a:lnTo>
                <a:lnTo>
                  <a:pt x="247423" y="2089"/>
                </a:lnTo>
                <a:close/>
                <a:moveTo>
                  <a:pt x="79458" y="61810"/>
                </a:moveTo>
                <a:lnTo>
                  <a:pt x="79458" y="162370"/>
                </a:lnTo>
                <a:cubicBezTo>
                  <a:pt x="79458" y="162370"/>
                  <a:pt x="105230" y="162370"/>
                  <a:pt x="105230" y="162370"/>
                </a:cubicBezTo>
                <a:lnTo>
                  <a:pt x="105212" y="61810"/>
                </a:lnTo>
                <a:cubicBezTo>
                  <a:pt x="105212" y="49575"/>
                  <a:pt x="101262" y="37981"/>
                  <a:pt x="93786" y="28296"/>
                </a:cubicBezTo>
                <a:lnTo>
                  <a:pt x="92330" y="26415"/>
                </a:lnTo>
                <a:lnTo>
                  <a:pt x="90875" y="28296"/>
                </a:lnTo>
                <a:cubicBezTo>
                  <a:pt x="83399" y="37981"/>
                  <a:pt x="79449" y="49566"/>
                  <a:pt x="79449" y="61810"/>
                </a:cubicBezTo>
                <a:close/>
                <a:moveTo>
                  <a:pt x="46608" y="2089"/>
                </a:moveTo>
                <a:lnTo>
                  <a:pt x="0" y="2089"/>
                </a:lnTo>
                <a:lnTo>
                  <a:pt x="0" y="26415"/>
                </a:lnTo>
                <a:lnTo>
                  <a:pt x="92330" y="26415"/>
                </a:lnTo>
                <a:lnTo>
                  <a:pt x="90043" y="23458"/>
                </a:lnTo>
                <a:cubicBezTo>
                  <a:pt x="79558" y="9884"/>
                  <a:pt x="63720" y="2089"/>
                  <a:pt x="46608" y="2089"/>
                </a:cubicBezTo>
                <a:close/>
                <a:moveTo>
                  <a:pt x="94618" y="23458"/>
                </a:moveTo>
                <a:lnTo>
                  <a:pt x="92330" y="26415"/>
                </a:lnTo>
                <a:lnTo>
                  <a:pt x="184661" y="26415"/>
                </a:lnTo>
                <a:lnTo>
                  <a:pt x="184661" y="2089"/>
                </a:lnTo>
                <a:lnTo>
                  <a:pt x="138053" y="2089"/>
                </a:lnTo>
                <a:cubicBezTo>
                  <a:pt x="120932" y="2089"/>
                  <a:pt x="105103" y="9875"/>
                  <a:pt x="94608" y="23458"/>
                </a:cubicBezTo>
                <a:close/>
                <a:moveTo>
                  <a:pt x="507601" y="162361"/>
                </a:moveTo>
                <a:lnTo>
                  <a:pt x="532631" y="162361"/>
                </a:lnTo>
                <a:lnTo>
                  <a:pt x="532631" y="2089"/>
                </a:lnTo>
                <a:lnTo>
                  <a:pt x="507601" y="2089"/>
                </a:lnTo>
                <a:lnTo>
                  <a:pt x="507601" y="162361"/>
                </a:lnTo>
                <a:close/>
                <a:moveTo>
                  <a:pt x="488238" y="255903"/>
                </a:moveTo>
                <a:lnTo>
                  <a:pt x="495840" y="255903"/>
                </a:lnTo>
                <a:lnTo>
                  <a:pt x="495840" y="194744"/>
                </a:lnTo>
                <a:lnTo>
                  <a:pt x="488238" y="194744"/>
                </a:lnTo>
                <a:lnTo>
                  <a:pt x="488238" y="255903"/>
                </a:lnTo>
                <a:close/>
                <a:moveTo>
                  <a:pt x="537151" y="201735"/>
                </a:moveTo>
                <a:lnTo>
                  <a:pt x="556975" y="201735"/>
                </a:lnTo>
                <a:lnTo>
                  <a:pt x="556975" y="255903"/>
                </a:lnTo>
                <a:lnTo>
                  <a:pt x="564577" y="255903"/>
                </a:lnTo>
                <a:lnTo>
                  <a:pt x="564577" y="201735"/>
                </a:lnTo>
                <a:lnTo>
                  <a:pt x="584401" y="201735"/>
                </a:lnTo>
                <a:lnTo>
                  <a:pt x="584401" y="194744"/>
                </a:lnTo>
                <a:lnTo>
                  <a:pt x="537151" y="194744"/>
                </a:lnTo>
                <a:lnTo>
                  <a:pt x="537151" y="201735"/>
                </a:lnTo>
                <a:close/>
                <a:moveTo>
                  <a:pt x="283346" y="2089"/>
                </a:moveTo>
                <a:cubicBezTo>
                  <a:pt x="283346" y="2089"/>
                  <a:pt x="330958" y="115571"/>
                  <a:pt x="340377" y="138134"/>
                </a:cubicBezTo>
                <a:cubicBezTo>
                  <a:pt x="351360" y="164450"/>
                  <a:pt x="369195" y="164450"/>
                  <a:pt x="376047" y="164450"/>
                </a:cubicBezTo>
                <a:lnTo>
                  <a:pt x="377512" y="164450"/>
                </a:lnTo>
                <a:lnTo>
                  <a:pt x="312237" y="2089"/>
                </a:lnTo>
                <a:lnTo>
                  <a:pt x="283346" y="2089"/>
                </a:lnTo>
                <a:close/>
                <a:moveTo>
                  <a:pt x="437309" y="197059"/>
                </a:moveTo>
                <a:cubicBezTo>
                  <a:pt x="434217" y="195513"/>
                  <a:pt x="430674" y="194744"/>
                  <a:pt x="426651" y="194744"/>
                </a:cubicBezTo>
                <a:lnTo>
                  <a:pt x="403157" y="194744"/>
                </a:lnTo>
                <a:lnTo>
                  <a:pt x="403157" y="255903"/>
                </a:lnTo>
                <a:lnTo>
                  <a:pt x="410759" y="255903"/>
                </a:lnTo>
                <a:lnTo>
                  <a:pt x="410759" y="232400"/>
                </a:lnTo>
                <a:lnTo>
                  <a:pt x="426660" y="232400"/>
                </a:lnTo>
                <a:cubicBezTo>
                  <a:pt x="430674" y="232400"/>
                  <a:pt x="434217" y="231631"/>
                  <a:pt x="437273" y="230085"/>
                </a:cubicBezTo>
                <a:cubicBezTo>
                  <a:pt x="440328" y="228538"/>
                  <a:pt x="442696" y="226341"/>
                  <a:pt x="444387" y="223492"/>
                </a:cubicBezTo>
                <a:cubicBezTo>
                  <a:pt x="446077" y="220635"/>
                  <a:pt x="446918" y="217316"/>
                  <a:pt x="446918" y="213536"/>
                </a:cubicBezTo>
                <a:cubicBezTo>
                  <a:pt x="446918" y="209756"/>
                  <a:pt x="446086" y="206446"/>
                  <a:pt x="444432" y="203616"/>
                </a:cubicBezTo>
                <a:cubicBezTo>
                  <a:pt x="442769" y="200794"/>
                  <a:pt x="440400" y="198606"/>
                  <a:pt x="437318" y="197059"/>
                </a:cubicBezTo>
                <a:close/>
                <a:moveTo>
                  <a:pt x="435564" y="222181"/>
                </a:moveTo>
                <a:cubicBezTo>
                  <a:pt x="433178" y="224333"/>
                  <a:pt x="429978" y="225419"/>
                  <a:pt x="425955" y="225419"/>
                </a:cubicBezTo>
                <a:lnTo>
                  <a:pt x="410759" y="225419"/>
                </a:lnTo>
                <a:lnTo>
                  <a:pt x="410759" y="201744"/>
                </a:lnTo>
                <a:lnTo>
                  <a:pt x="426045" y="201744"/>
                </a:lnTo>
                <a:cubicBezTo>
                  <a:pt x="430059" y="201744"/>
                  <a:pt x="433250" y="202811"/>
                  <a:pt x="435609" y="204936"/>
                </a:cubicBezTo>
                <a:cubicBezTo>
                  <a:pt x="437969" y="207061"/>
                  <a:pt x="439144" y="209928"/>
                  <a:pt x="439144" y="213545"/>
                </a:cubicBezTo>
                <a:cubicBezTo>
                  <a:pt x="439144" y="217162"/>
                  <a:pt x="437951" y="220038"/>
                  <a:pt x="435564" y="222190"/>
                </a:cubicBezTo>
                <a:close/>
                <a:moveTo>
                  <a:pt x="377503" y="164459"/>
                </a:moveTo>
                <a:lnTo>
                  <a:pt x="378967" y="164459"/>
                </a:lnTo>
                <a:cubicBezTo>
                  <a:pt x="385828" y="164459"/>
                  <a:pt x="403663" y="164459"/>
                  <a:pt x="414637" y="138143"/>
                </a:cubicBezTo>
                <a:cubicBezTo>
                  <a:pt x="424048" y="115580"/>
                  <a:pt x="471668" y="2098"/>
                  <a:pt x="471668" y="2098"/>
                </a:cubicBezTo>
                <a:lnTo>
                  <a:pt x="442778" y="2098"/>
                </a:lnTo>
                <a:lnTo>
                  <a:pt x="377503" y="164468"/>
                </a:lnTo>
                <a:close/>
                <a:moveTo>
                  <a:pt x="635303" y="194744"/>
                </a:moveTo>
                <a:lnTo>
                  <a:pt x="611981" y="255903"/>
                </a:lnTo>
                <a:lnTo>
                  <a:pt x="619845" y="255903"/>
                </a:lnTo>
                <a:lnTo>
                  <a:pt x="626309" y="239390"/>
                </a:lnTo>
                <a:lnTo>
                  <a:pt x="652948" y="239390"/>
                </a:lnTo>
                <a:lnTo>
                  <a:pt x="659412" y="255903"/>
                </a:lnTo>
                <a:lnTo>
                  <a:pt x="667529" y="255903"/>
                </a:lnTo>
                <a:lnTo>
                  <a:pt x="644298" y="194744"/>
                </a:lnTo>
                <a:lnTo>
                  <a:pt x="635303" y="194744"/>
                </a:lnTo>
                <a:close/>
                <a:moveTo>
                  <a:pt x="628578" y="232490"/>
                </a:moveTo>
                <a:lnTo>
                  <a:pt x="639579" y="203046"/>
                </a:lnTo>
                <a:lnTo>
                  <a:pt x="650670" y="232490"/>
                </a:lnTo>
                <a:lnTo>
                  <a:pt x="628569" y="232490"/>
                </a:lnTo>
                <a:close/>
              </a:path>
            </a:pathLst>
          </a:custGeom>
          <a:solidFill>
            <a:schemeClr val="bg1"/>
          </a:solidFill>
          <a:ln w="104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69FC4F1-EF3D-8479-4378-2C46D3AF0040}"/>
              </a:ext>
            </a:extLst>
          </p:cNvPr>
          <p:cNvGrpSpPr/>
          <p:nvPr/>
        </p:nvGrpSpPr>
        <p:grpSpPr>
          <a:xfrm>
            <a:off x="4280649" y="5408612"/>
            <a:ext cx="7151579" cy="828675"/>
            <a:chOff x="4280651" y="5501790"/>
            <a:chExt cx="6374769" cy="707151"/>
          </a:xfrm>
        </p:grpSpPr>
        <p:sp>
          <p:nvSpPr>
            <p:cNvPr id="31" name="Retângulo: Cantos Arredondados 16">
              <a:extLst>
                <a:ext uri="{FF2B5EF4-FFF2-40B4-BE49-F238E27FC236}">
                  <a16:creationId xmlns:a16="http://schemas.microsoft.com/office/drawing/2014/main" id="{946B7FEF-26E2-208D-E4A2-A7194DC73693}"/>
                </a:ext>
              </a:extLst>
            </p:cNvPr>
            <p:cNvSpPr/>
            <p:nvPr/>
          </p:nvSpPr>
          <p:spPr>
            <a:xfrm>
              <a:off x="5564856" y="5501790"/>
              <a:ext cx="1237950" cy="707151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92D3AB">
                      <a:lumMod val="50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Estrutura da Operação e Proteções</a:t>
              </a:r>
            </a:p>
          </p:txBody>
        </p:sp>
        <p:sp>
          <p:nvSpPr>
            <p:cNvPr id="32" name="Retângulo: Cantos Arredondados 17">
              <a:extLst>
                <a:ext uri="{FF2B5EF4-FFF2-40B4-BE49-F238E27FC236}">
                  <a16:creationId xmlns:a16="http://schemas.microsoft.com/office/drawing/2014/main" id="{4581A356-D22A-6417-E6D8-580F14C35AAF}"/>
                </a:ext>
              </a:extLst>
            </p:cNvPr>
            <p:cNvSpPr/>
            <p:nvPr/>
          </p:nvSpPr>
          <p:spPr>
            <a:xfrm>
              <a:off x="4280651" y="5501790"/>
              <a:ext cx="1237950" cy="707151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92D3AB">
                      <a:lumMod val="50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Qualidade dos Ativos-Lastro</a:t>
              </a:r>
            </a:p>
          </p:txBody>
        </p:sp>
        <p:sp>
          <p:nvSpPr>
            <p:cNvPr id="33" name="Retângulo: Cantos Arredondados 18">
              <a:extLst>
                <a:ext uri="{FF2B5EF4-FFF2-40B4-BE49-F238E27FC236}">
                  <a16:creationId xmlns:a16="http://schemas.microsoft.com/office/drawing/2014/main" id="{D67BFFFE-8F4E-84B0-A628-899953C49C68}"/>
                </a:ext>
              </a:extLst>
            </p:cNvPr>
            <p:cNvSpPr/>
            <p:nvPr/>
          </p:nvSpPr>
          <p:spPr>
            <a:xfrm>
              <a:off x="6849061" y="5501790"/>
              <a:ext cx="1237950" cy="707151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92D3AB">
                      <a:lumMod val="50000"/>
                    </a:srgbClr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Partes Envolvidas e Risco Operacional</a:t>
              </a:r>
            </a:p>
          </p:txBody>
        </p:sp>
        <p:sp>
          <p:nvSpPr>
            <p:cNvPr id="34" name="Retângulo: Cantos Arredondados 20">
              <a:extLst>
                <a:ext uri="{FF2B5EF4-FFF2-40B4-BE49-F238E27FC236}">
                  <a16:creationId xmlns:a16="http://schemas.microsoft.com/office/drawing/2014/main" id="{5E56416B-B0F1-65E3-20B2-4700C18C052D}"/>
                </a:ext>
              </a:extLst>
            </p:cNvPr>
            <p:cNvSpPr/>
            <p:nvPr/>
          </p:nvSpPr>
          <p:spPr>
            <a:xfrm>
              <a:off x="8133265" y="5501790"/>
              <a:ext cx="1237950" cy="707151"/>
            </a:xfrm>
            <a:prstGeom prst="round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Fluxo de </a:t>
              </a:r>
              <a:r>
                <a:rPr kumimoji="0" lang="pt-BR" sz="970" b="1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Caix</a:t>
              </a: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a e Sensibilidade</a:t>
              </a:r>
            </a:p>
          </p:txBody>
        </p:sp>
        <p:sp>
          <p:nvSpPr>
            <p:cNvPr id="36" name="Retângulo: Cantos Arredondados 21">
              <a:extLst>
                <a:ext uri="{FF2B5EF4-FFF2-40B4-BE49-F238E27FC236}">
                  <a16:creationId xmlns:a16="http://schemas.microsoft.com/office/drawing/2014/main" id="{CD7CE518-E06D-D220-4EB9-7A1DDEA1DF96}"/>
                </a:ext>
              </a:extLst>
            </p:cNvPr>
            <p:cNvSpPr/>
            <p:nvPr/>
          </p:nvSpPr>
          <p:spPr>
            <a:xfrm>
              <a:off x="9417470" y="5501790"/>
              <a:ext cx="1237950" cy="707151"/>
            </a:xfrm>
            <a:prstGeom prst="roundRect">
              <a:avLst/>
            </a:pr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158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97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/>
                  <a:ea typeface="+mn-ea"/>
                  <a:cs typeface="Arial"/>
                  <a:sym typeface="Arial"/>
                </a:rPr>
                <a:t>Aspectos Legais e Regulatórios</a:t>
              </a:r>
            </a:p>
          </p:txBody>
        </p:sp>
      </p:grpSp>
      <p:sp>
        <p:nvSpPr>
          <p:cNvPr id="38" name="object 54">
            <a:extLst>
              <a:ext uri="{FF2B5EF4-FFF2-40B4-BE49-F238E27FC236}">
                <a16:creationId xmlns:a16="http://schemas.microsoft.com/office/drawing/2014/main" id="{A52871CA-9D51-1551-D05B-000ADFA60925}"/>
              </a:ext>
            </a:extLst>
          </p:cNvPr>
          <p:cNvSpPr txBox="1"/>
          <p:nvPr/>
        </p:nvSpPr>
        <p:spPr>
          <a:xfrm>
            <a:off x="4280650" y="4988124"/>
            <a:ext cx="2216520" cy="232541"/>
          </a:xfrm>
          <a:prstGeom prst="rect">
            <a:avLst/>
          </a:prstGeom>
        </p:spPr>
        <p:txBody>
          <a:bodyPr vert="horz" wrap="square" lIns="0" tIns="16932" rIns="0" bIns="0" rtlCol="0">
            <a:spAutoFit/>
          </a:bodyPr>
          <a:lstStyle/>
          <a:p>
            <a:pPr marL="16932" marR="0" lvl="0" indent="0" algn="l" defTabSz="554492" rtl="0" eaLnBrk="1" fontAlgn="auto" latinLnBrk="0" hangingPunct="1">
              <a:lnSpc>
                <a:spcPct val="100000"/>
              </a:lnSpc>
              <a:spcBef>
                <a:spcPts val="133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/>
                <a:ea typeface="+mn-ea"/>
                <a:cs typeface="Versos"/>
                <a:sym typeface="Arial"/>
              </a:rPr>
              <a:t>Critérios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/>
              <a:ea typeface="+mn-ea"/>
              <a:cs typeface="Versos"/>
              <a:sym typeface="Arial"/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B194C29-196B-B575-1721-2B4F0B13175F}"/>
              </a:ext>
            </a:extLst>
          </p:cNvPr>
          <p:cNvGraphicFramePr>
            <a:graphicFrameLocks noGrp="1"/>
          </p:cNvGraphicFramePr>
          <p:nvPr/>
        </p:nvGraphicFramePr>
        <p:xfrm>
          <a:off x="334962" y="1960334"/>
          <a:ext cx="3121471" cy="1728000"/>
        </p:xfrm>
        <a:graphic>
          <a:graphicData uri="http://schemas.openxmlformats.org/drawingml/2006/table">
            <a:tbl>
              <a:tblPr firstRow="1" bandRow="1"/>
              <a:tblGrid>
                <a:gridCol w="3121471">
                  <a:extLst>
                    <a:ext uri="{9D8B030D-6E8A-4147-A177-3AD203B41FA5}">
                      <a16:colId xmlns:a16="http://schemas.microsoft.com/office/drawing/2014/main" val="4058305718"/>
                    </a:ext>
                  </a:extLst>
                </a:gridCol>
              </a:tblGrid>
              <a:tr h="806400">
                <a:tc>
                  <a:txBody>
                    <a:bodyPr/>
                    <a:lstStyle/>
                    <a:p>
                      <a:pPr algn="ctr"/>
                      <a:r>
                        <a:rPr lang="pt-BR" sz="180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Concentração </a:t>
                      </a:r>
                      <a:br>
                        <a:rPr lang="pt-BR" sz="180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</a:br>
                      <a:r>
                        <a:rPr lang="pt-BR" sz="180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alvo por Emissor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288672"/>
                  </a:ext>
                </a:extLst>
              </a:tr>
              <a:tr h="921600">
                <a:tc>
                  <a:txBody>
                    <a:bodyPr/>
                    <a:lstStyle/>
                    <a:p>
                      <a:pPr marL="0" algn="ctr" eaLnBrk="1" hangingPunct="1"/>
                      <a:r>
                        <a:rPr lang="pt-BR" sz="1800" b="1" i="1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Ranking Rating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174230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61F46DB4-9F3F-6753-784B-A2544DB8C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483798"/>
              </p:ext>
            </p:extLst>
          </p:nvPr>
        </p:nvGraphicFramePr>
        <p:xfrm>
          <a:off x="334961" y="3998491"/>
          <a:ext cx="3121471" cy="1728000"/>
        </p:xfrm>
        <a:graphic>
          <a:graphicData uri="http://schemas.openxmlformats.org/drawingml/2006/table">
            <a:tbl>
              <a:tblPr firstRow="1" bandRow="1"/>
              <a:tblGrid>
                <a:gridCol w="3121471">
                  <a:extLst>
                    <a:ext uri="{9D8B030D-6E8A-4147-A177-3AD203B41FA5}">
                      <a16:colId xmlns:a16="http://schemas.microsoft.com/office/drawing/2014/main" val="4058305718"/>
                    </a:ext>
                  </a:extLst>
                </a:gridCol>
              </a:tblGrid>
              <a:tr h="806400">
                <a:tc>
                  <a:txBody>
                    <a:bodyPr/>
                    <a:lstStyle/>
                    <a:p>
                      <a:pPr algn="ctr"/>
                      <a:r>
                        <a:rPr lang="pt-BR" sz="180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 Carteira HY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6288672"/>
                  </a:ext>
                </a:extLst>
              </a:tr>
              <a:tr h="921600">
                <a:tc>
                  <a:txBody>
                    <a:bodyPr/>
                    <a:lstStyle/>
                    <a:p>
                      <a:pPr marL="0" algn="ctr" eaLnBrk="1" hangingPunct="1"/>
                      <a:r>
                        <a:rPr lang="pt-BR" sz="1800" b="1" i="0">
                          <a:solidFill>
                            <a:schemeClr val="bg1"/>
                          </a:solidFill>
                          <a:latin typeface="Versos" panose="020B0503020204030204" pitchFamily="34" charset="0"/>
                        </a:rPr>
                        <a:t>18,0%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174230"/>
                  </a:ext>
                </a:extLst>
              </a:tr>
            </a:tbl>
          </a:graphicData>
        </a:graphic>
      </p:graphicFrame>
      <p:sp>
        <p:nvSpPr>
          <p:cNvPr id="5" name="object 5">
            <a:extLst>
              <a:ext uri="{FF2B5EF4-FFF2-40B4-BE49-F238E27FC236}">
                <a16:creationId xmlns:a16="http://schemas.microsoft.com/office/drawing/2014/main" id="{8BD5D38F-3A47-C3AD-9E83-74D319B7EA33}"/>
              </a:ext>
            </a:extLst>
          </p:cNvPr>
          <p:cNvSpPr/>
          <p:nvPr/>
        </p:nvSpPr>
        <p:spPr>
          <a:xfrm flipV="1">
            <a:off x="334962" y="6294310"/>
            <a:ext cx="11097267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1E6381-F8E9-B65D-BC4F-6414080C14D4}"/>
              </a:ext>
            </a:extLst>
          </p:cNvPr>
          <p:cNvSpPr txBox="1">
            <a:spLocks/>
          </p:cNvSpPr>
          <p:nvPr/>
        </p:nvSpPr>
        <p:spPr>
          <a:xfrm>
            <a:off x="11561763" y="647363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chemeClr val="bg1"/>
                </a:solidFill>
                <a:latin typeface="Versos" panose="020B0503020204030204" pitchFamily="34" charset="0"/>
                <a:ea typeface="Arial"/>
                <a:cs typeface="Versos" panose="020B050302020403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43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8131C0-AA07-B523-D5C9-AC3A04682FB9}"/>
              </a:ext>
            </a:extLst>
          </p:cNvPr>
          <p:cNvGrpSpPr/>
          <p:nvPr/>
        </p:nvGrpSpPr>
        <p:grpSpPr>
          <a:xfrm>
            <a:off x="4239517" y="1383135"/>
            <a:ext cx="7576387" cy="267041"/>
            <a:chOff x="5483225" y="1383135"/>
            <a:chExt cx="6372602" cy="267041"/>
          </a:xfrm>
        </p:grpSpPr>
        <p:sp>
          <p:nvSpPr>
            <p:cNvPr id="13" name="TextBox 19">
              <a:extLst>
                <a:ext uri="{FF2B5EF4-FFF2-40B4-BE49-F238E27FC236}">
                  <a16:creationId xmlns:a16="http://schemas.microsoft.com/office/drawing/2014/main" id="{7F4C1026-2F65-9C88-7A52-088D9CC2001F}"/>
                </a:ext>
              </a:extLst>
            </p:cNvPr>
            <p:cNvSpPr txBox="1"/>
            <p:nvPr/>
          </p:nvSpPr>
          <p:spPr>
            <a:xfrm>
              <a:off x="5483225" y="1383135"/>
              <a:ext cx="5404979" cy="1642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67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Plus Jakarta Sans Light" pitchFamily="2" charset="77"/>
                  <a:sym typeface="Arial"/>
                </a:rPr>
                <a:t>RATING</a:t>
              </a:r>
              <a:r>
                <a:rPr kumimoji="0" lang="pt-BR" sz="106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Plus Jakarta Sans Light" pitchFamily="2" charset="77"/>
                  <a:sym typeface="Arial"/>
                </a:rPr>
                <a:t> INTERNO DE FIDCs Multi x Multi e Debêntures Financeiras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1002C6A-62B1-69AA-7AC2-DB0007F4389D}"/>
                </a:ext>
              </a:extLst>
            </p:cNvPr>
            <p:cNvCxnSpPr>
              <a:cxnSpLocks/>
            </p:cNvCxnSpPr>
            <p:nvPr/>
          </p:nvCxnSpPr>
          <p:spPr>
            <a:xfrm>
              <a:off x="5483225" y="1650176"/>
              <a:ext cx="637260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B6EA36-FAB6-86DC-93B4-58DC821E9822}"/>
              </a:ext>
            </a:extLst>
          </p:cNvPr>
          <p:cNvGrpSpPr/>
          <p:nvPr/>
        </p:nvGrpSpPr>
        <p:grpSpPr>
          <a:xfrm>
            <a:off x="334964" y="1383135"/>
            <a:ext cx="3121471" cy="267041"/>
            <a:chOff x="5483225" y="1383135"/>
            <a:chExt cx="6372602" cy="267041"/>
          </a:xfrm>
        </p:grpSpPr>
        <p:sp>
          <p:nvSpPr>
            <p:cNvPr id="24" name="TextBox 19">
              <a:extLst>
                <a:ext uri="{FF2B5EF4-FFF2-40B4-BE49-F238E27FC236}">
                  <a16:creationId xmlns:a16="http://schemas.microsoft.com/office/drawing/2014/main" id="{A0FCEC06-D02A-0CF1-2E43-0D536DA2F5C0}"/>
                </a:ext>
              </a:extLst>
            </p:cNvPr>
            <p:cNvSpPr txBox="1"/>
            <p:nvPr/>
          </p:nvSpPr>
          <p:spPr>
            <a:xfrm>
              <a:off x="5483225" y="1383135"/>
              <a:ext cx="5404979" cy="1642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6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Plus Jakarta Sans Light" pitchFamily="2" charset="77"/>
                  <a:sym typeface="Arial"/>
                </a:rPr>
                <a:t>CARACTERÍSTICAS ALVO DO FUNDO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828AFE5-5D24-CD16-BFD3-808202DD65C5}"/>
                </a:ext>
              </a:extLst>
            </p:cNvPr>
            <p:cNvCxnSpPr>
              <a:cxnSpLocks/>
            </p:cNvCxnSpPr>
            <p:nvPr/>
          </p:nvCxnSpPr>
          <p:spPr>
            <a:xfrm>
              <a:off x="5483225" y="1650176"/>
              <a:ext cx="637260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object 38">
            <a:extLst>
              <a:ext uri="{FF2B5EF4-FFF2-40B4-BE49-F238E27FC236}">
                <a16:creationId xmlns:a16="http://schemas.microsoft.com/office/drawing/2014/main" id="{BEC0D914-2460-21D3-CED7-E9322BAE6E04}"/>
              </a:ext>
            </a:extLst>
          </p:cNvPr>
          <p:cNvSpPr txBox="1">
            <a:spLocks/>
          </p:cNvSpPr>
          <p:nvPr/>
        </p:nvSpPr>
        <p:spPr>
          <a:xfrm>
            <a:off x="315195" y="531264"/>
            <a:ext cx="7850404" cy="625663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CARACTERÍSTICAS </a:t>
            </a:r>
            <a:b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</a:br>
            <a:r>
              <a:rPr kumimoji="0" lang="pt-BR" sz="2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CARTEIRA HIGH YIELD</a:t>
            </a:r>
          </a:p>
        </p:txBody>
      </p:sp>
      <p:graphicFrame>
        <p:nvGraphicFramePr>
          <p:cNvPr id="8" name="Gráfico 26">
            <a:extLst>
              <a:ext uri="{FF2B5EF4-FFF2-40B4-BE49-F238E27FC236}">
                <a16:creationId xmlns:a16="http://schemas.microsoft.com/office/drawing/2014/main" id="{0CF5A798-8019-EB81-1D18-959213383133}"/>
              </a:ext>
            </a:extLst>
          </p:cNvPr>
          <p:cNvGraphicFramePr>
            <a:graphicFrameLocks noGrp="1"/>
          </p:cNvGraphicFramePr>
          <p:nvPr/>
        </p:nvGraphicFramePr>
        <p:xfrm>
          <a:off x="4239517" y="1798965"/>
          <a:ext cx="7576387" cy="30043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282727A-BE93-5AE6-4011-FE4CB45D29F8}"/>
              </a:ext>
            </a:extLst>
          </p:cNvPr>
          <p:cNvSpPr txBox="1"/>
          <p:nvPr/>
        </p:nvSpPr>
        <p:spPr>
          <a:xfrm>
            <a:off x="4830655" y="4675690"/>
            <a:ext cx="558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-CCC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CD409B-AC90-9C49-48E9-BE416DDE1604}"/>
              </a:ext>
            </a:extLst>
          </p:cNvPr>
          <p:cNvSpPr txBox="1"/>
          <p:nvPr/>
        </p:nvSpPr>
        <p:spPr>
          <a:xfrm>
            <a:off x="5530265" y="4675690"/>
            <a:ext cx="558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CCC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F9517D-93A3-FBEB-8594-A3491E2AFA20}"/>
              </a:ext>
            </a:extLst>
          </p:cNvPr>
          <p:cNvSpPr txBox="1"/>
          <p:nvPr/>
        </p:nvSpPr>
        <p:spPr>
          <a:xfrm>
            <a:off x="6192051" y="4675690"/>
            <a:ext cx="558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B-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ADB178-C436-CE6E-8CD1-720636918DBC}"/>
              </a:ext>
            </a:extLst>
          </p:cNvPr>
          <p:cNvSpPr txBox="1"/>
          <p:nvPr/>
        </p:nvSpPr>
        <p:spPr>
          <a:xfrm>
            <a:off x="6860712" y="4675690"/>
            <a:ext cx="558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B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09DBF9-0FE6-2BBF-59A8-ED8E11744544}"/>
              </a:ext>
            </a:extLst>
          </p:cNvPr>
          <p:cNvSpPr txBox="1"/>
          <p:nvPr/>
        </p:nvSpPr>
        <p:spPr>
          <a:xfrm>
            <a:off x="7522935" y="4675690"/>
            <a:ext cx="558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BB-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A36BC2-E309-00BD-39C1-B8A712343BDD}"/>
              </a:ext>
            </a:extLst>
          </p:cNvPr>
          <p:cNvSpPr txBox="1"/>
          <p:nvPr/>
        </p:nvSpPr>
        <p:spPr>
          <a:xfrm>
            <a:off x="8900178" y="4675690"/>
            <a:ext cx="558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A-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40E886-6466-CAA3-A4F3-4C90CE9CE566}"/>
              </a:ext>
            </a:extLst>
          </p:cNvPr>
          <p:cNvSpPr txBox="1"/>
          <p:nvPr/>
        </p:nvSpPr>
        <p:spPr>
          <a:xfrm>
            <a:off x="9564272" y="4675690"/>
            <a:ext cx="558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AA-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D31058-5828-2CF4-2222-257EF36FE6E7}"/>
              </a:ext>
            </a:extLst>
          </p:cNvPr>
          <p:cNvSpPr txBox="1"/>
          <p:nvPr/>
        </p:nvSpPr>
        <p:spPr>
          <a:xfrm>
            <a:off x="10234565" y="4675690"/>
            <a:ext cx="558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AA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321CC2-491E-2E2B-7F3A-DD02DE2B2D9E}"/>
              </a:ext>
            </a:extLst>
          </p:cNvPr>
          <p:cNvSpPr txBox="1"/>
          <p:nvPr/>
        </p:nvSpPr>
        <p:spPr>
          <a:xfrm>
            <a:off x="8197806" y="4675690"/>
            <a:ext cx="558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BBB-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335B04-8BDB-3346-6675-9F488B709EA7}"/>
              </a:ext>
            </a:extLst>
          </p:cNvPr>
          <p:cNvSpPr txBox="1"/>
          <p:nvPr/>
        </p:nvSpPr>
        <p:spPr>
          <a:xfrm>
            <a:off x="10855101" y="4675690"/>
            <a:ext cx="558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AAA-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A8122E-CE10-C0A2-42FB-32DA8CF635B1}"/>
              </a:ext>
            </a:extLst>
          </p:cNvPr>
          <p:cNvSpPr txBox="1"/>
          <p:nvPr/>
        </p:nvSpPr>
        <p:spPr>
          <a:xfrm>
            <a:off x="11529901" y="4675690"/>
            <a:ext cx="5582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+mn-cs"/>
              </a:rPr>
              <a:t>AAA</a:t>
            </a:r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 panose="020B0403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2044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A28BB-47A3-2C90-8DEE-1D781F60F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286B6E2C-A917-8155-BE73-2EA1CDB5B997}"/>
              </a:ext>
            </a:extLst>
          </p:cNvPr>
          <p:cNvSpPr/>
          <p:nvPr/>
        </p:nvSpPr>
        <p:spPr>
          <a:xfrm flipV="1">
            <a:off x="334963" y="87564"/>
            <a:ext cx="11520864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3" name="Picture 8">
            <a:extLst>
              <a:ext uri="{FF2B5EF4-FFF2-40B4-BE49-F238E27FC236}">
                <a16:creationId xmlns:a16="http://schemas.microsoft.com/office/drawing/2014/main" id="{7885D91E-9376-5DF5-E511-47AEEC6F7A37}"/>
              </a:ext>
            </a:extLst>
          </p:cNvPr>
          <p:cNvSpPr/>
          <p:nvPr/>
        </p:nvSpPr>
        <p:spPr>
          <a:xfrm>
            <a:off x="11100750" y="513297"/>
            <a:ext cx="755077" cy="256427"/>
          </a:xfrm>
          <a:custGeom>
            <a:avLst/>
            <a:gdLst>
              <a:gd name="connsiteX0" fmla="*/ 729170 w 755077"/>
              <a:gd name="connsiteY0" fmla="*/ 141860 h 256427"/>
              <a:gd name="connsiteX1" fmla="*/ 755078 w 755077"/>
              <a:gd name="connsiteY1" fmla="*/ 82229 h 256427"/>
              <a:gd name="connsiteX2" fmla="*/ 729170 w 755077"/>
              <a:gd name="connsiteY2" fmla="*/ 22599 h 256427"/>
              <a:gd name="connsiteX3" fmla="*/ 662720 w 755077"/>
              <a:gd name="connsiteY3" fmla="*/ 0 h 256427"/>
              <a:gd name="connsiteX4" fmla="*/ 596270 w 755077"/>
              <a:gd name="connsiteY4" fmla="*/ 22599 h 256427"/>
              <a:gd name="connsiteX5" fmla="*/ 570363 w 755077"/>
              <a:gd name="connsiteY5" fmla="*/ 82229 h 256427"/>
              <a:gd name="connsiteX6" fmla="*/ 596270 w 755077"/>
              <a:gd name="connsiteY6" fmla="*/ 141860 h 256427"/>
              <a:gd name="connsiteX7" fmla="*/ 662720 w 755077"/>
              <a:gd name="connsiteY7" fmla="*/ 164459 h 256427"/>
              <a:gd name="connsiteX8" fmla="*/ 729170 w 755077"/>
              <a:gd name="connsiteY8" fmla="*/ 141860 h 256427"/>
              <a:gd name="connsiteX9" fmla="*/ 596089 w 755077"/>
              <a:gd name="connsiteY9" fmla="*/ 82229 h 256427"/>
              <a:gd name="connsiteX10" fmla="*/ 613852 w 755077"/>
              <a:gd name="connsiteY10" fmla="*/ 41282 h 256427"/>
              <a:gd name="connsiteX11" fmla="*/ 662720 w 755077"/>
              <a:gd name="connsiteY11" fmla="*/ 25357 h 256427"/>
              <a:gd name="connsiteX12" fmla="*/ 711588 w 755077"/>
              <a:gd name="connsiteY12" fmla="*/ 41282 h 256427"/>
              <a:gd name="connsiteX13" fmla="*/ 729351 w 755077"/>
              <a:gd name="connsiteY13" fmla="*/ 82229 h 256427"/>
              <a:gd name="connsiteX14" fmla="*/ 711588 w 755077"/>
              <a:gd name="connsiteY14" fmla="*/ 123177 h 256427"/>
              <a:gd name="connsiteX15" fmla="*/ 662720 w 755077"/>
              <a:gd name="connsiteY15" fmla="*/ 139093 h 256427"/>
              <a:gd name="connsiteX16" fmla="*/ 613852 w 755077"/>
              <a:gd name="connsiteY16" fmla="*/ 123177 h 256427"/>
              <a:gd name="connsiteX17" fmla="*/ 596089 w 755077"/>
              <a:gd name="connsiteY17" fmla="*/ 82229 h 256427"/>
              <a:gd name="connsiteX18" fmla="*/ 234957 w 755077"/>
              <a:gd name="connsiteY18" fmla="*/ 204267 h 256427"/>
              <a:gd name="connsiteX19" fmla="*/ 246049 w 755077"/>
              <a:gd name="connsiteY19" fmla="*/ 201210 h 256427"/>
              <a:gd name="connsiteX20" fmla="*/ 257882 w 755077"/>
              <a:gd name="connsiteY20" fmla="*/ 204791 h 256427"/>
              <a:gd name="connsiteX21" fmla="*/ 264390 w 755077"/>
              <a:gd name="connsiteY21" fmla="*/ 214748 h 256427"/>
              <a:gd name="connsiteX22" fmla="*/ 271993 w 755077"/>
              <a:gd name="connsiteY22" fmla="*/ 214748 h 256427"/>
              <a:gd name="connsiteX23" fmla="*/ 263387 w 755077"/>
              <a:gd name="connsiteY23" fmla="*/ 199718 h 256427"/>
              <a:gd name="connsiteX24" fmla="*/ 246401 w 755077"/>
              <a:gd name="connsiteY24" fmla="*/ 194211 h 256427"/>
              <a:gd name="connsiteX25" fmla="*/ 231025 w 755077"/>
              <a:gd name="connsiteY25" fmla="*/ 198099 h 256427"/>
              <a:gd name="connsiteX26" fmla="*/ 220810 w 755077"/>
              <a:gd name="connsiteY26" fmla="*/ 209069 h 256427"/>
              <a:gd name="connsiteX27" fmla="*/ 217231 w 755077"/>
              <a:gd name="connsiteY27" fmla="*/ 225319 h 256427"/>
              <a:gd name="connsiteX28" fmla="*/ 220810 w 755077"/>
              <a:gd name="connsiteY28" fmla="*/ 241615 h 256427"/>
              <a:gd name="connsiteX29" fmla="*/ 231025 w 755077"/>
              <a:gd name="connsiteY29" fmla="*/ 252539 h 256427"/>
              <a:gd name="connsiteX30" fmla="*/ 246401 w 755077"/>
              <a:gd name="connsiteY30" fmla="*/ 256428 h 256427"/>
              <a:gd name="connsiteX31" fmla="*/ 263387 w 755077"/>
              <a:gd name="connsiteY31" fmla="*/ 250920 h 256427"/>
              <a:gd name="connsiteX32" fmla="*/ 271902 w 755077"/>
              <a:gd name="connsiteY32" fmla="*/ 235891 h 256427"/>
              <a:gd name="connsiteX33" fmla="*/ 264300 w 755077"/>
              <a:gd name="connsiteY33" fmla="*/ 235891 h 256427"/>
              <a:gd name="connsiteX34" fmla="*/ 257837 w 755077"/>
              <a:gd name="connsiteY34" fmla="*/ 245892 h 256427"/>
              <a:gd name="connsiteX35" fmla="*/ 246049 w 755077"/>
              <a:gd name="connsiteY35" fmla="*/ 249428 h 256427"/>
              <a:gd name="connsiteX36" fmla="*/ 234957 w 755077"/>
              <a:gd name="connsiteY36" fmla="*/ 246372 h 256427"/>
              <a:gd name="connsiteX37" fmla="*/ 227581 w 755077"/>
              <a:gd name="connsiteY37" fmla="*/ 237808 h 256427"/>
              <a:gd name="connsiteX38" fmla="*/ 225005 w 755077"/>
              <a:gd name="connsiteY38" fmla="*/ 225310 h 256427"/>
              <a:gd name="connsiteX39" fmla="*/ 227581 w 755077"/>
              <a:gd name="connsiteY39" fmla="*/ 212776 h 256427"/>
              <a:gd name="connsiteX40" fmla="*/ 234957 w 755077"/>
              <a:gd name="connsiteY40" fmla="*/ 204258 h 256427"/>
              <a:gd name="connsiteX41" fmla="*/ 330858 w 755077"/>
              <a:gd name="connsiteY41" fmla="*/ 194744 h 256427"/>
              <a:gd name="connsiteX42" fmla="*/ 307536 w 755077"/>
              <a:gd name="connsiteY42" fmla="*/ 255903 h 256427"/>
              <a:gd name="connsiteX43" fmla="*/ 315392 w 755077"/>
              <a:gd name="connsiteY43" fmla="*/ 255903 h 256427"/>
              <a:gd name="connsiteX44" fmla="*/ 321855 w 755077"/>
              <a:gd name="connsiteY44" fmla="*/ 239390 h 256427"/>
              <a:gd name="connsiteX45" fmla="*/ 348495 w 755077"/>
              <a:gd name="connsiteY45" fmla="*/ 239390 h 256427"/>
              <a:gd name="connsiteX46" fmla="*/ 354958 w 755077"/>
              <a:gd name="connsiteY46" fmla="*/ 255903 h 256427"/>
              <a:gd name="connsiteX47" fmla="*/ 363076 w 755077"/>
              <a:gd name="connsiteY47" fmla="*/ 255903 h 256427"/>
              <a:gd name="connsiteX48" fmla="*/ 339844 w 755077"/>
              <a:gd name="connsiteY48" fmla="*/ 194744 h 256427"/>
              <a:gd name="connsiteX49" fmla="*/ 330849 w 755077"/>
              <a:gd name="connsiteY49" fmla="*/ 194744 h 256427"/>
              <a:gd name="connsiteX50" fmla="*/ 324133 w 755077"/>
              <a:gd name="connsiteY50" fmla="*/ 232490 h 256427"/>
              <a:gd name="connsiteX51" fmla="*/ 335134 w 755077"/>
              <a:gd name="connsiteY51" fmla="*/ 203046 h 256427"/>
              <a:gd name="connsiteX52" fmla="*/ 346226 w 755077"/>
              <a:gd name="connsiteY52" fmla="*/ 232490 h 256427"/>
              <a:gd name="connsiteX53" fmla="*/ 324124 w 755077"/>
              <a:gd name="connsiteY53" fmla="*/ 232490 h 256427"/>
              <a:gd name="connsiteX54" fmla="*/ 715231 w 755077"/>
              <a:gd name="connsiteY54" fmla="*/ 194744 h 256427"/>
              <a:gd name="connsiteX55" fmla="*/ 707638 w 755077"/>
              <a:gd name="connsiteY55" fmla="*/ 194744 h 256427"/>
              <a:gd name="connsiteX56" fmla="*/ 707638 w 755077"/>
              <a:gd name="connsiteY56" fmla="*/ 255903 h 256427"/>
              <a:gd name="connsiteX57" fmla="*/ 743100 w 755077"/>
              <a:gd name="connsiteY57" fmla="*/ 255903 h 256427"/>
              <a:gd name="connsiteX58" fmla="*/ 743100 w 755077"/>
              <a:gd name="connsiteY58" fmla="*/ 248913 h 256427"/>
              <a:gd name="connsiteX59" fmla="*/ 715240 w 755077"/>
              <a:gd name="connsiteY59" fmla="*/ 248913 h 256427"/>
              <a:gd name="connsiteX60" fmla="*/ 715240 w 755077"/>
              <a:gd name="connsiteY60" fmla="*/ 194744 h 256427"/>
              <a:gd name="connsiteX61" fmla="*/ 247423 w 755077"/>
              <a:gd name="connsiteY61" fmla="*/ 2089 h 256427"/>
              <a:gd name="connsiteX62" fmla="*/ 222392 w 755077"/>
              <a:gd name="connsiteY62" fmla="*/ 2089 h 256427"/>
              <a:gd name="connsiteX63" fmla="*/ 222392 w 755077"/>
              <a:gd name="connsiteY63" fmla="*/ 162361 h 256427"/>
              <a:gd name="connsiteX64" fmla="*/ 247423 w 755077"/>
              <a:gd name="connsiteY64" fmla="*/ 162361 h 256427"/>
              <a:gd name="connsiteX65" fmla="*/ 247423 w 755077"/>
              <a:gd name="connsiteY65" fmla="*/ 2089 h 256427"/>
              <a:gd name="connsiteX66" fmla="*/ 79458 w 755077"/>
              <a:gd name="connsiteY66" fmla="*/ 61810 h 256427"/>
              <a:gd name="connsiteX67" fmla="*/ 79458 w 755077"/>
              <a:gd name="connsiteY67" fmla="*/ 162370 h 256427"/>
              <a:gd name="connsiteX68" fmla="*/ 105230 w 755077"/>
              <a:gd name="connsiteY68" fmla="*/ 162370 h 256427"/>
              <a:gd name="connsiteX69" fmla="*/ 105212 w 755077"/>
              <a:gd name="connsiteY69" fmla="*/ 61810 h 256427"/>
              <a:gd name="connsiteX70" fmla="*/ 93786 w 755077"/>
              <a:gd name="connsiteY70" fmla="*/ 28296 h 256427"/>
              <a:gd name="connsiteX71" fmla="*/ 92330 w 755077"/>
              <a:gd name="connsiteY71" fmla="*/ 26415 h 256427"/>
              <a:gd name="connsiteX72" fmla="*/ 90875 w 755077"/>
              <a:gd name="connsiteY72" fmla="*/ 28296 h 256427"/>
              <a:gd name="connsiteX73" fmla="*/ 79449 w 755077"/>
              <a:gd name="connsiteY73" fmla="*/ 61810 h 256427"/>
              <a:gd name="connsiteX74" fmla="*/ 46608 w 755077"/>
              <a:gd name="connsiteY74" fmla="*/ 2089 h 256427"/>
              <a:gd name="connsiteX75" fmla="*/ 0 w 755077"/>
              <a:gd name="connsiteY75" fmla="*/ 2089 h 256427"/>
              <a:gd name="connsiteX76" fmla="*/ 0 w 755077"/>
              <a:gd name="connsiteY76" fmla="*/ 26415 h 256427"/>
              <a:gd name="connsiteX77" fmla="*/ 92330 w 755077"/>
              <a:gd name="connsiteY77" fmla="*/ 26415 h 256427"/>
              <a:gd name="connsiteX78" fmla="*/ 90043 w 755077"/>
              <a:gd name="connsiteY78" fmla="*/ 23458 h 256427"/>
              <a:gd name="connsiteX79" fmla="*/ 46608 w 755077"/>
              <a:gd name="connsiteY79" fmla="*/ 2089 h 256427"/>
              <a:gd name="connsiteX80" fmla="*/ 94618 w 755077"/>
              <a:gd name="connsiteY80" fmla="*/ 23458 h 256427"/>
              <a:gd name="connsiteX81" fmla="*/ 92330 w 755077"/>
              <a:gd name="connsiteY81" fmla="*/ 26415 h 256427"/>
              <a:gd name="connsiteX82" fmla="*/ 184661 w 755077"/>
              <a:gd name="connsiteY82" fmla="*/ 26415 h 256427"/>
              <a:gd name="connsiteX83" fmla="*/ 184661 w 755077"/>
              <a:gd name="connsiteY83" fmla="*/ 2089 h 256427"/>
              <a:gd name="connsiteX84" fmla="*/ 138053 w 755077"/>
              <a:gd name="connsiteY84" fmla="*/ 2089 h 256427"/>
              <a:gd name="connsiteX85" fmla="*/ 94608 w 755077"/>
              <a:gd name="connsiteY85" fmla="*/ 23458 h 256427"/>
              <a:gd name="connsiteX86" fmla="*/ 507601 w 755077"/>
              <a:gd name="connsiteY86" fmla="*/ 162361 h 256427"/>
              <a:gd name="connsiteX87" fmla="*/ 532631 w 755077"/>
              <a:gd name="connsiteY87" fmla="*/ 162361 h 256427"/>
              <a:gd name="connsiteX88" fmla="*/ 532631 w 755077"/>
              <a:gd name="connsiteY88" fmla="*/ 2089 h 256427"/>
              <a:gd name="connsiteX89" fmla="*/ 507601 w 755077"/>
              <a:gd name="connsiteY89" fmla="*/ 2089 h 256427"/>
              <a:gd name="connsiteX90" fmla="*/ 507601 w 755077"/>
              <a:gd name="connsiteY90" fmla="*/ 162361 h 256427"/>
              <a:gd name="connsiteX91" fmla="*/ 488238 w 755077"/>
              <a:gd name="connsiteY91" fmla="*/ 255903 h 256427"/>
              <a:gd name="connsiteX92" fmla="*/ 495840 w 755077"/>
              <a:gd name="connsiteY92" fmla="*/ 255903 h 256427"/>
              <a:gd name="connsiteX93" fmla="*/ 495840 w 755077"/>
              <a:gd name="connsiteY93" fmla="*/ 194744 h 256427"/>
              <a:gd name="connsiteX94" fmla="*/ 488238 w 755077"/>
              <a:gd name="connsiteY94" fmla="*/ 194744 h 256427"/>
              <a:gd name="connsiteX95" fmla="*/ 488238 w 755077"/>
              <a:gd name="connsiteY95" fmla="*/ 255903 h 256427"/>
              <a:gd name="connsiteX96" fmla="*/ 537151 w 755077"/>
              <a:gd name="connsiteY96" fmla="*/ 201735 h 256427"/>
              <a:gd name="connsiteX97" fmla="*/ 556975 w 755077"/>
              <a:gd name="connsiteY97" fmla="*/ 201735 h 256427"/>
              <a:gd name="connsiteX98" fmla="*/ 556975 w 755077"/>
              <a:gd name="connsiteY98" fmla="*/ 255903 h 256427"/>
              <a:gd name="connsiteX99" fmla="*/ 564577 w 755077"/>
              <a:gd name="connsiteY99" fmla="*/ 255903 h 256427"/>
              <a:gd name="connsiteX100" fmla="*/ 564577 w 755077"/>
              <a:gd name="connsiteY100" fmla="*/ 201735 h 256427"/>
              <a:gd name="connsiteX101" fmla="*/ 584401 w 755077"/>
              <a:gd name="connsiteY101" fmla="*/ 201735 h 256427"/>
              <a:gd name="connsiteX102" fmla="*/ 584401 w 755077"/>
              <a:gd name="connsiteY102" fmla="*/ 194744 h 256427"/>
              <a:gd name="connsiteX103" fmla="*/ 537151 w 755077"/>
              <a:gd name="connsiteY103" fmla="*/ 194744 h 256427"/>
              <a:gd name="connsiteX104" fmla="*/ 537151 w 755077"/>
              <a:gd name="connsiteY104" fmla="*/ 201735 h 256427"/>
              <a:gd name="connsiteX105" fmla="*/ 283346 w 755077"/>
              <a:gd name="connsiteY105" fmla="*/ 2089 h 256427"/>
              <a:gd name="connsiteX106" fmla="*/ 340377 w 755077"/>
              <a:gd name="connsiteY106" fmla="*/ 138134 h 256427"/>
              <a:gd name="connsiteX107" fmla="*/ 376047 w 755077"/>
              <a:gd name="connsiteY107" fmla="*/ 164450 h 256427"/>
              <a:gd name="connsiteX108" fmla="*/ 377512 w 755077"/>
              <a:gd name="connsiteY108" fmla="*/ 164450 h 256427"/>
              <a:gd name="connsiteX109" fmla="*/ 312237 w 755077"/>
              <a:gd name="connsiteY109" fmla="*/ 2089 h 256427"/>
              <a:gd name="connsiteX110" fmla="*/ 283346 w 755077"/>
              <a:gd name="connsiteY110" fmla="*/ 2089 h 256427"/>
              <a:gd name="connsiteX111" fmla="*/ 437309 w 755077"/>
              <a:gd name="connsiteY111" fmla="*/ 197059 h 256427"/>
              <a:gd name="connsiteX112" fmla="*/ 426651 w 755077"/>
              <a:gd name="connsiteY112" fmla="*/ 194744 h 256427"/>
              <a:gd name="connsiteX113" fmla="*/ 403157 w 755077"/>
              <a:gd name="connsiteY113" fmla="*/ 194744 h 256427"/>
              <a:gd name="connsiteX114" fmla="*/ 403157 w 755077"/>
              <a:gd name="connsiteY114" fmla="*/ 255903 h 256427"/>
              <a:gd name="connsiteX115" fmla="*/ 410759 w 755077"/>
              <a:gd name="connsiteY115" fmla="*/ 255903 h 256427"/>
              <a:gd name="connsiteX116" fmla="*/ 410759 w 755077"/>
              <a:gd name="connsiteY116" fmla="*/ 232400 h 256427"/>
              <a:gd name="connsiteX117" fmla="*/ 426660 w 755077"/>
              <a:gd name="connsiteY117" fmla="*/ 232400 h 256427"/>
              <a:gd name="connsiteX118" fmla="*/ 437273 w 755077"/>
              <a:gd name="connsiteY118" fmla="*/ 230085 h 256427"/>
              <a:gd name="connsiteX119" fmla="*/ 444387 w 755077"/>
              <a:gd name="connsiteY119" fmla="*/ 223492 h 256427"/>
              <a:gd name="connsiteX120" fmla="*/ 446918 w 755077"/>
              <a:gd name="connsiteY120" fmla="*/ 213536 h 256427"/>
              <a:gd name="connsiteX121" fmla="*/ 444432 w 755077"/>
              <a:gd name="connsiteY121" fmla="*/ 203616 h 256427"/>
              <a:gd name="connsiteX122" fmla="*/ 437318 w 755077"/>
              <a:gd name="connsiteY122" fmla="*/ 197059 h 256427"/>
              <a:gd name="connsiteX123" fmla="*/ 435564 w 755077"/>
              <a:gd name="connsiteY123" fmla="*/ 222181 h 256427"/>
              <a:gd name="connsiteX124" fmla="*/ 425955 w 755077"/>
              <a:gd name="connsiteY124" fmla="*/ 225419 h 256427"/>
              <a:gd name="connsiteX125" fmla="*/ 410759 w 755077"/>
              <a:gd name="connsiteY125" fmla="*/ 225419 h 256427"/>
              <a:gd name="connsiteX126" fmla="*/ 410759 w 755077"/>
              <a:gd name="connsiteY126" fmla="*/ 201744 h 256427"/>
              <a:gd name="connsiteX127" fmla="*/ 426045 w 755077"/>
              <a:gd name="connsiteY127" fmla="*/ 201744 h 256427"/>
              <a:gd name="connsiteX128" fmla="*/ 435609 w 755077"/>
              <a:gd name="connsiteY128" fmla="*/ 204936 h 256427"/>
              <a:gd name="connsiteX129" fmla="*/ 439144 w 755077"/>
              <a:gd name="connsiteY129" fmla="*/ 213545 h 256427"/>
              <a:gd name="connsiteX130" fmla="*/ 435564 w 755077"/>
              <a:gd name="connsiteY130" fmla="*/ 222190 h 256427"/>
              <a:gd name="connsiteX131" fmla="*/ 377503 w 755077"/>
              <a:gd name="connsiteY131" fmla="*/ 164459 h 256427"/>
              <a:gd name="connsiteX132" fmla="*/ 378967 w 755077"/>
              <a:gd name="connsiteY132" fmla="*/ 164459 h 256427"/>
              <a:gd name="connsiteX133" fmla="*/ 414637 w 755077"/>
              <a:gd name="connsiteY133" fmla="*/ 138143 h 256427"/>
              <a:gd name="connsiteX134" fmla="*/ 471668 w 755077"/>
              <a:gd name="connsiteY134" fmla="*/ 2098 h 256427"/>
              <a:gd name="connsiteX135" fmla="*/ 442778 w 755077"/>
              <a:gd name="connsiteY135" fmla="*/ 2098 h 256427"/>
              <a:gd name="connsiteX136" fmla="*/ 377503 w 755077"/>
              <a:gd name="connsiteY136" fmla="*/ 164468 h 256427"/>
              <a:gd name="connsiteX137" fmla="*/ 635303 w 755077"/>
              <a:gd name="connsiteY137" fmla="*/ 194744 h 256427"/>
              <a:gd name="connsiteX138" fmla="*/ 611981 w 755077"/>
              <a:gd name="connsiteY138" fmla="*/ 255903 h 256427"/>
              <a:gd name="connsiteX139" fmla="*/ 619845 w 755077"/>
              <a:gd name="connsiteY139" fmla="*/ 255903 h 256427"/>
              <a:gd name="connsiteX140" fmla="*/ 626309 w 755077"/>
              <a:gd name="connsiteY140" fmla="*/ 239390 h 256427"/>
              <a:gd name="connsiteX141" fmla="*/ 652948 w 755077"/>
              <a:gd name="connsiteY141" fmla="*/ 239390 h 256427"/>
              <a:gd name="connsiteX142" fmla="*/ 659412 w 755077"/>
              <a:gd name="connsiteY142" fmla="*/ 255903 h 256427"/>
              <a:gd name="connsiteX143" fmla="*/ 667529 w 755077"/>
              <a:gd name="connsiteY143" fmla="*/ 255903 h 256427"/>
              <a:gd name="connsiteX144" fmla="*/ 644298 w 755077"/>
              <a:gd name="connsiteY144" fmla="*/ 194744 h 256427"/>
              <a:gd name="connsiteX145" fmla="*/ 635303 w 755077"/>
              <a:gd name="connsiteY145" fmla="*/ 194744 h 256427"/>
              <a:gd name="connsiteX146" fmla="*/ 628578 w 755077"/>
              <a:gd name="connsiteY146" fmla="*/ 232490 h 256427"/>
              <a:gd name="connsiteX147" fmla="*/ 639579 w 755077"/>
              <a:gd name="connsiteY147" fmla="*/ 203046 h 256427"/>
              <a:gd name="connsiteX148" fmla="*/ 650670 w 755077"/>
              <a:gd name="connsiteY148" fmla="*/ 232490 h 256427"/>
              <a:gd name="connsiteX149" fmla="*/ 628569 w 755077"/>
              <a:gd name="connsiteY149" fmla="*/ 232490 h 256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55077" h="256427">
                <a:moveTo>
                  <a:pt x="729170" y="141860"/>
                </a:moveTo>
                <a:cubicBezTo>
                  <a:pt x="745876" y="127092"/>
                  <a:pt x="755078" y="105913"/>
                  <a:pt x="755078" y="82229"/>
                </a:cubicBezTo>
                <a:cubicBezTo>
                  <a:pt x="755078" y="58545"/>
                  <a:pt x="745876" y="37366"/>
                  <a:pt x="729170" y="22599"/>
                </a:cubicBezTo>
                <a:cubicBezTo>
                  <a:pt x="712447" y="7813"/>
                  <a:pt x="689468" y="0"/>
                  <a:pt x="662720" y="0"/>
                </a:cubicBezTo>
                <a:cubicBezTo>
                  <a:pt x="635972" y="0"/>
                  <a:pt x="612993" y="7813"/>
                  <a:pt x="596270" y="22599"/>
                </a:cubicBezTo>
                <a:cubicBezTo>
                  <a:pt x="579565" y="37366"/>
                  <a:pt x="570363" y="58545"/>
                  <a:pt x="570363" y="82229"/>
                </a:cubicBezTo>
                <a:cubicBezTo>
                  <a:pt x="570363" y="105913"/>
                  <a:pt x="579565" y="127092"/>
                  <a:pt x="596270" y="141860"/>
                </a:cubicBezTo>
                <a:cubicBezTo>
                  <a:pt x="612993" y="156645"/>
                  <a:pt x="635972" y="164459"/>
                  <a:pt x="662720" y="164459"/>
                </a:cubicBezTo>
                <a:cubicBezTo>
                  <a:pt x="689468" y="164459"/>
                  <a:pt x="712447" y="156645"/>
                  <a:pt x="729170" y="141860"/>
                </a:cubicBezTo>
                <a:close/>
                <a:moveTo>
                  <a:pt x="596089" y="82229"/>
                </a:moveTo>
                <a:cubicBezTo>
                  <a:pt x="596089" y="65554"/>
                  <a:pt x="602227" y="51401"/>
                  <a:pt x="613852" y="41282"/>
                </a:cubicBezTo>
                <a:cubicBezTo>
                  <a:pt x="625821" y="30864"/>
                  <a:pt x="642716" y="25357"/>
                  <a:pt x="662720" y="25357"/>
                </a:cubicBezTo>
                <a:cubicBezTo>
                  <a:pt x="682725" y="25357"/>
                  <a:pt x="699620" y="30864"/>
                  <a:pt x="711588" y="41282"/>
                </a:cubicBezTo>
                <a:cubicBezTo>
                  <a:pt x="723204" y="51392"/>
                  <a:pt x="729351" y="65554"/>
                  <a:pt x="729351" y="82229"/>
                </a:cubicBezTo>
                <a:cubicBezTo>
                  <a:pt x="729351" y="98905"/>
                  <a:pt x="723213" y="113057"/>
                  <a:pt x="711588" y="123177"/>
                </a:cubicBezTo>
                <a:cubicBezTo>
                  <a:pt x="699620" y="133594"/>
                  <a:pt x="682725" y="139093"/>
                  <a:pt x="662720" y="139093"/>
                </a:cubicBezTo>
                <a:cubicBezTo>
                  <a:pt x="642716" y="139093"/>
                  <a:pt x="625812" y="133585"/>
                  <a:pt x="613852" y="123177"/>
                </a:cubicBezTo>
                <a:cubicBezTo>
                  <a:pt x="602236" y="113057"/>
                  <a:pt x="596089" y="98905"/>
                  <a:pt x="596089" y="82229"/>
                </a:cubicBezTo>
                <a:close/>
                <a:moveTo>
                  <a:pt x="234957" y="204267"/>
                </a:moveTo>
                <a:cubicBezTo>
                  <a:pt x="238157" y="202232"/>
                  <a:pt x="241855" y="201210"/>
                  <a:pt x="246049" y="201210"/>
                </a:cubicBezTo>
                <a:cubicBezTo>
                  <a:pt x="250704" y="201210"/>
                  <a:pt x="254655" y="202404"/>
                  <a:pt x="257882" y="204791"/>
                </a:cubicBezTo>
                <a:cubicBezTo>
                  <a:pt x="261109" y="207179"/>
                  <a:pt x="263278" y="210497"/>
                  <a:pt x="264390" y="214748"/>
                </a:cubicBezTo>
                <a:lnTo>
                  <a:pt x="271993" y="214748"/>
                </a:lnTo>
                <a:cubicBezTo>
                  <a:pt x="270826" y="208399"/>
                  <a:pt x="267961" y="203389"/>
                  <a:pt x="263387" y="199718"/>
                </a:cubicBezTo>
                <a:cubicBezTo>
                  <a:pt x="258813" y="196046"/>
                  <a:pt x="253154" y="194211"/>
                  <a:pt x="246401" y="194211"/>
                </a:cubicBezTo>
                <a:cubicBezTo>
                  <a:pt x="240580" y="194211"/>
                  <a:pt x="235454" y="195504"/>
                  <a:pt x="231025" y="198099"/>
                </a:cubicBezTo>
                <a:cubicBezTo>
                  <a:pt x="226605" y="200695"/>
                  <a:pt x="223197" y="204348"/>
                  <a:pt x="220810" y="209069"/>
                </a:cubicBezTo>
                <a:cubicBezTo>
                  <a:pt x="218424" y="213789"/>
                  <a:pt x="217231" y="219206"/>
                  <a:pt x="217231" y="225319"/>
                </a:cubicBezTo>
                <a:cubicBezTo>
                  <a:pt x="217231" y="231432"/>
                  <a:pt x="218424" y="236921"/>
                  <a:pt x="220810" y="241615"/>
                </a:cubicBezTo>
                <a:cubicBezTo>
                  <a:pt x="223197" y="246308"/>
                  <a:pt x="226605" y="249944"/>
                  <a:pt x="231025" y="252539"/>
                </a:cubicBezTo>
                <a:cubicBezTo>
                  <a:pt x="235445" y="255134"/>
                  <a:pt x="240571" y="256428"/>
                  <a:pt x="246401" y="256428"/>
                </a:cubicBezTo>
                <a:cubicBezTo>
                  <a:pt x="253217" y="256428"/>
                  <a:pt x="258876" y="254592"/>
                  <a:pt x="263387" y="250920"/>
                </a:cubicBezTo>
                <a:cubicBezTo>
                  <a:pt x="267898" y="247249"/>
                  <a:pt x="270736" y="242239"/>
                  <a:pt x="271902" y="235891"/>
                </a:cubicBezTo>
                <a:lnTo>
                  <a:pt x="264300" y="235891"/>
                </a:lnTo>
                <a:cubicBezTo>
                  <a:pt x="263134" y="240204"/>
                  <a:pt x="260982" y="243532"/>
                  <a:pt x="257837" y="245892"/>
                </a:cubicBezTo>
                <a:cubicBezTo>
                  <a:pt x="254691" y="248253"/>
                  <a:pt x="250759" y="249428"/>
                  <a:pt x="246049" y="249428"/>
                </a:cubicBezTo>
                <a:cubicBezTo>
                  <a:pt x="241855" y="249428"/>
                  <a:pt x="238157" y="248406"/>
                  <a:pt x="234957" y="246372"/>
                </a:cubicBezTo>
                <a:cubicBezTo>
                  <a:pt x="231757" y="244337"/>
                  <a:pt x="229289" y="241479"/>
                  <a:pt x="227581" y="237808"/>
                </a:cubicBezTo>
                <a:cubicBezTo>
                  <a:pt x="225863" y="234136"/>
                  <a:pt x="225005" y="229976"/>
                  <a:pt x="225005" y="225310"/>
                </a:cubicBezTo>
                <a:cubicBezTo>
                  <a:pt x="225005" y="220644"/>
                  <a:pt x="225863" y="216412"/>
                  <a:pt x="227581" y="212776"/>
                </a:cubicBezTo>
                <a:cubicBezTo>
                  <a:pt x="229299" y="209141"/>
                  <a:pt x="231757" y="206301"/>
                  <a:pt x="234957" y="204258"/>
                </a:cubicBezTo>
                <a:close/>
                <a:moveTo>
                  <a:pt x="330858" y="194744"/>
                </a:moveTo>
                <a:lnTo>
                  <a:pt x="307536" y="255903"/>
                </a:lnTo>
                <a:lnTo>
                  <a:pt x="315392" y="255903"/>
                </a:lnTo>
                <a:lnTo>
                  <a:pt x="321855" y="239390"/>
                </a:lnTo>
                <a:lnTo>
                  <a:pt x="348495" y="239390"/>
                </a:lnTo>
                <a:lnTo>
                  <a:pt x="354958" y="255903"/>
                </a:lnTo>
                <a:lnTo>
                  <a:pt x="363076" y="255903"/>
                </a:lnTo>
                <a:lnTo>
                  <a:pt x="339844" y="194744"/>
                </a:lnTo>
                <a:lnTo>
                  <a:pt x="330849" y="194744"/>
                </a:lnTo>
                <a:close/>
                <a:moveTo>
                  <a:pt x="324133" y="232490"/>
                </a:moveTo>
                <a:lnTo>
                  <a:pt x="335134" y="203046"/>
                </a:lnTo>
                <a:lnTo>
                  <a:pt x="346226" y="232490"/>
                </a:lnTo>
                <a:lnTo>
                  <a:pt x="324124" y="232490"/>
                </a:lnTo>
                <a:close/>
                <a:moveTo>
                  <a:pt x="715231" y="194744"/>
                </a:moveTo>
                <a:lnTo>
                  <a:pt x="707638" y="194744"/>
                </a:lnTo>
                <a:lnTo>
                  <a:pt x="707638" y="255903"/>
                </a:lnTo>
                <a:lnTo>
                  <a:pt x="743100" y="255903"/>
                </a:lnTo>
                <a:lnTo>
                  <a:pt x="743100" y="248913"/>
                </a:lnTo>
                <a:lnTo>
                  <a:pt x="715240" y="248913"/>
                </a:lnTo>
                <a:lnTo>
                  <a:pt x="715240" y="194744"/>
                </a:lnTo>
                <a:close/>
                <a:moveTo>
                  <a:pt x="247423" y="2089"/>
                </a:moveTo>
                <a:lnTo>
                  <a:pt x="222392" y="2089"/>
                </a:lnTo>
                <a:lnTo>
                  <a:pt x="222392" y="162361"/>
                </a:lnTo>
                <a:lnTo>
                  <a:pt x="247423" y="162361"/>
                </a:lnTo>
                <a:lnTo>
                  <a:pt x="247423" y="2089"/>
                </a:lnTo>
                <a:close/>
                <a:moveTo>
                  <a:pt x="79458" y="61810"/>
                </a:moveTo>
                <a:lnTo>
                  <a:pt x="79458" y="162370"/>
                </a:lnTo>
                <a:cubicBezTo>
                  <a:pt x="79458" y="162370"/>
                  <a:pt x="105230" y="162370"/>
                  <a:pt x="105230" y="162370"/>
                </a:cubicBezTo>
                <a:lnTo>
                  <a:pt x="105212" y="61810"/>
                </a:lnTo>
                <a:cubicBezTo>
                  <a:pt x="105212" y="49575"/>
                  <a:pt x="101262" y="37981"/>
                  <a:pt x="93786" y="28296"/>
                </a:cubicBezTo>
                <a:lnTo>
                  <a:pt x="92330" y="26415"/>
                </a:lnTo>
                <a:lnTo>
                  <a:pt x="90875" y="28296"/>
                </a:lnTo>
                <a:cubicBezTo>
                  <a:pt x="83399" y="37981"/>
                  <a:pt x="79449" y="49566"/>
                  <a:pt x="79449" y="61810"/>
                </a:cubicBezTo>
                <a:close/>
                <a:moveTo>
                  <a:pt x="46608" y="2089"/>
                </a:moveTo>
                <a:lnTo>
                  <a:pt x="0" y="2089"/>
                </a:lnTo>
                <a:lnTo>
                  <a:pt x="0" y="26415"/>
                </a:lnTo>
                <a:lnTo>
                  <a:pt x="92330" y="26415"/>
                </a:lnTo>
                <a:lnTo>
                  <a:pt x="90043" y="23458"/>
                </a:lnTo>
                <a:cubicBezTo>
                  <a:pt x="79558" y="9884"/>
                  <a:pt x="63720" y="2089"/>
                  <a:pt x="46608" y="2089"/>
                </a:cubicBezTo>
                <a:close/>
                <a:moveTo>
                  <a:pt x="94618" y="23458"/>
                </a:moveTo>
                <a:lnTo>
                  <a:pt x="92330" y="26415"/>
                </a:lnTo>
                <a:lnTo>
                  <a:pt x="184661" y="26415"/>
                </a:lnTo>
                <a:lnTo>
                  <a:pt x="184661" y="2089"/>
                </a:lnTo>
                <a:lnTo>
                  <a:pt x="138053" y="2089"/>
                </a:lnTo>
                <a:cubicBezTo>
                  <a:pt x="120932" y="2089"/>
                  <a:pt x="105103" y="9875"/>
                  <a:pt x="94608" y="23458"/>
                </a:cubicBezTo>
                <a:close/>
                <a:moveTo>
                  <a:pt x="507601" y="162361"/>
                </a:moveTo>
                <a:lnTo>
                  <a:pt x="532631" y="162361"/>
                </a:lnTo>
                <a:lnTo>
                  <a:pt x="532631" y="2089"/>
                </a:lnTo>
                <a:lnTo>
                  <a:pt x="507601" y="2089"/>
                </a:lnTo>
                <a:lnTo>
                  <a:pt x="507601" y="162361"/>
                </a:lnTo>
                <a:close/>
                <a:moveTo>
                  <a:pt x="488238" y="255903"/>
                </a:moveTo>
                <a:lnTo>
                  <a:pt x="495840" y="255903"/>
                </a:lnTo>
                <a:lnTo>
                  <a:pt x="495840" y="194744"/>
                </a:lnTo>
                <a:lnTo>
                  <a:pt x="488238" y="194744"/>
                </a:lnTo>
                <a:lnTo>
                  <a:pt x="488238" y="255903"/>
                </a:lnTo>
                <a:close/>
                <a:moveTo>
                  <a:pt x="537151" y="201735"/>
                </a:moveTo>
                <a:lnTo>
                  <a:pt x="556975" y="201735"/>
                </a:lnTo>
                <a:lnTo>
                  <a:pt x="556975" y="255903"/>
                </a:lnTo>
                <a:lnTo>
                  <a:pt x="564577" y="255903"/>
                </a:lnTo>
                <a:lnTo>
                  <a:pt x="564577" y="201735"/>
                </a:lnTo>
                <a:lnTo>
                  <a:pt x="584401" y="201735"/>
                </a:lnTo>
                <a:lnTo>
                  <a:pt x="584401" y="194744"/>
                </a:lnTo>
                <a:lnTo>
                  <a:pt x="537151" y="194744"/>
                </a:lnTo>
                <a:lnTo>
                  <a:pt x="537151" y="201735"/>
                </a:lnTo>
                <a:close/>
                <a:moveTo>
                  <a:pt x="283346" y="2089"/>
                </a:moveTo>
                <a:cubicBezTo>
                  <a:pt x="283346" y="2089"/>
                  <a:pt x="330958" y="115571"/>
                  <a:pt x="340377" y="138134"/>
                </a:cubicBezTo>
                <a:cubicBezTo>
                  <a:pt x="351360" y="164450"/>
                  <a:pt x="369195" y="164450"/>
                  <a:pt x="376047" y="164450"/>
                </a:cubicBezTo>
                <a:lnTo>
                  <a:pt x="377512" y="164450"/>
                </a:lnTo>
                <a:lnTo>
                  <a:pt x="312237" y="2089"/>
                </a:lnTo>
                <a:lnTo>
                  <a:pt x="283346" y="2089"/>
                </a:lnTo>
                <a:close/>
                <a:moveTo>
                  <a:pt x="437309" y="197059"/>
                </a:moveTo>
                <a:cubicBezTo>
                  <a:pt x="434217" y="195513"/>
                  <a:pt x="430674" y="194744"/>
                  <a:pt x="426651" y="194744"/>
                </a:cubicBezTo>
                <a:lnTo>
                  <a:pt x="403157" y="194744"/>
                </a:lnTo>
                <a:lnTo>
                  <a:pt x="403157" y="255903"/>
                </a:lnTo>
                <a:lnTo>
                  <a:pt x="410759" y="255903"/>
                </a:lnTo>
                <a:lnTo>
                  <a:pt x="410759" y="232400"/>
                </a:lnTo>
                <a:lnTo>
                  <a:pt x="426660" y="232400"/>
                </a:lnTo>
                <a:cubicBezTo>
                  <a:pt x="430674" y="232400"/>
                  <a:pt x="434217" y="231631"/>
                  <a:pt x="437273" y="230085"/>
                </a:cubicBezTo>
                <a:cubicBezTo>
                  <a:pt x="440328" y="228538"/>
                  <a:pt x="442696" y="226341"/>
                  <a:pt x="444387" y="223492"/>
                </a:cubicBezTo>
                <a:cubicBezTo>
                  <a:pt x="446077" y="220635"/>
                  <a:pt x="446918" y="217316"/>
                  <a:pt x="446918" y="213536"/>
                </a:cubicBezTo>
                <a:cubicBezTo>
                  <a:pt x="446918" y="209756"/>
                  <a:pt x="446086" y="206446"/>
                  <a:pt x="444432" y="203616"/>
                </a:cubicBezTo>
                <a:cubicBezTo>
                  <a:pt x="442769" y="200794"/>
                  <a:pt x="440400" y="198606"/>
                  <a:pt x="437318" y="197059"/>
                </a:cubicBezTo>
                <a:close/>
                <a:moveTo>
                  <a:pt x="435564" y="222181"/>
                </a:moveTo>
                <a:cubicBezTo>
                  <a:pt x="433178" y="224333"/>
                  <a:pt x="429978" y="225419"/>
                  <a:pt x="425955" y="225419"/>
                </a:cubicBezTo>
                <a:lnTo>
                  <a:pt x="410759" y="225419"/>
                </a:lnTo>
                <a:lnTo>
                  <a:pt x="410759" y="201744"/>
                </a:lnTo>
                <a:lnTo>
                  <a:pt x="426045" y="201744"/>
                </a:lnTo>
                <a:cubicBezTo>
                  <a:pt x="430059" y="201744"/>
                  <a:pt x="433250" y="202811"/>
                  <a:pt x="435609" y="204936"/>
                </a:cubicBezTo>
                <a:cubicBezTo>
                  <a:pt x="437969" y="207061"/>
                  <a:pt x="439144" y="209928"/>
                  <a:pt x="439144" y="213545"/>
                </a:cubicBezTo>
                <a:cubicBezTo>
                  <a:pt x="439144" y="217162"/>
                  <a:pt x="437951" y="220038"/>
                  <a:pt x="435564" y="222190"/>
                </a:cubicBezTo>
                <a:close/>
                <a:moveTo>
                  <a:pt x="377503" y="164459"/>
                </a:moveTo>
                <a:lnTo>
                  <a:pt x="378967" y="164459"/>
                </a:lnTo>
                <a:cubicBezTo>
                  <a:pt x="385828" y="164459"/>
                  <a:pt x="403663" y="164459"/>
                  <a:pt x="414637" y="138143"/>
                </a:cubicBezTo>
                <a:cubicBezTo>
                  <a:pt x="424048" y="115580"/>
                  <a:pt x="471668" y="2098"/>
                  <a:pt x="471668" y="2098"/>
                </a:cubicBezTo>
                <a:lnTo>
                  <a:pt x="442778" y="2098"/>
                </a:lnTo>
                <a:lnTo>
                  <a:pt x="377503" y="164468"/>
                </a:lnTo>
                <a:close/>
                <a:moveTo>
                  <a:pt x="635303" y="194744"/>
                </a:moveTo>
                <a:lnTo>
                  <a:pt x="611981" y="255903"/>
                </a:lnTo>
                <a:lnTo>
                  <a:pt x="619845" y="255903"/>
                </a:lnTo>
                <a:lnTo>
                  <a:pt x="626309" y="239390"/>
                </a:lnTo>
                <a:lnTo>
                  <a:pt x="652948" y="239390"/>
                </a:lnTo>
                <a:lnTo>
                  <a:pt x="659412" y="255903"/>
                </a:lnTo>
                <a:lnTo>
                  <a:pt x="667529" y="255903"/>
                </a:lnTo>
                <a:lnTo>
                  <a:pt x="644298" y="194744"/>
                </a:lnTo>
                <a:lnTo>
                  <a:pt x="635303" y="194744"/>
                </a:lnTo>
                <a:close/>
                <a:moveTo>
                  <a:pt x="628578" y="232490"/>
                </a:moveTo>
                <a:lnTo>
                  <a:pt x="639579" y="203046"/>
                </a:lnTo>
                <a:lnTo>
                  <a:pt x="650670" y="232490"/>
                </a:lnTo>
                <a:lnTo>
                  <a:pt x="628569" y="232490"/>
                </a:lnTo>
                <a:close/>
              </a:path>
            </a:pathLst>
          </a:custGeom>
          <a:solidFill>
            <a:schemeClr val="bg1"/>
          </a:solidFill>
          <a:ln w="104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AD47A5E-DEB8-0948-5C57-F3196521776E}"/>
              </a:ext>
            </a:extLst>
          </p:cNvPr>
          <p:cNvSpPr/>
          <p:nvPr/>
        </p:nvSpPr>
        <p:spPr>
          <a:xfrm flipV="1">
            <a:off x="334962" y="6294310"/>
            <a:ext cx="11097267" cy="256427"/>
          </a:xfrm>
          <a:custGeom>
            <a:avLst/>
            <a:gdLst/>
            <a:ahLst/>
            <a:cxnLst/>
            <a:rect l="l" t="t" r="r" b="b"/>
            <a:pathLst>
              <a:path w="19125565">
                <a:moveTo>
                  <a:pt x="0" y="0"/>
                </a:moveTo>
                <a:lnTo>
                  <a:pt x="19125114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FB7A5A-A300-0893-7632-F3FDDD29EE71}"/>
              </a:ext>
            </a:extLst>
          </p:cNvPr>
          <p:cNvSpPr txBox="1">
            <a:spLocks/>
          </p:cNvSpPr>
          <p:nvPr/>
        </p:nvSpPr>
        <p:spPr>
          <a:xfrm>
            <a:off x="11561763" y="6473636"/>
            <a:ext cx="295275" cy="1692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100" b="0" i="0" u="none" strike="noStrike" cap="none">
                <a:solidFill>
                  <a:schemeClr val="bg1"/>
                </a:solidFill>
                <a:latin typeface="Versos" panose="020B0503020204030204" pitchFamily="34" charset="0"/>
                <a:ea typeface="Arial"/>
                <a:cs typeface="Versos" panose="020B0503020204030204" pitchFamily="34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44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F31F5CB-D12C-B124-B458-680BD890A42E}"/>
              </a:ext>
            </a:extLst>
          </p:cNvPr>
          <p:cNvGrpSpPr/>
          <p:nvPr/>
        </p:nvGrpSpPr>
        <p:grpSpPr>
          <a:xfrm>
            <a:off x="334964" y="1383135"/>
            <a:ext cx="3665536" cy="328423"/>
            <a:chOff x="5483225" y="1383135"/>
            <a:chExt cx="6372602" cy="328423"/>
          </a:xfrm>
        </p:grpSpPr>
        <p:sp>
          <p:nvSpPr>
            <p:cNvPr id="24" name="TextBox 19">
              <a:extLst>
                <a:ext uri="{FF2B5EF4-FFF2-40B4-BE49-F238E27FC236}">
                  <a16:creationId xmlns:a16="http://schemas.microsoft.com/office/drawing/2014/main" id="{2A2D7025-FBF9-71C9-223E-AA6C24B4E808}"/>
                </a:ext>
              </a:extLst>
            </p:cNvPr>
            <p:cNvSpPr txBox="1"/>
            <p:nvPr/>
          </p:nvSpPr>
          <p:spPr>
            <a:xfrm>
              <a:off x="5483225" y="1383135"/>
              <a:ext cx="6372600" cy="3284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67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Plus Jakarta Sans Light" pitchFamily="2" charset="77"/>
                  <a:sym typeface="Arial"/>
                </a:rPr>
                <a:t>ALOCAÇÃO E RETORNO ESTIMADOS DA CARTEIRA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8694B6-004D-D84A-1DDA-BBE8974DF749}"/>
                </a:ext>
              </a:extLst>
            </p:cNvPr>
            <p:cNvCxnSpPr>
              <a:cxnSpLocks/>
            </p:cNvCxnSpPr>
            <p:nvPr/>
          </p:nvCxnSpPr>
          <p:spPr>
            <a:xfrm>
              <a:off x="5483225" y="1650176"/>
              <a:ext cx="637260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object 38">
            <a:extLst>
              <a:ext uri="{FF2B5EF4-FFF2-40B4-BE49-F238E27FC236}">
                <a16:creationId xmlns:a16="http://schemas.microsoft.com/office/drawing/2014/main" id="{A51A52EC-50BB-9591-5F97-BBE20F787D1C}"/>
              </a:ext>
            </a:extLst>
          </p:cNvPr>
          <p:cNvSpPr txBox="1">
            <a:spLocks/>
          </p:cNvSpPr>
          <p:nvPr/>
        </p:nvSpPr>
        <p:spPr>
          <a:xfrm>
            <a:off x="315195" y="531264"/>
            <a:ext cx="7850404" cy="317886"/>
          </a:xfrm>
          <a:prstGeom prst="rect">
            <a:avLst/>
          </a:prstGeom>
        </p:spPr>
        <p:txBody>
          <a:bodyPr vert="horz" wrap="square" lIns="0" tIns="10012" rIns="0" bIns="0" rtlCol="0" anchor="t">
            <a:spAutoFit/>
          </a:bodyPr>
          <a:lstStyle>
            <a:lvl1pPr eaLnBrk="1" hangingPunct="1">
              <a:defRPr>
                <a:latin typeface="+mj-lt"/>
                <a:ea typeface="+mj-ea"/>
                <a:cs typeface="+mj-cs"/>
              </a:defRPr>
            </a:lvl1pPr>
          </a:lstStyle>
          <a:p>
            <a:pPr marL="7620" marR="0" lvl="0" indent="0" algn="l" defTabSz="914400" rtl="0" eaLnBrk="1" fontAlgn="auto" latinLnBrk="0" hangingPunct="1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j-ea"/>
                <a:cs typeface="+mj-cs"/>
                <a:sym typeface="Arial"/>
              </a:rPr>
              <a:t>Alocação, exposição e distribuição de rating da carteira</a:t>
            </a:r>
            <a:endParaRPr kumimoji="0" lang="pt-BR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/>
              <a:ea typeface="+mj-ea"/>
              <a:cs typeface="+mj-cs"/>
              <a:sym typeface="Arial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06D244F-008B-9121-9BB8-DDC9CF2FFC12}"/>
              </a:ext>
            </a:extLst>
          </p:cNvPr>
          <p:cNvGrpSpPr/>
          <p:nvPr/>
        </p:nvGrpSpPr>
        <p:grpSpPr>
          <a:xfrm>
            <a:off x="1743076" y="1924054"/>
            <a:ext cx="2078050" cy="4313232"/>
            <a:chOff x="2112856" y="1924054"/>
            <a:chExt cx="1708269" cy="4313232"/>
          </a:xfrm>
        </p:grpSpPr>
        <p:sp>
          <p:nvSpPr>
            <p:cNvPr id="27" name="Rectangle 43">
              <a:extLst>
                <a:ext uri="{FF2B5EF4-FFF2-40B4-BE49-F238E27FC236}">
                  <a16:creationId xmlns:a16="http://schemas.microsoft.com/office/drawing/2014/main" id="{869AA96C-98F6-88D4-3D6D-5B778E1667BF}"/>
                </a:ext>
              </a:extLst>
            </p:cNvPr>
            <p:cNvSpPr/>
            <p:nvPr/>
          </p:nvSpPr>
          <p:spPr>
            <a:xfrm>
              <a:off x="3049830" y="1924054"/>
              <a:ext cx="771295" cy="431323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miter lim="800000"/>
            </a:ln>
            <a:effectLst/>
          </p:spPr>
          <p:txBody>
            <a:bodyPr lIns="74769" tIns="49846" rIns="0" bIns="0" rtlCol="0" anchor="t" anchorCtr="0"/>
            <a:lstStyle/>
            <a:p>
              <a:pPr defTabSz="633039">
                <a:defRPr/>
              </a:pPr>
              <a:r>
                <a:rPr lang="pt-BR" sz="1050" b="1" kern="0">
                  <a:solidFill>
                    <a:srgbClr val="000000"/>
                  </a:solidFill>
                  <a:latin typeface="Versos" panose="020B0503020204030204" pitchFamily="34" charset="0"/>
                </a:rPr>
                <a:t>Retornos </a:t>
              </a:r>
              <a:br>
                <a:rPr lang="pt-BR" sz="1050" b="1" kern="0">
                  <a:solidFill>
                    <a:srgbClr val="000000"/>
                  </a:solidFill>
                  <a:latin typeface="Versos" panose="020B0503020204030204" pitchFamily="34" charset="0"/>
                </a:rPr>
              </a:br>
              <a:r>
                <a:rPr lang="pt-BR" sz="1050" b="1" kern="0">
                  <a:solidFill>
                    <a:srgbClr val="000000"/>
                  </a:solidFill>
                  <a:latin typeface="Versos" panose="020B0503020204030204" pitchFamily="34" charset="0"/>
                </a:rPr>
                <a:t>Estimados</a:t>
              </a:r>
            </a:p>
            <a:p>
              <a:pPr defTabSz="633039">
                <a:defRPr/>
              </a:pPr>
              <a:r>
                <a:rPr lang="pt-BR" sz="850" kern="0">
                  <a:solidFill>
                    <a:srgbClr val="FFFFFF">
                      <a:lumMod val="50000"/>
                    </a:srgbClr>
                  </a:solidFill>
                  <a:latin typeface="Versos" panose="020B0503020204030204" pitchFamily="34" charset="0"/>
                </a:rPr>
                <a:t>(bruto de </a:t>
              </a:r>
              <a:br>
                <a:rPr lang="pt-BR" sz="850" kern="0">
                  <a:solidFill>
                    <a:srgbClr val="FFFFFF">
                      <a:lumMod val="50000"/>
                    </a:srgbClr>
                  </a:solidFill>
                  <a:latin typeface="Versos" panose="020B0503020204030204" pitchFamily="34" charset="0"/>
                </a:rPr>
              </a:br>
              <a:r>
                <a:rPr lang="pt-BR" sz="850" kern="0">
                  <a:solidFill>
                    <a:srgbClr val="FFFFFF">
                      <a:lumMod val="50000"/>
                    </a:srgbClr>
                  </a:solidFill>
                  <a:latin typeface="Versos" panose="020B0503020204030204" pitchFamily="34" charset="0"/>
                </a:rPr>
                <a:t>taxas e custos)</a:t>
              </a:r>
            </a:p>
          </p:txBody>
        </p:sp>
        <p:sp>
          <p:nvSpPr>
            <p:cNvPr id="28" name="Rectangle 43">
              <a:extLst>
                <a:ext uri="{FF2B5EF4-FFF2-40B4-BE49-F238E27FC236}">
                  <a16:creationId xmlns:a16="http://schemas.microsoft.com/office/drawing/2014/main" id="{01235803-3E1B-6BF1-6A87-F2E4C017EDFE}"/>
                </a:ext>
              </a:extLst>
            </p:cNvPr>
            <p:cNvSpPr/>
            <p:nvPr/>
          </p:nvSpPr>
          <p:spPr>
            <a:xfrm>
              <a:off x="2112856" y="1924054"/>
              <a:ext cx="771295" cy="4313232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19050" cap="flat" cmpd="sng" algn="ctr">
              <a:solidFill>
                <a:srgbClr val="FFFFFF">
                  <a:lumMod val="85000"/>
                </a:srgbClr>
              </a:solidFill>
              <a:prstDash val="solid"/>
              <a:miter lim="800000"/>
            </a:ln>
            <a:effectLst/>
          </p:spPr>
          <p:txBody>
            <a:bodyPr lIns="74769" tIns="49846" rIns="0" bIns="0" rtlCol="0" anchor="t" anchorCtr="0"/>
            <a:lstStyle/>
            <a:p>
              <a:pPr defTabSz="633039">
                <a:defRPr/>
              </a:pPr>
              <a:r>
                <a:rPr lang="pt-BR" sz="1050" b="1" kern="0">
                  <a:solidFill>
                    <a:srgbClr val="000000"/>
                  </a:solidFill>
                  <a:latin typeface="Versos" panose="020B0503020204030204" pitchFamily="34" charset="0"/>
                </a:rPr>
                <a:t>Previsão </a:t>
              </a:r>
              <a:br>
                <a:rPr lang="pt-BR" sz="1050" b="1" kern="0">
                  <a:solidFill>
                    <a:srgbClr val="000000"/>
                  </a:solidFill>
                  <a:latin typeface="Versos" panose="020B0503020204030204" pitchFamily="34" charset="0"/>
                </a:rPr>
              </a:br>
              <a:r>
                <a:rPr lang="pt-BR" sz="1050" b="1" kern="0">
                  <a:solidFill>
                    <a:srgbClr val="000000"/>
                  </a:solidFill>
                  <a:latin typeface="Versos" panose="020B0503020204030204" pitchFamily="34" charset="0"/>
                </a:rPr>
                <a:t>de Alocação</a:t>
              </a:r>
            </a:p>
            <a:p>
              <a:pPr defTabSz="633039">
                <a:defRPr/>
              </a:pPr>
              <a:r>
                <a:rPr lang="pt-BR" sz="850" kern="0">
                  <a:solidFill>
                    <a:srgbClr val="FFFFFF">
                      <a:lumMod val="50000"/>
                    </a:srgbClr>
                  </a:solidFill>
                  <a:latin typeface="Versos" panose="020B0503020204030204" pitchFamily="34" charset="0"/>
                </a:rPr>
                <a:t>(% patrimônio líquido)</a:t>
              </a:r>
            </a:p>
          </p:txBody>
        </p:sp>
      </p:grpSp>
      <p:sp>
        <p:nvSpPr>
          <p:cNvPr id="29" name="Rectangle 53">
            <a:extLst>
              <a:ext uri="{FF2B5EF4-FFF2-40B4-BE49-F238E27FC236}">
                <a16:creationId xmlns:a16="http://schemas.microsoft.com/office/drawing/2014/main" id="{9866EA43-5962-BC18-16A3-619611A4853C}"/>
              </a:ext>
            </a:extLst>
          </p:cNvPr>
          <p:cNvSpPr/>
          <p:nvPr/>
        </p:nvSpPr>
        <p:spPr>
          <a:xfrm>
            <a:off x="489045" y="3075490"/>
            <a:ext cx="3422306" cy="823676"/>
          </a:xfrm>
          <a:prstGeom prst="rect">
            <a:avLst/>
          </a:prstGeom>
          <a:solidFill>
            <a:srgbClr val="4B9D74"/>
          </a:solidFill>
          <a:ln w="19050" cap="flat" cmpd="sng" algn="ctr">
            <a:solidFill>
              <a:srgbClr val="E6EDF1">
                <a:lumMod val="25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defTabSz="633039">
              <a:defRPr/>
            </a:pPr>
            <a:r>
              <a:rPr lang="pt-BR" sz="1400" b="1" kern="0">
                <a:solidFill>
                  <a:srgbClr val="FFFFFF"/>
                </a:solidFill>
                <a:latin typeface="Versos" panose="020B0503020204030204" pitchFamily="34" charset="0"/>
              </a:rPr>
              <a:t>Crédito </a:t>
            </a:r>
            <a:br>
              <a:rPr lang="pt-BR" sz="1400" b="1" kern="0">
                <a:solidFill>
                  <a:srgbClr val="FFFFFF"/>
                </a:solidFill>
                <a:latin typeface="Versos" panose="020B0503020204030204" pitchFamily="34" charset="0"/>
              </a:rPr>
            </a:br>
            <a:r>
              <a:rPr lang="pt-BR" sz="1400" b="1" kern="0">
                <a:solidFill>
                  <a:srgbClr val="FFFFFF"/>
                </a:solidFill>
                <a:latin typeface="Versos" panose="020B0503020204030204" pitchFamily="34" charset="0"/>
              </a:rPr>
              <a:t>High Grade</a:t>
            </a:r>
          </a:p>
        </p:txBody>
      </p:sp>
      <p:sp>
        <p:nvSpPr>
          <p:cNvPr id="30" name="TextBox 54">
            <a:extLst>
              <a:ext uri="{FF2B5EF4-FFF2-40B4-BE49-F238E27FC236}">
                <a16:creationId xmlns:a16="http://schemas.microsoft.com/office/drawing/2014/main" id="{01810639-B57B-1A1F-482B-261AC5DEBDC6}"/>
              </a:ext>
            </a:extLst>
          </p:cNvPr>
          <p:cNvSpPr txBox="1"/>
          <p:nvPr/>
        </p:nvSpPr>
        <p:spPr>
          <a:xfrm>
            <a:off x="1750388" y="3333440"/>
            <a:ext cx="938254" cy="3077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defTabSz="633039">
              <a:defRPr/>
            </a:pPr>
            <a:r>
              <a:rPr lang="pt-BR" sz="1400" b="1" kern="0">
                <a:solidFill>
                  <a:srgbClr val="FFFFFF"/>
                </a:solidFill>
                <a:latin typeface="Versos" panose="020B0503020204030204" pitchFamily="34" charset="0"/>
              </a:rPr>
              <a:t>63,5%</a:t>
            </a:r>
          </a:p>
        </p:txBody>
      </p:sp>
      <p:sp>
        <p:nvSpPr>
          <p:cNvPr id="35" name="Rectangle 55">
            <a:extLst>
              <a:ext uri="{FF2B5EF4-FFF2-40B4-BE49-F238E27FC236}">
                <a16:creationId xmlns:a16="http://schemas.microsoft.com/office/drawing/2014/main" id="{C42A0410-52BD-498B-A9A3-AE9510CF839D}"/>
              </a:ext>
            </a:extLst>
          </p:cNvPr>
          <p:cNvSpPr/>
          <p:nvPr/>
        </p:nvSpPr>
        <p:spPr>
          <a:xfrm>
            <a:off x="342275" y="3023254"/>
            <a:ext cx="199177" cy="928153"/>
          </a:xfrm>
          <a:prstGeom prst="rect">
            <a:avLst/>
          </a:prstGeom>
          <a:solidFill>
            <a:srgbClr val="4B9D74"/>
          </a:solidFill>
          <a:ln w="19050" cap="flat" cmpd="sng" algn="ctr">
            <a:solidFill>
              <a:srgbClr val="759DB3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33039">
              <a:defRPr/>
            </a:pPr>
            <a:endParaRPr lang="pt-BR" sz="762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37" name="Rectangle 50">
            <a:extLst>
              <a:ext uri="{FF2B5EF4-FFF2-40B4-BE49-F238E27FC236}">
                <a16:creationId xmlns:a16="http://schemas.microsoft.com/office/drawing/2014/main" id="{558B7D54-9D14-D2D0-5A4C-99E723F58734}"/>
              </a:ext>
            </a:extLst>
          </p:cNvPr>
          <p:cNvSpPr/>
          <p:nvPr/>
        </p:nvSpPr>
        <p:spPr>
          <a:xfrm>
            <a:off x="489045" y="4177162"/>
            <a:ext cx="3422306" cy="823676"/>
          </a:xfrm>
          <a:prstGeom prst="rect">
            <a:avLst/>
          </a:prstGeom>
          <a:solidFill>
            <a:srgbClr val="92D3AB"/>
          </a:solidFill>
          <a:ln w="19050" cap="flat" cmpd="sng" algn="ctr">
            <a:solidFill>
              <a:srgbClr val="92D3AB">
                <a:lumMod val="75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defTabSz="633039">
              <a:defRPr/>
            </a:pPr>
            <a:r>
              <a:rPr lang="pt-BR" sz="1400" b="1" ker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rPr>
              <a:t>Crédito </a:t>
            </a:r>
            <a:br>
              <a:rPr lang="pt-BR" sz="1400" b="1" ker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rPr>
            </a:br>
            <a:r>
              <a:rPr lang="pt-BR" sz="1400" b="1" ker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rPr>
              <a:t>High </a:t>
            </a:r>
            <a:r>
              <a:rPr lang="pt-BR" sz="1400" b="1" kern="0" err="1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rPr>
              <a:t>Yield</a:t>
            </a:r>
            <a:endParaRPr lang="pt-BR" sz="1400" b="1" kern="0">
              <a:solidFill>
                <a:schemeClr val="tx1">
                  <a:lumMod val="85000"/>
                  <a:lumOff val="15000"/>
                </a:schemeClr>
              </a:solidFill>
              <a:latin typeface="Versos" panose="020B0503020204030204" pitchFamily="34" charset="0"/>
            </a:endParaRPr>
          </a:p>
        </p:txBody>
      </p:sp>
      <p:sp>
        <p:nvSpPr>
          <p:cNvPr id="40" name="TextBox 51">
            <a:extLst>
              <a:ext uri="{FF2B5EF4-FFF2-40B4-BE49-F238E27FC236}">
                <a16:creationId xmlns:a16="http://schemas.microsoft.com/office/drawing/2014/main" id="{01CFC03B-61D9-3AA1-1DC7-F531504A969D}"/>
              </a:ext>
            </a:extLst>
          </p:cNvPr>
          <p:cNvSpPr txBox="1"/>
          <p:nvPr/>
        </p:nvSpPr>
        <p:spPr>
          <a:xfrm>
            <a:off x="1755395" y="4435109"/>
            <a:ext cx="724004" cy="3077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defTabSz="633039">
              <a:defRPr/>
            </a:pPr>
            <a:r>
              <a:rPr lang="pt-BR" sz="1400" b="1" ker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rPr>
              <a:t>18,0%</a:t>
            </a:r>
          </a:p>
        </p:txBody>
      </p:sp>
      <p:sp>
        <p:nvSpPr>
          <p:cNvPr id="43" name="Rectangle 52">
            <a:extLst>
              <a:ext uri="{FF2B5EF4-FFF2-40B4-BE49-F238E27FC236}">
                <a16:creationId xmlns:a16="http://schemas.microsoft.com/office/drawing/2014/main" id="{76722324-97C8-8974-D616-8A9852D04CB6}"/>
              </a:ext>
            </a:extLst>
          </p:cNvPr>
          <p:cNvSpPr/>
          <p:nvPr/>
        </p:nvSpPr>
        <p:spPr>
          <a:xfrm>
            <a:off x="342275" y="4124923"/>
            <a:ext cx="199177" cy="928153"/>
          </a:xfrm>
          <a:prstGeom prst="rect">
            <a:avLst/>
          </a:prstGeom>
          <a:solidFill>
            <a:srgbClr val="92D3AB"/>
          </a:solidFill>
          <a:ln w="19050" cap="flat" cmpd="sng" algn="ctr">
            <a:solidFill>
              <a:srgbClr val="92D3AB">
                <a:lumMod val="7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33039">
              <a:defRPr/>
            </a:pPr>
            <a:endParaRPr lang="pt-BR" sz="762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44" name="Rectangle 47">
            <a:extLst>
              <a:ext uri="{FF2B5EF4-FFF2-40B4-BE49-F238E27FC236}">
                <a16:creationId xmlns:a16="http://schemas.microsoft.com/office/drawing/2014/main" id="{4B9758E3-AFD3-E1F7-213D-5ADBB1DB824E}"/>
              </a:ext>
            </a:extLst>
          </p:cNvPr>
          <p:cNvSpPr/>
          <p:nvPr/>
        </p:nvSpPr>
        <p:spPr>
          <a:xfrm>
            <a:off x="489045" y="5278830"/>
            <a:ext cx="3422306" cy="823676"/>
          </a:xfrm>
          <a:prstGeom prst="rect">
            <a:avLst/>
          </a:prstGeom>
          <a:solidFill>
            <a:srgbClr val="000000">
              <a:lumMod val="50000"/>
              <a:lumOff val="50000"/>
            </a:srgbClr>
          </a:solidFill>
          <a:ln w="19050" cap="flat" cmpd="sng" algn="ctr">
            <a:solidFill>
              <a:srgbClr val="000000">
                <a:lumMod val="65000"/>
                <a:lumOff val="35000"/>
              </a:srgbClr>
            </a:solidFill>
            <a:prstDash val="solid"/>
            <a:miter lim="800000"/>
          </a:ln>
          <a:effectLst/>
        </p:spPr>
        <p:txBody>
          <a:bodyPr lIns="180000" rtlCol="0" anchor="ctr"/>
          <a:lstStyle/>
          <a:p>
            <a:pPr defTabSz="633039">
              <a:defRPr/>
            </a:pPr>
            <a:r>
              <a:rPr lang="pt-BR" sz="1400" b="1" kern="0">
                <a:solidFill>
                  <a:srgbClr val="FFFFFF"/>
                </a:solidFill>
                <a:latin typeface="Versos" panose="020B0503020204030204" pitchFamily="34" charset="0"/>
              </a:rPr>
              <a:t>Caixa</a:t>
            </a:r>
          </a:p>
        </p:txBody>
      </p:sp>
      <p:sp>
        <p:nvSpPr>
          <p:cNvPr id="45" name="TextBox 48">
            <a:extLst>
              <a:ext uri="{FF2B5EF4-FFF2-40B4-BE49-F238E27FC236}">
                <a16:creationId xmlns:a16="http://schemas.microsoft.com/office/drawing/2014/main" id="{A2C766DC-FA75-56E1-1F33-6EC763067355}"/>
              </a:ext>
            </a:extLst>
          </p:cNvPr>
          <p:cNvSpPr txBox="1"/>
          <p:nvPr/>
        </p:nvSpPr>
        <p:spPr>
          <a:xfrm>
            <a:off x="1755394" y="5526730"/>
            <a:ext cx="828779" cy="3077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defTabSz="633039">
              <a:defRPr/>
            </a:pPr>
            <a:r>
              <a:rPr lang="pt-BR" sz="1400" b="1" kern="0">
                <a:solidFill>
                  <a:srgbClr val="FFFFFF"/>
                </a:solidFill>
                <a:latin typeface="Versos" panose="020B0503020204030204" pitchFamily="34" charset="0"/>
              </a:rPr>
              <a:t>18,5%</a:t>
            </a:r>
          </a:p>
        </p:txBody>
      </p:sp>
      <p:sp>
        <p:nvSpPr>
          <p:cNvPr id="46" name="Rectangle 49">
            <a:extLst>
              <a:ext uri="{FF2B5EF4-FFF2-40B4-BE49-F238E27FC236}">
                <a16:creationId xmlns:a16="http://schemas.microsoft.com/office/drawing/2014/main" id="{B3AEE0CF-BBAA-1CCB-2BF1-3D935986E27F}"/>
              </a:ext>
            </a:extLst>
          </p:cNvPr>
          <p:cNvSpPr/>
          <p:nvPr/>
        </p:nvSpPr>
        <p:spPr>
          <a:xfrm>
            <a:off x="334963" y="5226594"/>
            <a:ext cx="199177" cy="928153"/>
          </a:xfrm>
          <a:prstGeom prst="rect">
            <a:avLst/>
          </a:prstGeom>
          <a:solidFill>
            <a:srgbClr val="7F7F7F"/>
          </a:solidFill>
          <a:ln w="1905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33039">
              <a:defRPr/>
            </a:pPr>
            <a:endParaRPr lang="pt-BR" sz="762" kern="0">
              <a:solidFill>
                <a:srgbClr val="FFFFFF"/>
              </a:solidFill>
              <a:latin typeface="Aptos" panose="02110004020202020204"/>
            </a:endParaRPr>
          </a:p>
        </p:txBody>
      </p:sp>
      <p:sp>
        <p:nvSpPr>
          <p:cNvPr id="47" name="TextBox 54">
            <a:extLst>
              <a:ext uri="{FF2B5EF4-FFF2-40B4-BE49-F238E27FC236}">
                <a16:creationId xmlns:a16="http://schemas.microsoft.com/office/drawing/2014/main" id="{40595F4D-2A88-3F99-60E0-63C2440118EB}"/>
              </a:ext>
            </a:extLst>
          </p:cNvPr>
          <p:cNvSpPr txBox="1"/>
          <p:nvPr/>
        </p:nvSpPr>
        <p:spPr>
          <a:xfrm>
            <a:off x="2882875" y="3227213"/>
            <a:ext cx="728323" cy="523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defTabSz="633039">
              <a:defRPr/>
            </a:pPr>
            <a:r>
              <a:rPr lang="pt-BR" sz="1400" b="1" kern="0">
                <a:solidFill>
                  <a:srgbClr val="FFFFFF"/>
                </a:solidFill>
                <a:latin typeface="Versos" panose="020B0503020204030204" pitchFamily="34" charset="0"/>
              </a:rPr>
              <a:t>CDI+1,20%</a:t>
            </a:r>
          </a:p>
        </p:txBody>
      </p:sp>
      <p:sp>
        <p:nvSpPr>
          <p:cNvPr id="48" name="TextBox 51">
            <a:extLst>
              <a:ext uri="{FF2B5EF4-FFF2-40B4-BE49-F238E27FC236}">
                <a16:creationId xmlns:a16="http://schemas.microsoft.com/office/drawing/2014/main" id="{5CAA667F-5F33-5905-F7DB-1A8EB5A08D59}"/>
              </a:ext>
            </a:extLst>
          </p:cNvPr>
          <p:cNvSpPr txBox="1"/>
          <p:nvPr/>
        </p:nvSpPr>
        <p:spPr>
          <a:xfrm>
            <a:off x="2882872" y="4327389"/>
            <a:ext cx="780733" cy="523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defTabSz="633039">
              <a:defRPr/>
            </a:pPr>
            <a:r>
              <a:rPr lang="pt-BR" sz="1400" b="1" ker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rPr>
              <a:t>CDI+</a:t>
            </a:r>
            <a:br>
              <a:rPr lang="pt-BR" sz="1400" b="1" ker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rPr>
            </a:br>
            <a:r>
              <a:rPr lang="pt-BR" sz="1400" b="1" kern="0">
                <a:solidFill>
                  <a:schemeClr val="tx1">
                    <a:lumMod val="85000"/>
                    <a:lumOff val="15000"/>
                  </a:schemeClr>
                </a:solidFill>
                <a:latin typeface="Versos" panose="020B0503020204030204" pitchFamily="34" charset="0"/>
              </a:rPr>
              <a:t>3,00%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B3D0F41-2684-92D7-D1F1-8B7F8ED89440}"/>
              </a:ext>
            </a:extLst>
          </p:cNvPr>
          <p:cNvSpPr txBox="1"/>
          <p:nvPr/>
        </p:nvSpPr>
        <p:spPr>
          <a:xfrm>
            <a:off x="2882874" y="5429057"/>
            <a:ext cx="1040795" cy="52322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defTabSz="633039">
              <a:defRPr/>
            </a:pPr>
            <a:r>
              <a:rPr lang="pt-BR" sz="1400" b="1" kern="0">
                <a:solidFill>
                  <a:srgbClr val="FFFFFF"/>
                </a:solidFill>
                <a:latin typeface="Versos" panose="020B0503020204030204" pitchFamily="34" charset="0"/>
              </a:rPr>
              <a:t>100% </a:t>
            </a:r>
            <a:br>
              <a:rPr lang="pt-BR" sz="1400" b="1" kern="0">
                <a:solidFill>
                  <a:srgbClr val="FFFFFF"/>
                </a:solidFill>
                <a:latin typeface="Versos" panose="020B0503020204030204" pitchFamily="34" charset="0"/>
              </a:rPr>
            </a:br>
            <a:r>
              <a:rPr lang="pt-BR" sz="1400" b="1" kern="0">
                <a:solidFill>
                  <a:srgbClr val="FFFFFF"/>
                </a:solidFill>
                <a:latin typeface="Versos" panose="020B0503020204030204" pitchFamily="34" charset="0"/>
              </a:rPr>
              <a:t>do CDI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4A61A0C-0E59-69BB-B63C-D2FE8607C123}"/>
              </a:ext>
            </a:extLst>
          </p:cNvPr>
          <p:cNvGrpSpPr/>
          <p:nvPr/>
        </p:nvGrpSpPr>
        <p:grpSpPr>
          <a:xfrm>
            <a:off x="4314826" y="1383135"/>
            <a:ext cx="7541001" cy="267041"/>
            <a:chOff x="5483225" y="1383135"/>
            <a:chExt cx="6372602" cy="267041"/>
          </a:xfrm>
        </p:grpSpPr>
        <p:sp>
          <p:nvSpPr>
            <p:cNvPr id="13" name="TextBox 19">
              <a:extLst>
                <a:ext uri="{FF2B5EF4-FFF2-40B4-BE49-F238E27FC236}">
                  <a16:creationId xmlns:a16="http://schemas.microsoft.com/office/drawing/2014/main" id="{8BE14BE3-2DF8-4A02-7F65-90ED3EAC348C}"/>
                </a:ext>
              </a:extLst>
            </p:cNvPr>
            <p:cNvSpPr txBox="1"/>
            <p:nvPr/>
          </p:nvSpPr>
          <p:spPr>
            <a:xfrm>
              <a:off x="5483225" y="1383135"/>
              <a:ext cx="5404979" cy="16421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67" b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Plus Jakarta Sans Light" pitchFamily="2" charset="77"/>
                  <a:sym typeface="Arial"/>
                </a:rPr>
                <a:t>EXPOSIÇÃO SETORIAL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A79B367-246E-B351-EB92-47309D5498A6}"/>
                </a:ext>
              </a:extLst>
            </p:cNvPr>
            <p:cNvCxnSpPr>
              <a:cxnSpLocks/>
            </p:cNvCxnSpPr>
            <p:nvPr/>
          </p:nvCxnSpPr>
          <p:spPr>
            <a:xfrm>
              <a:off x="5483225" y="1650176"/>
              <a:ext cx="637260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Imagem 7">
            <a:extLst>
              <a:ext uri="{FF2B5EF4-FFF2-40B4-BE49-F238E27FC236}">
                <a16:creationId xmlns:a16="http://schemas.microsoft.com/office/drawing/2014/main" id="{E10D55C5-0B97-FD45-9CBE-E93D90AD52F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14826" y="1830594"/>
            <a:ext cx="6592142" cy="481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993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714C4-511C-1E76-BBE9-A680EDAC2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469FE4D3-286B-185D-0A2D-B160C6B4DE28}"/>
              </a:ext>
            </a:extLst>
          </p:cNvPr>
          <p:cNvGrpSpPr/>
          <p:nvPr/>
        </p:nvGrpSpPr>
        <p:grpSpPr>
          <a:xfrm>
            <a:off x="587376" y="1246354"/>
            <a:ext cx="5804531" cy="1429059"/>
            <a:chOff x="587376" y="1246354"/>
            <a:chExt cx="5804531" cy="1429059"/>
          </a:xfrm>
        </p:grpSpPr>
        <p:grpSp>
          <p:nvGrpSpPr>
            <p:cNvPr id="28" name="Graphic 23">
              <a:extLst>
                <a:ext uri="{FF2B5EF4-FFF2-40B4-BE49-F238E27FC236}">
                  <a16:creationId xmlns:a16="http://schemas.microsoft.com/office/drawing/2014/main" id="{69F658A3-83B2-FC08-06CE-14F9082C5A1B}"/>
                </a:ext>
              </a:extLst>
            </p:cNvPr>
            <p:cNvGrpSpPr/>
            <p:nvPr/>
          </p:nvGrpSpPr>
          <p:grpSpPr>
            <a:xfrm>
              <a:off x="619055" y="1246354"/>
              <a:ext cx="2367739" cy="569768"/>
              <a:chOff x="619055" y="1246354"/>
              <a:chExt cx="2367739" cy="569768"/>
            </a:xfrm>
            <a:solidFill>
              <a:srgbClr val="1D1D1B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8B70AC3-6917-FF68-63DC-66504102E658}"/>
                  </a:ext>
                </a:extLst>
              </p:cNvPr>
              <p:cNvSpPr/>
              <p:nvPr/>
            </p:nvSpPr>
            <p:spPr>
              <a:xfrm>
                <a:off x="619055" y="1254227"/>
                <a:ext cx="452609" cy="553928"/>
              </a:xfrm>
              <a:custGeom>
                <a:avLst/>
                <a:gdLst>
                  <a:gd name="connsiteX0" fmla="*/ 190641 w 452609"/>
                  <a:gd name="connsiteY0" fmla="*/ 67296 h 553928"/>
                  <a:gd name="connsiteX1" fmla="*/ 0 w 452609"/>
                  <a:gd name="connsiteY1" fmla="*/ 67296 h 553928"/>
                  <a:gd name="connsiteX2" fmla="*/ 0 w 452609"/>
                  <a:gd name="connsiteY2" fmla="*/ 0 h 553928"/>
                  <a:gd name="connsiteX3" fmla="*/ 452609 w 452609"/>
                  <a:gd name="connsiteY3" fmla="*/ 0 h 553928"/>
                  <a:gd name="connsiteX4" fmla="*/ 452609 w 452609"/>
                  <a:gd name="connsiteY4" fmla="*/ 67296 h 553928"/>
                  <a:gd name="connsiteX5" fmla="*/ 261874 w 452609"/>
                  <a:gd name="connsiteY5" fmla="*/ 67296 h 553928"/>
                  <a:gd name="connsiteX6" fmla="*/ 261874 w 452609"/>
                  <a:gd name="connsiteY6" fmla="*/ 553928 h 553928"/>
                  <a:gd name="connsiteX7" fmla="*/ 190641 w 452609"/>
                  <a:gd name="connsiteY7" fmla="*/ 553928 h 553928"/>
                  <a:gd name="connsiteX8" fmla="*/ 190641 w 452609"/>
                  <a:gd name="connsiteY8" fmla="*/ 67296 h 553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2609" h="553928">
                    <a:moveTo>
                      <a:pt x="190641" y="67296"/>
                    </a:moveTo>
                    <a:lnTo>
                      <a:pt x="0" y="67296"/>
                    </a:lnTo>
                    <a:lnTo>
                      <a:pt x="0" y="0"/>
                    </a:lnTo>
                    <a:lnTo>
                      <a:pt x="452609" y="0"/>
                    </a:lnTo>
                    <a:lnTo>
                      <a:pt x="452609" y="67296"/>
                    </a:lnTo>
                    <a:lnTo>
                      <a:pt x="261874" y="67296"/>
                    </a:lnTo>
                    <a:lnTo>
                      <a:pt x="261874" y="553928"/>
                    </a:lnTo>
                    <a:lnTo>
                      <a:pt x="190641" y="553928"/>
                    </a:lnTo>
                    <a:lnTo>
                      <a:pt x="190641" y="67296"/>
                    </a:lnTo>
                    <a:close/>
                  </a:path>
                </a:pathLst>
              </a:custGeom>
              <a:solidFill>
                <a:srgbClr val="1D1D1B"/>
              </a:solidFill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6D5BC877-ED2D-B493-2035-2FFC463A772B}"/>
                  </a:ext>
                </a:extLst>
              </p:cNvPr>
              <p:cNvSpPr/>
              <p:nvPr/>
            </p:nvSpPr>
            <p:spPr>
              <a:xfrm>
                <a:off x="1138961" y="1254227"/>
                <a:ext cx="327576" cy="554022"/>
              </a:xfrm>
              <a:custGeom>
                <a:avLst/>
                <a:gdLst>
                  <a:gd name="connsiteX0" fmla="*/ 0 w 327576"/>
                  <a:gd name="connsiteY0" fmla="*/ 486726 h 554022"/>
                  <a:gd name="connsiteX1" fmla="*/ 128219 w 327576"/>
                  <a:gd name="connsiteY1" fmla="*/ 486726 h 554022"/>
                  <a:gd name="connsiteX2" fmla="*/ 128219 w 327576"/>
                  <a:gd name="connsiteY2" fmla="*/ 67296 h 554022"/>
                  <a:gd name="connsiteX3" fmla="*/ 0 w 327576"/>
                  <a:gd name="connsiteY3" fmla="*/ 67296 h 554022"/>
                  <a:gd name="connsiteX4" fmla="*/ 0 w 327576"/>
                  <a:gd name="connsiteY4" fmla="*/ 0 h 554022"/>
                  <a:gd name="connsiteX5" fmla="*/ 327577 w 327576"/>
                  <a:gd name="connsiteY5" fmla="*/ 0 h 554022"/>
                  <a:gd name="connsiteX6" fmla="*/ 327577 w 327576"/>
                  <a:gd name="connsiteY6" fmla="*/ 67296 h 554022"/>
                  <a:gd name="connsiteX7" fmla="*/ 199358 w 327576"/>
                  <a:gd name="connsiteY7" fmla="*/ 67296 h 554022"/>
                  <a:gd name="connsiteX8" fmla="*/ 199358 w 327576"/>
                  <a:gd name="connsiteY8" fmla="*/ 486726 h 554022"/>
                  <a:gd name="connsiteX9" fmla="*/ 327577 w 327576"/>
                  <a:gd name="connsiteY9" fmla="*/ 486726 h 554022"/>
                  <a:gd name="connsiteX10" fmla="*/ 327577 w 327576"/>
                  <a:gd name="connsiteY10" fmla="*/ 554022 h 554022"/>
                  <a:gd name="connsiteX11" fmla="*/ 0 w 327576"/>
                  <a:gd name="connsiteY11" fmla="*/ 554022 h 554022"/>
                  <a:gd name="connsiteX12" fmla="*/ 0 w 327576"/>
                  <a:gd name="connsiteY12" fmla="*/ 486726 h 554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7576" h="554022">
                    <a:moveTo>
                      <a:pt x="0" y="486726"/>
                    </a:moveTo>
                    <a:lnTo>
                      <a:pt x="128219" y="486726"/>
                    </a:lnTo>
                    <a:lnTo>
                      <a:pt x="128219" y="67296"/>
                    </a:lnTo>
                    <a:lnTo>
                      <a:pt x="0" y="67296"/>
                    </a:lnTo>
                    <a:lnTo>
                      <a:pt x="0" y="0"/>
                    </a:lnTo>
                    <a:lnTo>
                      <a:pt x="327577" y="0"/>
                    </a:lnTo>
                    <a:lnTo>
                      <a:pt x="327577" y="67296"/>
                    </a:lnTo>
                    <a:lnTo>
                      <a:pt x="199358" y="67296"/>
                    </a:lnTo>
                    <a:lnTo>
                      <a:pt x="199358" y="486726"/>
                    </a:lnTo>
                    <a:lnTo>
                      <a:pt x="327577" y="486726"/>
                    </a:lnTo>
                    <a:lnTo>
                      <a:pt x="327577" y="554022"/>
                    </a:lnTo>
                    <a:lnTo>
                      <a:pt x="0" y="554022"/>
                    </a:lnTo>
                    <a:lnTo>
                      <a:pt x="0" y="486726"/>
                    </a:lnTo>
                    <a:close/>
                  </a:path>
                </a:pathLst>
              </a:custGeom>
              <a:solidFill>
                <a:srgbClr val="1D1D1B"/>
              </a:solidFill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62E3962-5870-4A00-CE4B-ED3B5A4D7408}"/>
                  </a:ext>
                </a:extLst>
              </p:cNvPr>
              <p:cNvSpPr/>
              <p:nvPr/>
            </p:nvSpPr>
            <p:spPr>
              <a:xfrm>
                <a:off x="1525867" y="1254227"/>
                <a:ext cx="502472" cy="553928"/>
              </a:xfrm>
              <a:custGeom>
                <a:avLst/>
                <a:gdLst>
                  <a:gd name="connsiteX0" fmla="*/ 0 w 502472"/>
                  <a:gd name="connsiteY0" fmla="*/ 0 h 553928"/>
                  <a:gd name="connsiteX1" fmla="*/ 79106 w 502472"/>
                  <a:gd name="connsiteY1" fmla="*/ 0 h 553928"/>
                  <a:gd name="connsiteX2" fmla="*/ 241348 w 502472"/>
                  <a:gd name="connsiteY2" fmla="*/ 494599 h 553928"/>
                  <a:gd name="connsiteX3" fmla="*/ 261968 w 502472"/>
                  <a:gd name="connsiteY3" fmla="*/ 494599 h 553928"/>
                  <a:gd name="connsiteX4" fmla="*/ 423366 w 502472"/>
                  <a:gd name="connsiteY4" fmla="*/ 0 h 553928"/>
                  <a:gd name="connsiteX5" fmla="*/ 502472 w 502472"/>
                  <a:gd name="connsiteY5" fmla="*/ 0 h 553928"/>
                  <a:gd name="connsiteX6" fmla="*/ 314924 w 502472"/>
                  <a:gd name="connsiteY6" fmla="*/ 553928 h 553928"/>
                  <a:gd name="connsiteX7" fmla="*/ 187548 w 502472"/>
                  <a:gd name="connsiteY7" fmla="*/ 553928 h 553928"/>
                  <a:gd name="connsiteX8" fmla="*/ 0 w 502472"/>
                  <a:gd name="connsiteY8" fmla="*/ 0 h 553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2472" h="553928">
                    <a:moveTo>
                      <a:pt x="0" y="0"/>
                    </a:moveTo>
                    <a:lnTo>
                      <a:pt x="79106" y="0"/>
                    </a:lnTo>
                    <a:lnTo>
                      <a:pt x="241348" y="494599"/>
                    </a:lnTo>
                    <a:lnTo>
                      <a:pt x="261968" y="494599"/>
                    </a:lnTo>
                    <a:lnTo>
                      <a:pt x="423366" y="0"/>
                    </a:lnTo>
                    <a:lnTo>
                      <a:pt x="502472" y="0"/>
                    </a:lnTo>
                    <a:lnTo>
                      <a:pt x="314924" y="553928"/>
                    </a:lnTo>
                    <a:lnTo>
                      <a:pt x="187548" y="5539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D1D1B"/>
              </a:solidFill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D95A10EA-5143-7F78-B224-433FEDA536F6}"/>
                  </a:ext>
                </a:extLst>
              </p:cNvPr>
              <p:cNvSpPr/>
              <p:nvPr/>
            </p:nvSpPr>
            <p:spPr>
              <a:xfrm>
                <a:off x="2087762" y="1254227"/>
                <a:ext cx="327576" cy="554022"/>
              </a:xfrm>
              <a:custGeom>
                <a:avLst/>
                <a:gdLst>
                  <a:gd name="connsiteX0" fmla="*/ 0 w 327576"/>
                  <a:gd name="connsiteY0" fmla="*/ 486726 h 554022"/>
                  <a:gd name="connsiteX1" fmla="*/ 128219 w 327576"/>
                  <a:gd name="connsiteY1" fmla="*/ 486726 h 554022"/>
                  <a:gd name="connsiteX2" fmla="*/ 128219 w 327576"/>
                  <a:gd name="connsiteY2" fmla="*/ 67296 h 554022"/>
                  <a:gd name="connsiteX3" fmla="*/ 0 w 327576"/>
                  <a:gd name="connsiteY3" fmla="*/ 67296 h 554022"/>
                  <a:gd name="connsiteX4" fmla="*/ 0 w 327576"/>
                  <a:gd name="connsiteY4" fmla="*/ 0 h 554022"/>
                  <a:gd name="connsiteX5" fmla="*/ 327577 w 327576"/>
                  <a:gd name="connsiteY5" fmla="*/ 0 h 554022"/>
                  <a:gd name="connsiteX6" fmla="*/ 327577 w 327576"/>
                  <a:gd name="connsiteY6" fmla="*/ 67296 h 554022"/>
                  <a:gd name="connsiteX7" fmla="*/ 199358 w 327576"/>
                  <a:gd name="connsiteY7" fmla="*/ 67296 h 554022"/>
                  <a:gd name="connsiteX8" fmla="*/ 199358 w 327576"/>
                  <a:gd name="connsiteY8" fmla="*/ 486726 h 554022"/>
                  <a:gd name="connsiteX9" fmla="*/ 327577 w 327576"/>
                  <a:gd name="connsiteY9" fmla="*/ 486726 h 554022"/>
                  <a:gd name="connsiteX10" fmla="*/ 327577 w 327576"/>
                  <a:gd name="connsiteY10" fmla="*/ 554022 h 554022"/>
                  <a:gd name="connsiteX11" fmla="*/ 0 w 327576"/>
                  <a:gd name="connsiteY11" fmla="*/ 554022 h 554022"/>
                  <a:gd name="connsiteX12" fmla="*/ 0 w 327576"/>
                  <a:gd name="connsiteY12" fmla="*/ 486726 h 554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7576" h="554022">
                    <a:moveTo>
                      <a:pt x="0" y="486726"/>
                    </a:moveTo>
                    <a:lnTo>
                      <a:pt x="128219" y="486726"/>
                    </a:lnTo>
                    <a:lnTo>
                      <a:pt x="128219" y="67296"/>
                    </a:lnTo>
                    <a:lnTo>
                      <a:pt x="0" y="67296"/>
                    </a:lnTo>
                    <a:lnTo>
                      <a:pt x="0" y="0"/>
                    </a:lnTo>
                    <a:lnTo>
                      <a:pt x="327577" y="0"/>
                    </a:lnTo>
                    <a:lnTo>
                      <a:pt x="327577" y="67296"/>
                    </a:lnTo>
                    <a:lnTo>
                      <a:pt x="199358" y="67296"/>
                    </a:lnTo>
                    <a:lnTo>
                      <a:pt x="199358" y="486726"/>
                    </a:lnTo>
                    <a:lnTo>
                      <a:pt x="327577" y="486726"/>
                    </a:lnTo>
                    <a:lnTo>
                      <a:pt x="327577" y="554022"/>
                    </a:lnTo>
                    <a:lnTo>
                      <a:pt x="0" y="554022"/>
                    </a:lnTo>
                    <a:lnTo>
                      <a:pt x="0" y="486726"/>
                    </a:lnTo>
                    <a:close/>
                  </a:path>
                </a:pathLst>
              </a:custGeom>
              <a:solidFill>
                <a:srgbClr val="1D1D1B"/>
              </a:solidFill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EAA9EF3C-D1E0-C706-F4CE-1CD34B33F0BC}"/>
                  </a:ext>
                </a:extLst>
              </p:cNvPr>
              <p:cNvSpPr/>
              <p:nvPr/>
            </p:nvSpPr>
            <p:spPr>
              <a:xfrm>
                <a:off x="2478792" y="1246354"/>
                <a:ext cx="508001" cy="569768"/>
              </a:xfrm>
              <a:custGeom>
                <a:avLst/>
                <a:gdLst>
                  <a:gd name="connsiteX0" fmla="*/ 119034 w 508001"/>
                  <a:gd name="connsiteY0" fmla="*/ 540057 h 569768"/>
                  <a:gd name="connsiteX1" fmla="*/ 30836 w 508001"/>
                  <a:gd name="connsiteY1" fmla="*/ 454203 h 569768"/>
                  <a:gd name="connsiteX2" fmla="*/ 0 w 508001"/>
                  <a:gd name="connsiteY2" fmla="*/ 321297 h 569768"/>
                  <a:gd name="connsiteX3" fmla="*/ 0 w 508001"/>
                  <a:gd name="connsiteY3" fmla="*/ 249315 h 569768"/>
                  <a:gd name="connsiteX4" fmla="*/ 30836 w 508001"/>
                  <a:gd name="connsiteY4" fmla="*/ 117159 h 569768"/>
                  <a:gd name="connsiteX5" fmla="*/ 119034 w 508001"/>
                  <a:gd name="connsiteY5" fmla="*/ 30461 h 569768"/>
                  <a:gd name="connsiteX6" fmla="*/ 254001 w 508001"/>
                  <a:gd name="connsiteY6" fmla="*/ 0 h 569768"/>
                  <a:gd name="connsiteX7" fmla="*/ 388968 w 508001"/>
                  <a:gd name="connsiteY7" fmla="*/ 29712 h 569768"/>
                  <a:gd name="connsiteX8" fmla="*/ 477166 w 508001"/>
                  <a:gd name="connsiteY8" fmla="*/ 115566 h 569768"/>
                  <a:gd name="connsiteX9" fmla="*/ 508002 w 508001"/>
                  <a:gd name="connsiteY9" fmla="*/ 248471 h 569768"/>
                  <a:gd name="connsiteX10" fmla="*/ 508002 w 508001"/>
                  <a:gd name="connsiteY10" fmla="*/ 320454 h 569768"/>
                  <a:gd name="connsiteX11" fmla="*/ 477166 w 508001"/>
                  <a:gd name="connsiteY11" fmla="*/ 452609 h 569768"/>
                  <a:gd name="connsiteX12" fmla="*/ 388968 w 508001"/>
                  <a:gd name="connsiteY12" fmla="*/ 539307 h 569768"/>
                  <a:gd name="connsiteX13" fmla="*/ 254001 w 508001"/>
                  <a:gd name="connsiteY13" fmla="*/ 569768 h 569768"/>
                  <a:gd name="connsiteX14" fmla="*/ 119034 w 508001"/>
                  <a:gd name="connsiteY14" fmla="*/ 540057 h 569768"/>
                  <a:gd name="connsiteX15" fmla="*/ 386063 w 508001"/>
                  <a:gd name="connsiteY15" fmla="*/ 453453 h 569768"/>
                  <a:gd name="connsiteX16" fmla="*/ 432739 w 508001"/>
                  <a:gd name="connsiteY16" fmla="*/ 320547 h 569768"/>
                  <a:gd name="connsiteX17" fmla="*/ 432739 w 508001"/>
                  <a:gd name="connsiteY17" fmla="*/ 248565 h 569768"/>
                  <a:gd name="connsiteX18" fmla="*/ 385688 w 508001"/>
                  <a:gd name="connsiteY18" fmla="*/ 116784 h 569768"/>
                  <a:gd name="connsiteX19" fmla="*/ 253907 w 508001"/>
                  <a:gd name="connsiteY19" fmla="*/ 69733 h 569768"/>
                  <a:gd name="connsiteX20" fmla="*/ 121752 w 508001"/>
                  <a:gd name="connsiteY20" fmla="*/ 116409 h 569768"/>
                  <a:gd name="connsiteX21" fmla="*/ 75076 w 508001"/>
                  <a:gd name="connsiteY21" fmla="*/ 249315 h 569768"/>
                  <a:gd name="connsiteX22" fmla="*/ 75076 w 508001"/>
                  <a:gd name="connsiteY22" fmla="*/ 321297 h 569768"/>
                  <a:gd name="connsiteX23" fmla="*/ 122127 w 508001"/>
                  <a:gd name="connsiteY23" fmla="*/ 453078 h 569768"/>
                  <a:gd name="connsiteX24" fmla="*/ 253907 w 508001"/>
                  <a:gd name="connsiteY24" fmla="*/ 500129 h 569768"/>
                  <a:gd name="connsiteX25" fmla="*/ 386063 w 508001"/>
                  <a:gd name="connsiteY25" fmla="*/ 453453 h 569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08001" h="569768">
                    <a:moveTo>
                      <a:pt x="119034" y="540057"/>
                    </a:moveTo>
                    <a:cubicBezTo>
                      <a:pt x="80793" y="520280"/>
                      <a:pt x="51363" y="491693"/>
                      <a:pt x="30836" y="454203"/>
                    </a:cubicBezTo>
                    <a:cubicBezTo>
                      <a:pt x="10216" y="416712"/>
                      <a:pt x="0" y="372472"/>
                      <a:pt x="0" y="321297"/>
                    </a:cubicBezTo>
                    <a:lnTo>
                      <a:pt x="0" y="249315"/>
                    </a:lnTo>
                    <a:cubicBezTo>
                      <a:pt x="0" y="198702"/>
                      <a:pt x="10310" y="154650"/>
                      <a:pt x="30836" y="117159"/>
                    </a:cubicBezTo>
                    <a:cubicBezTo>
                      <a:pt x="51456" y="79668"/>
                      <a:pt x="80793" y="50800"/>
                      <a:pt x="119034" y="30461"/>
                    </a:cubicBezTo>
                    <a:cubicBezTo>
                      <a:pt x="157274" y="10123"/>
                      <a:pt x="202264" y="0"/>
                      <a:pt x="254001" y="0"/>
                    </a:cubicBezTo>
                    <a:cubicBezTo>
                      <a:pt x="305738" y="0"/>
                      <a:pt x="350634" y="9935"/>
                      <a:pt x="388968" y="29712"/>
                    </a:cubicBezTo>
                    <a:cubicBezTo>
                      <a:pt x="427209" y="49488"/>
                      <a:pt x="456639" y="78075"/>
                      <a:pt x="477166" y="115566"/>
                    </a:cubicBezTo>
                    <a:cubicBezTo>
                      <a:pt x="497786" y="153057"/>
                      <a:pt x="508002" y="197390"/>
                      <a:pt x="508002" y="248471"/>
                    </a:cubicBezTo>
                    <a:lnTo>
                      <a:pt x="508002" y="320454"/>
                    </a:lnTo>
                    <a:cubicBezTo>
                      <a:pt x="508002" y="371066"/>
                      <a:pt x="497692" y="415118"/>
                      <a:pt x="477166" y="452609"/>
                    </a:cubicBezTo>
                    <a:cubicBezTo>
                      <a:pt x="456546" y="490100"/>
                      <a:pt x="427209" y="518968"/>
                      <a:pt x="388968" y="539307"/>
                    </a:cubicBezTo>
                    <a:cubicBezTo>
                      <a:pt x="350728" y="559646"/>
                      <a:pt x="305738" y="569768"/>
                      <a:pt x="254001" y="569768"/>
                    </a:cubicBezTo>
                    <a:cubicBezTo>
                      <a:pt x="202264" y="569768"/>
                      <a:pt x="157368" y="559833"/>
                      <a:pt x="119034" y="540057"/>
                    </a:cubicBezTo>
                    <a:close/>
                    <a:moveTo>
                      <a:pt x="386063" y="453453"/>
                    </a:moveTo>
                    <a:cubicBezTo>
                      <a:pt x="417180" y="422335"/>
                      <a:pt x="432739" y="378002"/>
                      <a:pt x="432739" y="320547"/>
                    </a:cubicBezTo>
                    <a:lnTo>
                      <a:pt x="432739" y="248565"/>
                    </a:lnTo>
                    <a:cubicBezTo>
                      <a:pt x="432739" y="192141"/>
                      <a:pt x="416993" y="148183"/>
                      <a:pt x="385688" y="116784"/>
                    </a:cubicBezTo>
                    <a:cubicBezTo>
                      <a:pt x="354289" y="85386"/>
                      <a:pt x="310331" y="69733"/>
                      <a:pt x="253907" y="69733"/>
                    </a:cubicBezTo>
                    <a:cubicBezTo>
                      <a:pt x="197483" y="69733"/>
                      <a:pt x="152869" y="85292"/>
                      <a:pt x="121752" y="116409"/>
                    </a:cubicBezTo>
                    <a:cubicBezTo>
                      <a:pt x="90634" y="147527"/>
                      <a:pt x="75076" y="191860"/>
                      <a:pt x="75076" y="249315"/>
                    </a:cubicBezTo>
                    <a:lnTo>
                      <a:pt x="75076" y="321297"/>
                    </a:lnTo>
                    <a:cubicBezTo>
                      <a:pt x="75076" y="377721"/>
                      <a:pt x="90728" y="421679"/>
                      <a:pt x="122127" y="453078"/>
                    </a:cubicBezTo>
                    <a:cubicBezTo>
                      <a:pt x="153525" y="484476"/>
                      <a:pt x="197390" y="500129"/>
                      <a:pt x="253907" y="500129"/>
                    </a:cubicBezTo>
                    <a:cubicBezTo>
                      <a:pt x="310425" y="500129"/>
                      <a:pt x="354945" y="484570"/>
                      <a:pt x="386063" y="453453"/>
                    </a:cubicBezTo>
                    <a:close/>
                  </a:path>
                </a:pathLst>
              </a:custGeom>
              <a:solidFill>
                <a:srgbClr val="1D1D1B"/>
              </a:solidFill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" name="Graphic 23">
              <a:extLst>
                <a:ext uri="{FF2B5EF4-FFF2-40B4-BE49-F238E27FC236}">
                  <a16:creationId xmlns:a16="http://schemas.microsoft.com/office/drawing/2014/main" id="{0E8C3A64-7C7E-0C40-6CDB-2C1DF6A573E7}"/>
                </a:ext>
              </a:extLst>
            </p:cNvPr>
            <p:cNvGrpSpPr/>
            <p:nvPr/>
          </p:nvGrpSpPr>
          <p:grpSpPr>
            <a:xfrm>
              <a:off x="3677752" y="2002639"/>
              <a:ext cx="2714155" cy="672774"/>
              <a:chOff x="3677752" y="2002639"/>
              <a:chExt cx="2714155" cy="672774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6B421F49-6694-6E46-9F56-73895CD69E35}"/>
                  </a:ext>
                </a:extLst>
              </p:cNvPr>
              <p:cNvSpPr/>
              <p:nvPr/>
            </p:nvSpPr>
            <p:spPr>
              <a:xfrm>
                <a:off x="3677752" y="2015480"/>
                <a:ext cx="431614" cy="646999"/>
              </a:xfrm>
              <a:custGeom>
                <a:avLst/>
                <a:gdLst>
                  <a:gd name="connsiteX0" fmla="*/ 0 w 431614"/>
                  <a:gd name="connsiteY0" fmla="*/ 499098 h 646999"/>
                  <a:gd name="connsiteX1" fmla="*/ 134030 w 431614"/>
                  <a:gd name="connsiteY1" fmla="*/ 499098 h 646999"/>
                  <a:gd name="connsiteX2" fmla="*/ 134030 w 431614"/>
                  <a:gd name="connsiteY2" fmla="*/ 147902 h 646999"/>
                  <a:gd name="connsiteX3" fmla="*/ 0 w 431614"/>
                  <a:gd name="connsiteY3" fmla="*/ 147902 h 646999"/>
                  <a:gd name="connsiteX4" fmla="*/ 0 w 431614"/>
                  <a:gd name="connsiteY4" fmla="*/ 0 h 646999"/>
                  <a:gd name="connsiteX5" fmla="*/ 431614 w 431614"/>
                  <a:gd name="connsiteY5" fmla="*/ 0 h 646999"/>
                  <a:gd name="connsiteX6" fmla="*/ 431614 w 431614"/>
                  <a:gd name="connsiteY6" fmla="*/ 147902 h 646999"/>
                  <a:gd name="connsiteX7" fmla="*/ 297584 w 431614"/>
                  <a:gd name="connsiteY7" fmla="*/ 147902 h 646999"/>
                  <a:gd name="connsiteX8" fmla="*/ 297584 w 431614"/>
                  <a:gd name="connsiteY8" fmla="*/ 499098 h 646999"/>
                  <a:gd name="connsiteX9" fmla="*/ 431614 w 431614"/>
                  <a:gd name="connsiteY9" fmla="*/ 499098 h 646999"/>
                  <a:gd name="connsiteX10" fmla="*/ 431614 w 431614"/>
                  <a:gd name="connsiteY10" fmla="*/ 647000 h 646999"/>
                  <a:gd name="connsiteX11" fmla="*/ 0 w 431614"/>
                  <a:gd name="connsiteY11" fmla="*/ 647000 h 646999"/>
                  <a:gd name="connsiteX12" fmla="*/ 0 w 431614"/>
                  <a:gd name="connsiteY12" fmla="*/ 499098 h 646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31614" h="646999">
                    <a:moveTo>
                      <a:pt x="0" y="499098"/>
                    </a:moveTo>
                    <a:lnTo>
                      <a:pt x="134030" y="499098"/>
                    </a:lnTo>
                    <a:lnTo>
                      <a:pt x="134030" y="147902"/>
                    </a:lnTo>
                    <a:lnTo>
                      <a:pt x="0" y="147902"/>
                    </a:lnTo>
                    <a:lnTo>
                      <a:pt x="0" y="0"/>
                    </a:lnTo>
                    <a:lnTo>
                      <a:pt x="431614" y="0"/>
                    </a:lnTo>
                    <a:lnTo>
                      <a:pt x="431614" y="147902"/>
                    </a:lnTo>
                    <a:lnTo>
                      <a:pt x="297584" y="147902"/>
                    </a:lnTo>
                    <a:lnTo>
                      <a:pt x="297584" y="499098"/>
                    </a:lnTo>
                    <a:lnTo>
                      <a:pt x="431614" y="499098"/>
                    </a:lnTo>
                    <a:lnTo>
                      <a:pt x="431614" y="647000"/>
                    </a:lnTo>
                    <a:lnTo>
                      <a:pt x="0" y="647000"/>
                    </a:lnTo>
                    <a:lnTo>
                      <a:pt x="0" y="499098"/>
                    </a:lnTo>
                    <a:close/>
                  </a:path>
                </a:pathLst>
              </a:custGeom>
              <a:solidFill>
                <a:srgbClr val="1D1D1B"/>
              </a:solidFill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00163C4A-661F-3ED2-5EA1-4620CD1388D9}"/>
                  </a:ext>
                </a:extLst>
              </p:cNvPr>
              <p:cNvSpPr/>
              <p:nvPr/>
            </p:nvSpPr>
            <p:spPr>
              <a:xfrm>
                <a:off x="4191565" y="2015573"/>
                <a:ext cx="801180" cy="646905"/>
              </a:xfrm>
              <a:custGeom>
                <a:avLst/>
                <a:gdLst>
                  <a:gd name="connsiteX0" fmla="*/ 0 w 801180"/>
                  <a:gd name="connsiteY0" fmla="*/ 0 h 646905"/>
                  <a:gd name="connsiteX1" fmla="*/ 302177 w 801180"/>
                  <a:gd name="connsiteY1" fmla="*/ 0 h 646905"/>
                  <a:gd name="connsiteX2" fmla="*/ 389062 w 801180"/>
                  <a:gd name="connsiteY2" fmla="*/ 500879 h 646905"/>
                  <a:gd name="connsiteX3" fmla="*/ 413056 w 801180"/>
                  <a:gd name="connsiteY3" fmla="*/ 500879 h 646905"/>
                  <a:gd name="connsiteX4" fmla="*/ 499004 w 801180"/>
                  <a:gd name="connsiteY4" fmla="*/ 0 h 646905"/>
                  <a:gd name="connsiteX5" fmla="*/ 801181 w 801180"/>
                  <a:gd name="connsiteY5" fmla="*/ 0 h 646905"/>
                  <a:gd name="connsiteX6" fmla="*/ 801181 w 801180"/>
                  <a:gd name="connsiteY6" fmla="*/ 646906 h 646905"/>
                  <a:gd name="connsiteX7" fmla="*/ 638564 w 801180"/>
                  <a:gd name="connsiteY7" fmla="*/ 646906 h 646905"/>
                  <a:gd name="connsiteX8" fmla="*/ 638564 w 801180"/>
                  <a:gd name="connsiteY8" fmla="*/ 145090 h 646905"/>
                  <a:gd name="connsiteX9" fmla="*/ 614570 w 801180"/>
                  <a:gd name="connsiteY9" fmla="*/ 145090 h 646905"/>
                  <a:gd name="connsiteX10" fmla="*/ 528622 w 801180"/>
                  <a:gd name="connsiteY10" fmla="*/ 646906 h 646905"/>
                  <a:gd name="connsiteX11" fmla="*/ 273590 w 801180"/>
                  <a:gd name="connsiteY11" fmla="*/ 646906 h 646905"/>
                  <a:gd name="connsiteX12" fmla="*/ 186705 w 801180"/>
                  <a:gd name="connsiteY12" fmla="*/ 145090 h 646905"/>
                  <a:gd name="connsiteX13" fmla="*/ 162710 w 801180"/>
                  <a:gd name="connsiteY13" fmla="*/ 145090 h 646905"/>
                  <a:gd name="connsiteX14" fmla="*/ 162710 w 801180"/>
                  <a:gd name="connsiteY14" fmla="*/ 646906 h 646905"/>
                  <a:gd name="connsiteX15" fmla="*/ 94 w 801180"/>
                  <a:gd name="connsiteY15" fmla="*/ 646906 h 646905"/>
                  <a:gd name="connsiteX16" fmla="*/ 94 w 801180"/>
                  <a:gd name="connsiteY16" fmla="*/ 0 h 6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01180" h="646905">
                    <a:moveTo>
                      <a:pt x="0" y="0"/>
                    </a:moveTo>
                    <a:lnTo>
                      <a:pt x="302177" y="0"/>
                    </a:lnTo>
                    <a:lnTo>
                      <a:pt x="389062" y="500879"/>
                    </a:lnTo>
                    <a:lnTo>
                      <a:pt x="413056" y="500879"/>
                    </a:lnTo>
                    <a:lnTo>
                      <a:pt x="499004" y="0"/>
                    </a:lnTo>
                    <a:lnTo>
                      <a:pt x="801181" y="0"/>
                    </a:lnTo>
                    <a:lnTo>
                      <a:pt x="801181" y="646906"/>
                    </a:lnTo>
                    <a:lnTo>
                      <a:pt x="638564" y="646906"/>
                    </a:lnTo>
                    <a:lnTo>
                      <a:pt x="638564" y="145090"/>
                    </a:lnTo>
                    <a:lnTo>
                      <a:pt x="614570" y="145090"/>
                    </a:lnTo>
                    <a:lnTo>
                      <a:pt x="528622" y="646906"/>
                    </a:lnTo>
                    <a:lnTo>
                      <a:pt x="273590" y="646906"/>
                    </a:lnTo>
                    <a:lnTo>
                      <a:pt x="186705" y="145090"/>
                    </a:lnTo>
                    <a:lnTo>
                      <a:pt x="162710" y="145090"/>
                    </a:lnTo>
                    <a:lnTo>
                      <a:pt x="162710" y="646906"/>
                    </a:lnTo>
                    <a:lnTo>
                      <a:pt x="94" y="64690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rgbClr val="1D1D1B"/>
              </a:solidFill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8AF26F82-F223-D987-A1C7-82FBBE93819F}"/>
                  </a:ext>
                </a:extLst>
              </p:cNvPr>
              <p:cNvSpPr/>
              <p:nvPr/>
            </p:nvSpPr>
            <p:spPr>
              <a:xfrm>
                <a:off x="5086099" y="2002639"/>
                <a:ext cx="651592" cy="672774"/>
              </a:xfrm>
              <a:custGeom>
                <a:avLst/>
                <a:gdLst>
                  <a:gd name="connsiteX0" fmla="*/ 152963 w 651592"/>
                  <a:gd name="connsiteY0" fmla="*/ 634909 h 672774"/>
                  <a:gd name="connsiteX1" fmla="*/ 39740 w 651592"/>
                  <a:gd name="connsiteY1" fmla="*/ 527216 h 672774"/>
                  <a:gd name="connsiteX2" fmla="*/ 0 w 651592"/>
                  <a:gd name="connsiteY2" fmla="*/ 363193 h 672774"/>
                  <a:gd name="connsiteX3" fmla="*/ 0 w 651592"/>
                  <a:gd name="connsiteY3" fmla="*/ 309581 h 672774"/>
                  <a:gd name="connsiteX4" fmla="*/ 39740 w 651592"/>
                  <a:gd name="connsiteY4" fmla="*/ 146027 h 672774"/>
                  <a:gd name="connsiteX5" fmla="*/ 152963 w 651592"/>
                  <a:gd name="connsiteY5" fmla="*/ 37866 h 672774"/>
                  <a:gd name="connsiteX6" fmla="*/ 326264 w 651592"/>
                  <a:gd name="connsiteY6" fmla="*/ 0 h 672774"/>
                  <a:gd name="connsiteX7" fmla="*/ 498629 w 651592"/>
                  <a:gd name="connsiteY7" fmla="*/ 37866 h 672774"/>
                  <a:gd name="connsiteX8" fmla="*/ 611852 w 651592"/>
                  <a:gd name="connsiteY8" fmla="*/ 145558 h 672774"/>
                  <a:gd name="connsiteX9" fmla="*/ 651592 w 651592"/>
                  <a:gd name="connsiteY9" fmla="*/ 308644 h 672774"/>
                  <a:gd name="connsiteX10" fmla="*/ 651592 w 651592"/>
                  <a:gd name="connsiteY10" fmla="*/ 363193 h 672774"/>
                  <a:gd name="connsiteX11" fmla="*/ 611852 w 651592"/>
                  <a:gd name="connsiteY11" fmla="*/ 526747 h 672774"/>
                  <a:gd name="connsiteX12" fmla="*/ 498629 w 651592"/>
                  <a:gd name="connsiteY12" fmla="*/ 634909 h 672774"/>
                  <a:gd name="connsiteX13" fmla="*/ 326264 w 651592"/>
                  <a:gd name="connsiteY13" fmla="*/ 672775 h 672774"/>
                  <a:gd name="connsiteX14" fmla="*/ 152963 w 651592"/>
                  <a:gd name="connsiteY14" fmla="*/ 634909 h 672774"/>
                  <a:gd name="connsiteX15" fmla="*/ 208449 w 651592"/>
                  <a:gd name="connsiteY15" fmla="*/ 478665 h 672774"/>
                  <a:gd name="connsiteX16" fmla="*/ 326264 w 651592"/>
                  <a:gd name="connsiteY16" fmla="*/ 520280 h 672774"/>
                  <a:gd name="connsiteX17" fmla="*/ 443611 w 651592"/>
                  <a:gd name="connsiteY17" fmla="*/ 478665 h 672774"/>
                  <a:gd name="connsiteX18" fmla="*/ 483351 w 651592"/>
                  <a:gd name="connsiteY18" fmla="*/ 359444 h 672774"/>
                  <a:gd name="connsiteX19" fmla="*/ 483351 w 651592"/>
                  <a:gd name="connsiteY19" fmla="*/ 313237 h 672774"/>
                  <a:gd name="connsiteX20" fmla="*/ 443611 w 651592"/>
                  <a:gd name="connsiteY20" fmla="*/ 194015 h 672774"/>
                  <a:gd name="connsiteX21" fmla="*/ 326264 w 651592"/>
                  <a:gd name="connsiteY21" fmla="*/ 152401 h 672774"/>
                  <a:gd name="connsiteX22" fmla="*/ 207981 w 651592"/>
                  <a:gd name="connsiteY22" fmla="*/ 193547 h 672774"/>
                  <a:gd name="connsiteX23" fmla="*/ 168240 w 651592"/>
                  <a:gd name="connsiteY23" fmla="*/ 313237 h 672774"/>
                  <a:gd name="connsiteX24" fmla="*/ 168240 w 651592"/>
                  <a:gd name="connsiteY24" fmla="*/ 360381 h 672774"/>
                  <a:gd name="connsiteX25" fmla="*/ 208449 w 651592"/>
                  <a:gd name="connsiteY25" fmla="*/ 478665 h 672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51592" h="672774">
                    <a:moveTo>
                      <a:pt x="152963" y="634909"/>
                    </a:moveTo>
                    <a:cubicBezTo>
                      <a:pt x="103944" y="609696"/>
                      <a:pt x="66265" y="573799"/>
                      <a:pt x="39740" y="527216"/>
                    </a:cubicBezTo>
                    <a:cubicBezTo>
                      <a:pt x="13216" y="480727"/>
                      <a:pt x="0" y="425991"/>
                      <a:pt x="0" y="363193"/>
                    </a:cubicBezTo>
                    <a:lnTo>
                      <a:pt x="0" y="309581"/>
                    </a:lnTo>
                    <a:cubicBezTo>
                      <a:pt x="0" y="247346"/>
                      <a:pt x="13216" y="192797"/>
                      <a:pt x="39740" y="146027"/>
                    </a:cubicBezTo>
                    <a:cubicBezTo>
                      <a:pt x="66265" y="99163"/>
                      <a:pt x="103944" y="63172"/>
                      <a:pt x="152963" y="37866"/>
                    </a:cubicBezTo>
                    <a:cubicBezTo>
                      <a:pt x="201982" y="12559"/>
                      <a:pt x="259718" y="0"/>
                      <a:pt x="326264" y="0"/>
                    </a:cubicBezTo>
                    <a:cubicBezTo>
                      <a:pt x="392811" y="0"/>
                      <a:pt x="449610" y="12653"/>
                      <a:pt x="498629" y="37866"/>
                    </a:cubicBezTo>
                    <a:cubicBezTo>
                      <a:pt x="547648" y="63172"/>
                      <a:pt x="585327" y="98976"/>
                      <a:pt x="611852" y="145558"/>
                    </a:cubicBezTo>
                    <a:cubicBezTo>
                      <a:pt x="638377" y="192047"/>
                      <a:pt x="651592" y="246409"/>
                      <a:pt x="651592" y="308644"/>
                    </a:cubicBezTo>
                    <a:lnTo>
                      <a:pt x="651592" y="363193"/>
                    </a:lnTo>
                    <a:cubicBezTo>
                      <a:pt x="651592" y="425428"/>
                      <a:pt x="638283" y="479977"/>
                      <a:pt x="611852" y="526747"/>
                    </a:cubicBezTo>
                    <a:cubicBezTo>
                      <a:pt x="585327" y="573611"/>
                      <a:pt x="547648" y="609602"/>
                      <a:pt x="498629" y="634909"/>
                    </a:cubicBezTo>
                    <a:cubicBezTo>
                      <a:pt x="449610" y="660121"/>
                      <a:pt x="392155" y="672775"/>
                      <a:pt x="326264" y="672775"/>
                    </a:cubicBezTo>
                    <a:cubicBezTo>
                      <a:pt x="260374" y="672775"/>
                      <a:pt x="201982" y="660121"/>
                      <a:pt x="152963" y="634909"/>
                    </a:cubicBezTo>
                    <a:close/>
                    <a:moveTo>
                      <a:pt x="208449" y="478665"/>
                    </a:moveTo>
                    <a:cubicBezTo>
                      <a:pt x="235255" y="506409"/>
                      <a:pt x="274527" y="520280"/>
                      <a:pt x="326264" y="520280"/>
                    </a:cubicBezTo>
                    <a:cubicBezTo>
                      <a:pt x="378002" y="520280"/>
                      <a:pt x="417180" y="506409"/>
                      <a:pt x="443611" y="478665"/>
                    </a:cubicBezTo>
                    <a:cubicBezTo>
                      <a:pt x="470136" y="450922"/>
                      <a:pt x="483351" y="411182"/>
                      <a:pt x="483351" y="359444"/>
                    </a:cubicBezTo>
                    <a:lnTo>
                      <a:pt x="483351" y="313237"/>
                    </a:lnTo>
                    <a:cubicBezTo>
                      <a:pt x="483351" y="261499"/>
                      <a:pt x="470042" y="221759"/>
                      <a:pt x="443611" y="194015"/>
                    </a:cubicBezTo>
                    <a:cubicBezTo>
                      <a:pt x="417086" y="166272"/>
                      <a:pt x="378002" y="152401"/>
                      <a:pt x="326264" y="152401"/>
                    </a:cubicBezTo>
                    <a:cubicBezTo>
                      <a:pt x="274527" y="152401"/>
                      <a:pt x="234506" y="166085"/>
                      <a:pt x="207981" y="193547"/>
                    </a:cubicBezTo>
                    <a:cubicBezTo>
                      <a:pt x="181456" y="221009"/>
                      <a:pt x="168240" y="260843"/>
                      <a:pt x="168240" y="313237"/>
                    </a:cubicBezTo>
                    <a:lnTo>
                      <a:pt x="168240" y="360381"/>
                    </a:lnTo>
                    <a:cubicBezTo>
                      <a:pt x="168240" y="411557"/>
                      <a:pt x="181643" y="450922"/>
                      <a:pt x="208449" y="478665"/>
                    </a:cubicBezTo>
                    <a:close/>
                  </a:path>
                </a:pathLst>
              </a:custGeom>
              <a:solidFill>
                <a:srgbClr val="1D1D1B"/>
              </a:solidFill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FA65161B-3361-9922-BEFC-33DCFAD4BEDF}"/>
                  </a:ext>
                </a:extLst>
              </p:cNvPr>
              <p:cNvSpPr/>
              <p:nvPr/>
            </p:nvSpPr>
            <p:spPr>
              <a:xfrm>
                <a:off x="5830950" y="2015480"/>
                <a:ext cx="560957" cy="646905"/>
              </a:xfrm>
              <a:custGeom>
                <a:avLst/>
                <a:gdLst>
                  <a:gd name="connsiteX0" fmla="*/ 94 w 560957"/>
                  <a:gd name="connsiteY0" fmla="*/ 94 h 646905"/>
                  <a:gd name="connsiteX1" fmla="*/ 335544 w 560957"/>
                  <a:gd name="connsiteY1" fmla="*/ 94 h 646905"/>
                  <a:gd name="connsiteX2" fmla="*/ 484757 w 560957"/>
                  <a:gd name="connsiteY2" fmla="*/ 45833 h 646905"/>
                  <a:gd name="connsiteX3" fmla="*/ 536964 w 560957"/>
                  <a:gd name="connsiteY3" fmla="*/ 171990 h 646905"/>
                  <a:gd name="connsiteX4" fmla="*/ 510626 w 560957"/>
                  <a:gd name="connsiteY4" fmla="*/ 264405 h 646905"/>
                  <a:gd name="connsiteX5" fmla="*/ 437144 w 560957"/>
                  <a:gd name="connsiteY5" fmla="*/ 316142 h 646905"/>
                  <a:gd name="connsiteX6" fmla="*/ 437144 w 560957"/>
                  <a:gd name="connsiteY6" fmla="*/ 319798 h 646905"/>
                  <a:gd name="connsiteX7" fmla="*/ 528622 w 560957"/>
                  <a:gd name="connsiteY7" fmla="*/ 372004 h 646905"/>
                  <a:gd name="connsiteX8" fmla="*/ 560958 w 560957"/>
                  <a:gd name="connsiteY8" fmla="*/ 470417 h 646905"/>
                  <a:gd name="connsiteX9" fmla="*/ 508283 w 560957"/>
                  <a:gd name="connsiteY9" fmla="*/ 599292 h 646905"/>
                  <a:gd name="connsiteX10" fmla="*/ 361319 w 560957"/>
                  <a:gd name="connsiteY10" fmla="*/ 646906 h 646905"/>
                  <a:gd name="connsiteX11" fmla="*/ 0 w 560957"/>
                  <a:gd name="connsiteY11" fmla="*/ 646906 h 646905"/>
                  <a:gd name="connsiteX12" fmla="*/ 0 w 560957"/>
                  <a:gd name="connsiteY12" fmla="*/ 0 h 646905"/>
                  <a:gd name="connsiteX13" fmla="*/ 311456 w 560957"/>
                  <a:gd name="connsiteY13" fmla="*/ 262530 h 646905"/>
                  <a:gd name="connsiteX14" fmla="*/ 359538 w 560957"/>
                  <a:gd name="connsiteY14" fmla="*/ 246315 h 646905"/>
                  <a:gd name="connsiteX15" fmla="*/ 377065 w 560957"/>
                  <a:gd name="connsiteY15" fmla="*/ 199639 h 646905"/>
                  <a:gd name="connsiteX16" fmla="*/ 359069 w 560957"/>
                  <a:gd name="connsiteY16" fmla="*/ 153900 h 646905"/>
                  <a:gd name="connsiteX17" fmla="*/ 307800 w 560957"/>
                  <a:gd name="connsiteY17" fmla="*/ 137685 h 646905"/>
                  <a:gd name="connsiteX18" fmla="*/ 162710 w 560957"/>
                  <a:gd name="connsiteY18" fmla="*/ 137685 h 646905"/>
                  <a:gd name="connsiteX19" fmla="*/ 162710 w 560957"/>
                  <a:gd name="connsiteY19" fmla="*/ 262436 h 646905"/>
                  <a:gd name="connsiteX20" fmla="*/ 311456 w 560957"/>
                  <a:gd name="connsiteY20" fmla="*/ 262436 h 646905"/>
                  <a:gd name="connsiteX21" fmla="*/ 327202 w 560957"/>
                  <a:gd name="connsiteY21" fmla="*/ 509314 h 646905"/>
                  <a:gd name="connsiteX22" fmla="*/ 377065 w 560957"/>
                  <a:gd name="connsiteY22" fmla="*/ 493568 h 646905"/>
                  <a:gd name="connsiteX23" fmla="*/ 394592 w 560957"/>
                  <a:gd name="connsiteY23" fmla="*/ 447360 h 646905"/>
                  <a:gd name="connsiteX24" fmla="*/ 376596 w 560957"/>
                  <a:gd name="connsiteY24" fmla="*/ 402090 h 646905"/>
                  <a:gd name="connsiteX25" fmla="*/ 325327 w 560957"/>
                  <a:gd name="connsiteY25" fmla="*/ 386344 h 646905"/>
                  <a:gd name="connsiteX26" fmla="*/ 162710 w 560957"/>
                  <a:gd name="connsiteY26" fmla="*/ 386344 h 646905"/>
                  <a:gd name="connsiteX27" fmla="*/ 162710 w 560957"/>
                  <a:gd name="connsiteY27" fmla="*/ 509220 h 646905"/>
                  <a:gd name="connsiteX28" fmla="*/ 327202 w 560957"/>
                  <a:gd name="connsiteY28" fmla="*/ 509220 h 6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560957" h="646905">
                    <a:moveTo>
                      <a:pt x="94" y="94"/>
                    </a:moveTo>
                    <a:lnTo>
                      <a:pt x="335544" y="94"/>
                    </a:lnTo>
                    <a:cubicBezTo>
                      <a:pt x="400216" y="94"/>
                      <a:pt x="449985" y="15371"/>
                      <a:pt x="484757" y="45833"/>
                    </a:cubicBezTo>
                    <a:cubicBezTo>
                      <a:pt x="519530" y="76294"/>
                      <a:pt x="536964" y="118378"/>
                      <a:pt x="536964" y="171990"/>
                    </a:cubicBezTo>
                    <a:cubicBezTo>
                      <a:pt x="536964" y="208356"/>
                      <a:pt x="528153" y="239192"/>
                      <a:pt x="510626" y="264405"/>
                    </a:cubicBezTo>
                    <a:cubicBezTo>
                      <a:pt x="493099" y="289711"/>
                      <a:pt x="468543" y="306957"/>
                      <a:pt x="437144" y="316142"/>
                    </a:cubicBezTo>
                    <a:lnTo>
                      <a:pt x="437144" y="319798"/>
                    </a:lnTo>
                    <a:cubicBezTo>
                      <a:pt x="476603" y="328420"/>
                      <a:pt x="507064" y="345854"/>
                      <a:pt x="528622" y="372004"/>
                    </a:cubicBezTo>
                    <a:cubicBezTo>
                      <a:pt x="550179" y="398154"/>
                      <a:pt x="560958" y="430958"/>
                      <a:pt x="560958" y="470417"/>
                    </a:cubicBezTo>
                    <a:cubicBezTo>
                      <a:pt x="560958" y="524685"/>
                      <a:pt x="543431" y="567613"/>
                      <a:pt x="508283" y="599292"/>
                    </a:cubicBezTo>
                    <a:cubicBezTo>
                      <a:pt x="473135" y="631066"/>
                      <a:pt x="424210" y="646906"/>
                      <a:pt x="361319" y="646906"/>
                    </a:cubicBezTo>
                    <a:lnTo>
                      <a:pt x="0" y="646906"/>
                    </a:lnTo>
                    <a:lnTo>
                      <a:pt x="0" y="0"/>
                    </a:lnTo>
                    <a:close/>
                    <a:moveTo>
                      <a:pt x="311456" y="262530"/>
                    </a:moveTo>
                    <a:cubicBezTo>
                      <a:pt x="331794" y="262530"/>
                      <a:pt x="347822" y="257188"/>
                      <a:pt x="359538" y="246315"/>
                    </a:cubicBezTo>
                    <a:cubicBezTo>
                      <a:pt x="371254" y="235537"/>
                      <a:pt x="377065" y="219978"/>
                      <a:pt x="377065" y="199639"/>
                    </a:cubicBezTo>
                    <a:cubicBezTo>
                      <a:pt x="377065" y="179300"/>
                      <a:pt x="371066" y="164679"/>
                      <a:pt x="359069" y="153900"/>
                    </a:cubicBezTo>
                    <a:cubicBezTo>
                      <a:pt x="347072" y="143122"/>
                      <a:pt x="329920" y="137685"/>
                      <a:pt x="307800" y="137685"/>
                    </a:cubicBezTo>
                    <a:lnTo>
                      <a:pt x="162710" y="137685"/>
                    </a:lnTo>
                    <a:lnTo>
                      <a:pt x="162710" y="262436"/>
                    </a:lnTo>
                    <a:lnTo>
                      <a:pt x="311456" y="262436"/>
                    </a:lnTo>
                    <a:close/>
                    <a:moveTo>
                      <a:pt x="327202" y="509314"/>
                    </a:moveTo>
                    <a:cubicBezTo>
                      <a:pt x="348759" y="509314"/>
                      <a:pt x="365443" y="504065"/>
                      <a:pt x="377065" y="493568"/>
                    </a:cubicBezTo>
                    <a:cubicBezTo>
                      <a:pt x="388781" y="483071"/>
                      <a:pt x="394592" y="467699"/>
                      <a:pt x="394592" y="447360"/>
                    </a:cubicBezTo>
                    <a:cubicBezTo>
                      <a:pt x="394592" y="427022"/>
                      <a:pt x="388593" y="412588"/>
                      <a:pt x="376596" y="402090"/>
                    </a:cubicBezTo>
                    <a:cubicBezTo>
                      <a:pt x="364599" y="391593"/>
                      <a:pt x="347447" y="386344"/>
                      <a:pt x="325327" y="386344"/>
                    </a:cubicBezTo>
                    <a:lnTo>
                      <a:pt x="162710" y="386344"/>
                    </a:lnTo>
                    <a:lnTo>
                      <a:pt x="162710" y="509220"/>
                    </a:lnTo>
                    <a:lnTo>
                      <a:pt x="327202" y="509220"/>
                    </a:lnTo>
                    <a:close/>
                  </a:path>
                </a:pathLst>
              </a:custGeom>
              <a:solidFill>
                <a:srgbClr val="1D1D1B"/>
              </a:solidFill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FA79323-8410-15D7-0BC2-89BBB953DE48}"/>
                </a:ext>
              </a:extLst>
            </p:cNvPr>
            <p:cNvGrpSpPr/>
            <p:nvPr/>
          </p:nvGrpSpPr>
          <p:grpSpPr>
            <a:xfrm>
              <a:off x="587376" y="2015480"/>
              <a:ext cx="2939568" cy="647092"/>
              <a:chOff x="587376" y="2015480"/>
              <a:chExt cx="2939568" cy="647092"/>
            </a:xfrm>
            <a:solidFill>
              <a:schemeClr val="bg2">
                <a:lumMod val="75000"/>
              </a:schemeClr>
            </a:solidFill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1CAB4284-1305-CB7D-7FCD-2B8FA37CF27B}"/>
                  </a:ext>
                </a:extLst>
              </p:cNvPr>
              <p:cNvSpPr/>
              <p:nvPr/>
            </p:nvSpPr>
            <p:spPr>
              <a:xfrm>
                <a:off x="946913" y="2015573"/>
                <a:ext cx="603416" cy="646905"/>
              </a:xfrm>
              <a:custGeom>
                <a:avLst/>
                <a:gdLst>
                  <a:gd name="connsiteX0" fmla="*/ 113597 w 603416"/>
                  <a:gd name="connsiteY0" fmla="*/ 0 h 646905"/>
                  <a:gd name="connsiteX1" fmla="*/ 371441 w 603416"/>
                  <a:gd name="connsiteY1" fmla="*/ 0 h 646905"/>
                  <a:gd name="connsiteX2" fmla="*/ 490194 w 603416"/>
                  <a:gd name="connsiteY2" fmla="*/ 27743 h 646905"/>
                  <a:gd name="connsiteX3" fmla="*/ 573330 w 603416"/>
                  <a:gd name="connsiteY3" fmla="*/ 105349 h 646905"/>
                  <a:gd name="connsiteX4" fmla="*/ 603416 w 603416"/>
                  <a:gd name="connsiteY4" fmla="*/ 219041 h 646905"/>
                  <a:gd name="connsiteX5" fmla="*/ 566019 w 603416"/>
                  <a:gd name="connsiteY5" fmla="*/ 366942 h 646905"/>
                  <a:gd name="connsiteX6" fmla="*/ 461607 w 603416"/>
                  <a:gd name="connsiteY6" fmla="*/ 463482 h 646905"/>
                  <a:gd name="connsiteX7" fmla="*/ 307707 w 603416"/>
                  <a:gd name="connsiteY7" fmla="*/ 497223 h 646905"/>
                  <a:gd name="connsiteX8" fmla="*/ 189423 w 603416"/>
                  <a:gd name="connsiteY8" fmla="*/ 497223 h 646905"/>
                  <a:gd name="connsiteX9" fmla="*/ 162617 w 603416"/>
                  <a:gd name="connsiteY9" fmla="*/ 646906 h 646905"/>
                  <a:gd name="connsiteX10" fmla="*/ 0 w 603416"/>
                  <a:gd name="connsiteY10" fmla="*/ 646906 h 646905"/>
                  <a:gd name="connsiteX11" fmla="*/ 113691 w 603416"/>
                  <a:gd name="connsiteY11" fmla="*/ 0 h 646905"/>
                  <a:gd name="connsiteX12" fmla="*/ 309581 w 603416"/>
                  <a:gd name="connsiteY12" fmla="*/ 349322 h 646905"/>
                  <a:gd name="connsiteX13" fmla="*/ 399653 w 603416"/>
                  <a:gd name="connsiteY13" fmla="*/ 319329 h 646905"/>
                  <a:gd name="connsiteX14" fmla="*/ 432458 w 603416"/>
                  <a:gd name="connsiteY14" fmla="*/ 234787 h 646905"/>
                  <a:gd name="connsiteX15" fmla="*/ 407526 w 603416"/>
                  <a:gd name="connsiteY15" fmla="*/ 172365 h 646905"/>
                  <a:gd name="connsiteX16" fmla="*/ 343792 w 603416"/>
                  <a:gd name="connsiteY16" fmla="*/ 147902 h 646905"/>
                  <a:gd name="connsiteX17" fmla="*/ 250439 w 603416"/>
                  <a:gd name="connsiteY17" fmla="*/ 147902 h 646905"/>
                  <a:gd name="connsiteX18" fmla="*/ 215292 w 603416"/>
                  <a:gd name="connsiteY18" fmla="*/ 349415 h 646905"/>
                  <a:gd name="connsiteX19" fmla="*/ 309581 w 603416"/>
                  <a:gd name="connsiteY19" fmla="*/ 349415 h 6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03416" h="646905">
                    <a:moveTo>
                      <a:pt x="113597" y="0"/>
                    </a:moveTo>
                    <a:lnTo>
                      <a:pt x="371441" y="0"/>
                    </a:lnTo>
                    <a:cubicBezTo>
                      <a:pt x="415212" y="0"/>
                      <a:pt x="454765" y="9279"/>
                      <a:pt x="490194" y="27743"/>
                    </a:cubicBezTo>
                    <a:cubicBezTo>
                      <a:pt x="525623" y="46208"/>
                      <a:pt x="553366" y="72076"/>
                      <a:pt x="573330" y="105349"/>
                    </a:cubicBezTo>
                    <a:cubicBezTo>
                      <a:pt x="593388" y="138623"/>
                      <a:pt x="603416" y="176489"/>
                      <a:pt x="603416" y="219041"/>
                    </a:cubicBezTo>
                    <a:cubicBezTo>
                      <a:pt x="603416" y="275746"/>
                      <a:pt x="590951" y="325046"/>
                      <a:pt x="566019" y="366942"/>
                    </a:cubicBezTo>
                    <a:cubicBezTo>
                      <a:pt x="541088" y="408839"/>
                      <a:pt x="506221" y="441081"/>
                      <a:pt x="461607" y="463482"/>
                    </a:cubicBezTo>
                    <a:cubicBezTo>
                      <a:pt x="416899" y="485976"/>
                      <a:pt x="365630" y="497223"/>
                      <a:pt x="307707" y="497223"/>
                    </a:cubicBezTo>
                    <a:lnTo>
                      <a:pt x="189423" y="497223"/>
                    </a:lnTo>
                    <a:lnTo>
                      <a:pt x="162617" y="646906"/>
                    </a:lnTo>
                    <a:lnTo>
                      <a:pt x="0" y="646906"/>
                    </a:lnTo>
                    <a:lnTo>
                      <a:pt x="113691" y="0"/>
                    </a:lnTo>
                    <a:close/>
                    <a:moveTo>
                      <a:pt x="309581" y="349322"/>
                    </a:moveTo>
                    <a:cubicBezTo>
                      <a:pt x="347822" y="349322"/>
                      <a:pt x="377815" y="339293"/>
                      <a:pt x="399653" y="319329"/>
                    </a:cubicBezTo>
                    <a:cubicBezTo>
                      <a:pt x="421492" y="299271"/>
                      <a:pt x="432458" y="271153"/>
                      <a:pt x="432458" y="234787"/>
                    </a:cubicBezTo>
                    <a:cubicBezTo>
                      <a:pt x="432458" y="209574"/>
                      <a:pt x="424116" y="188767"/>
                      <a:pt x="407526" y="172365"/>
                    </a:cubicBezTo>
                    <a:cubicBezTo>
                      <a:pt x="390937" y="156056"/>
                      <a:pt x="369661" y="147902"/>
                      <a:pt x="343792" y="147902"/>
                    </a:cubicBezTo>
                    <a:lnTo>
                      <a:pt x="250439" y="147902"/>
                    </a:lnTo>
                    <a:lnTo>
                      <a:pt x="215292" y="349415"/>
                    </a:lnTo>
                    <a:lnTo>
                      <a:pt x="309581" y="349415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7AA446D3-D52B-2EAE-3F8D-AADE483D22DA}"/>
                  </a:ext>
                </a:extLst>
              </p:cNvPr>
              <p:cNvSpPr/>
              <p:nvPr/>
            </p:nvSpPr>
            <p:spPr>
              <a:xfrm>
                <a:off x="1571606" y="2015480"/>
                <a:ext cx="617381" cy="646905"/>
              </a:xfrm>
              <a:custGeom>
                <a:avLst/>
                <a:gdLst>
                  <a:gd name="connsiteX0" fmla="*/ 113691 w 617381"/>
                  <a:gd name="connsiteY0" fmla="*/ 94 h 646905"/>
                  <a:gd name="connsiteX1" fmla="*/ 399278 w 617381"/>
                  <a:gd name="connsiteY1" fmla="*/ 94 h 646905"/>
                  <a:gd name="connsiteX2" fmla="*/ 510626 w 617381"/>
                  <a:gd name="connsiteY2" fmla="*/ 23151 h 646905"/>
                  <a:gd name="connsiteX3" fmla="*/ 588701 w 617381"/>
                  <a:gd name="connsiteY3" fmla="*/ 92415 h 646905"/>
                  <a:gd name="connsiteX4" fmla="*/ 617382 w 617381"/>
                  <a:gd name="connsiteY4" fmla="*/ 204232 h 646905"/>
                  <a:gd name="connsiteX5" fmla="*/ 562832 w 617381"/>
                  <a:gd name="connsiteY5" fmla="*/ 349322 h 646905"/>
                  <a:gd name="connsiteX6" fmla="*/ 415868 w 617381"/>
                  <a:gd name="connsiteY6" fmla="*/ 421398 h 646905"/>
                  <a:gd name="connsiteX7" fmla="*/ 561895 w 617381"/>
                  <a:gd name="connsiteY7" fmla="*/ 646906 h 646905"/>
                  <a:gd name="connsiteX8" fmla="*/ 374253 w 617381"/>
                  <a:gd name="connsiteY8" fmla="*/ 646906 h 646905"/>
                  <a:gd name="connsiteX9" fmla="*/ 251377 w 617381"/>
                  <a:gd name="connsiteY9" fmla="*/ 439862 h 646905"/>
                  <a:gd name="connsiteX10" fmla="*/ 198702 w 617381"/>
                  <a:gd name="connsiteY10" fmla="*/ 439862 h 646905"/>
                  <a:gd name="connsiteX11" fmla="*/ 162617 w 617381"/>
                  <a:gd name="connsiteY11" fmla="*/ 646906 h 646905"/>
                  <a:gd name="connsiteX12" fmla="*/ 0 w 617381"/>
                  <a:gd name="connsiteY12" fmla="*/ 646906 h 646905"/>
                  <a:gd name="connsiteX13" fmla="*/ 113691 w 617381"/>
                  <a:gd name="connsiteY13" fmla="*/ 0 h 646905"/>
                  <a:gd name="connsiteX14" fmla="*/ 347447 w 617381"/>
                  <a:gd name="connsiteY14" fmla="*/ 305082 h 646905"/>
                  <a:gd name="connsiteX15" fmla="*/ 423179 w 617381"/>
                  <a:gd name="connsiteY15" fmla="*/ 281557 h 646905"/>
                  <a:gd name="connsiteX16" fmla="*/ 449047 w 617381"/>
                  <a:gd name="connsiteY16" fmla="*/ 216416 h 646905"/>
                  <a:gd name="connsiteX17" fmla="*/ 425991 w 617381"/>
                  <a:gd name="connsiteY17" fmla="*/ 163742 h 646905"/>
                  <a:gd name="connsiteX18" fmla="*/ 366849 w 617381"/>
                  <a:gd name="connsiteY18" fmla="*/ 144340 h 646905"/>
                  <a:gd name="connsiteX19" fmla="*/ 251283 w 617381"/>
                  <a:gd name="connsiteY19" fmla="*/ 144340 h 646905"/>
                  <a:gd name="connsiteX20" fmla="*/ 223540 w 617381"/>
                  <a:gd name="connsiteY20" fmla="*/ 305176 h 646905"/>
                  <a:gd name="connsiteX21" fmla="*/ 347353 w 617381"/>
                  <a:gd name="connsiteY21" fmla="*/ 305176 h 6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617381" h="646905">
                    <a:moveTo>
                      <a:pt x="113691" y="94"/>
                    </a:moveTo>
                    <a:lnTo>
                      <a:pt x="399278" y="94"/>
                    </a:lnTo>
                    <a:cubicBezTo>
                      <a:pt x="440518" y="94"/>
                      <a:pt x="477634" y="7779"/>
                      <a:pt x="510626" y="23151"/>
                    </a:cubicBezTo>
                    <a:cubicBezTo>
                      <a:pt x="543618" y="38522"/>
                      <a:pt x="569581" y="61673"/>
                      <a:pt x="588701" y="92415"/>
                    </a:cubicBezTo>
                    <a:cubicBezTo>
                      <a:pt x="607822" y="123251"/>
                      <a:pt x="617382" y="160461"/>
                      <a:pt x="617382" y="204232"/>
                    </a:cubicBezTo>
                    <a:cubicBezTo>
                      <a:pt x="617382" y="264030"/>
                      <a:pt x="599199" y="312393"/>
                      <a:pt x="562832" y="349322"/>
                    </a:cubicBezTo>
                    <a:cubicBezTo>
                      <a:pt x="526466" y="386250"/>
                      <a:pt x="477447" y="410338"/>
                      <a:pt x="415868" y="421398"/>
                    </a:cubicBezTo>
                    <a:lnTo>
                      <a:pt x="561895" y="646906"/>
                    </a:lnTo>
                    <a:lnTo>
                      <a:pt x="374253" y="646906"/>
                    </a:lnTo>
                    <a:lnTo>
                      <a:pt x="251377" y="439862"/>
                    </a:lnTo>
                    <a:lnTo>
                      <a:pt x="198702" y="439862"/>
                    </a:lnTo>
                    <a:lnTo>
                      <a:pt x="162617" y="646906"/>
                    </a:lnTo>
                    <a:lnTo>
                      <a:pt x="0" y="646906"/>
                    </a:lnTo>
                    <a:lnTo>
                      <a:pt x="113691" y="0"/>
                    </a:lnTo>
                    <a:close/>
                    <a:moveTo>
                      <a:pt x="347447" y="305082"/>
                    </a:moveTo>
                    <a:cubicBezTo>
                      <a:pt x="380720" y="305082"/>
                      <a:pt x="405933" y="297209"/>
                      <a:pt x="423179" y="281557"/>
                    </a:cubicBezTo>
                    <a:cubicBezTo>
                      <a:pt x="440425" y="265811"/>
                      <a:pt x="449047" y="244160"/>
                      <a:pt x="449047" y="216416"/>
                    </a:cubicBezTo>
                    <a:cubicBezTo>
                      <a:pt x="449047" y="194203"/>
                      <a:pt x="441362" y="176676"/>
                      <a:pt x="425991" y="163742"/>
                    </a:cubicBezTo>
                    <a:cubicBezTo>
                      <a:pt x="410619" y="150807"/>
                      <a:pt x="390843" y="144340"/>
                      <a:pt x="366849" y="144340"/>
                    </a:cubicBezTo>
                    <a:lnTo>
                      <a:pt x="251283" y="144340"/>
                    </a:lnTo>
                    <a:lnTo>
                      <a:pt x="223540" y="305176"/>
                    </a:lnTo>
                    <a:lnTo>
                      <a:pt x="347353" y="305176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346AAFE3-372B-3B41-2C41-8C06C24C4120}"/>
                  </a:ext>
                </a:extLst>
              </p:cNvPr>
              <p:cNvSpPr/>
              <p:nvPr/>
            </p:nvSpPr>
            <p:spPr>
              <a:xfrm>
                <a:off x="2209326" y="2015573"/>
                <a:ext cx="597886" cy="646999"/>
              </a:xfrm>
              <a:custGeom>
                <a:avLst/>
                <a:gdLst>
                  <a:gd name="connsiteX0" fmla="*/ 113597 w 597886"/>
                  <a:gd name="connsiteY0" fmla="*/ 0 h 646999"/>
                  <a:gd name="connsiteX1" fmla="*/ 597886 w 597886"/>
                  <a:gd name="connsiteY1" fmla="*/ 0 h 646999"/>
                  <a:gd name="connsiteX2" fmla="*/ 572955 w 597886"/>
                  <a:gd name="connsiteY2" fmla="*/ 140497 h 646999"/>
                  <a:gd name="connsiteX3" fmla="*/ 248565 w 597886"/>
                  <a:gd name="connsiteY3" fmla="*/ 140497 h 646999"/>
                  <a:gd name="connsiteX4" fmla="*/ 230101 w 597886"/>
                  <a:gd name="connsiteY4" fmla="*/ 248659 h 646999"/>
                  <a:gd name="connsiteX5" fmla="*/ 536026 w 597886"/>
                  <a:gd name="connsiteY5" fmla="*/ 248659 h 646999"/>
                  <a:gd name="connsiteX6" fmla="*/ 511095 w 597886"/>
                  <a:gd name="connsiteY6" fmla="*/ 386344 h 646999"/>
                  <a:gd name="connsiteX7" fmla="*/ 205169 w 597886"/>
                  <a:gd name="connsiteY7" fmla="*/ 386344 h 646999"/>
                  <a:gd name="connsiteX8" fmla="*/ 183893 w 597886"/>
                  <a:gd name="connsiteY8" fmla="*/ 505565 h 646999"/>
                  <a:gd name="connsiteX9" fmla="*/ 518406 w 597886"/>
                  <a:gd name="connsiteY9" fmla="*/ 505565 h 646999"/>
                  <a:gd name="connsiteX10" fmla="*/ 493474 w 597886"/>
                  <a:gd name="connsiteY10" fmla="*/ 647000 h 646999"/>
                  <a:gd name="connsiteX11" fmla="*/ 0 w 597886"/>
                  <a:gd name="connsiteY11" fmla="*/ 647000 h 646999"/>
                  <a:gd name="connsiteX12" fmla="*/ 113691 w 597886"/>
                  <a:gd name="connsiteY12" fmla="*/ 94 h 646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97886" h="646999">
                    <a:moveTo>
                      <a:pt x="113597" y="0"/>
                    </a:moveTo>
                    <a:lnTo>
                      <a:pt x="597886" y="0"/>
                    </a:lnTo>
                    <a:lnTo>
                      <a:pt x="572955" y="140497"/>
                    </a:lnTo>
                    <a:lnTo>
                      <a:pt x="248565" y="140497"/>
                    </a:lnTo>
                    <a:lnTo>
                      <a:pt x="230101" y="248659"/>
                    </a:lnTo>
                    <a:lnTo>
                      <a:pt x="536026" y="248659"/>
                    </a:lnTo>
                    <a:lnTo>
                      <a:pt x="511095" y="386344"/>
                    </a:lnTo>
                    <a:lnTo>
                      <a:pt x="205169" y="386344"/>
                    </a:lnTo>
                    <a:lnTo>
                      <a:pt x="183893" y="505565"/>
                    </a:lnTo>
                    <a:lnTo>
                      <a:pt x="518406" y="505565"/>
                    </a:lnTo>
                    <a:lnTo>
                      <a:pt x="493474" y="647000"/>
                    </a:lnTo>
                    <a:lnTo>
                      <a:pt x="0" y="647000"/>
                    </a:lnTo>
                    <a:lnTo>
                      <a:pt x="113691" y="94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B5711427-E833-69DC-51FB-FEB780FCB90F}"/>
                  </a:ext>
                </a:extLst>
              </p:cNvPr>
              <p:cNvSpPr/>
              <p:nvPr/>
            </p:nvSpPr>
            <p:spPr>
              <a:xfrm>
                <a:off x="2869916" y="2015573"/>
                <a:ext cx="657028" cy="646905"/>
              </a:xfrm>
              <a:custGeom>
                <a:avLst/>
                <a:gdLst>
                  <a:gd name="connsiteX0" fmla="*/ 94 w 657028"/>
                  <a:gd name="connsiteY0" fmla="*/ 0 h 646905"/>
                  <a:gd name="connsiteX1" fmla="*/ 170115 w 657028"/>
                  <a:gd name="connsiteY1" fmla="*/ 0 h 646905"/>
                  <a:gd name="connsiteX2" fmla="*/ 219978 w 657028"/>
                  <a:gd name="connsiteY2" fmla="*/ 518406 h 646905"/>
                  <a:gd name="connsiteX3" fmla="*/ 243972 w 657028"/>
                  <a:gd name="connsiteY3" fmla="*/ 518406 h 646905"/>
                  <a:gd name="connsiteX4" fmla="*/ 473136 w 657028"/>
                  <a:gd name="connsiteY4" fmla="*/ 0 h 646905"/>
                  <a:gd name="connsiteX5" fmla="*/ 657028 w 657028"/>
                  <a:gd name="connsiteY5" fmla="*/ 0 h 646905"/>
                  <a:gd name="connsiteX6" fmla="*/ 359444 w 657028"/>
                  <a:gd name="connsiteY6" fmla="*/ 646906 h 646905"/>
                  <a:gd name="connsiteX7" fmla="*/ 71139 w 657028"/>
                  <a:gd name="connsiteY7" fmla="*/ 646906 h 646905"/>
                  <a:gd name="connsiteX8" fmla="*/ 0 w 657028"/>
                  <a:gd name="connsiteY8" fmla="*/ 0 h 6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57028" h="646905">
                    <a:moveTo>
                      <a:pt x="94" y="0"/>
                    </a:moveTo>
                    <a:lnTo>
                      <a:pt x="170115" y="0"/>
                    </a:lnTo>
                    <a:lnTo>
                      <a:pt x="219978" y="518406"/>
                    </a:lnTo>
                    <a:lnTo>
                      <a:pt x="243972" y="518406"/>
                    </a:lnTo>
                    <a:lnTo>
                      <a:pt x="473136" y="0"/>
                    </a:lnTo>
                    <a:lnTo>
                      <a:pt x="657028" y="0"/>
                    </a:lnTo>
                    <a:lnTo>
                      <a:pt x="359444" y="646906"/>
                    </a:lnTo>
                    <a:lnTo>
                      <a:pt x="71139" y="64690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4C4C5343-C292-B5B1-10B4-DC2205FF483E}"/>
                  </a:ext>
                </a:extLst>
              </p:cNvPr>
              <p:cNvSpPr/>
              <p:nvPr/>
            </p:nvSpPr>
            <p:spPr>
              <a:xfrm>
                <a:off x="841283" y="2019229"/>
                <a:ext cx="182393" cy="643250"/>
              </a:xfrm>
              <a:custGeom>
                <a:avLst/>
                <a:gdLst>
                  <a:gd name="connsiteX0" fmla="*/ 111536 w 182393"/>
                  <a:gd name="connsiteY0" fmla="*/ 0 h 643250"/>
                  <a:gd name="connsiteX1" fmla="*/ 0 w 182393"/>
                  <a:gd name="connsiteY1" fmla="*/ 643250 h 643250"/>
                  <a:gd name="connsiteX2" fmla="*/ 70858 w 182393"/>
                  <a:gd name="connsiteY2" fmla="*/ 643250 h 643250"/>
                  <a:gd name="connsiteX3" fmla="*/ 182393 w 182393"/>
                  <a:gd name="connsiteY3" fmla="*/ 0 h 643250"/>
                  <a:gd name="connsiteX4" fmla="*/ 111536 w 182393"/>
                  <a:gd name="connsiteY4" fmla="*/ 0 h 643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393" h="643250">
                    <a:moveTo>
                      <a:pt x="111536" y="0"/>
                    </a:moveTo>
                    <a:lnTo>
                      <a:pt x="0" y="643250"/>
                    </a:lnTo>
                    <a:lnTo>
                      <a:pt x="70858" y="643250"/>
                    </a:lnTo>
                    <a:lnTo>
                      <a:pt x="182393" y="0"/>
                    </a:lnTo>
                    <a:lnTo>
                      <a:pt x="111536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30E8C3A5-E8E4-A0A7-B611-E5E2556A5311}"/>
                  </a:ext>
                </a:extLst>
              </p:cNvPr>
              <p:cNvSpPr/>
              <p:nvPr/>
            </p:nvSpPr>
            <p:spPr>
              <a:xfrm>
                <a:off x="714282" y="2019229"/>
                <a:ext cx="182487" cy="643250"/>
              </a:xfrm>
              <a:custGeom>
                <a:avLst/>
                <a:gdLst>
                  <a:gd name="connsiteX0" fmla="*/ 111535 w 182487"/>
                  <a:gd name="connsiteY0" fmla="*/ 0 h 643250"/>
                  <a:gd name="connsiteX1" fmla="*/ 0 w 182487"/>
                  <a:gd name="connsiteY1" fmla="*/ 643250 h 643250"/>
                  <a:gd name="connsiteX2" fmla="*/ 70952 w 182487"/>
                  <a:gd name="connsiteY2" fmla="*/ 643250 h 643250"/>
                  <a:gd name="connsiteX3" fmla="*/ 182487 w 182487"/>
                  <a:gd name="connsiteY3" fmla="*/ 0 h 643250"/>
                  <a:gd name="connsiteX4" fmla="*/ 111535 w 182487"/>
                  <a:gd name="connsiteY4" fmla="*/ 0 h 643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487" h="643250">
                    <a:moveTo>
                      <a:pt x="111535" y="0"/>
                    </a:moveTo>
                    <a:lnTo>
                      <a:pt x="0" y="643250"/>
                    </a:lnTo>
                    <a:lnTo>
                      <a:pt x="70952" y="643250"/>
                    </a:lnTo>
                    <a:lnTo>
                      <a:pt x="182487" y="0"/>
                    </a:lnTo>
                    <a:lnTo>
                      <a:pt x="111535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E08D9188-1F26-FCD5-5559-65ECAEBB8198}"/>
                  </a:ext>
                </a:extLst>
              </p:cNvPr>
              <p:cNvSpPr/>
              <p:nvPr/>
            </p:nvSpPr>
            <p:spPr>
              <a:xfrm>
                <a:off x="587376" y="2019229"/>
                <a:ext cx="182393" cy="643250"/>
              </a:xfrm>
              <a:custGeom>
                <a:avLst/>
                <a:gdLst>
                  <a:gd name="connsiteX0" fmla="*/ 111535 w 182393"/>
                  <a:gd name="connsiteY0" fmla="*/ 0 h 643250"/>
                  <a:gd name="connsiteX1" fmla="*/ 0 w 182393"/>
                  <a:gd name="connsiteY1" fmla="*/ 643250 h 643250"/>
                  <a:gd name="connsiteX2" fmla="*/ 70858 w 182393"/>
                  <a:gd name="connsiteY2" fmla="*/ 643250 h 643250"/>
                  <a:gd name="connsiteX3" fmla="*/ 182393 w 182393"/>
                  <a:gd name="connsiteY3" fmla="*/ 0 h 643250"/>
                  <a:gd name="connsiteX4" fmla="*/ 111535 w 182393"/>
                  <a:gd name="connsiteY4" fmla="*/ 0 h 643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393" h="643250">
                    <a:moveTo>
                      <a:pt x="111535" y="0"/>
                    </a:moveTo>
                    <a:lnTo>
                      <a:pt x="0" y="643250"/>
                    </a:lnTo>
                    <a:lnTo>
                      <a:pt x="70858" y="643250"/>
                    </a:lnTo>
                    <a:lnTo>
                      <a:pt x="182393" y="0"/>
                    </a:lnTo>
                    <a:lnTo>
                      <a:pt x="111535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62742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bg2">
                <a:lumMod val="10000"/>
              </a:schemeClr>
            </a:gs>
            <a:gs pos="100000">
              <a:schemeClr val="bg2">
                <a:lumMod val="25000"/>
              </a:schemeClr>
            </a:gs>
          </a:gsLst>
          <a:lin ang="8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A7151-0EB9-C42F-F74E-0920A33F1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bject 23">
            <a:extLst>
              <a:ext uri="{FF2B5EF4-FFF2-40B4-BE49-F238E27FC236}">
                <a16:creationId xmlns:a16="http://schemas.microsoft.com/office/drawing/2014/main" id="{6A2FDA50-C2F6-76E6-007E-D0330607B884}"/>
              </a:ext>
            </a:extLst>
          </p:cNvPr>
          <p:cNvSpPr/>
          <p:nvPr/>
        </p:nvSpPr>
        <p:spPr>
          <a:xfrm>
            <a:off x="7344710" y="5545861"/>
            <a:ext cx="4524870" cy="967840"/>
          </a:xfrm>
          <a:prstGeom prst="roundRect">
            <a:avLst>
              <a:gd name="adj" fmla="val 3661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32" name="object 24">
            <a:extLst>
              <a:ext uri="{FF2B5EF4-FFF2-40B4-BE49-F238E27FC236}">
                <a16:creationId xmlns:a16="http://schemas.microsoft.com/office/drawing/2014/main" id="{3BD844E8-D770-88C7-72DB-66F99DF04EFA}"/>
              </a:ext>
            </a:extLst>
          </p:cNvPr>
          <p:cNvSpPr/>
          <p:nvPr/>
        </p:nvSpPr>
        <p:spPr>
          <a:xfrm>
            <a:off x="4847291" y="5545861"/>
            <a:ext cx="2346181" cy="967840"/>
          </a:xfrm>
          <a:prstGeom prst="roundRect">
            <a:avLst>
              <a:gd name="adj" fmla="val 4422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6" name="object 49">
            <a:extLst>
              <a:ext uri="{FF2B5EF4-FFF2-40B4-BE49-F238E27FC236}">
                <a16:creationId xmlns:a16="http://schemas.microsoft.com/office/drawing/2014/main" id="{D96348F2-F878-E7F8-5FB2-BD27C07AE1C4}"/>
              </a:ext>
            </a:extLst>
          </p:cNvPr>
          <p:cNvSpPr txBox="1"/>
          <p:nvPr/>
        </p:nvSpPr>
        <p:spPr>
          <a:xfrm>
            <a:off x="4952636" y="5590067"/>
            <a:ext cx="1512919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Taxa de Adm &amp; </a:t>
            </a:r>
            <a:r>
              <a:rPr kumimoji="0" lang="pt-BR" sz="1061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Gestão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58" name="object 51">
            <a:extLst>
              <a:ext uri="{FF2B5EF4-FFF2-40B4-BE49-F238E27FC236}">
                <a16:creationId xmlns:a16="http://schemas.microsoft.com/office/drawing/2014/main" id="{2B878E7A-5EAF-DDA6-9A79-E2828E78D081}"/>
              </a:ext>
            </a:extLst>
          </p:cNvPr>
          <p:cNvSpPr txBox="1"/>
          <p:nvPr/>
        </p:nvSpPr>
        <p:spPr>
          <a:xfrm>
            <a:off x="7470567" y="5590067"/>
            <a:ext cx="1081970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Performance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75" name="object 68">
            <a:extLst>
              <a:ext uri="{FF2B5EF4-FFF2-40B4-BE49-F238E27FC236}">
                <a16:creationId xmlns:a16="http://schemas.microsoft.com/office/drawing/2014/main" id="{64B551F4-9691-6131-41A1-19E58F12D467}"/>
              </a:ext>
            </a:extLst>
          </p:cNvPr>
          <p:cNvSpPr txBox="1"/>
          <p:nvPr/>
        </p:nvSpPr>
        <p:spPr>
          <a:xfrm>
            <a:off x="4952636" y="5974319"/>
            <a:ext cx="2043538" cy="489323"/>
          </a:xfrm>
          <a:prstGeom prst="rect">
            <a:avLst/>
          </a:prstGeom>
        </p:spPr>
        <p:txBody>
          <a:bodyPr vert="horz" wrap="square" lIns="0" tIns="26184" rIns="0" bIns="0" rtlCol="0" anchor="t">
            <a:spAutoFit/>
          </a:bodyPr>
          <a:lstStyle/>
          <a:p>
            <a:pPr marL="7620" marR="2540" lvl="0" indent="0" algn="l" defTabSz="554492" rtl="0" eaLnBrk="1" fontAlgn="auto" latinLnBrk="0" hangingPunct="1">
              <a:lnSpc>
                <a:spcPct val="93700"/>
              </a:lnSpc>
              <a:spcBef>
                <a:spcPts val="206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1,10% 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 </a:t>
            </a:r>
            <a:br>
              <a:rPr kumimoji="0" lang="pt-BR" sz="3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</a:b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a.a. </a:t>
            </a: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 Light"/>
              <a:ea typeface="+mn-ea"/>
              <a:cs typeface="Arial"/>
              <a:sym typeface="Arial"/>
            </a:endParaRPr>
          </a:p>
        </p:txBody>
      </p:sp>
      <p:sp>
        <p:nvSpPr>
          <p:cNvPr id="76" name="object 69">
            <a:extLst>
              <a:ext uri="{FF2B5EF4-FFF2-40B4-BE49-F238E27FC236}">
                <a16:creationId xmlns:a16="http://schemas.microsoft.com/office/drawing/2014/main" id="{5BA15D97-2506-7CC8-E3CA-86E83DDE3CF3}"/>
              </a:ext>
            </a:extLst>
          </p:cNvPr>
          <p:cNvSpPr txBox="1"/>
          <p:nvPr/>
        </p:nvSpPr>
        <p:spPr>
          <a:xfrm>
            <a:off x="7470567" y="6029781"/>
            <a:ext cx="4213796" cy="315750"/>
          </a:xfrm>
          <a:prstGeom prst="rect">
            <a:avLst/>
          </a:prstGeom>
        </p:spPr>
        <p:txBody>
          <a:bodyPr vert="horz" wrap="square" lIns="0" tIns="26184" rIns="0" bIns="0" rtlCol="0" anchor="t">
            <a:spAutoFit/>
          </a:bodyPr>
          <a:lstStyle/>
          <a:p>
            <a:pPr marL="7620" marR="2540" lvl="0" indent="0" algn="l" defTabSz="554492" rtl="0" eaLnBrk="1" fontAlgn="auto" latinLnBrk="0" hangingPunct="1">
              <a:lnSpc>
                <a:spcPct val="93700"/>
              </a:lnSpc>
              <a:spcBef>
                <a:spcPts val="206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20</a:t>
            </a:r>
            <a:r>
              <a:rPr kumimoji="0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% </a:t>
            </a:r>
            <a:r>
              <a:rPr kumimoji="0" lang="pt-BR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Light"/>
                <a:ea typeface="+mn-ea"/>
                <a:cs typeface="Arial"/>
                <a:sym typeface="Arial"/>
              </a:rPr>
              <a:t>do retorno que exceder o CDI</a:t>
            </a:r>
            <a:endParaRPr kumimoji="0" lang="pt-BR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 Light"/>
              <a:ea typeface="+mn-ea"/>
              <a:cs typeface="Arial"/>
              <a:sym typeface="Arial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1674C63-53D0-3254-8C20-72C28470FD4D}"/>
              </a:ext>
            </a:extLst>
          </p:cNvPr>
          <p:cNvGrpSpPr/>
          <p:nvPr/>
        </p:nvGrpSpPr>
        <p:grpSpPr>
          <a:xfrm>
            <a:off x="587376" y="2201342"/>
            <a:ext cx="3157310" cy="2455316"/>
            <a:chOff x="587376" y="2162984"/>
            <a:chExt cx="3157310" cy="2455316"/>
          </a:xfrm>
        </p:grpSpPr>
        <p:grpSp>
          <p:nvGrpSpPr>
            <p:cNvPr id="5" name="Graphic 23">
              <a:extLst>
                <a:ext uri="{FF2B5EF4-FFF2-40B4-BE49-F238E27FC236}">
                  <a16:creationId xmlns:a16="http://schemas.microsoft.com/office/drawing/2014/main" id="{7D0D3B16-470D-B3DB-5AE8-4E3497283399}"/>
                </a:ext>
              </a:extLst>
            </p:cNvPr>
            <p:cNvGrpSpPr/>
            <p:nvPr/>
          </p:nvGrpSpPr>
          <p:grpSpPr>
            <a:xfrm>
              <a:off x="619055" y="2162984"/>
              <a:ext cx="2367739" cy="569768"/>
              <a:chOff x="619055" y="1246354"/>
              <a:chExt cx="2367739" cy="569768"/>
            </a:xfrm>
            <a:solidFill>
              <a:schemeClr val="bg1"/>
            </a:solidFill>
          </p:grpSpPr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2F322F5C-FC56-08B2-44CB-FE6477D12715}"/>
                  </a:ext>
                </a:extLst>
              </p:cNvPr>
              <p:cNvSpPr/>
              <p:nvPr/>
            </p:nvSpPr>
            <p:spPr>
              <a:xfrm>
                <a:off x="619055" y="1254227"/>
                <a:ext cx="452609" cy="553928"/>
              </a:xfrm>
              <a:custGeom>
                <a:avLst/>
                <a:gdLst>
                  <a:gd name="connsiteX0" fmla="*/ 190641 w 452609"/>
                  <a:gd name="connsiteY0" fmla="*/ 67296 h 553928"/>
                  <a:gd name="connsiteX1" fmla="*/ 0 w 452609"/>
                  <a:gd name="connsiteY1" fmla="*/ 67296 h 553928"/>
                  <a:gd name="connsiteX2" fmla="*/ 0 w 452609"/>
                  <a:gd name="connsiteY2" fmla="*/ 0 h 553928"/>
                  <a:gd name="connsiteX3" fmla="*/ 452609 w 452609"/>
                  <a:gd name="connsiteY3" fmla="*/ 0 h 553928"/>
                  <a:gd name="connsiteX4" fmla="*/ 452609 w 452609"/>
                  <a:gd name="connsiteY4" fmla="*/ 67296 h 553928"/>
                  <a:gd name="connsiteX5" fmla="*/ 261874 w 452609"/>
                  <a:gd name="connsiteY5" fmla="*/ 67296 h 553928"/>
                  <a:gd name="connsiteX6" fmla="*/ 261874 w 452609"/>
                  <a:gd name="connsiteY6" fmla="*/ 553928 h 553928"/>
                  <a:gd name="connsiteX7" fmla="*/ 190641 w 452609"/>
                  <a:gd name="connsiteY7" fmla="*/ 553928 h 553928"/>
                  <a:gd name="connsiteX8" fmla="*/ 190641 w 452609"/>
                  <a:gd name="connsiteY8" fmla="*/ 67296 h 553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2609" h="553928">
                    <a:moveTo>
                      <a:pt x="190641" y="67296"/>
                    </a:moveTo>
                    <a:lnTo>
                      <a:pt x="0" y="67296"/>
                    </a:lnTo>
                    <a:lnTo>
                      <a:pt x="0" y="0"/>
                    </a:lnTo>
                    <a:lnTo>
                      <a:pt x="452609" y="0"/>
                    </a:lnTo>
                    <a:lnTo>
                      <a:pt x="452609" y="67296"/>
                    </a:lnTo>
                    <a:lnTo>
                      <a:pt x="261874" y="67296"/>
                    </a:lnTo>
                    <a:lnTo>
                      <a:pt x="261874" y="553928"/>
                    </a:lnTo>
                    <a:lnTo>
                      <a:pt x="190641" y="553928"/>
                    </a:lnTo>
                    <a:lnTo>
                      <a:pt x="190641" y="67296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DE5973A-4733-21B0-D43D-08A4688759CA}"/>
                  </a:ext>
                </a:extLst>
              </p:cNvPr>
              <p:cNvSpPr/>
              <p:nvPr/>
            </p:nvSpPr>
            <p:spPr>
              <a:xfrm>
                <a:off x="1138961" y="1254227"/>
                <a:ext cx="327576" cy="554022"/>
              </a:xfrm>
              <a:custGeom>
                <a:avLst/>
                <a:gdLst>
                  <a:gd name="connsiteX0" fmla="*/ 0 w 327576"/>
                  <a:gd name="connsiteY0" fmla="*/ 486726 h 554022"/>
                  <a:gd name="connsiteX1" fmla="*/ 128219 w 327576"/>
                  <a:gd name="connsiteY1" fmla="*/ 486726 h 554022"/>
                  <a:gd name="connsiteX2" fmla="*/ 128219 w 327576"/>
                  <a:gd name="connsiteY2" fmla="*/ 67296 h 554022"/>
                  <a:gd name="connsiteX3" fmla="*/ 0 w 327576"/>
                  <a:gd name="connsiteY3" fmla="*/ 67296 h 554022"/>
                  <a:gd name="connsiteX4" fmla="*/ 0 w 327576"/>
                  <a:gd name="connsiteY4" fmla="*/ 0 h 554022"/>
                  <a:gd name="connsiteX5" fmla="*/ 327577 w 327576"/>
                  <a:gd name="connsiteY5" fmla="*/ 0 h 554022"/>
                  <a:gd name="connsiteX6" fmla="*/ 327577 w 327576"/>
                  <a:gd name="connsiteY6" fmla="*/ 67296 h 554022"/>
                  <a:gd name="connsiteX7" fmla="*/ 199358 w 327576"/>
                  <a:gd name="connsiteY7" fmla="*/ 67296 h 554022"/>
                  <a:gd name="connsiteX8" fmla="*/ 199358 w 327576"/>
                  <a:gd name="connsiteY8" fmla="*/ 486726 h 554022"/>
                  <a:gd name="connsiteX9" fmla="*/ 327577 w 327576"/>
                  <a:gd name="connsiteY9" fmla="*/ 486726 h 554022"/>
                  <a:gd name="connsiteX10" fmla="*/ 327577 w 327576"/>
                  <a:gd name="connsiteY10" fmla="*/ 554022 h 554022"/>
                  <a:gd name="connsiteX11" fmla="*/ 0 w 327576"/>
                  <a:gd name="connsiteY11" fmla="*/ 554022 h 554022"/>
                  <a:gd name="connsiteX12" fmla="*/ 0 w 327576"/>
                  <a:gd name="connsiteY12" fmla="*/ 486726 h 554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7576" h="554022">
                    <a:moveTo>
                      <a:pt x="0" y="486726"/>
                    </a:moveTo>
                    <a:lnTo>
                      <a:pt x="128219" y="486726"/>
                    </a:lnTo>
                    <a:lnTo>
                      <a:pt x="128219" y="67296"/>
                    </a:lnTo>
                    <a:lnTo>
                      <a:pt x="0" y="67296"/>
                    </a:lnTo>
                    <a:lnTo>
                      <a:pt x="0" y="0"/>
                    </a:lnTo>
                    <a:lnTo>
                      <a:pt x="327577" y="0"/>
                    </a:lnTo>
                    <a:lnTo>
                      <a:pt x="327577" y="67296"/>
                    </a:lnTo>
                    <a:lnTo>
                      <a:pt x="199358" y="67296"/>
                    </a:lnTo>
                    <a:lnTo>
                      <a:pt x="199358" y="486726"/>
                    </a:lnTo>
                    <a:lnTo>
                      <a:pt x="327577" y="486726"/>
                    </a:lnTo>
                    <a:lnTo>
                      <a:pt x="327577" y="554022"/>
                    </a:lnTo>
                    <a:lnTo>
                      <a:pt x="0" y="554022"/>
                    </a:lnTo>
                    <a:lnTo>
                      <a:pt x="0" y="486726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67B1EE78-FB26-E4F6-E94B-A1A235038897}"/>
                  </a:ext>
                </a:extLst>
              </p:cNvPr>
              <p:cNvSpPr/>
              <p:nvPr/>
            </p:nvSpPr>
            <p:spPr>
              <a:xfrm>
                <a:off x="1525867" y="1254227"/>
                <a:ext cx="502472" cy="553928"/>
              </a:xfrm>
              <a:custGeom>
                <a:avLst/>
                <a:gdLst>
                  <a:gd name="connsiteX0" fmla="*/ 0 w 502472"/>
                  <a:gd name="connsiteY0" fmla="*/ 0 h 553928"/>
                  <a:gd name="connsiteX1" fmla="*/ 79106 w 502472"/>
                  <a:gd name="connsiteY1" fmla="*/ 0 h 553928"/>
                  <a:gd name="connsiteX2" fmla="*/ 241348 w 502472"/>
                  <a:gd name="connsiteY2" fmla="*/ 494599 h 553928"/>
                  <a:gd name="connsiteX3" fmla="*/ 261968 w 502472"/>
                  <a:gd name="connsiteY3" fmla="*/ 494599 h 553928"/>
                  <a:gd name="connsiteX4" fmla="*/ 423366 w 502472"/>
                  <a:gd name="connsiteY4" fmla="*/ 0 h 553928"/>
                  <a:gd name="connsiteX5" fmla="*/ 502472 w 502472"/>
                  <a:gd name="connsiteY5" fmla="*/ 0 h 553928"/>
                  <a:gd name="connsiteX6" fmla="*/ 314924 w 502472"/>
                  <a:gd name="connsiteY6" fmla="*/ 553928 h 553928"/>
                  <a:gd name="connsiteX7" fmla="*/ 187548 w 502472"/>
                  <a:gd name="connsiteY7" fmla="*/ 553928 h 553928"/>
                  <a:gd name="connsiteX8" fmla="*/ 0 w 502472"/>
                  <a:gd name="connsiteY8" fmla="*/ 0 h 553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2472" h="553928">
                    <a:moveTo>
                      <a:pt x="0" y="0"/>
                    </a:moveTo>
                    <a:lnTo>
                      <a:pt x="79106" y="0"/>
                    </a:lnTo>
                    <a:lnTo>
                      <a:pt x="241348" y="494599"/>
                    </a:lnTo>
                    <a:lnTo>
                      <a:pt x="261968" y="494599"/>
                    </a:lnTo>
                    <a:lnTo>
                      <a:pt x="423366" y="0"/>
                    </a:lnTo>
                    <a:lnTo>
                      <a:pt x="502472" y="0"/>
                    </a:lnTo>
                    <a:lnTo>
                      <a:pt x="314924" y="553928"/>
                    </a:lnTo>
                    <a:lnTo>
                      <a:pt x="187548" y="55392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969185E-4CED-B65A-7152-D30FA05D39DB}"/>
                  </a:ext>
                </a:extLst>
              </p:cNvPr>
              <p:cNvSpPr/>
              <p:nvPr/>
            </p:nvSpPr>
            <p:spPr>
              <a:xfrm>
                <a:off x="2087762" y="1254227"/>
                <a:ext cx="327576" cy="554022"/>
              </a:xfrm>
              <a:custGeom>
                <a:avLst/>
                <a:gdLst>
                  <a:gd name="connsiteX0" fmla="*/ 0 w 327576"/>
                  <a:gd name="connsiteY0" fmla="*/ 486726 h 554022"/>
                  <a:gd name="connsiteX1" fmla="*/ 128219 w 327576"/>
                  <a:gd name="connsiteY1" fmla="*/ 486726 h 554022"/>
                  <a:gd name="connsiteX2" fmla="*/ 128219 w 327576"/>
                  <a:gd name="connsiteY2" fmla="*/ 67296 h 554022"/>
                  <a:gd name="connsiteX3" fmla="*/ 0 w 327576"/>
                  <a:gd name="connsiteY3" fmla="*/ 67296 h 554022"/>
                  <a:gd name="connsiteX4" fmla="*/ 0 w 327576"/>
                  <a:gd name="connsiteY4" fmla="*/ 0 h 554022"/>
                  <a:gd name="connsiteX5" fmla="*/ 327577 w 327576"/>
                  <a:gd name="connsiteY5" fmla="*/ 0 h 554022"/>
                  <a:gd name="connsiteX6" fmla="*/ 327577 w 327576"/>
                  <a:gd name="connsiteY6" fmla="*/ 67296 h 554022"/>
                  <a:gd name="connsiteX7" fmla="*/ 199358 w 327576"/>
                  <a:gd name="connsiteY7" fmla="*/ 67296 h 554022"/>
                  <a:gd name="connsiteX8" fmla="*/ 199358 w 327576"/>
                  <a:gd name="connsiteY8" fmla="*/ 486726 h 554022"/>
                  <a:gd name="connsiteX9" fmla="*/ 327577 w 327576"/>
                  <a:gd name="connsiteY9" fmla="*/ 486726 h 554022"/>
                  <a:gd name="connsiteX10" fmla="*/ 327577 w 327576"/>
                  <a:gd name="connsiteY10" fmla="*/ 554022 h 554022"/>
                  <a:gd name="connsiteX11" fmla="*/ 0 w 327576"/>
                  <a:gd name="connsiteY11" fmla="*/ 554022 h 554022"/>
                  <a:gd name="connsiteX12" fmla="*/ 0 w 327576"/>
                  <a:gd name="connsiteY12" fmla="*/ 486726 h 554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7576" h="554022">
                    <a:moveTo>
                      <a:pt x="0" y="486726"/>
                    </a:moveTo>
                    <a:lnTo>
                      <a:pt x="128219" y="486726"/>
                    </a:lnTo>
                    <a:lnTo>
                      <a:pt x="128219" y="67296"/>
                    </a:lnTo>
                    <a:lnTo>
                      <a:pt x="0" y="67296"/>
                    </a:lnTo>
                    <a:lnTo>
                      <a:pt x="0" y="0"/>
                    </a:lnTo>
                    <a:lnTo>
                      <a:pt x="327577" y="0"/>
                    </a:lnTo>
                    <a:lnTo>
                      <a:pt x="327577" y="67296"/>
                    </a:lnTo>
                    <a:lnTo>
                      <a:pt x="199358" y="67296"/>
                    </a:lnTo>
                    <a:lnTo>
                      <a:pt x="199358" y="486726"/>
                    </a:lnTo>
                    <a:lnTo>
                      <a:pt x="327577" y="486726"/>
                    </a:lnTo>
                    <a:lnTo>
                      <a:pt x="327577" y="554022"/>
                    </a:lnTo>
                    <a:lnTo>
                      <a:pt x="0" y="554022"/>
                    </a:lnTo>
                    <a:lnTo>
                      <a:pt x="0" y="486726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F698D2EB-0318-7630-FB23-F354748DDDFB}"/>
                  </a:ext>
                </a:extLst>
              </p:cNvPr>
              <p:cNvSpPr/>
              <p:nvPr/>
            </p:nvSpPr>
            <p:spPr>
              <a:xfrm>
                <a:off x="2478792" y="1246354"/>
                <a:ext cx="508001" cy="569768"/>
              </a:xfrm>
              <a:custGeom>
                <a:avLst/>
                <a:gdLst>
                  <a:gd name="connsiteX0" fmla="*/ 119034 w 508001"/>
                  <a:gd name="connsiteY0" fmla="*/ 540057 h 569768"/>
                  <a:gd name="connsiteX1" fmla="*/ 30836 w 508001"/>
                  <a:gd name="connsiteY1" fmla="*/ 454203 h 569768"/>
                  <a:gd name="connsiteX2" fmla="*/ 0 w 508001"/>
                  <a:gd name="connsiteY2" fmla="*/ 321297 h 569768"/>
                  <a:gd name="connsiteX3" fmla="*/ 0 w 508001"/>
                  <a:gd name="connsiteY3" fmla="*/ 249315 h 569768"/>
                  <a:gd name="connsiteX4" fmla="*/ 30836 w 508001"/>
                  <a:gd name="connsiteY4" fmla="*/ 117159 h 569768"/>
                  <a:gd name="connsiteX5" fmla="*/ 119034 w 508001"/>
                  <a:gd name="connsiteY5" fmla="*/ 30461 h 569768"/>
                  <a:gd name="connsiteX6" fmla="*/ 254001 w 508001"/>
                  <a:gd name="connsiteY6" fmla="*/ 0 h 569768"/>
                  <a:gd name="connsiteX7" fmla="*/ 388968 w 508001"/>
                  <a:gd name="connsiteY7" fmla="*/ 29712 h 569768"/>
                  <a:gd name="connsiteX8" fmla="*/ 477166 w 508001"/>
                  <a:gd name="connsiteY8" fmla="*/ 115566 h 569768"/>
                  <a:gd name="connsiteX9" fmla="*/ 508002 w 508001"/>
                  <a:gd name="connsiteY9" fmla="*/ 248471 h 569768"/>
                  <a:gd name="connsiteX10" fmla="*/ 508002 w 508001"/>
                  <a:gd name="connsiteY10" fmla="*/ 320454 h 569768"/>
                  <a:gd name="connsiteX11" fmla="*/ 477166 w 508001"/>
                  <a:gd name="connsiteY11" fmla="*/ 452609 h 569768"/>
                  <a:gd name="connsiteX12" fmla="*/ 388968 w 508001"/>
                  <a:gd name="connsiteY12" fmla="*/ 539307 h 569768"/>
                  <a:gd name="connsiteX13" fmla="*/ 254001 w 508001"/>
                  <a:gd name="connsiteY13" fmla="*/ 569768 h 569768"/>
                  <a:gd name="connsiteX14" fmla="*/ 119034 w 508001"/>
                  <a:gd name="connsiteY14" fmla="*/ 540057 h 569768"/>
                  <a:gd name="connsiteX15" fmla="*/ 386063 w 508001"/>
                  <a:gd name="connsiteY15" fmla="*/ 453453 h 569768"/>
                  <a:gd name="connsiteX16" fmla="*/ 432739 w 508001"/>
                  <a:gd name="connsiteY16" fmla="*/ 320547 h 569768"/>
                  <a:gd name="connsiteX17" fmla="*/ 432739 w 508001"/>
                  <a:gd name="connsiteY17" fmla="*/ 248565 h 569768"/>
                  <a:gd name="connsiteX18" fmla="*/ 385688 w 508001"/>
                  <a:gd name="connsiteY18" fmla="*/ 116784 h 569768"/>
                  <a:gd name="connsiteX19" fmla="*/ 253907 w 508001"/>
                  <a:gd name="connsiteY19" fmla="*/ 69733 h 569768"/>
                  <a:gd name="connsiteX20" fmla="*/ 121752 w 508001"/>
                  <a:gd name="connsiteY20" fmla="*/ 116409 h 569768"/>
                  <a:gd name="connsiteX21" fmla="*/ 75076 w 508001"/>
                  <a:gd name="connsiteY21" fmla="*/ 249315 h 569768"/>
                  <a:gd name="connsiteX22" fmla="*/ 75076 w 508001"/>
                  <a:gd name="connsiteY22" fmla="*/ 321297 h 569768"/>
                  <a:gd name="connsiteX23" fmla="*/ 122127 w 508001"/>
                  <a:gd name="connsiteY23" fmla="*/ 453078 h 569768"/>
                  <a:gd name="connsiteX24" fmla="*/ 253907 w 508001"/>
                  <a:gd name="connsiteY24" fmla="*/ 500129 h 569768"/>
                  <a:gd name="connsiteX25" fmla="*/ 386063 w 508001"/>
                  <a:gd name="connsiteY25" fmla="*/ 453453 h 569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08001" h="569768">
                    <a:moveTo>
                      <a:pt x="119034" y="540057"/>
                    </a:moveTo>
                    <a:cubicBezTo>
                      <a:pt x="80793" y="520280"/>
                      <a:pt x="51363" y="491693"/>
                      <a:pt x="30836" y="454203"/>
                    </a:cubicBezTo>
                    <a:cubicBezTo>
                      <a:pt x="10216" y="416712"/>
                      <a:pt x="0" y="372472"/>
                      <a:pt x="0" y="321297"/>
                    </a:cubicBezTo>
                    <a:lnTo>
                      <a:pt x="0" y="249315"/>
                    </a:lnTo>
                    <a:cubicBezTo>
                      <a:pt x="0" y="198702"/>
                      <a:pt x="10310" y="154650"/>
                      <a:pt x="30836" y="117159"/>
                    </a:cubicBezTo>
                    <a:cubicBezTo>
                      <a:pt x="51456" y="79668"/>
                      <a:pt x="80793" y="50800"/>
                      <a:pt x="119034" y="30461"/>
                    </a:cubicBezTo>
                    <a:cubicBezTo>
                      <a:pt x="157274" y="10123"/>
                      <a:pt x="202264" y="0"/>
                      <a:pt x="254001" y="0"/>
                    </a:cubicBezTo>
                    <a:cubicBezTo>
                      <a:pt x="305738" y="0"/>
                      <a:pt x="350634" y="9935"/>
                      <a:pt x="388968" y="29712"/>
                    </a:cubicBezTo>
                    <a:cubicBezTo>
                      <a:pt x="427209" y="49488"/>
                      <a:pt x="456639" y="78075"/>
                      <a:pt x="477166" y="115566"/>
                    </a:cubicBezTo>
                    <a:cubicBezTo>
                      <a:pt x="497786" y="153057"/>
                      <a:pt x="508002" y="197390"/>
                      <a:pt x="508002" y="248471"/>
                    </a:cubicBezTo>
                    <a:lnTo>
                      <a:pt x="508002" y="320454"/>
                    </a:lnTo>
                    <a:cubicBezTo>
                      <a:pt x="508002" y="371066"/>
                      <a:pt x="497692" y="415118"/>
                      <a:pt x="477166" y="452609"/>
                    </a:cubicBezTo>
                    <a:cubicBezTo>
                      <a:pt x="456546" y="490100"/>
                      <a:pt x="427209" y="518968"/>
                      <a:pt x="388968" y="539307"/>
                    </a:cubicBezTo>
                    <a:cubicBezTo>
                      <a:pt x="350728" y="559646"/>
                      <a:pt x="305738" y="569768"/>
                      <a:pt x="254001" y="569768"/>
                    </a:cubicBezTo>
                    <a:cubicBezTo>
                      <a:pt x="202264" y="569768"/>
                      <a:pt x="157368" y="559833"/>
                      <a:pt x="119034" y="540057"/>
                    </a:cubicBezTo>
                    <a:close/>
                    <a:moveTo>
                      <a:pt x="386063" y="453453"/>
                    </a:moveTo>
                    <a:cubicBezTo>
                      <a:pt x="417180" y="422335"/>
                      <a:pt x="432739" y="378002"/>
                      <a:pt x="432739" y="320547"/>
                    </a:cubicBezTo>
                    <a:lnTo>
                      <a:pt x="432739" y="248565"/>
                    </a:lnTo>
                    <a:cubicBezTo>
                      <a:pt x="432739" y="192141"/>
                      <a:pt x="416993" y="148183"/>
                      <a:pt x="385688" y="116784"/>
                    </a:cubicBezTo>
                    <a:cubicBezTo>
                      <a:pt x="354289" y="85386"/>
                      <a:pt x="310331" y="69733"/>
                      <a:pt x="253907" y="69733"/>
                    </a:cubicBezTo>
                    <a:cubicBezTo>
                      <a:pt x="197483" y="69733"/>
                      <a:pt x="152869" y="85292"/>
                      <a:pt x="121752" y="116409"/>
                    </a:cubicBezTo>
                    <a:cubicBezTo>
                      <a:pt x="90634" y="147527"/>
                      <a:pt x="75076" y="191860"/>
                      <a:pt x="75076" y="249315"/>
                    </a:cubicBezTo>
                    <a:lnTo>
                      <a:pt x="75076" y="321297"/>
                    </a:lnTo>
                    <a:cubicBezTo>
                      <a:pt x="75076" y="377721"/>
                      <a:pt x="90728" y="421679"/>
                      <a:pt x="122127" y="453078"/>
                    </a:cubicBezTo>
                    <a:cubicBezTo>
                      <a:pt x="153525" y="484476"/>
                      <a:pt x="197390" y="500129"/>
                      <a:pt x="253907" y="500129"/>
                    </a:cubicBezTo>
                    <a:cubicBezTo>
                      <a:pt x="310425" y="500129"/>
                      <a:pt x="354945" y="484570"/>
                      <a:pt x="386063" y="453453"/>
                    </a:cubicBez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" name="Graphic 23">
              <a:extLst>
                <a:ext uri="{FF2B5EF4-FFF2-40B4-BE49-F238E27FC236}">
                  <a16:creationId xmlns:a16="http://schemas.microsoft.com/office/drawing/2014/main" id="{145D52BD-A71A-66D0-FF8F-304817716EE0}"/>
                </a:ext>
              </a:extLst>
            </p:cNvPr>
            <p:cNvGrpSpPr/>
            <p:nvPr/>
          </p:nvGrpSpPr>
          <p:grpSpPr>
            <a:xfrm>
              <a:off x="619055" y="3843531"/>
              <a:ext cx="3125631" cy="774769"/>
              <a:chOff x="3677752" y="2002639"/>
              <a:chExt cx="2714155" cy="672774"/>
            </a:xfrm>
            <a:solidFill>
              <a:schemeClr val="bg1"/>
            </a:solidFill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1F0A6047-FB5D-3EEB-3181-E0E4771EA80D}"/>
                  </a:ext>
                </a:extLst>
              </p:cNvPr>
              <p:cNvSpPr/>
              <p:nvPr/>
            </p:nvSpPr>
            <p:spPr>
              <a:xfrm>
                <a:off x="3677752" y="2015480"/>
                <a:ext cx="431614" cy="646999"/>
              </a:xfrm>
              <a:custGeom>
                <a:avLst/>
                <a:gdLst>
                  <a:gd name="connsiteX0" fmla="*/ 0 w 431614"/>
                  <a:gd name="connsiteY0" fmla="*/ 499098 h 646999"/>
                  <a:gd name="connsiteX1" fmla="*/ 134030 w 431614"/>
                  <a:gd name="connsiteY1" fmla="*/ 499098 h 646999"/>
                  <a:gd name="connsiteX2" fmla="*/ 134030 w 431614"/>
                  <a:gd name="connsiteY2" fmla="*/ 147902 h 646999"/>
                  <a:gd name="connsiteX3" fmla="*/ 0 w 431614"/>
                  <a:gd name="connsiteY3" fmla="*/ 147902 h 646999"/>
                  <a:gd name="connsiteX4" fmla="*/ 0 w 431614"/>
                  <a:gd name="connsiteY4" fmla="*/ 0 h 646999"/>
                  <a:gd name="connsiteX5" fmla="*/ 431614 w 431614"/>
                  <a:gd name="connsiteY5" fmla="*/ 0 h 646999"/>
                  <a:gd name="connsiteX6" fmla="*/ 431614 w 431614"/>
                  <a:gd name="connsiteY6" fmla="*/ 147902 h 646999"/>
                  <a:gd name="connsiteX7" fmla="*/ 297584 w 431614"/>
                  <a:gd name="connsiteY7" fmla="*/ 147902 h 646999"/>
                  <a:gd name="connsiteX8" fmla="*/ 297584 w 431614"/>
                  <a:gd name="connsiteY8" fmla="*/ 499098 h 646999"/>
                  <a:gd name="connsiteX9" fmla="*/ 431614 w 431614"/>
                  <a:gd name="connsiteY9" fmla="*/ 499098 h 646999"/>
                  <a:gd name="connsiteX10" fmla="*/ 431614 w 431614"/>
                  <a:gd name="connsiteY10" fmla="*/ 647000 h 646999"/>
                  <a:gd name="connsiteX11" fmla="*/ 0 w 431614"/>
                  <a:gd name="connsiteY11" fmla="*/ 647000 h 646999"/>
                  <a:gd name="connsiteX12" fmla="*/ 0 w 431614"/>
                  <a:gd name="connsiteY12" fmla="*/ 499098 h 646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31614" h="646999">
                    <a:moveTo>
                      <a:pt x="0" y="499098"/>
                    </a:moveTo>
                    <a:lnTo>
                      <a:pt x="134030" y="499098"/>
                    </a:lnTo>
                    <a:lnTo>
                      <a:pt x="134030" y="147902"/>
                    </a:lnTo>
                    <a:lnTo>
                      <a:pt x="0" y="147902"/>
                    </a:lnTo>
                    <a:lnTo>
                      <a:pt x="0" y="0"/>
                    </a:lnTo>
                    <a:lnTo>
                      <a:pt x="431614" y="0"/>
                    </a:lnTo>
                    <a:lnTo>
                      <a:pt x="431614" y="147902"/>
                    </a:lnTo>
                    <a:lnTo>
                      <a:pt x="297584" y="147902"/>
                    </a:lnTo>
                    <a:lnTo>
                      <a:pt x="297584" y="499098"/>
                    </a:lnTo>
                    <a:lnTo>
                      <a:pt x="431614" y="499098"/>
                    </a:lnTo>
                    <a:lnTo>
                      <a:pt x="431614" y="647000"/>
                    </a:lnTo>
                    <a:lnTo>
                      <a:pt x="0" y="647000"/>
                    </a:lnTo>
                    <a:lnTo>
                      <a:pt x="0" y="499098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B99E908-7DBB-BE2F-04A8-746048A8DBCA}"/>
                  </a:ext>
                </a:extLst>
              </p:cNvPr>
              <p:cNvSpPr/>
              <p:nvPr/>
            </p:nvSpPr>
            <p:spPr>
              <a:xfrm>
                <a:off x="4191565" y="2015573"/>
                <a:ext cx="801180" cy="646905"/>
              </a:xfrm>
              <a:custGeom>
                <a:avLst/>
                <a:gdLst>
                  <a:gd name="connsiteX0" fmla="*/ 0 w 801180"/>
                  <a:gd name="connsiteY0" fmla="*/ 0 h 646905"/>
                  <a:gd name="connsiteX1" fmla="*/ 302177 w 801180"/>
                  <a:gd name="connsiteY1" fmla="*/ 0 h 646905"/>
                  <a:gd name="connsiteX2" fmla="*/ 389062 w 801180"/>
                  <a:gd name="connsiteY2" fmla="*/ 500879 h 646905"/>
                  <a:gd name="connsiteX3" fmla="*/ 413056 w 801180"/>
                  <a:gd name="connsiteY3" fmla="*/ 500879 h 646905"/>
                  <a:gd name="connsiteX4" fmla="*/ 499004 w 801180"/>
                  <a:gd name="connsiteY4" fmla="*/ 0 h 646905"/>
                  <a:gd name="connsiteX5" fmla="*/ 801181 w 801180"/>
                  <a:gd name="connsiteY5" fmla="*/ 0 h 646905"/>
                  <a:gd name="connsiteX6" fmla="*/ 801181 w 801180"/>
                  <a:gd name="connsiteY6" fmla="*/ 646906 h 646905"/>
                  <a:gd name="connsiteX7" fmla="*/ 638564 w 801180"/>
                  <a:gd name="connsiteY7" fmla="*/ 646906 h 646905"/>
                  <a:gd name="connsiteX8" fmla="*/ 638564 w 801180"/>
                  <a:gd name="connsiteY8" fmla="*/ 145090 h 646905"/>
                  <a:gd name="connsiteX9" fmla="*/ 614570 w 801180"/>
                  <a:gd name="connsiteY9" fmla="*/ 145090 h 646905"/>
                  <a:gd name="connsiteX10" fmla="*/ 528622 w 801180"/>
                  <a:gd name="connsiteY10" fmla="*/ 646906 h 646905"/>
                  <a:gd name="connsiteX11" fmla="*/ 273590 w 801180"/>
                  <a:gd name="connsiteY11" fmla="*/ 646906 h 646905"/>
                  <a:gd name="connsiteX12" fmla="*/ 186705 w 801180"/>
                  <a:gd name="connsiteY12" fmla="*/ 145090 h 646905"/>
                  <a:gd name="connsiteX13" fmla="*/ 162710 w 801180"/>
                  <a:gd name="connsiteY13" fmla="*/ 145090 h 646905"/>
                  <a:gd name="connsiteX14" fmla="*/ 162710 w 801180"/>
                  <a:gd name="connsiteY14" fmla="*/ 646906 h 646905"/>
                  <a:gd name="connsiteX15" fmla="*/ 94 w 801180"/>
                  <a:gd name="connsiteY15" fmla="*/ 646906 h 646905"/>
                  <a:gd name="connsiteX16" fmla="*/ 94 w 801180"/>
                  <a:gd name="connsiteY16" fmla="*/ 0 h 6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01180" h="646905">
                    <a:moveTo>
                      <a:pt x="0" y="0"/>
                    </a:moveTo>
                    <a:lnTo>
                      <a:pt x="302177" y="0"/>
                    </a:lnTo>
                    <a:lnTo>
                      <a:pt x="389062" y="500879"/>
                    </a:lnTo>
                    <a:lnTo>
                      <a:pt x="413056" y="500879"/>
                    </a:lnTo>
                    <a:lnTo>
                      <a:pt x="499004" y="0"/>
                    </a:lnTo>
                    <a:lnTo>
                      <a:pt x="801181" y="0"/>
                    </a:lnTo>
                    <a:lnTo>
                      <a:pt x="801181" y="646906"/>
                    </a:lnTo>
                    <a:lnTo>
                      <a:pt x="638564" y="646906"/>
                    </a:lnTo>
                    <a:lnTo>
                      <a:pt x="638564" y="145090"/>
                    </a:lnTo>
                    <a:lnTo>
                      <a:pt x="614570" y="145090"/>
                    </a:lnTo>
                    <a:lnTo>
                      <a:pt x="528622" y="646906"/>
                    </a:lnTo>
                    <a:lnTo>
                      <a:pt x="273590" y="646906"/>
                    </a:lnTo>
                    <a:lnTo>
                      <a:pt x="186705" y="145090"/>
                    </a:lnTo>
                    <a:lnTo>
                      <a:pt x="162710" y="145090"/>
                    </a:lnTo>
                    <a:lnTo>
                      <a:pt x="162710" y="646906"/>
                    </a:lnTo>
                    <a:lnTo>
                      <a:pt x="94" y="646906"/>
                    </a:lnTo>
                    <a:lnTo>
                      <a:pt x="94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4F8708E7-5D0F-833D-4227-A3C0F6E1504F}"/>
                  </a:ext>
                </a:extLst>
              </p:cNvPr>
              <p:cNvSpPr/>
              <p:nvPr/>
            </p:nvSpPr>
            <p:spPr>
              <a:xfrm>
                <a:off x="5086099" y="2002639"/>
                <a:ext cx="651592" cy="672774"/>
              </a:xfrm>
              <a:custGeom>
                <a:avLst/>
                <a:gdLst>
                  <a:gd name="connsiteX0" fmla="*/ 152963 w 651592"/>
                  <a:gd name="connsiteY0" fmla="*/ 634909 h 672774"/>
                  <a:gd name="connsiteX1" fmla="*/ 39740 w 651592"/>
                  <a:gd name="connsiteY1" fmla="*/ 527216 h 672774"/>
                  <a:gd name="connsiteX2" fmla="*/ 0 w 651592"/>
                  <a:gd name="connsiteY2" fmla="*/ 363193 h 672774"/>
                  <a:gd name="connsiteX3" fmla="*/ 0 w 651592"/>
                  <a:gd name="connsiteY3" fmla="*/ 309581 h 672774"/>
                  <a:gd name="connsiteX4" fmla="*/ 39740 w 651592"/>
                  <a:gd name="connsiteY4" fmla="*/ 146027 h 672774"/>
                  <a:gd name="connsiteX5" fmla="*/ 152963 w 651592"/>
                  <a:gd name="connsiteY5" fmla="*/ 37866 h 672774"/>
                  <a:gd name="connsiteX6" fmla="*/ 326264 w 651592"/>
                  <a:gd name="connsiteY6" fmla="*/ 0 h 672774"/>
                  <a:gd name="connsiteX7" fmla="*/ 498629 w 651592"/>
                  <a:gd name="connsiteY7" fmla="*/ 37866 h 672774"/>
                  <a:gd name="connsiteX8" fmla="*/ 611852 w 651592"/>
                  <a:gd name="connsiteY8" fmla="*/ 145558 h 672774"/>
                  <a:gd name="connsiteX9" fmla="*/ 651592 w 651592"/>
                  <a:gd name="connsiteY9" fmla="*/ 308644 h 672774"/>
                  <a:gd name="connsiteX10" fmla="*/ 651592 w 651592"/>
                  <a:gd name="connsiteY10" fmla="*/ 363193 h 672774"/>
                  <a:gd name="connsiteX11" fmla="*/ 611852 w 651592"/>
                  <a:gd name="connsiteY11" fmla="*/ 526747 h 672774"/>
                  <a:gd name="connsiteX12" fmla="*/ 498629 w 651592"/>
                  <a:gd name="connsiteY12" fmla="*/ 634909 h 672774"/>
                  <a:gd name="connsiteX13" fmla="*/ 326264 w 651592"/>
                  <a:gd name="connsiteY13" fmla="*/ 672775 h 672774"/>
                  <a:gd name="connsiteX14" fmla="*/ 152963 w 651592"/>
                  <a:gd name="connsiteY14" fmla="*/ 634909 h 672774"/>
                  <a:gd name="connsiteX15" fmla="*/ 208449 w 651592"/>
                  <a:gd name="connsiteY15" fmla="*/ 478665 h 672774"/>
                  <a:gd name="connsiteX16" fmla="*/ 326264 w 651592"/>
                  <a:gd name="connsiteY16" fmla="*/ 520280 h 672774"/>
                  <a:gd name="connsiteX17" fmla="*/ 443611 w 651592"/>
                  <a:gd name="connsiteY17" fmla="*/ 478665 h 672774"/>
                  <a:gd name="connsiteX18" fmla="*/ 483351 w 651592"/>
                  <a:gd name="connsiteY18" fmla="*/ 359444 h 672774"/>
                  <a:gd name="connsiteX19" fmla="*/ 483351 w 651592"/>
                  <a:gd name="connsiteY19" fmla="*/ 313237 h 672774"/>
                  <a:gd name="connsiteX20" fmla="*/ 443611 w 651592"/>
                  <a:gd name="connsiteY20" fmla="*/ 194015 h 672774"/>
                  <a:gd name="connsiteX21" fmla="*/ 326264 w 651592"/>
                  <a:gd name="connsiteY21" fmla="*/ 152401 h 672774"/>
                  <a:gd name="connsiteX22" fmla="*/ 207981 w 651592"/>
                  <a:gd name="connsiteY22" fmla="*/ 193547 h 672774"/>
                  <a:gd name="connsiteX23" fmla="*/ 168240 w 651592"/>
                  <a:gd name="connsiteY23" fmla="*/ 313237 h 672774"/>
                  <a:gd name="connsiteX24" fmla="*/ 168240 w 651592"/>
                  <a:gd name="connsiteY24" fmla="*/ 360381 h 672774"/>
                  <a:gd name="connsiteX25" fmla="*/ 208449 w 651592"/>
                  <a:gd name="connsiteY25" fmla="*/ 478665 h 672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51592" h="672774">
                    <a:moveTo>
                      <a:pt x="152963" y="634909"/>
                    </a:moveTo>
                    <a:cubicBezTo>
                      <a:pt x="103944" y="609696"/>
                      <a:pt x="66265" y="573799"/>
                      <a:pt x="39740" y="527216"/>
                    </a:cubicBezTo>
                    <a:cubicBezTo>
                      <a:pt x="13216" y="480727"/>
                      <a:pt x="0" y="425991"/>
                      <a:pt x="0" y="363193"/>
                    </a:cubicBezTo>
                    <a:lnTo>
                      <a:pt x="0" y="309581"/>
                    </a:lnTo>
                    <a:cubicBezTo>
                      <a:pt x="0" y="247346"/>
                      <a:pt x="13216" y="192797"/>
                      <a:pt x="39740" y="146027"/>
                    </a:cubicBezTo>
                    <a:cubicBezTo>
                      <a:pt x="66265" y="99163"/>
                      <a:pt x="103944" y="63172"/>
                      <a:pt x="152963" y="37866"/>
                    </a:cubicBezTo>
                    <a:cubicBezTo>
                      <a:pt x="201982" y="12559"/>
                      <a:pt x="259718" y="0"/>
                      <a:pt x="326264" y="0"/>
                    </a:cubicBezTo>
                    <a:cubicBezTo>
                      <a:pt x="392811" y="0"/>
                      <a:pt x="449610" y="12653"/>
                      <a:pt x="498629" y="37866"/>
                    </a:cubicBezTo>
                    <a:cubicBezTo>
                      <a:pt x="547648" y="63172"/>
                      <a:pt x="585327" y="98976"/>
                      <a:pt x="611852" y="145558"/>
                    </a:cubicBezTo>
                    <a:cubicBezTo>
                      <a:pt x="638377" y="192047"/>
                      <a:pt x="651592" y="246409"/>
                      <a:pt x="651592" y="308644"/>
                    </a:cubicBezTo>
                    <a:lnTo>
                      <a:pt x="651592" y="363193"/>
                    </a:lnTo>
                    <a:cubicBezTo>
                      <a:pt x="651592" y="425428"/>
                      <a:pt x="638283" y="479977"/>
                      <a:pt x="611852" y="526747"/>
                    </a:cubicBezTo>
                    <a:cubicBezTo>
                      <a:pt x="585327" y="573611"/>
                      <a:pt x="547648" y="609602"/>
                      <a:pt x="498629" y="634909"/>
                    </a:cubicBezTo>
                    <a:cubicBezTo>
                      <a:pt x="449610" y="660121"/>
                      <a:pt x="392155" y="672775"/>
                      <a:pt x="326264" y="672775"/>
                    </a:cubicBezTo>
                    <a:cubicBezTo>
                      <a:pt x="260374" y="672775"/>
                      <a:pt x="201982" y="660121"/>
                      <a:pt x="152963" y="634909"/>
                    </a:cubicBezTo>
                    <a:close/>
                    <a:moveTo>
                      <a:pt x="208449" y="478665"/>
                    </a:moveTo>
                    <a:cubicBezTo>
                      <a:pt x="235255" y="506409"/>
                      <a:pt x="274527" y="520280"/>
                      <a:pt x="326264" y="520280"/>
                    </a:cubicBezTo>
                    <a:cubicBezTo>
                      <a:pt x="378002" y="520280"/>
                      <a:pt x="417180" y="506409"/>
                      <a:pt x="443611" y="478665"/>
                    </a:cubicBezTo>
                    <a:cubicBezTo>
                      <a:pt x="470136" y="450922"/>
                      <a:pt x="483351" y="411182"/>
                      <a:pt x="483351" y="359444"/>
                    </a:cubicBezTo>
                    <a:lnTo>
                      <a:pt x="483351" y="313237"/>
                    </a:lnTo>
                    <a:cubicBezTo>
                      <a:pt x="483351" y="261499"/>
                      <a:pt x="470042" y="221759"/>
                      <a:pt x="443611" y="194015"/>
                    </a:cubicBezTo>
                    <a:cubicBezTo>
                      <a:pt x="417086" y="166272"/>
                      <a:pt x="378002" y="152401"/>
                      <a:pt x="326264" y="152401"/>
                    </a:cubicBezTo>
                    <a:cubicBezTo>
                      <a:pt x="274527" y="152401"/>
                      <a:pt x="234506" y="166085"/>
                      <a:pt x="207981" y="193547"/>
                    </a:cubicBezTo>
                    <a:cubicBezTo>
                      <a:pt x="181456" y="221009"/>
                      <a:pt x="168240" y="260843"/>
                      <a:pt x="168240" y="313237"/>
                    </a:cubicBezTo>
                    <a:lnTo>
                      <a:pt x="168240" y="360381"/>
                    </a:lnTo>
                    <a:cubicBezTo>
                      <a:pt x="168240" y="411557"/>
                      <a:pt x="181643" y="450922"/>
                      <a:pt x="208449" y="478665"/>
                    </a:cubicBez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5D6AB2C0-A1F4-D7C7-4880-55205D590810}"/>
                  </a:ext>
                </a:extLst>
              </p:cNvPr>
              <p:cNvSpPr/>
              <p:nvPr/>
            </p:nvSpPr>
            <p:spPr>
              <a:xfrm>
                <a:off x="5830950" y="2015480"/>
                <a:ext cx="560957" cy="646905"/>
              </a:xfrm>
              <a:custGeom>
                <a:avLst/>
                <a:gdLst>
                  <a:gd name="connsiteX0" fmla="*/ 94 w 560957"/>
                  <a:gd name="connsiteY0" fmla="*/ 94 h 646905"/>
                  <a:gd name="connsiteX1" fmla="*/ 335544 w 560957"/>
                  <a:gd name="connsiteY1" fmla="*/ 94 h 646905"/>
                  <a:gd name="connsiteX2" fmla="*/ 484757 w 560957"/>
                  <a:gd name="connsiteY2" fmla="*/ 45833 h 646905"/>
                  <a:gd name="connsiteX3" fmla="*/ 536964 w 560957"/>
                  <a:gd name="connsiteY3" fmla="*/ 171990 h 646905"/>
                  <a:gd name="connsiteX4" fmla="*/ 510626 w 560957"/>
                  <a:gd name="connsiteY4" fmla="*/ 264405 h 646905"/>
                  <a:gd name="connsiteX5" fmla="*/ 437144 w 560957"/>
                  <a:gd name="connsiteY5" fmla="*/ 316142 h 646905"/>
                  <a:gd name="connsiteX6" fmla="*/ 437144 w 560957"/>
                  <a:gd name="connsiteY6" fmla="*/ 319798 h 646905"/>
                  <a:gd name="connsiteX7" fmla="*/ 528622 w 560957"/>
                  <a:gd name="connsiteY7" fmla="*/ 372004 h 646905"/>
                  <a:gd name="connsiteX8" fmla="*/ 560958 w 560957"/>
                  <a:gd name="connsiteY8" fmla="*/ 470417 h 646905"/>
                  <a:gd name="connsiteX9" fmla="*/ 508283 w 560957"/>
                  <a:gd name="connsiteY9" fmla="*/ 599292 h 646905"/>
                  <a:gd name="connsiteX10" fmla="*/ 361319 w 560957"/>
                  <a:gd name="connsiteY10" fmla="*/ 646906 h 646905"/>
                  <a:gd name="connsiteX11" fmla="*/ 0 w 560957"/>
                  <a:gd name="connsiteY11" fmla="*/ 646906 h 646905"/>
                  <a:gd name="connsiteX12" fmla="*/ 0 w 560957"/>
                  <a:gd name="connsiteY12" fmla="*/ 0 h 646905"/>
                  <a:gd name="connsiteX13" fmla="*/ 311456 w 560957"/>
                  <a:gd name="connsiteY13" fmla="*/ 262530 h 646905"/>
                  <a:gd name="connsiteX14" fmla="*/ 359538 w 560957"/>
                  <a:gd name="connsiteY14" fmla="*/ 246315 h 646905"/>
                  <a:gd name="connsiteX15" fmla="*/ 377065 w 560957"/>
                  <a:gd name="connsiteY15" fmla="*/ 199639 h 646905"/>
                  <a:gd name="connsiteX16" fmla="*/ 359069 w 560957"/>
                  <a:gd name="connsiteY16" fmla="*/ 153900 h 646905"/>
                  <a:gd name="connsiteX17" fmla="*/ 307800 w 560957"/>
                  <a:gd name="connsiteY17" fmla="*/ 137685 h 646905"/>
                  <a:gd name="connsiteX18" fmla="*/ 162710 w 560957"/>
                  <a:gd name="connsiteY18" fmla="*/ 137685 h 646905"/>
                  <a:gd name="connsiteX19" fmla="*/ 162710 w 560957"/>
                  <a:gd name="connsiteY19" fmla="*/ 262436 h 646905"/>
                  <a:gd name="connsiteX20" fmla="*/ 311456 w 560957"/>
                  <a:gd name="connsiteY20" fmla="*/ 262436 h 646905"/>
                  <a:gd name="connsiteX21" fmla="*/ 327202 w 560957"/>
                  <a:gd name="connsiteY21" fmla="*/ 509314 h 646905"/>
                  <a:gd name="connsiteX22" fmla="*/ 377065 w 560957"/>
                  <a:gd name="connsiteY22" fmla="*/ 493568 h 646905"/>
                  <a:gd name="connsiteX23" fmla="*/ 394592 w 560957"/>
                  <a:gd name="connsiteY23" fmla="*/ 447360 h 646905"/>
                  <a:gd name="connsiteX24" fmla="*/ 376596 w 560957"/>
                  <a:gd name="connsiteY24" fmla="*/ 402090 h 646905"/>
                  <a:gd name="connsiteX25" fmla="*/ 325327 w 560957"/>
                  <a:gd name="connsiteY25" fmla="*/ 386344 h 646905"/>
                  <a:gd name="connsiteX26" fmla="*/ 162710 w 560957"/>
                  <a:gd name="connsiteY26" fmla="*/ 386344 h 646905"/>
                  <a:gd name="connsiteX27" fmla="*/ 162710 w 560957"/>
                  <a:gd name="connsiteY27" fmla="*/ 509220 h 646905"/>
                  <a:gd name="connsiteX28" fmla="*/ 327202 w 560957"/>
                  <a:gd name="connsiteY28" fmla="*/ 509220 h 6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560957" h="646905">
                    <a:moveTo>
                      <a:pt x="94" y="94"/>
                    </a:moveTo>
                    <a:lnTo>
                      <a:pt x="335544" y="94"/>
                    </a:lnTo>
                    <a:cubicBezTo>
                      <a:pt x="400216" y="94"/>
                      <a:pt x="449985" y="15371"/>
                      <a:pt x="484757" y="45833"/>
                    </a:cubicBezTo>
                    <a:cubicBezTo>
                      <a:pt x="519530" y="76294"/>
                      <a:pt x="536964" y="118378"/>
                      <a:pt x="536964" y="171990"/>
                    </a:cubicBezTo>
                    <a:cubicBezTo>
                      <a:pt x="536964" y="208356"/>
                      <a:pt x="528153" y="239192"/>
                      <a:pt x="510626" y="264405"/>
                    </a:cubicBezTo>
                    <a:cubicBezTo>
                      <a:pt x="493099" y="289711"/>
                      <a:pt x="468543" y="306957"/>
                      <a:pt x="437144" y="316142"/>
                    </a:cubicBezTo>
                    <a:lnTo>
                      <a:pt x="437144" y="319798"/>
                    </a:lnTo>
                    <a:cubicBezTo>
                      <a:pt x="476603" y="328420"/>
                      <a:pt x="507064" y="345854"/>
                      <a:pt x="528622" y="372004"/>
                    </a:cubicBezTo>
                    <a:cubicBezTo>
                      <a:pt x="550179" y="398154"/>
                      <a:pt x="560958" y="430958"/>
                      <a:pt x="560958" y="470417"/>
                    </a:cubicBezTo>
                    <a:cubicBezTo>
                      <a:pt x="560958" y="524685"/>
                      <a:pt x="543431" y="567613"/>
                      <a:pt x="508283" y="599292"/>
                    </a:cubicBezTo>
                    <a:cubicBezTo>
                      <a:pt x="473135" y="631066"/>
                      <a:pt x="424210" y="646906"/>
                      <a:pt x="361319" y="646906"/>
                    </a:cubicBezTo>
                    <a:lnTo>
                      <a:pt x="0" y="646906"/>
                    </a:lnTo>
                    <a:lnTo>
                      <a:pt x="0" y="0"/>
                    </a:lnTo>
                    <a:close/>
                    <a:moveTo>
                      <a:pt x="311456" y="262530"/>
                    </a:moveTo>
                    <a:cubicBezTo>
                      <a:pt x="331794" y="262530"/>
                      <a:pt x="347822" y="257188"/>
                      <a:pt x="359538" y="246315"/>
                    </a:cubicBezTo>
                    <a:cubicBezTo>
                      <a:pt x="371254" y="235537"/>
                      <a:pt x="377065" y="219978"/>
                      <a:pt x="377065" y="199639"/>
                    </a:cubicBezTo>
                    <a:cubicBezTo>
                      <a:pt x="377065" y="179300"/>
                      <a:pt x="371066" y="164679"/>
                      <a:pt x="359069" y="153900"/>
                    </a:cubicBezTo>
                    <a:cubicBezTo>
                      <a:pt x="347072" y="143122"/>
                      <a:pt x="329920" y="137685"/>
                      <a:pt x="307800" y="137685"/>
                    </a:cubicBezTo>
                    <a:lnTo>
                      <a:pt x="162710" y="137685"/>
                    </a:lnTo>
                    <a:lnTo>
                      <a:pt x="162710" y="262436"/>
                    </a:lnTo>
                    <a:lnTo>
                      <a:pt x="311456" y="262436"/>
                    </a:lnTo>
                    <a:close/>
                    <a:moveTo>
                      <a:pt x="327202" y="509314"/>
                    </a:moveTo>
                    <a:cubicBezTo>
                      <a:pt x="348759" y="509314"/>
                      <a:pt x="365443" y="504065"/>
                      <a:pt x="377065" y="493568"/>
                    </a:cubicBezTo>
                    <a:cubicBezTo>
                      <a:pt x="388781" y="483071"/>
                      <a:pt x="394592" y="467699"/>
                      <a:pt x="394592" y="447360"/>
                    </a:cubicBezTo>
                    <a:cubicBezTo>
                      <a:pt x="394592" y="427022"/>
                      <a:pt x="388593" y="412588"/>
                      <a:pt x="376596" y="402090"/>
                    </a:cubicBezTo>
                    <a:cubicBezTo>
                      <a:pt x="364599" y="391593"/>
                      <a:pt x="347447" y="386344"/>
                      <a:pt x="325327" y="386344"/>
                    </a:cubicBezTo>
                    <a:lnTo>
                      <a:pt x="162710" y="386344"/>
                    </a:lnTo>
                    <a:lnTo>
                      <a:pt x="162710" y="509220"/>
                    </a:lnTo>
                    <a:lnTo>
                      <a:pt x="327202" y="50922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5C71040-7832-5D8E-650A-ACF16341F781}"/>
                </a:ext>
              </a:extLst>
            </p:cNvPr>
            <p:cNvGrpSpPr/>
            <p:nvPr/>
          </p:nvGrpSpPr>
          <p:grpSpPr>
            <a:xfrm>
              <a:off x="587376" y="2932110"/>
              <a:ext cx="2939568" cy="647092"/>
              <a:chOff x="587376" y="2015480"/>
              <a:chExt cx="2939568" cy="647092"/>
            </a:xfrm>
            <a:solidFill>
              <a:schemeClr val="bg2">
                <a:lumMod val="75000"/>
              </a:schemeClr>
            </a:solidFill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929B0CDC-ABEA-4618-A7A0-58805C5A84E0}"/>
                  </a:ext>
                </a:extLst>
              </p:cNvPr>
              <p:cNvSpPr/>
              <p:nvPr/>
            </p:nvSpPr>
            <p:spPr>
              <a:xfrm>
                <a:off x="946913" y="2015573"/>
                <a:ext cx="603416" cy="646905"/>
              </a:xfrm>
              <a:custGeom>
                <a:avLst/>
                <a:gdLst>
                  <a:gd name="connsiteX0" fmla="*/ 113597 w 603416"/>
                  <a:gd name="connsiteY0" fmla="*/ 0 h 646905"/>
                  <a:gd name="connsiteX1" fmla="*/ 371441 w 603416"/>
                  <a:gd name="connsiteY1" fmla="*/ 0 h 646905"/>
                  <a:gd name="connsiteX2" fmla="*/ 490194 w 603416"/>
                  <a:gd name="connsiteY2" fmla="*/ 27743 h 646905"/>
                  <a:gd name="connsiteX3" fmla="*/ 573330 w 603416"/>
                  <a:gd name="connsiteY3" fmla="*/ 105349 h 646905"/>
                  <a:gd name="connsiteX4" fmla="*/ 603416 w 603416"/>
                  <a:gd name="connsiteY4" fmla="*/ 219041 h 646905"/>
                  <a:gd name="connsiteX5" fmla="*/ 566019 w 603416"/>
                  <a:gd name="connsiteY5" fmla="*/ 366942 h 646905"/>
                  <a:gd name="connsiteX6" fmla="*/ 461607 w 603416"/>
                  <a:gd name="connsiteY6" fmla="*/ 463482 h 646905"/>
                  <a:gd name="connsiteX7" fmla="*/ 307707 w 603416"/>
                  <a:gd name="connsiteY7" fmla="*/ 497223 h 646905"/>
                  <a:gd name="connsiteX8" fmla="*/ 189423 w 603416"/>
                  <a:gd name="connsiteY8" fmla="*/ 497223 h 646905"/>
                  <a:gd name="connsiteX9" fmla="*/ 162617 w 603416"/>
                  <a:gd name="connsiteY9" fmla="*/ 646906 h 646905"/>
                  <a:gd name="connsiteX10" fmla="*/ 0 w 603416"/>
                  <a:gd name="connsiteY10" fmla="*/ 646906 h 646905"/>
                  <a:gd name="connsiteX11" fmla="*/ 113691 w 603416"/>
                  <a:gd name="connsiteY11" fmla="*/ 0 h 646905"/>
                  <a:gd name="connsiteX12" fmla="*/ 309581 w 603416"/>
                  <a:gd name="connsiteY12" fmla="*/ 349322 h 646905"/>
                  <a:gd name="connsiteX13" fmla="*/ 399653 w 603416"/>
                  <a:gd name="connsiteY13" fmla="*/ 319329 h 646905"/>
                  <a:gd name="connsiteX14" fmla="*/ 432458 w 603416"/>
                  <a:gd name="connsiteY14" fmla="*/ 234787 h 646905"/>
                  <a:gd name="connsiteX15" fmla="*/ 407526 w 603416"/>
                  <a:gd name="connsiteY15" fmla="*/ 172365 h 646905"/>
                  <a:gd name="connsiteX16" fmla="*/ 343792 w 603416"/>
                  <a:gd name="connsiteY16" fmla="*/ 147902 h 646905"/>
                  <a:gd name="connsiteX17" fmla="*/ 250439 w 603416"/>
                  <a:gd name="connsiteY17" fmla="*/ 147902 h 646905"/>
                  <a:gd name="connsiteX18" fmla="*/ 215292 w 603416"/>
                  <a:gd name="connsiteY18" fmla="*/ 349415 h 646905"/>
                  <a:gd name="connsiteX19" fmla="*/ 309581 w 603416"/>
                  <a:gd name="connsiteY19" fmla="*/ 349415 h 6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03416" h="646905">
                    <a:moveTo>
                      <a:pt x="113597" y="0"/>
                    </a:moveTo>
                    <a:lnTo>
                      <a:pt x="371441" y="0"/>
                    </a:lnTo>
                    <a:cubicBezTo>
                      <a:pt x="415212" y="0"/>
                      <a:pt x="454765" y="9279"/>
                      <a:pt x="490194" y="27743"/>
                    </a:cubicBezTo>
                    <a:cubicBezTo>
                      <a:pt x="525623" y="46208"/>
                      <a:pt x="553366" y="72076"/>
                      <a:pt x="573330" y="105349"/>
                    </a:cubicBezTo>
                    <a:cubicBezTo>
                      <a:pt x="593388" y="138623"/>
                      <a:pt x="603416" y="176489"/>
                      <a:pt x="603416" y="219041"/>
                    </a:cubicBezTo>
                    <a:cubicBezTo>
                      <a:pt x="603416" y="275746"/>
                      <a:pt x="590951" y="325046"/>
                      <a:pt x="566019" y="366942"/>
                    </a:cubicBezTo>
                    <a:cubicBezTo>
                      <a:pt x="541088" y="408839"/>
                      <a:pt x="506221" y="441081"/>
                      <a:pt x="461607" y="463482"/>
                    </a:cubicBezTo>
                    <a:cubicBezTo>
                      <a:pt x="416899" y="485976"/>
                      <a:pt x="365630" y="497223"/>
                      <a:pt x="307707" y="497223"/>
                    </a:cubicBezTo>
                    <a:lnTo>
                      <a:pt x="189423" y="497223"/>
                    </a:lnTo>
                    <a:lnTo>
                      <a:pt x="162617" y="646906"/>
                    </a:lnTo>
                    <a:lnTo>
                      <a:pt x="0" y="646906"/>
                    </a:lnTo>
                    <a:lnTo>
                      <a:pt x="113691" y="0"/>
                    </a:lnTo>
                    <a:close/>
                    <a:moveTo>
                      <a:pt x="309581" y="349322"/>
                    </a:moveTo>
                    <a:cubicBezTo>
                      <a:pt x="347822" y="349322"/>
                      <a:pt x="377815" y="339293"/>
                      <a:pt x="399653" y="319329"/>
                    </a:cubicBezTo>
                    <a:cubicBezTo>
                      <a:pt x="421492" y="299271"/>
                      <a:pt x="432458" y="271153"/>
                      <a:pt x="432458" y="234787"/>
                    </a:cubicBezTo>
                    <a:cubicBezTo>
                      <a:pt x="432458" y="209574"/>
                      <a:pt x="424116" y="188767"/>
                      <a:pt x="407526" y="172365"/>
                    </a:cubicBezTo>
                    <a:cubicBezTo>
                      <a:pt x="390937" y="156056"/>
                      <a:pt x="369661" y="147902"/>
                      <a:pt x="343792" y="147902"/>
                    </a:cubicBezTo>
                    <a:lnTo>
                      <a:pt x="250439" y="147902"/>
                    </a:lnTo>
                    <a:lnTo>
                      <a:pt x="215292" y="349415"/>
                    </a:lnTo>
                    <a:lnTo>
                      <a:pt x="309581" y="349415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B7C64F31-51AF-6635-8FA8-C5348A4951C6}"/>
                  </a:ext>
                </a:extLst>
              </p:cNvPr>
              <p:cNvSpPr/>
              <p:nvPr/>
            </p:nvSpPr>
            <p:spPr>
              <a:xfrm>
                <a:off x="1571606" y="2015480"/>
                <a:ext cx="617381" cy="646905"/>
              </a:xfrm>
              <a:custGeom>
                <a:avLst/>
                <a:gdLst>
                  <a:gd name="connsiteX0" fmla="*/ 113691 w 617381"/>
                  <a:gd name="connsiteY0" fmla="*/ 94 h 646905"/>
                  <a:gd name="connsiteX1" fmla="*/ 399278 w 617381"/>
                  <a:gd name="connsiteY1" fmla="*/ 94 h 646905"/>
                  <a:gd name="connsiteX2" fmla="*/ 510626 w 617381"/>
                  <a:gd name="connsiteY2" fmla="*/ 23151 h 646905"/>
                  <a:gd name="connsiteX3" fmla="*/ 588701 w 617381"/>
                  <a:gd name="connsiteY3" fmla="*/ 92415 h 646905"/>
                  <a:gd name="connsiteX4" fmla="*/ 617382 w 617381"/>
                  <a:gd name="connsiteY4" fmla="*/ 204232 h 646905"/>
                  <a:gd name="connsiteX5" fmla="*/ 562832 w 617381"/>
                  <a:gd name="connsiteY5" fmla="*/ 349322 h 646905"/>
                  <a:gd name="connsiteX6" fmla="*/ 415868 w 617381"/>
                  <a:gd name="connsiteY6" fmla="*/ 421398 h 646905"/>
                  <a:gd name="connsiteX7" fmla="*/ 561895 w 617381"/>
                  <a:gd name="connsiteY7" fmla="*/ 646906 h 646905"/>
                  <a:gd name="connsiteX8" fmla="*/ 374253 w 617381"/>
                  <a:gd name="connsiteY8" fmla="*/ 646906 h 646905"/>
                  <a:gd name="connsiteX9" fmla="*/ 251377 w 617381"/>
                  <a:gd name="connsiteY9" fmla="*/ 439862 h 646905"/>
                  <a:gd name="connsiteX10" fmla="*/ 198702 w 617381"/>
                  <a:gd name="connsiteY10" fmla="*/ 439862 h 646905"/>
                  <a:gd name="connsiteX11" fmla="*/ 162617 w 617381"/>
                  <a:gd name="connsiteY11" fmla="*/ 646906 h 646905"/>
                  <a:gd name="connsiteX12" fmla="*/ 0 w 617381"/>
                  <a:gd name="connsiteY12" fmla="*/ 646906 h 646905"/>
                  <a:gd name="connsiteX13" fmla="*/ 113691 w 617381"/>
                  <a:gd name="connsiteY13" fmla="*/ 0 h 646905"/>
                  <a:gd name="connsiteX14" fmla="*/ 347447 w 617381"/>
                  <a:gd name="connsiteY14" fmla="*/ 305082 h 646905"/>
                  <a:gd name="connsiteX15" fmla="*/ 423179 w 617381"/>
                  <a:gd name="connsiteY15" fmla="*/ 281557 h 646905"/>
                  <a:gd name="connsiteX16" fmla="*/ 449047 w 617381"/>
                  <a:gd name="connsiteY16" fmla="*/ 216416 h 646905"/>
                  <a:gd name="connsiteX17" fmla="*/ 425991 w 617381"/>
                  <a:gd name="connsiteY17" fmla="*/ 163742 h 646905"/>
                  <a:gd name="connsiteX18" fmla="*/ 366849 w 617381"/>
                  <a:gd name="connsiteY18" fmla="*/ 144340 h 646905"/>
                  <a:gd name="connsiteX19" fmla="*/ 251283 w 617381"/>
                  <a:gd name="connsiteY19" fmla="*/ 144340 h 646905"/>
                  <a:gd name="connsiteX20" fmla="*/ 223540 w 617381"/>
                  <a:gd name="connsiteY20" fmla="*/ 305176 h 646905"/>
                  <a:gd name="connsiteX21" fmla="*/ 347353 w 617381"/>
                  <a:gd name="connsiteY21" fmla="*/ 305176 h 6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617381" h="646905">
                    <a:moveTo>
                      <a:pt x="113691" y="94"/>
                    </a:moveTo>
                    <a:lnTo>
                      <a:pt x="399278" y="94"/>
                    </a:lnTo>
                    <a:cubicBezTo>
                      <a:pt x="440518" y="94"/>
                      <a:pt x="477634" y="7779"/>
                      <a:pt x="510626" y="23151"/>
                    </a:cubicBezTo>
                    <a:cubicBezTo>
                      <a:pt x="543618" y="38522"/>
                      <a:pt x="569581" y="61673"/>
                      <a:pt x="588701" y="92415"/>
                    </a:cubicBezTo>
                    <a:cubicBezTo>
                      <a:pt x="607822" y="123251"/>
                      <a:pt x="617382" y="160461"/>
                      <a:pt x="617382" y="204232"/>
                    </a:cubicBezTo>
                    <a:cubicBezTo>
                      <a:pt x="617382" y="264030"/>
                      <a:pt x="599199" y="312393"/>
                      <a:pt x="562832" y="349322"/>
                    </a:cubicBezTo>
                    <a:cubicBezTo>
                      <a:pt x="526466" y="386250"/>
                      <a:pt x="477447" y="410338"/>
                      <a:pt x="415868" y="421398"/>
                    </a:cubicBezTo>
                    <a:lnTo>
                      <a:pt x="561895" y="646906"/>
                    </a:lnTo>
                    <a:lnTo>
                      <a:pt x="374253" y="646906"/>
                    </a:lnTo>
                    <a:lnTo>
                      <a:pt x="251377" y="439862"/>
                    </a:lnTo>
                    <a:lnTo>
                      <a:pt x="198702" y="439862"/>
                    </a:lnTo>
                    <a:lnTo>
                      <a:pt x="162617" y="646906"/>
                    </a:lnTo>
                    <a:lnTo>
                      <a:pt x="0" y="646906"/>
                    </a:lnTo>
                    <a:lnTo>
                      <a:pt x="113691" y="0"/>
                    </a:lnTo>
                    <a:close/>
                    <a:moveTo>
                      <a:pt x="347447" y="305082"/>
                    </a:moveTo>
                    <a:cubicBezTo>
                      <a:pt x="380720" y="305082"/>
                      <a:pt x="405933" y="297209"/>
                      <a:pt x="423179" y="281557"/>
                    </a:cubicBezTo>
                    <a:cubicBezTo>
                      <a:pt x="440425" y="265811"/>
                      <a:pt x="449047" y="244160"/>
                      <a:pt x="449047" y="216416"/>
                    </a:cubicBezTo>
                    <a:cubicBezTo>
                      <a:pt x="449047" y="194203"/>
                      <a:pt x="441362" y="176676"/>
                      <a:pt x="425991" y="163742"/>
                    </a:cubicBezTo>
                    <a:cubicBezTo>
                      <a:pt x="410619" y="150807"/>
                      <a:pt x="390843" y="144340"/>
                      <a:pt x="366849" y="144340"/>
                    </a:cubicBezTo>
                    <a:lnTo>
                      <a:pt x="251283" y="144340"/>
                    </a:lnTo>
                    <a:lnTo>
                      <a:pt x="223540" y="305176"/>
                    </a:lnTo>
                    <a:lnTo>
                      <a:pt x="347353" y="305176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91A2A90B-00C2-B0EF-7B92-A2C1C4155331}"/>
                  </a:ext>
                </a:extLst>
              </p:cNvPr>
              <p:cNvSpPr/>
              <p:nvPr/>
            </p:nvSpPr>
            <p:spPr>
              <a:xfrm>
                <a:off x="2209326" y="2015573"/>
                <a:ext cx="597886" cy="646999"/>
              </a:xfrm>
              <a:custGeom>
                <a:avLst/>
                <a:gdLst>
                  <a:gd name="connsiteX0" fmla="*/ 113597 w 597886"/>
                  <a:gd name="connsiteY0" fmla="*/ 0 h 646999"/>
                  <a:gd name="connsiteX1" fmla="*/ 597886 w 597886"/>
                  <a:gd name="connsiteY1" fmla="*/ 0 h 646999"/>
                  <a:gd name="connsiteX2" fmla="*/ 572955 w 597886"/>
                  <a:gd name="connsiteY2" fmla="*/ 140497 h 646999"/>
                  <a:gd name="connsiteX3" fmla="*/ 248565 w 597886"/>
                  <a:gd name="connsiteY3" fmla="*/ 140497 h 646999"/>
                  <a:gd name="connsiteX4" fmla="*/ 230101 w 597886"/>
                  <a:gd name="connsiteY4" fmla="*/ 248659 h 646999"/>
                  <a:gd name="connsiteX5" fmla="*/ 536026 w 597886"/>
                  <a:gd name="connsiteY5" fmla="*/ 248659 h 646999"/>
                  <a:gd name="connsiteX6" fmla="*/ 511095 w 597886"/>
                  <a:gd name="connsiteY6" fmla="*/ 386344 h 646999"/>
                  <a:gd name="connsiteX7" fmla="*/ 205169 w 597886"/>
                  <a:gd name="connsiteY7" fmla="*/ 386344 h 646999"/>
                  <a:gd name="connsiteX8" fmla="*/ 183893 w 597886"/>
                  <a:gd name="connsiteY8" fmla="*/ 505565 h 646999"/>
                  <a:gd name="connsiteX9" fmla="*/ 518406 w 597886"/>
                  <a:gd name="connsiteY9" fmla="*/ 505565 h 646999"/>
                  <a:gd name="connsiteX10" fmla="*/ 493474 w 597886"/>
                  <a:gd name="connsiteY10" fmla="*/ 647000 h 646999"/>
                  <a:gd name="connsiteX11" fmla="*/ 0 w 597886"/>
                  <a:gd name="connsiteY11" fmla="*/ 647000 h 646999"/>
                  <a:gd name="connsiteX12" fmla="*/ 113691 w 597886"/>
                  <a:gd name="connsiteY12" fmla="*/ 94 h 646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97886" h="646999">
                    <a:moveTo>
                      <a:pt x="113597" y="0"/>
                    </a:moveTo>
                    <a:lnTo>
                      <a:pt x="597886" y="0"/>
                    </a:lnTo>
                    <a:lnTo>
                      <a:pt x="572955" y="140497"/>
                    </a:lnTo>
                    <a:lnTo>
                      <a:pt x="248565" y="140497"/>
                    </a:lnTo>
                    <a:lnTo>
                      <a:pt x="230101" y="248659"/>
                    </a:lnTo>
                    <a:lnTo>
                      <a:pt x="536026" y="248659"/>
                    </a:lnTo>
                    <a:lnTo>
                      <a:pt x="511095" y="386344"/>
                    </a:lnTo>
                    <a:lnTo>
                      <a:pt x="205169" y="386344"/>
                    </a:lnTo>
                    <a:lnTo>
                      <a:pt x="183893" y="505565"/>
                    </a:lnTo>
                    <a:lnTo>
                      <a:pt x="518406" y="505565"/>
                    </a:lnTo>
                    <a:lnTo>
                      <a:pt x="493474" y="647000"/>
                    </a:lnTo>
                    <a:lnTo>
                      <a:pt x="0" y="647000"/>
                    </a:lnTo>
                    <a:lnTo>
                      <a:pt x="113691" y="94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4D974A7B-B33A-0B9C-91B5-24C07C48AC80}"/>
                  </a:ext>
                </a:extLst>
              </p:cNvPr>
              <p:cNvSpPr/>
              <p:nvPr/>
            </p:nvSpPr>
            <p:spPr>
              <a:xfrm>
                <a:off x="2869916" y="2015573"/>
                <a:ext cx="657028" cy="646905"/>
              </a:xfrm>
              <a:custGeom>
                <a:avLst/>
                <a:gdLst>
                  <a:gd name="connsiteX0" fmla="*/ 94 w 657028"/>
                  <a:gd name="connsiteY0" fmla="*/ 0 h 646905"/>
                  <a:gd name="connsiteX1" fmla="*/ 170115 w 657028"/>
                  <a:gd name="connsiteY1" fmla="*/ 0 h 646905"/>
                  <a:gd name="connsiteX2" fmla="*/ 219978 w 657028"/>
                  <a:gd name="connsiteY2" fmla="*/ 518406 h 646905"/>
                  <a:gd name="connsiteX3" fmla="*/ 243972 w 657028"/>
                  <a:gd name="connsiteY3" fmla="*/ 518406 h 646905"/>
                  <a:gd name="connsiteX4" fmla="*/ 473136 w 657028"/>
                  <a:gd name="connsiteY4" fmla="*/ 0 h 646905"/>
                  <a:gd name="connsiteX5" fmla="*/ 657028 w 657028"/>
                  <a:gd name="connsiteY5" fmla="*/ 0 h 646905"/>
                  <a:gd name="connsiteX6" fmla="*/ 359444 w 657028"/>
                  <a:gd name="connsiteY6" fmla="*/ 646906 h 646905"/>
                  <a:gd name="connsiteX7" fmla="*/ 71139 w 657028"/>
                  <a:gd name="connsiteY7" fmla="*/ 646906 h 646905"/>
                  <a:gd name="connsiteX8" fmla="*/ 0 w 657028"/>
                  <a:gd name="connsiteY8" fmla="*/ 0 h 6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57028" h="646905">
                    <a:moveTo>
                      <a:pt x="94" y="0"/>
                    </a:moveTo>
                    <a:lnTo>
                      <a:pt x="170115" y="0"/>
                    </a:lnTo>
                    <a:lnTo>
                      <a:pt x="219978" y="518406"/>
                    </a:lnTo>
                    <a:lnTo>
                      <a:pt x="243972" y="518406"/>
                    </a:lnTo>
                    <a:lnTo>
                      <a:pt x="473136" y="0"/>
                    </a:lnTo>
                    <a:lnTo>
                      <a:pt x="657028" y="0"/>
                    </a:lnTo>
                    <a:lnTo>
                      <a:pt x="359444" y="646906"/>
                    </a:lnTo>
                    <a:lnTo>
                      <a:pt x="71139" y="64690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EF094DC3-3EBA-DD7C-9812-A52D78BFCC5F}"/>
                  </a:ext>
                </a:extLst>
              </p:cNvPr>
              <p:cNvSpPr/>
              <p:nvPr/>
            </p:nvSpPr>
            <p:spPr>
              <a:xfrm>
                <a:off x="841283" y="2019229"/>
                <a:ext cx="182393" cy="643250"/>
              </a:xfrm>
              <a:custGeom>
                <a:avLst/>
                <a:gdLst>
                  <a:gd name="connsiteX0" fmla="*/ 111536 w 182393"/>
                  <a:gd name="connsiteY0" fmla="*/ 0 h 643250"/>
                  <a:gd name="connsiteX1" fmla="*/ 0 w 182393"/>
                  <a:gd name="connsiteY1" fmla="*/ 643250 h 643250"/>
                  <a:gd name="connsiteX2" fmla="*/ 70858 w 182393"/>
                  <a:gd name="connsiteY2" fmla="*/ 643250 h 643250"/>
                  <a:gd name="connsiteX3" fmla="*/ 182393 w 182393"/>
                  <a:gd name="connsiteY3" fmla="*/ 0 h 643250"/>
                  <a:gd name="connsiteX4" fmla="*/ 111536 w 182393"/>
                  <a:gd name="connsiteY4" fmla="*/ 0 h 643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393" h="643250">
                    <a:moveTo>
                      <a:pt x="111536" y="0"/>
                    </a:moveTo>
                    <a:lnTo>
                      <a:pt x="0" y="643250"/>
                    </a:lnTo>
                    <a:lnTo>
                      <a:pt x="70858" y="643250"/>
                    </a:lnTo>
                    <a:lnTo>
                      <a:pt x="182393" y="0"/>
                    </a:lnTo>
                    <a:lnTo>
                      <a:pt x="111536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8DAFE406-8D9B-752C-52C6-82E6242B274A}"/>
                  </a:ext>
                </a:extLst>
              </p:cNvPr>
              <p:cNvSpPr/>
              <p:nvPr/>
            </p:nvSpPr>
            <p:spPr>
              <a:xfrm>
                <a:off x="714282" y="2019229"/>
                <a:ext cx="182487" cy="643250"/>
              </a:xfrm>
              <a:custGeom>
                <a:avLst/>
                <a:gdLst>
                  <a:gd name="connsiteX0" fmla="*/ 111535 w 182487"/>
                  <a:gd name="connsiteY0" fmla="*/ 0 h 643250"/>
                  <a:gd name="connsiteX1" fmla="*/ 0 w 182487"/>
                  <a:gd name="connsiteY1" fmla="*/ 643250 h 643250"/>
                  <a:gd name="connsiteX2" fmla="*/ 70952 w 182487"/>
                  <a:gd name="connsiteY2" fmla="*/ 643250 h 643250"/>
                  <a:gd name="connsiteX3" fmla="*/ 182487 w 182487"/>
                  <a:gd name="connsiteY3" fmla="*/ 0 h 643250"/>
                  <a:gd name="connsiteX4" fmla="*/ 111535 w 182487"/>
                  <a:gd name="connsiteY4" fmla="*/ 0 h 643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487" h="643250">
                    <a:moveTo>
                      <a:pt x="111535" y="0"/>
                    </a:moveTo>
                    <a:lnTo>
                      <a:pt x="0" y="643250"/>
                    </a:lnTo>
                    <a:lnTo>
                      <a:pt x="70952" y="643250"/>
                    </a:lnTo>
                    <a:lnTo>
                      <a:pt x="182487" y="0"/>
                    </a:lnTo>
                    <a:lnTo>
                      <a:pt x="111535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1E30F7F-9C22-EF2A-9921-D417427A270A}"/>
                  </a:ext>
                </a:extLst>
              </p:cNvPr>
              <p:cNvSpPr/>
              <p:nvPr/>
            </p:nvSpPr>
            <p:spPr>
              <a:xfrm>
                <a:off x="587376" y="2019229"/>
                <a:ext cx="182393" cy="643250"/>
              </a:xfrm>
              <a:custGeom>
                <a:avLst/>
                <a:gdLst>
                  <a:gd name="connsiteX0" fmla="*/ 111535 w 182393"/>
                  <a:gd name="connsiteY0" fmla="*/ 0 h 643250"/>
                  <a:gd name="connsiteX1" fmla="*/ 0 w 182393"/>
                  <a:gd name="connsiteY1" fmla="*/ 643250 h 643250"/>
                  <a:gd name="connsiteX2" fmla="*/ 70858 w 182393"/>
                  <a:gd name="connsiteY2" fmla="*/ 643250 h 643250"/>
                  <a:gd name="connsiteX3" fmla="*/ 182393 w 182393"/>
                  <a:gd name="connsiteY3" fmla="*/ 0 h 643250"/>
                  <a:gd name="connsiteX4" fmla="*/ 111535 w 182393"/>
                  <a:gd name="connsiteY4" fmla="*/ 0 h 643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393" h="643250">
                    <a:moveTo>
                      <a:pt x="111535" y="0"/>
                    </a:moveTo>
                    <a:lnTo>
                      <a:pt x="0" y="643250"/>
                    </a:lnTo>
                    <a:lnTo>
                      <a:pt x="70858" y="643250"/>
                    </a:lnTo>
                    <a:lnTo>
                      <a:pt x="182393" y="0"/>
                    </a:lnTo>
                    <a:lnTo>
                      <a:pt x="111535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4" name="object 16">
            <a:extLst>
              <a:ext uri="{FF2B5EF4-FFF2-40B4-BE49-F238E27FC236}">
                <a16:creationId xmlns:a16="http://schemas.microsoft.com/office/drawing/2014/main" id="{A780451B-0C7B-C803-3C5B-B0C8C93387E2}"/>
              </a:ext>
            </a:extLst>
          </p:cNvPr>
          <p:cNvSpPr/>
          <p:nvPr/>
        </p:nvSpPr>
        <p:spPr>
          <a:xfrm>
            <a:off x="4846501" y="329354"/>
            <a:ext cx="2790563" cy="1643392"/>
          </a:xfrm>
          <a:prstGeom prst="roundRect">
            <a:avLst>
              <a:gd name="adj" fmla="val 6012"/>
            </a:avLst>
          </a:prstGeom>
          <a:solidFill>
            <a:srgbClr val="9BB7C7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55" name="object 17">
            <a:extLst>
              <a:ext uri="{FF2B5EF4-FFF2-40B4-BE49-F238E27FC236}">
                <a16:creationId xmlns:a16="http://schemas.microsoft.com/office/drawing/2014/main" id="{95560F1B-AB49-3E95-34EA-B288E333CCF5}"/>
              </a:ext>
            </a:extLst>
          </p:cNvPr>
          <p:cNvSpPr/>
          <p:nvPr/>
        </p:nvSpPr>
        <p:spPr>
          <a:xfrm>
            <a:off x="9757116" y="329354"/>
            <a:ext cx="2112464" cy="1643392"/>
          </a:xfrm>
          <a:prstGeom prst="roundRect">
            <a:avLst>
              <a:gd name="adj" fmla="val 6604"/>
            </a:avLst>
          </a:prstGeom>
          <a:solidFill>
            <a:srgbClr val="9BB7C7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71" name="object 18">
            <a:extLst>
              <a:ext uri="{FF2B5EF4-FFF2-40B4-BE49-F238E27FC236}">
                <a16:creationId xmlns:a16="http://schemas.microsoft.com/office/drawing/2014/main" id="{7427115B-15EF-79D4-8B0C-785431F59B8D}"/>
              </a:ext>
            </a:extLst>
          </p:cNvPr>
          <p:cNvSpPr/>
          <p:nvPr/>
        </p:nvSpPr>
        <p:spPr>
          <a:xfrm>
            <a:off x="7757840" y="329354"/>
            <a:ext cx="1882196" cy="1643392"/>
          </a:xfrm>
          <a:prstGeom prst="roundRect">
            <a:avLst>
              <a:gd name="adj" fmla="val 6012"/>
            </a:avLst>
          </a:prstGeom>
          <a:solidFill>
            <a:srgbClr val="9BB7C7"/>
          </a:solidFill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72" name="object 29">
            <a:extLst>
              <a:ext uri="{FF2B5EF4-FFF2-40B4-BE49-F238E27FC236}">
                <a16:creationId xmlns:a16="http://schemas.microsoft.com/office/drawing/2014/main" id="{4AFFA6F9-3867-8703-B6ED-0793F64524D0}"/>
              </a:ext>
            </a:extLst>
          </p:cNvPr>
          <p:cNvSpPr txBox="1"/>
          <p:nvPr/>
        </p:nvSpPr>
        <p:spPr>
          <a:xfrm>
            <a:off x="4979988" y="1027538"/>
            <a:ext cx="2427153" cy="777470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lvl="0" indent="0" algn="l" defTabSz="554492" rtl="0" eaLnBrk="1" fontAlgn="auto" latinLnBrk="0" hangingPunct="1">
              <a:lnSpc>
                <a:spcPct val="1004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1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Fundo de previdência voltado para investimentos no mercado imobiliário, contando com alocação dinâmica entre diferentes classes para navegar ao longo dos ciclos econômicos.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FF8B1AC-5C5B-D7EC-32B4-794053987FAE}"/>
              </a:ext>
            </a:extLst>
          </p:cNvPr>
          <p:cNvGrpSpPr/>
          <p:nvPr/>
        </p:nvGrpSpPr>
        <p:grpSpPr>
          <a:xfrm>
            <a:off x="2371557" y="742870"/>
            <a:ext cx="2566840" cy="303816"/>
            <a:chOff x="4035869" y="944687"/>
            <a:chExt cx="4232910" cy="501015"/>
          </a:xfrm>
        </p:grpSpPr>
        <p:grpSp>
          <p:nvGrpSpPr>
            <p:cNvPr id="79" name="object 30">
              <a:extLst>
                <a:ext uri="{FF2B5EF4-FFF2-40B4-BE49-F238E27FC236}">
                  <a16:creationId xmlns:a16="http://schemas.microsoft.com/office/drawing/2014/main" id="{90E63679-FEFA-5C51-613F-9DDAD5EAE71A}"/>
                </a:ext>
              </a:extLst>
            </p:cNvPr>
            <p:cNvGrpSpPr/>
            <p:nvPr/>
          </p:nvGrpSpPr>
          <p:grpSpPr>
            <a:xfrm>
              <a:off x="4035869" y="944687"/>
              <a:ext cx="4232910" cy="501015"/>
              <a:chOff x="4035869" y="944687"/>
              <a:chExt cx="4232910" cy="501015"/>
            </a:xfrm>
          </p:grpSpPr>
          <p:sp>
            <p:nvSpPr>
              <p:cNvPr id="82" name="object 31">
                <a:extLst>
                  <a:ext uri="{FF2B5EF4-FFF2-40B4-BE49-F238E27FC236}">
                    <a16:creationId xmlns:a16="http://schemas.microsoft.com/office/drawing/2014/main" id="{656CFFA4-3DF3-1AA3-3C29-B5E8E0CF22EF}"/>
                  </a:ext>
                </a:extLst>
              </p:cNvPr>
              <p:cNvSpPr/>
              <p:nvPr/>
            </p:nvSpPr>
            <p:spPr>
              <a:xfrm>
                <a:off x="4035869" y="944687"/>
                <a:ext cx="4232910" cy="501015"/>
              </a:xfrm>
              <a:custGeom>
                <a:avLst/>
                <a:gdLst/>
                <a:ahLst/>
                <a:cxnLst/>
                <a:rect l="l" t="t" r="r" b="b"/>
                <a:pathLst>
                  <a:path w="4232909" h="501015">
                    <a:moveTo>
                      <a:pt x="4022579" y="0"/>
                    </a:moveTo>
                    <a:lnTo>
                      <a:pt x="0" y="0"/>
                    </a:lnTo>
                    <a:lnTo>
                      <a:pt x="0" y="500665"/>
                    </a:lnTo>
                    <a:lnTo>
                      <a:pt x="4232541" y="500665"/>
                    </a:lnTo>
                    <a:lnTo>
                      <a:pt x="4232541" y="209962"/>
                    </a:lnTo>
                    <a:lnTo>
                      <a:pt x="4226995" y="161821"/>
                    </a:lnTo>
                    <a:lnTo>
                      <a:pt x="4211199" y="117628"/>
                    </a:lnTo>
                    <a:lnTo>
                      <a:pt x="4186413" y="78643"/>
                    </a:lnTo>
                    <a:lnTo>
                      <a:pt x="4153897" y="46127"/>
                    </a:lnTo>
                    <a:lnTo>
                      <a:pt x="4114913" y="21341"/>
                    </a:lnTo>
                    <a:lnTo>
                      <a:pt x="4070720" y="5545"/>
                    </a:lnTo>
                    <a:lnTo>
                      <a:pt x="4022579" y="0"/>
                    </a:lnTo>
                    <a:close/>
                  </a:path>
                </a:pathLst>
              </a:custGeom>
              <a:solidFill>
                <a:srgbClr val="1D1D1B"/>
              </a:solidFill>
            </p:spPr>
            <p:txBody>
              <a:bodyPr wrap="square" lIns="0" tIns="0" rIns="0" bIns="0" rtlCol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endParaRPr>
              </a:p>
            </p:txBody>
          </p:sp>
          <p:sp>
            <p:nvSpPr>
              <p:cNvPr id="83" name="object 32">
                <a:extLst>
                  <a:ext uri="{FF2B5EF4-FFF2-40B4-BE49-F238E27FC236}">
                    <a16:creationId xmlns:a16="http://schemas.microsoft.com/office/drawing/2014/main" id="{4E5B312F-EF64-92E2-DB24-91F4DCCA6A15}"/>
                  </a:ext>
                </a:extLst>
              </p:cNvPr>
              <p:cNvSpPr/>
              <p:nvPr/>
            </p:nvSpPr>
            <p:spPr>
              <a:xfrm>
                <a:off x="4035869" y="944687"/>
                <a:ext cx="4232910" cy="501015"/>
              </a:xfrm>
              <a:custGeom>
                <a:avLst/>
                <a:gdLst/>
                <a:ahLst/>
                <a:cxnLst/>
                <a:rect l="l" t="t" r="r" b="b"/>
                <a:pathLst>
                  <a:path w="4232909" h="501015">
                    <a:moveTo>
                      <a:pt x="4232541" y="500665"/>
                    </a:moveTo>
                    <a:lnTo>
                      <a:pt x="0" y="500665"/>
                    </a:lnTo>
                    <a:lnTo>
                      <a:pt x="0" y="0"/>
                    </a:lnTo>
                    <a:lnTo>
                      <a:pt x="4022579" y="0"/>
                    </a:lnTo>
                    <a:lnTo>
                      <a:pt x="4070720" y="5545"/>
                    </a:lnTo>
                    <a:lnTo>
                      <a:pt x="4114913" y="21341"/>
                    </a:lnTo>
                    <a:lnTo>
                      <a:pt x="4153897" y="46127"/>
                    </a:lnTo>
                    <a:lnTo>
                      <a:pt x="4186413" y="78643"/>
                    </a:lnTo>
                    <a:lnTo>
                      <a:pt x="4211199" y="117628"/>
                    </a:lnTo>
                    <a:lnTo>
                      <a:pt x="4226995" y="161821"/>
                    </a:lnTo>
                    <a:lnTo>
                      <a:pt x="4232541" y="209962"/>
                    </a:lnTo>
                    <a:lnTo>
                      <a:pt x="4232541" y="500665"/>
                    </a:ln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 w="14837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9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Calibri"/>
                  <a:ea typeface="+mn-ea"/>
                  <a:cs typeface="Arial"/>
                  <a:sym typeface="Arial"/>
                </a:endParaRPr>
              </a:p>
            </p:txBody>
          </p:sp>
        </p:grpSp>
        <p:sp>
          <p:nvSpPr>
            <p:cNvPr id="81" name="object 33">
              <a:extLst>
                <a:ext uri="{FF2B5EF4-FFF2-40B4-BE49-F238E27FC236}">
                  <a16:creationId xmlns:a16="http://schemas.microsoft.com/office/drawing/2014/main" id="{7A05E53C-8646-AC6E-F2BE-AAE19EAEA729}"/>
                </a:ext>
              </a:extLst>
            </p:cNvPr>
            <p:cNvSpPr txBox="1"/>
            <p:nvPr/>
          </p:nvSpPr>
          <p:spPr>
            <a:xfrm>
              <a:off x="4232312" y="1110579"/>
              <a:ext cx="3879215" cy="200757"/>
            </a:xfrm>
            <a:prstGeom prst="rect">
              <a:avLst/>
            </a:prstGeom>
          </p:spPr>
          <p:txBody>
            <a:bodyPr vert="horz" wrap="square" lIns="0" tIns="9627" rIns="0" bIns="0" rtlCol="0" anchor="t">
              <a:spAutoFit/>
            </a:bodyPr>
            <a:lstStyle/>
            <a:p>
              <a:pPr marL="7701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76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728" b="1" i="0" u="none" strike="noStrike" kern="0" cap="none" spc="4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Helvetica"/>
                  <a:sym typeface="Arial"/>
                </a:rPr>
                <a:t>PRINCIPAIS</a:t>
              </a:r>
              <a:r>
                <a:rPr kumimoji="0" sz="728" b="1" i="0" u="none" strike="noStrike" kern="0" cap="none" spc="1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Helvetica"/>
                  <a:sym typeface="Arial"/>
                </a:rPr>
                <a:t> </a:t>
              </a:r>
              <a:r>
                <a:rPr kumimoji="0" sz="728" b="1" i="0" u="none" strike="noStrike" kern="0" cap="none" spc="5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Helvetica"/>
                  <a:sym typeface="Arial"/>
                </a:rPr>
                <a:t>CARACTERÍSTICAS</a:t>
              </a:r>
              <a:r>
                <a:rPr kumimoji="0" sz="728" b="1" i="0" u="none" strike="noStrike" kern="0" cap="none" spc="10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Helvetica"/>
                  <a:sym typeface="Arial"/>
                </a:rPr>
                <a:t> </a:t>
              </a:r>
              <a:r>
                <a:rPr kumimoji="0" sz="728" b="1" i="0" u="none" strike="noStrike" kern="0" cap="none" spc="3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Helvetica"/>
                  <a:sym typeface="Arial"/>
                </a:rPr>
                <a:t>DO</a:t>
              </a:r>
              <a:r>
                <a:rPr kumimoji="0" sz="728" b="1" i="0" u="none" strike="noStrike" kern="0" cap="none" spc="103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Helvetica"/>
                  <a:sym typeface="Arial"/>
                </a:rPr>
                <a:t> </a:t>
              </a:r>
              <a:r>
                <a:rPr kumimoji="0" sz="728" b="1" i="0" u="none" strike="noStrike" kern="0" cap="none" spc="42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/>
                  <a:ea typeface="+mn-ea"/>
                  <a:cs typeface="Helvetica"/>
                  <a:sym typeface="Arial"/>
                </a:rPr>
                <a:t>FUNDO</a:t>
              </a:r>
              <a:endParaRPr kumimoji="0" sz="728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/>
                <a:ea typeface="+mn-ea"/>
                <a:cs typeface="Helvetica"/>
                <a:sym typeface="Arial"/>
              </a:endParaRPr>
            </a:p>
          </p:txBody>
        </p:sp>
      </p:grpSp>
      <p:sp>
        <p:nvSpPr>
          <p:cNvPr id="84" name="object 34">
            <a:extLst>
              <a:ext uri="{FF2B5EF4-FFF2-40B4-BE49-F238E27FC236}">
                <a16:creationId xmlns:a16="http://schemas.microsoft.com/office/drawing/2014/main" id="{F14415B5-D83A-CEDE-68DE-C720E2DBDB93}"/>
              </a:ext>
            </a:extLst>
          </p:cNvPr>
          <p:cNvSpPr txBox="1"/>
          <p:nvPr/>
        </p:nvSpPr>
        <p:spPr>
          <a:xfrm>
            <a:off x="4979988" y="458291"/>
            <a:ext cx="1750118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Política de Investimentos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5" name="object 36">
            <a:extLst>
              <a:ext uri="{FF2B5EF4-FFF2-40B4-BE49-F238E27FC236}">
                <a16:creationId xmlns:a16="http://schemas.microsoft.com/office/drawing/2014/main" id="{D2F91DC5-6BF2-60AF-D498-F3ED0F72E047}"/>
              </a:ext>
            </a:extLst>
          </p:cNvPr>
          <p:cNvSpPr/>
          <p:nvPr/>
        </p:nvSpPr>
        <p:spPr>
          <a:xfrm>
            <a:off x="4979988" y="660508"/>
            <a:ext cx="2283048" cy="0"/>
          </a:xfrm>
          <a:custGeom>
            <a:avLst/>
            <a:gdLst/>
            <a:ahLst/>
            <a:cxnLst/>
            <a:rect l="l" t="t" r="r" b="b"/>
            <a:pathLst>
              <a:path w="3764915">
                <a:moveTo>
                  <a:pt x="0" y="0"/>
                </a:moveTo>
                <a:lnTo>
                  <a:pt x="3764304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86" name="object 59">
            <a:extLst>
              <a:ext uri="{FF2B5EF4-FFF2-40B4-BE49-F238E27FC236}">
                <a16:creationId xmlns:a16="http://schemas.microsoft.com/office/drawing/2014/main" id="{C2BEF5FA-7C2F-3B0A-BAA9-2C61526DB3BA}"/>
              </a:ext>
            </a:extLst>
          </p:cNvPr>
          <p:cNvSpPr txBox="1"/>
          <p:nvPr/>
        </p:nvSpPr>
        <p:spPr>
          <a:xfrm>
            <a:off x="7887689" y="458291"/>
            <a:ext cx="585298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Liquidez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7" name="object 60">
            <a:extLst>
              <a:ext uri="{FF2B5EF4-FFF2-40B4-BE49-F238E27FC236}">
                <a16:creationId xmlns:a16="http://schemas.microsoft.com/office/drawing/2014/main" id="{4F5F149D-C78E-C2A3-3986-7C26679C872A}"/>
              </a:ext>
            </a:extLst>
          </p:cNvPr>
          <p:cNvSpPr/>
          <p:nvPr/>
        </p:nvSpPr>
        <p:spPr>
          <a:xfrm>
            <a:off x="7887689" y="660508"/>
            <a:ext cx="1181499" cy="27724"/>
          </a:xfrm>
          <a:custGeom>
            <a:avLst/>
            <a:gdLst/>
            <a:ahLst/>
            <a:cxnLst/>
            <a:rect l="l" t="t" r="r" b="b"/>
            <a:pathLst>
              <a:path w="2414269">
                <a:moveTo>
                  <a:pt x="0" y="0"/>
                </a:moveTo>
                <a:lnTo>
                  <a:pt x="2413916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88" name="object 61">
            <a:extLst>
              <a:ext uri="{FF2B5EF4-FFF2-40B4-BE49-F238E27FC236}">
                <a16:creationId xmlns:a16="http://schemas.microsoft.com/office/drawing/2014/main" id="{CD28E48E-EBF2-41BA-914B-009331875BA1}"/>
              </a:ext>
            </a:extLst>
          </p:cNvPr>
          <p:cNvSpPr txBox="1"/>
          <p:nvPr/>
        </p:nvSpPr>
        <p:spPr>
          <a:xfrm>
            <a:off x="9874737" y="458291"/>
            <a:ext cx="842136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Público Alvo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89" name="object 62">
            <a:extLst>
              <a:ext uri="{FF2B5EF4-FFF2-40B4-BE49-F238E27FC236}">
                <a16:creationId xmlns:a16="http://schemas.microsoft.com/office/drawing/2014/main" id="{F86AB6A0-8B36-77E9-BC26-2AE4937D09B2}"/>
              </a:ext>
            </a:extLst>
          </p:cNvPr>
          <p:cNvSpPr/>
          <p:nvPr/>
        </p:nvSpPr>
        <p:spPr>
          <a:xfrm>
            <a:off x="9874737" y="660508"/>
            <a:ext cx="1464015" cy="0"/>
          </a:xfrm>
          <a:custGeom>
            <a:avLst/>
            <a:gdLst/>
            <a:ahLst/>
            <a:cxnLst/>
            <a:rect l="l" t="t" r="r" b="b"/>
            <a:pathLst>
              <a:path w="2414269">
                <a:moveTo>
                  <a:pt x="0" y="0"/>
                </a:moveTo>
                <a:lnTo>
                  <a:pt x="2413926" y="0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90" name="object 63">
            <a:extLst>
              <a:ext uri="{FF2B5EF4-FFF2-40B4-BE49-F238E27FC236}">
                <a16:creationId xmlns:a16="http://schemas.microsoft.com/office/drawing/2014/main" id="{F4A50EA3-8447-6B4D-C640-A183A9CB81C0}"/>
              </a:ext>
            </a:extLst>
          </p:cNvPr>
          <p:cNvSpPr txBox="1"/>
          <p:nvPr/>
        </p:nvSpPr>
        <p:spPr>
          <a:xfrm>
            <a:off x="7887689" y="1489588"/>
            <a:ext cx="1057985" cy="315420"/>
          </a:xfrm>
          <a:prstGeom prst="rect">
            <a:avLst/>
          </a:prstGeom>
        </p:spPr>
        <p:txBody>
          <a:bodyPr vert="horz" wrap="square" lIns="0" tIns="7316" rIns="0" bIns="0" rtlCol="0" anchor="t">
            <a:spAutoFit/>
          </a:bodyPr>
          <a:lstStyle/>
          <a:p>
            <a:pPr marL="7620" marR="2540" lvl="0" indent="0" algn="l" defTabSz="554492" rtl="0" eaLnBrk="1" fontAlgn="auto" latinLnBrk="0" hangingPunct="1">
              <a:lnSpc>
                <a:spcPct val="1004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" b="0" i="0" u="none" strike="noStrike" kern="0" cap="none" spc="42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Aberto, </a:t>
            </a:r>
            <a:r>
              <a:rPr kumimoji="0" lang="pt-BR" sz="1000" b="0" i="0" u="none" strike="noStrike" kern="0" cap="none" spc="49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resgate</a:t>
            </a:r>
            <a:r>
              <a:rPr kumimoji="0" lang="pt-BR" sz="1000" b="0" i="0" u="none" strike="noStrike" kern="0" cap="none" spc="-79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 </a:t>
            </a:r>
            <a:r>
              <a:rPr kumimoji="0" lang="pt-BR" sz="1000" b="0" i="0" u="none" strike="noStrike" kern="0" cap="none" spc="61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em </a:t>
            </a:r>
            <a:r>
              <a:rPr kumimoji="0" lang="pt-BR" sz="1000" b="1" i="0" u="none" strike="noStrike" kern="0" cap="none" spc="52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D+30 </a:t>
            </a:r>
            <a:r>
              <a:rPr kumimoji="0" lang="pt-BR" sz="1000" b="0" i="0" u="none" strike="noStrike" kern="0" cap="none" spc="33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dias</a:t>
            </a:r>
            <a:endParaRPr kumimoji="0" lang="pt-BR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/>
              <a:ea typeface="+mn-ea"/>
              <a:cs typeface="Arial"/>
              <a:sym typeface="Arial"/>
            </a:endParaRPr>
          </a:p>
        </p:txBody>
      </p:sp>
      <p:sp>
        <p:nvSpPr>
          <p:cNvPr id="91" name="object 64">
            <a:extLst>
              <a:ext uri="{FF2B5EF4-FFF2-40B4-BE49-F238E27FC236}">
                <a16:creationId xmlns:a16="http://schemas.microsoft.com/office/drawing/2014/main" id="{15382F37-2718-72FF-85B7-2088B170CFA6}"/>
              </a:ext>
            </a:extLst>
          </p:cNvPr>
          <p:cNvSpPr txBox="1"/>
          <p:nvPr/>
        </p:nvSpPr>
        <p:spPr>
          <a:xfrm>
            <a:off x="9278536" y="380131"/>
            <a:ext cx="248367" cy="44135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20" b="1" i="0" u="none" strike="noStrike" kern="0" cap="none" spc="218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$</a:t>
            </a:r>
            <a:endParaRPr kumimoji="0" sz="282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2" name="object 65">
            <a:extLst>
              <a:ext uri="{FF2B5EF4-FFF2-40B4-BE49-F238E27FC236}">
                <a16:creationId xmlns:a16="http://schemas.microsoft.com/office/drawing/2014/main" id="{C4A2C533-8B96-C372-629D-F1762698E478}"/>
              </a:ext>
            </a:extLst>
          </p:cNvPr>
          <p:cNvSpPr txBox="1"/>
          <p:nvPr/>
        </p:nvSpPr>
        <p:spPr>
          <a:xfrm>
            <a:off x="11473178" y="364404"/>
            <a:ext cx="292264" cy="441352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20" b="1" i="0" u="none" strike="noStrike" kern="0" cap="none" spc="564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#</a:t>
            </a:r>
            <a:endParaRPr kumimoji="0" sz="282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3" name="object 66">
            <a:extLst>
              <a:ext uri="{FF2B5EF4-FFF2-40B4-BE49-F238E27FC236}">
                <a16:creationId xmlns:a16="http://schemas.microsoft.com/office/drawing/2014/main" id="{53F464CB-CE2F-CBE3-1A73-D4A91232173B}"/>
              </a:ext>
            </a:extLst>
          </p:cNvPr>
          <p:cNvSpPr txBox="1"/>
          <p:nvPr/>
        </p:nvSpPr>
        <p:spPr>
          <a:xfrm>
            <a:off x="9874736" y="1643604"/>
            <a:ext cx="1813577" cy="161404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lvl="0" indent="0" algn="l" defTabSz="554492" rtl="0" eaLnBrk="1" fontAlgn="auto" latinLnBrk="0" hangingPunct="1">
              <a:lnSpc>
                <a:spcPct val="1004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1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Investidores em geral</a:t>
            </a:r>
            <a:endParaRPr kumimoji="0" sz="1001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5" name="object 25">
            <a:extLst>
              <a:ext uri="{FF2B5EF4-FFF2-40B4-BE49-F238E27FC236}">
                <a16:creationId xmlns:a16="http://schemas.microsoft.com/office/drawing/2014/main" id="{19CBA496-2C48-6C4B-31D1-0877DC75A588}"/>
              </a:ext>
            </a:extLst>
          </p:cNvPr>
          <p:cNvSpPr/>
          <p:nvPr/>
        </p:nvSpPr>
        <p:spPr>
          <a:xfrm>
            <a:off x="4840633" y="4029440"/>
            <a:ext cx="7028947" cy="1371061"/>
          </a:xfrm>
          <a:prstGeom prst="roundRect">
            <a:avLst>
              <a:gd name="adj" fmla="val 3750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97" name="object 47">
            <a:extLst>
              <a:ext uri="{FF2B5EF4-FFF2-40B4-BE49-F238E27FC236}">
                <a16:creationId xmlns:a16="http://schemas.microsoft.com/office/drawing/2014/main" id="{1150C920-349E-5959-9473-390D202E8F61}"/>
              </a:ext>
            </a:extLst>
          </p:cNvPr>
          <p:cNvSpPr txBox="1"/>
          <p:nvPr/>
        </p:nvSpPr>
        <p:spPr>
          <a:xfrm>
            <a:off x="4952636" y="4159623"/>
            <a:ext cx="1765831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61" b="1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Capacity</a:t>
            </a:r>
            <a:r>
              <a:rPr kumimoji="0" lang="pt-BR" sz="1061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Arial"/>
                <a:sym typeface="Arial"/>
              </a:rPr>
              <a:t> Inicial do Fundo</a:t>
            </a:r>
            <a:endParaRPr kumimoji="0" lang="pt-BR" sz="1061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cs typeface="Arial"/>
              <a:sym typeface="Arial"/>
            </a:endParaRPr>
          </a:p>
        </p:txBody>
      </p:sp>
      <p:sp>
        <p:nvSpPr>
          <p:cNvPr id="99" name="object 5">
            <a:extLst>
              <a:ext uri="{FF2B5EF4-FFF2-40B4-BE49-F238E27FC236}">
                <a16:creationId xmlns:a16="http://schemas.microsoft.com/office/drawing/2014/main" id="{D9EF0471-FF36-A05A-421E-DD00CF86FEE4}"/>
              </a:ext>
            </a:extLst>
          </p:cNvPr>
          <p:cNvSpPr txBox="1"/>
          <p:nvPr/>
        </p:nvSpPr>
        <p:spPr>
          <a:xfrm>
            <a:off x="4952636" y="4392602"/>
            <a:ext cx="5861943" cy="1006936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marL="7620" marR="0" lvl="0" indent="0" algn="r" defTabSz="554492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5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R$ 500 milhões</a:t>
            </a:r>
            <a:endParaRPr kumimoji="0" lang="pt-BR" sz="4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/>
              <a:ea typeface="+mn-ea"/>
              <a:cs typeface="Arial"/>
              <a:sym typeface="Arial"/>
            </a:endParaRPr>
          </a:p>
        </p:txBody>
      </p:sp>
      <p:pic>
        <p:nvPicPr>
          <p:cNvPr id="100" name="Graphic 99">
            <a:extLst>
              <a:ext uri="{FF2B5EF4-FFF2-40B4-BE49-F238E27FC236}">
                <a16:creationId xmlns:a16="http://schemas.microsoft.com/office/drawing/2014/main" id="{C592A23B-8AC9-36A6-9CBC-E46C19955F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2689" y="575603"/>
            <a:ext cx="1087953" cy="370034"/>
          </a:xfrm>
          <a:prstGeom prst="rect">
            <a:avLst/>
          </a:prstGeom>
        </p:spPr>
      </p:pic>
      <p:sp>
        <p:nvSpPr>
          <p:cNvPr id="20" name="object 2">
            <a:extLst>
              <a:ext uri="{FF2B5EF4-FFF2-40B4-BE49-F238E27FC236}">
                <a16:creationId xmlns:a16="http://schemas.microsoft.com/office/drawing/2014/main" id="{296F7F03-A96C-F5D7-6FBF-A49242EE0F36}"/>
              </a:ext>
            </a:extLst>
          </p:cNvPr>
          <p:cNvSpPr txBox="1"/>
          <p:nvPr/>
        </p:nvSpPr>
        <p:spPr>
          <a:xfrm>
            <a:off x="6996174" y="3370714"/>
            <a:ext cx="4688189" cy="403141"/>
          </a:xfrm>
          <a:prstGeom prst="rect">
            <a:avLst/>
          </a:prstGeom>
        </p:spPr>
        <p:txBody>
          <a:bodyPr vert="horz" wrap="square" lIns="0" tIns="7701" rIns="0" bIns="0" rtlCol="0" anchor="t">
            <a:spAutoFit/>
          </a:bodyPr>
          <a:lstStyle/>
          <a:p>
            <a:pPr marL="0" marR="0" lvl="0" indent="0" algn="r" defTabSz="554492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50" b="1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Previdência </a:t>
            </a:r>
          </a:p>
          <a:p>
            <a:pPr marL="0" marR="0" lvl="0" indent="0" algn="r" defTabSz="554492" rtl="0" eaLnBrk="1" fontAlgn="auto" latinLnBrk="0" hangingPunct="1">
              <a:lnSpc>
                <a:spcPct val="100000"/>
              </a:lnSpc>
              <a:spcBef>
                <a:spcPts val="61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50" b="0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 Light" panose="020B0403020204030204" pitchFamily="34" charset="0"/>
                <a:ea typeface="+mn-ea"/>
                <a:cs typeface="Arial"/>
                <a:sym typeface="Arial"/>
              </a:rPr>
              <a:t>(VGBL/PGBL)</a:t>
            </a:r>
          </a:p>
        </p:txBody>
      </p:sp>
      <p:sp>
        <p:nvSpPr>
          <p:cNvPr id="28" name="object 20">
            <a:extLst>
              <a:ext uri="{FF2B5EF4-FFF2-40B4-BE49-F238E27FC236}">
                <a16:creationId xmlns:a16="http://schemas.microsoft.com/office/drawing/2014/main" id="{DF8A22CF-53F7-4F4E-1878-443CDD93E766}"/>
              </a:ext>
            </a:extLst>
          </p:cNvPr>
          <p:cNvSpPr/>
          <p:nvPr/>
        </p:nvSpPr>
        <p:spPr>
          <a:xfrm>
            <a:off x="4840633" y="3262680"/>
            <a:ext cx="7028947" cy="619209"/>
          </a:xfrm>
          <a:prstGeom prst="roundRect">
            <a:avLst>
              <a:gd name="adj" fmla="val 7006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60" name="object 53">
            <a:extLst>
              <a:ext uri="{FF2B5EF4-FFF2-40B4-BE49-F238E27FC236}">
                <a16:creationId xmlns:a16="http://schemas.microsoft.com/office/drawing/2014/main" id="{259216BA-4CE4-9177-C055-4EB3AC8BF975}"/>
              </a:ext>
            </a:extLst>
          </p:cNvPr>
          <p:cNvSpPr txBox="1"/>
          <p:nvPr/>
        </p:nvSpPr>
        <p:spPr>
          <a:xfrm>
            <a:off x="4997970" y="3338489"/>
            <a:ext cx="2736485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Veículo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7FCBFB48-C671-CE87-C89C-CAA6129EE06B}"/>
              </a:ext>
            </a:extLst>
          </p:cNvPr>
          <p:cNvSpPr txBox="1"/>
          <p:nvPr/>
        </p:nvSpPr>
        <p:spPr>
          <a:xfrm>
            <a:off x="4952636" y="2531099"/>
            <a:ext cx="2708025" cy="524265"/>
          </a:xfrm>
          <a:prstGeom prst="rect">
            <a:avLst/>
          </a:prstGeom>
        </p:spPr>
        <p:txBody>
          <a:bodyPr vert="horz" wrap="square" lIns="0" tIns="61995" rIns="0" bIns="0" rtlCol="0" anchor="t">
            <a:spAutoFit/>
          </a:bodyPr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3000" b="1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CDI+1,20</a:t>
            </a:r>
            <a:r>
              <a:rPr kumimoji="0" lang="pt-BR" sz="1400" b="1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%</a:t>
            </a:r>
            <a:r>
              <a:rPr kumimoji="0" lang="pt-BR" sz="2150" b="1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 </a:t>
            </a:r>
            <a:r>
              <a:rPr kumimoji="0" lang="en-US" sz="1200" b="1" i="0" u="none" strike="noStrike" kern="0" cap="none" spc="0" normalizeH="0" baseline="0" noProof="0" err="1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a.a</a:t>
            </a:r>
            <a:endParaRPr kumimoji="0" lang="pt-BR" sz="1200" b="1" i="0" u="none" strike="noStrike" kern="0" cap="none" spc="0" normalizeH="0" baseline="0" noProof="0">
              <a:ln>
                <a:noFill/>
              </a:ln>
              <a:solidFill>
                <a:srgbClr val="F6F6F6"/>
              </a:solidFill>
              <a:effectLst/>
              <a:uLnTx/>
              <a:uFillTx/>
              <a:latin typeface="Versos"/>
              <a:ea typeface="+mn-ea"/>
              <a:cs typeface="Arial"/>
              <a:sym typeface="Arial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30CE27A9-F991-6D78-8518-20B32BF7BCDF}"/>
              </a:ext>
            </a:extLst>
          </p:cNvPr>
          <p:cNvSpPr/>
          <p:nvPr/>
        </p:nvSpPr>
        <p:spPr>
          <a:xfrm>
            <a:off x="4843039" y="2099559"/>
            <a:ext cx="3172552" cy="1024272"/>
          </a:xfrm>
          <a:prstGeom prst="roundRect">
            <a:avLst>
              <a:gd name="adj" fmla="val 3833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64" name="object 57">
            <a:extLst>
              <a:ext uri="{FF2B5EF4-FFF2-40B4-BE49-F238E27FC236}">
                <a16:creationId xmlns:a16="http://schemas.microsoft.com/office/drawing/2014/main" id="{CE25E92D-BF06-3B66-AF85-53C34304FF41}"/>
              </a:ext>
            </a:extLst>
          </p:cNvPr>
          <p:cNvSpPr txBox="1"/>
          <p:nvPr/>
        </p:nvSpPr>
        <p:spPr>
          <a:xfrm>
            <a:off x="4952636" y="2166235"/>
            <a:ext cx="2068574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sz="1061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Meta </a:t>
            </a:r>
            <a:r>
              <a:rPr kumimoji="0" sz="1061" b="1" i="0" u="none" strike="noStrike" kern="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Rentabilidade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8FDBD527-15F4-BFAB-2824-EC5A5782DE55}"/>
              </a:ext>
            </a:extLst>
          </p:cNvPr>
          <p:cNvSpPr txBox="1"/>
          <p:nvPr/>
        </p:nvSpPr>
        <p:spPr>
          <a:xfrm>
            <a:off x="8206267" y="2513534"/>
            <a:ext cx="2708025" cy="524265"/>
          </a:xfrm>
          <a:prstGeom prst="rect">
            <a:avLst/>
          </a:prstGeom>
        </p:spPr>
        <p:txBody>
          <a:bodyPr vert="horz" wrap="square" lIns="0" tIns="61995" rIns="0" bIns="0" rtlCol="0" anchor="t">
            <a:spAutoFit/>
          </a:bodyPr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48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3000" b="1" i="0" u="none" strike="noStrike" kern="0" cap="none" spc="0" normalizeH="0" baseline="0" noProof="0">
                <a:ln>
                  <a:noFill/>
                </a:ln>
                <a:solidFill>
                  <a:srgbClr val="F6F6F6"/>
                </a:solidFill>
                <a:effectLst/>
                <a:uLnTx/>
                <a:uFillTx/>
                <a:latin typeface="Versos"/>
                <a:ea typeface="+mn-ea"/>
                <a:cs typeface="Arial"/>
                <a:sym typeface="Arial"/>
              </a:rPr>
              <a:t>CDI</a:t>
            </a:r>
          </a:p>
        </p:txBody>
      </p:sp>
      <p:sp>
        <p:nvSpPr>
          <p:cNvPr id="3" name="object 21">
            <a:extLst>
              <a:ext uri="{FF2B5EF4-FFF2-40B4-BE49-F238E27FC236}">
                <a16:creationId xmlns:a16="http://schemas.microsoft.com/office/drawing/2014/main" id="{692E0A49-3E6F-2390-65B8-87D2A6FC1CEF}"/>
              </a:ext>
            </a:extLst>
          </p:cNvPr>
          <p:cNvSpPr/>
          <p:nvPr/>
        </p:nvSpPr>
        <p:spPr>
          <a:xfrm>
            <a:off x="8083685" y="2099082"/>
            <a:ext cx="3785895" cy="1024272"/>
          </a:xfrm>
          <a:prstGeom prst="roundRect">
            <a:avLst>
              <a:gd name="adj" fmla="val 4063"/>
            </a:avLst>
          </a:prstGeom>
          <a:ln w="14837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9" name="object 57">
            <a:extLst>
              <a:ext uri="{FF2B5EF4-FFF2-40B4-BE49-F238E27FC236}">
                <a16:creationId xmlns:a16="http://schemas.microsoft.com/office/drawing/2014/main" id="{E1A72E5C-FCF8-8363-F2AF-36BBB81EA053}"/>
              </a:ext>
            </a:extLst>
          </p:cNvPr>
          <p:cNvSpPr txBox="1"/>
          <p:nvPr/>
        </p:nvSpPr>
        <p:spPr>
          <a:xfrm>
            <a:off x="8206267" y="2165758"/>
            <a:ext cx="3123081" cy="174137"/>
          </a:xfrm>
          <a:prstGeom prst="rect">
            <a:avLst/>
          </a:prstGeom>
        </p:spPr>
        <p:txBody>
          <a:bodyPr vert="horz" wrap="square" lIns="0" tIns="10782" rIns="0" bIns="0" rtlCol="0">
            <a:spAutoFit/>
          </a:bodyPr>
          <a:lstStyle/>
          <a:p>
            <a:pPr marL="7701" marR="0" lvl="0" indent="0" algn="l" defTabSz="554492" rtl="0" eaLnBrk="1" fontAlgn="auto" latinLnBrk="0" hangingPunct="1">
              <a:lnSpc>
                <a:spcPct val="100000"/>
              </a:lnSpc>
              <a:spcBef>
                <a:spcPts val="85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061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rPr>
              <a:t>Benchmark</a:t>
            </a:r>
            <a:endParaRPr kumimoji="0" sz="1061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Arial"/>
              <a:sym typeface="Arial"/>
            </a:endParaRPr>
          </a:p>
        </p:txBody>
      </p:sp>
      <p:sp>
        <p:nvSpPr>
          <p:cNvPr id="26" name="object 36">
            <a:extLst>
              <a:ext uri="{FF2B5EF4-FFF2-40B4-BE49-F238E27FC236}">
                <a16:creationId xmlns:a16="http://schemas.microsoft.com/office/drawing/2014/main" id="{DB4024B8-B1E7-1355-A1C4-826F06203501}"/>
              </a:ext>
            </a:extLst>
          </p:cNvPr>
          <p:cNvSpPr/>
          <p:nvPr/>
        </p:nvSpPr>
        <p:spPr>
          <a:xfrm>
            <a:off x="4952636" y="2391707"/>
            <a:ext cx="1440000" cy="0"/>
          </a:xfrm>
          <a:custGeom>
            <a:avLst/>
            <a:gdLst/>
            <a:ahLst/>
            <a:cxnLst/>
            <a:rect l="l" t="t" r="r" b="b"/>
            <a:pathLst>
              <a:path w="3764915">
                <a:moveTo>
                  <a:pt x="0" y="0"/>
                </a:moveTo>
                <a:lnTo>
                  <a:pt x="3764304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37" name="object 36">
            <a:extLst>
              <a:ext uri="{FF2B5EF4-FFF2-40B4-BE49-F238E27FC236}">
                <a16:creationId xmlns:a16="http://schemas.microsoft.com/office/drawing/2014/main" id="{8AE98DDD-C229-C72A-40DA-E501B0A3F42A}"/>
              </a:ext>
            </a:extLst>
          </p:cNvPr>
          <p:cNvSpPr/>
          <p:nvPr/>
        </p:nvSpPr>
        <p:spPr>
          <a:xfrm>
            <a:off x="8206267" y="2391707"/>
            <a:ext cx="1692000" cy="0"/>
          </a:xfrm>
          <a:custGeom>
            <a:avLst/>
            <a:gdLst/>
            <a:ahLst/>
            <a:cxnLst/>
            <a:rect l="l" t="t" r="r" b="b"/>
            <a:pathLst>
              <a:path w="3764915">
                <a:moveTo>
                  <a:pt x="0" y="0"/>
                </a:moveTo>
                <a:lnTo>
                  <a:pt x="3764304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43" name="object 36">
            <a:extLst>
              <a:ext uri="{FF2B5EF4-FFF2-40B4-BE49-F238E27FC236}">
                <a16:creationId xmlns:a16="http://schemas.microsoft.com/office/drawing/2014/main" id="{C464009C-3943-39F2-8FF9-DBBD2176F531}"/>
              </a:ext>
            </a:extLst>
          </p:cNvPr>
          <p:cNvSpPr/>
          <p:nvPr/>
        </p:nvSpPr>
        <p:spPr>
          <a:xfrm>
            <a:off x="4997970" y="3614976"/>
            <a:ext cx="2218145" cy="0"/>
          </a:xfrm>
          <a:custGeom>
            <a:avLst/>
            <a:gdLst/>
            <a:ahLst/>
            <a:cxnLst/>
            <a:rect l="l" t="t" r="r" b="b"/>
            <a:pathLst>
              <a:path w="3764915">
                <a:moveTo>
                  <a:pt x="0" y="0"/>
                </a:moveTo>
                <a:lnTo>
                  <a:pt x="3764304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44" name="object 36">
            <a:extLst>
              <a:ext uri="{FF2B5EF4-FFF2-40B4-BE49-F238E27FC236}">
                <a16:creationId xmlns:a16="http://schemas.microsoft.com/office/drawing/2014/main" id="{93EA8856-D6E0-90BA-0AAB-595FCC70CE79}"/>
              </a:ext>
            </a:extLst>
          </p:cNvPr>
          <p:cNvSpPr/>
          <p:nvPr/>
        </p:nvSpPr>
        <p:spPr>
          <a:xfrm>
            <a:off x="4952636" y="4392602"/>
            <a:ext cx="1908000" cy="0"/>
          </a:xfrm>
          <a:custGeom>
            <a:avLst/>
            <a:gdLst/>
            <a:ahLst/>
            <a:cxnLst/>
            <a:rect l="l" t="t" r="r" b="b"/>
            <a:pathLst>
              <a:path w="3764915">
                <a:moveTo>
                  <a:pt x="0" y="0"/>
                </a:moveTo>
                <a:lnTo>
                  <a:pt x="3764304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46" name="object 36">
            <a:extLst>
              <a:ext uri="{FF2B5EF4-FFF2-40B4-BE49-F238E27FC236}">
                <a16:creationId xmlns:a16="http://schemas.microsoft.com/office/drawing/2014/main" id="{94C6A8EC-B66E-30FB-ECEB-9127573B05A2}"/>
              </a:ext>
            </a:extLst>
          </p:cNvPr>
          <p:cNvSpPr/>
          <p:nvPr/>
        </p:nvSpPr>
        <p:spPr>
          <a:xfrm>
            <a:off x="4952636" y="5827997"/>
            <a:ext cx="1766506" cy="0"/>
          </a:xfrm>
          <a:custGeom>
            <a:avLst/>
            <a:gdLst/>
            <a:ahLst/>
            <a:cxnLst/>
            <a:rect l="l" t="t" r="r" b="b"/>
            <a:pathLst>
              <a:path w="3764915">
                <a:moveTo>
                  <a:pt x="0" y="0"/>
                </a:moveTo>
                <a:lnTo>
                  <a:pt x="3764304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sp>
        <p:nvSpPr>
          <p:cNvPr id="47" name="object 36">
            <a:extLst>
              <a:ext uri="{FF2B5EF4-FFF2-40B4-BE49-F238E27FC236}">
                <a16:creationId xmlns:a16="http://schemas.microsoft.com/office/drawing/2014/main" id="{552562B8-F3A7-2390-4738-9183FB14C15D}"/>
              </a:ext>
            </a:extLst>
          </p:cNvPr>
          <p:cNvSpPr/>
          <p:nvPr/>
        </p:nvSpPr>
        <p:spPr>
          <a:xfrm>
            <a:off x="7489652" y="5827997"/>
            <a:ext cx="1766506" cy="0"/>
          </a:xfrm>
          <a:custGeom>
            <a:avLst/>
            <a:gdLst/>
            <a:ahLst/>
            <a:cxnLst/>
            <a:rect l="l" t="t" r="r" b="b"/>
            <a:pathLst>
              <a:path w="3764915">
                <a:moveTo>
                  <a:pt x="0" y="0"/>
                </a:moveTo>
                <a:lnTo>
                  <a:pt x="3764304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5544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92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/>
              <a:ea typeface="+mn-ea"/>
              <a:cs typeface="Arial"/>
              <a:sym typeface="Arial"/>
            </a:endParaRPr>
          </a:p>
        </p:txBody>
      </p:sp>
      <p:grpSp>
        <p:nvGrpSpPr>
          <p:cNvPr id="10" name="Agrupar 6">
            <a:extLst>
              <a:ext uri="{FF2B5EF4-FFF2-40B4-BE49-F238E27FC236}">
                <a16:creationId xmlns:a16="http://schemas.microsoft.com/office/drawing/2014/main" id="{565524DA-D21C-0514-6D7E-F62C9E6FECC9}"/>
              </a:ext>
            </a:extLst>
          </p:cNvPr>
          <p:cNvGrpSpPr/>
          <p:nvPr/>
        </p:nvGrpSpPr>
        <p:grpSpPr>
          <a:xfrm>
            <a:off x="587376" y="4935868"/>
            <a:ext cx="2573594" cy="985907"/>
            <a:chOff x="398206" y="4520664"/>
            <a:chExt cx="2573594" cy="985907"/>
          </a:xfrm>
        </p:grpSpPr>
        <p:sp>
          <p:nvSpPr>
            <p:cNvPr id="21" name="Retângulo: Cantos Arredondados 5">
              <a:extLst>
                <a:ext uri="{FF2B5EF4-FFF2-40B4-BE49-F238E27FC236}">
                  <a16:creationId xmlns:a16="http://schemas.microsoft.com/office/drawing/2014/main" id="{D57058EE-EBF2-44EB-BC2B-9E37606C1EFF}"/>
                </a:ext>
              </a:extLst>
            </p:cNvPr>
            <p:cNvSpPr/>
            <p:nvPr/>
          </p:nvSpPr>
          <p:spPr>
            <a:xfrm>
              <a:off x="398206" y="4520664"/>
              <a:ext cx="2573594" cy="985907"/>
            </a:xfrm>
            <a:prstGeom prst="roundRect">
              <a:avLst/>
            </a:prstGeom>
            <a:gradFill>
              <a:gsLst>
                <a:gs pos="0">
                  <a:srgbClr val="9BB7C7"/>
                </a:gs>
                <a:gs pos="100000">
                  <a:srgbClr val="81A5B9"/>
                </a:gs>
              </a:gsLst>
              <a:lin ang="2700000" scaled="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CaixaDeTexto 3">
              <a:extLst>
                <a:ext uri="{FF2B5EF4-FFF2-40B4-BE49-F238E27FC236}">
                  <a16:creationId xmlns:a16="http://schemas.microsoft.com/office/drawing/2014/main" id="{352605B2-9C99-E209-42F0-1E7F2D2E3A37}"/>
                </a:ext>
              </a:extLst>
            </p:cNvPr>
            <p:cNvSpPr txBox="1"/>
            <p:nvPr/>
          </p:nvSpPr>
          <p:spPr>
            <a:xfrm>
              <a:off x="398206" y="4628182"/>
              <a:ext cx="2573594" cy="646331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ea typeface="+mn-ea"/>
                  <a:cs typeface="Arial"/>
                  <a:sym typeface="Arial"/>
                </a:rPr>
                <a:t>EXCLUSIVIDADE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endParaRPr>
            </a:p>
          </p:txBody>
        </p:sp>
        <p:pic>
          <p:nvPicPr>
            <p:cNvPr id="25" name="object 17">
              <a:extLst>
                <a:ext uri="{FF2B5EF4-FFF2-40B4-BE49-F238E27FC236}">
                  <a16:creationId xmlns:a16="http://schemas.microsoft.com/office/drawing/2014/main" id="{A0F0D71B-09A7-4B5B-1E4F-5509347E5462}"/>
                </a:ext>
              </a:extLst>
            </p:cNvPr>
            <p:cNvPicPr/>
            <p:nvPr/>
          </p:nvPicPr>
          <p:blipFill>
            <a:blip r:embed="rId3" cstate="screen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28186" y="4912144"/>
              <a:ext cx="1603845" cy="519913"/>
            </a:xfrm>
            <a:prstGeom prst="rect">
              <a:avLst/>
            </a:prstGeom>
          </p:spPr>
        </p:pic>
      </p:grpSp>
      <p:sp>
        <p:nvSpPr>
          <p:cNvPr id="30" name="TextBox 110">
            <a:extLst>
              <a:ext uri="{FF2B5EF4-FFF2-40B4-BE49-F238E27FC236}">
                <a16:creationId xmlns:a16="http://schemas.microsoft.com/office/drawing/2014/main" id="{C6E3AB15-B56B-1DCA-EA5D-6799A34966BC}"/>
              </a:ext>
            </a:extLst>
          </p:cNvPr>
          <p:cNvSpPr txBox="1"/>
          <p:nvPr/>
        </p:nvSpPr>
        <p:spPr>
          <a:xfrm>
            <a:off x="10835785" y="6631743"/>
            <a:ext cx="1048365" cy="11541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sos" panose="020B0503020204030204" pitchFamily="34" charset="0"/>
              </a:rPr>
              <a:t>Data base: 31/08/2025</a:t>
            </a:r>
          </a:p>
        </p:txBody>
      </p:sp>
    </p:spTree>
    <p:extLst>
      <p:ext uri="{BB962C8B-B14F-4D97-AF65-F5344CB8AC3E}">
        <p14:creationId xmlns:p14="http://schemas.microsoft.com/office/powerpoint/2010/main" val="36530499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AE29D-E06C-45F8-9ECE-AE88D185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74C87F8-8275-1600-3864-4E09C57BD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47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graphicFrame>
        <p:nvGraphicFramePr>
          <p:cNvPr id="4" name="Table 635">
            <a:extLst>
              <a:ext uri="{FF2B5EF4-FFF2-40B4-BE49-F238E27FC236}">
                <a16:creationId xmlns:a16="http://schemas.microsoft.com/office/drawing/2014/main" id="{0FD8C0CF-5EEF-ACB0-82EA-0E82C6862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4464439"/>
              </p:ext>
            </p:extLst>
          </p:nvPr>
        </p:nvGraphicFramePr>
        <p:xfrm>
          <a:off x="354669" y="1125537"/>
          <a:ext cx="2569506" cy="1254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9506">
                  <a:extLst>
                    <a:ext uri="{9D8B030D-6E8A-4147-A177-3AD203B41FA5}">
                      <a16:colId xmlns:a16="http://schemas.microsoft.com/office/drawing/2014/main" val="3149771784"/>
                    </a:ext>
                  </a:extLst>
                </a:gridCol>
              </a:tblGrid>
              <a:tr h="366284">
                <a:tc>
                  <a:txBody>
                    <a:bodyPr/>
                    <a:lstStyle/>
                    <a:p>
                      <a:pPr marL="0" marR="7620" indent="0" algn="ctr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400" b="1" spc="-10">
                          <a:solidFill>
                            <a:schemeClr val="bg1">
                              <a:lumMod val="95000"/>
                            </a:schemeClr>
                          </a:solidFill>
                          <a:latin typeface="Versos" panose="020B0503020204030204" pitchFamily="34" charset="0"/>
                          <a:ea typeface="+mn-ea"/>
                          <a:cs typeface="Arial"/>
                        </a:rPr>
                        <a:t>Informações</a:t>
                      </a:r>
                      <a:endParaRPr sz="1400" b="1" spc="-10">
                        <a:solidFill>
                          <a:schemeClr val="bg1">
                            <a:lumMod val="95000"/>
                          </a:schemeClr>
                        </a:solidFill>
                        <a:latin typeface="Versos" panose="020B0503020204030204" pitchFamily="34" charset="0"/>
                        <a:ea typeface="+mn-ea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0856207"/>
                  </a:ext>
                </a:extLst>
              </a:tr>
              <a:tr h="295988">
                <a:tc>
                  <a:txBody>
                    <a:bodyPr/>
                    <a:lstStyle/>
                    <a:p>
                      <a:pPr marL="0" marR="7620" indent="0" algn="ctr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400" b="1" spc="-10">
                          <a:solidFill>
                            <a:schemeClr val="bg1">
                              <a:lumMod val="95000"/>
                            </a:schemeClr>
                          </a:solidFill>
                          <a:latin typeface="Versos" panose="020B0503020204030204" pitchFamily="34" charset="0"/>
                          <a:ea typeface="+mn-ea"/>
                          <a:cs typeface="Arial"/>
                        </a:rPr>
                        <a:t>Carrego</a:t>
                      </a:r>
                      <a:endParaRPr sz="1400" b="1" spc="-10">
                        <a:solidFill>
                          <a:schemeClr val="bg1">
                            <a:lumMod val="95000"/>
                          </a:schemeClr>
                        </a:solidFill>
                        <a:latin typeface="Versos" panose="020B0503020204030204" pitchFamily="34" charset="0"/>
                        <a:ea typeface="+mn-ea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473510"/>
                  </a:ext>
                </a:extLst>
              </a:tr>
              <a:tr h="591976">
                <a:tc>
                  <a:txBody>
                    <a:bodyPr/>
                    <a:lstStyle/>
                    <a:p>
                      <a:pPr marL="0" marR="7620" indent="0" algn="ctr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</a:pPr>
                      <a:r>
                        <a:rPr lang="pt-BR" sz="1400" b="1" spc="-10">
                          <a:solidFill>
                            <a:schemeClr val="bg1"/>
                          </a:solidFill>
                          <a:latin typeface="Versos" panose="020B0503020204030204" pitchFamily="34" charset="0"/>
                          <a:ea typeface="+mn-ea"/>
                          <a:cs typeface="Arial"/>
                        </a:rPr>
                        <a:t>CDI + 2,74%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375021"/>
                  </a:ext>
                </a:extLst>
              </a:tr>
            </a:tbl>
          </a:graphicData>
        </a:graphic>
      </p:graphicFrame>
      <p:sp>
        <p:nvSpPr>
          <p:cNvPr id="7" name="Elipse 4">
            <a:extLst>
              <a:ext uri="{FF2B5EF4-FFF2-40B4-BE49-F238E27FC236}">
                <a16:creationId xmlns:a16="http://schemas.microsoft.com/office/drawing/2014/main" id="{44B9AF1E-AB4F-96F6-64C3-A8C271F9A451}"/>
              </a:ext>
            </a:extLst>
          </p:cNvPr>
          <p:cNvSpPr/>
          <p:nvPr/>
        </p:nvSpPr>
        <p:spPr>
          <a:xfrm>
            <a:off x="3097763" y="1122817"/>
            <a:ext cx="9094237" cy="25311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36000" rIns="324000" bIns="36000" rtlCol="0" anchor="ctr" anchorCtr="0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950">
                <a:solidFill>
                  <a:schemeClr val="bg1"/>
                </a:solidFill>
                <a:latin typeface="Versos Light" panose="020B0403020204030204" pitchFamily="34" charset="0"/>
              </a:rPr>
              <a:t>O mês de agosto continuou sendo marcado pelo desempenho negativo do IFIX (-1,46%) e do Ibovespa (-0,33%), refletindo as incertezas geopolíticas, o cenário macroeconômico desafiador e a volatilidade no campo político local.​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950">
                <a:solidFill>
                  <a:schemeClr val="bg1"/>
                </a:solidFill>
                <a:latin typeface="Versos Light" panose="020B0403020204030204" pitchFamily="34" charset="0"/>
              </a:rPr>
              <a:t>Olhando especificamente para os fundos imobiliários, verificamos durante o mês queda em praticamente todos os setores, exceção a Híbrido (+0,5%) e Fundo de Fundos (+0,3%). Sendo assim, tivemos os segmentos Varejo (-6,3%) e Multiestratégia (-2,2%) como principais detratores de performance do IFIX, em grande parte refletindo movimentos de risco específico de ativos nestes setores. Vale destacar que o segmento de Ativos Financeiros permanece como principal destaque no ano (+5,4%), resultado de indexadores de inflação e juros mais elevados e à menor volatilidade no setor.​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950">
                <a:solidFill>
                  <a:schemeClr val="bg1"/>
                </a:solidFill>
                <a:latin typeface="Versos Light" panose="020B0403020204030204" pitchFamily="34" charset="0"/>
              </a:rPr>
              <a:t>Tendo este cenário por base, optamos por realizar ajustes marginais na exposição do Fundo em ativos com maior risco de mercado e incrementar a parcela detida em caixa ou em ativos de crédito indexados ao CDI. Desta forma: (i) reduzimos a alocação em FIIs diretos e </a:t>
            </a:r>
            <a:r>
              <a:rPr lang="pt-BR" sz="950" err="1">
                <a:solidFill>
                  <a:schemeClr val="bg1"/>
                </a:solidFill>
                <a:latin typeface="Versos Light" panose="020B0403020204030204" pitchFamily="34" charset="0"/>
              </a:rPr>
              <a:t>ETFs</a:t>
            </a:r>
            <a:r>
              <a:rPr lang="pt-BR" sz="950">
                <a:solidFill>
                  <a:schemeClr val="bg1"/>
                </a:solidFill>
                <a:latin typeface="Versos Light" panose="020B0403020204030204" pitchFamily="34" charset="0"/>
              </a:rPr>
              <a:t> imobiliárias para 13,8% do PL (vs. 14,7% no mês anterior); (</a:t>
            </a:r>
            <a:r>
              <a:rPr lang="pt-BR" sz="950" err="1">
                <a:solidFill>
                  <a:schemeClr val="bg1"/>
                </a:solidFill>
                <a:latin typeface="Versos Light" panose="020B0403020204030204" pitchFamily="34" charset="0"/>
              </a:rPr>
              <a:t>ii</a:t>
            </a:r>
            <a:r>
              <a:rPr lang="pt-BR" sz="950">
                <a:solidFill>
                  <a:schemeClr val="bg1"/>
                </a:solidFill>
                <a:latin typeface="Versos Light" panose="020B0403020204030204" pitchFamily="34" charset="0"/>
              </a:rPr>
              <a:t>) incrementamos Ações Imobiliárias para 4,7% do PL (</a:t>
            </a:r>
            <a:r>
              <a:rPr lang="pt-BR" sz="950" err="1">
                <a:solidFill>
                  <a:schemeClr val="bg1"/>
                </a:solidFill>
                <a:latin typeface="Versos Light" panose="020B0403020204030204" pitchFamily="34" charset="0"/>
              </a:rPr>
              <a:t>vs</a:t>
            </a:r>
            <a:r>
              <a:rPr lang="pt-BR" sz="950">
                <a:solidFill>
                  <a:schemeClr val="bg1"/>
                </a:solidFill>
                <a:latin typeface="Versos Light" panose="020B0403020204030204" pitchFamily="34" charset="0"/>
              </a:rPr>
              <a:t> 3,3% no mês anterior); (</a:t>
            </a:r>
            <a:r>
              <a:rPr lang="pt-BR" sz="950" err="1">
                <a:solidFill>
                  <a:schemeClr val="bg1"/>
                </a:solidFill>
                <a:latin typeface="Versos Light" panose="020B0403020204030204" pitchFamily="34" charset="0"/>
              </a:rPr>
              <a:t>iii</a:t>
            </a:r>
            <a:r>
              <a:rPr lang="pt-BR" sz="950">
                <a:solidFill>
                  <a:schemeClr val="bg1"/>
                </a:solidFill>
                <a:latin typeface="Versos Light" panose="020B0403020204030204" pitchFamily="34" charset="0"/>
              </a:rPr>
              <a:t>) incrementamos Investimento no Exterior para 5,5% do PL (</a:t>
            </a:r>
            <a:r>
              <a:rPr lang="pt-BR" sz="950" err="1">
                <a:solidFill>
                  <a:schemeClr val="bg1"/>
                </a:solidFill>
                <a:latin typeface="Versos Light" panose="020B0403020204030204" pitchFamily="34" charset="0"/>
              </a:rPr>
              <a:t>vs</a:t>
            </a:r>
            <a:r>
              <a:rPr lang="pt-BR" sz="950">
                <a:solidFill>
                  <a:schemeClr val="bg1"/>
                </a:solidFill>
                <a:latin typeface="Versos Light" panose="020B0403020204030204" pitchFamily="34" charset="0"/>
              </a:rPr>
              <a:t> 4,9% no mês anterior); (</a:t>
            </a:r>
            <a:r>
              <a:rPr lang="pt-BR" sz="950" err="1">
                <a:solidFill>
                  <a:schemeClr val="bg1"/>
                </a:solidFill>
                <a:latin typeface="Versos Light" panose="020B0403020204030204" pitchFamily="34" charset="0"/>
              </a:rPr>
              <a:t>iv</a:t>
            </a:r>
            <a:r>
              <a:rPr lang="pt-BR" sz="950">
                <a:solidFill>
                  <a:schemeClr val="bg1"/>
                </a:solidFill>
                <a:latin typeface="Versos Light" panose="020B0403020204030204" pitchFamily="34" charset="0"/>
              </a:rPr>
              <a:t>) e mantivemos o restante dividido em CRIs (23,0%), Fundos de Crédito High Grade (43,6%) e Caixa (9,4%).​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950">
                <a:solidFill>
                  <a:schemeClr val="bg1"/>
                </a:solidFill>
                <a:latin typeface="Versos Light" panose="020B0403020204030204" pitchFamily="34" charset="0"/>
              </a:rPr>
              <a:t>Por fim, analisando a atribuição de performance do Fundo no mês, verificamos a contribuição superior da alocação em fundo de crédito high grade (contribuição de +0,50%, no mês) e CRIs (+0,34%, no mês). Por outro lado, a alocação em Fundos de Shopping foi a principal detratora (contribuição de -0,06%, no mês).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1865EB-9F4B-B7F6-7716-CE1EB4EA2A7C}"/>
              </a:ext>
            </a:extLst>
          </p:cNvPr>
          <p:cNvGrpSpPr/>
          <p:nvPr/>
        </p:nvGrpSpPr>
        <p:grpSpPr>
          <a:xfrm>
            <a:off x="3097763" y="374109"/>
            <a:ext cx="7648843" cy="346860"/>
            <a:chOff x="3705692" y="374109"/>
            <a:chExt cx="7040914" cy="346860"/>
          </a:xfrm>
        </p:grpSpPr>
        <p:sp>
          <p:nvSpPr>
            <p:cNvPr id="10" name="CaixaDeTexto 4">
              <a:extLst>
                <a:ext uri="{FF2B5EF4-FFF2-40B4-BE49-F238E27FC236}">
                  <a16:creationId xmlns:a16="http://schemas.microsoft.com/office/drawing/2014/main" id="{C4649DFE-0E83-D516-DF8B-2004CCD3AB11}"/>
                </a:ext>
              </a:extLst>
            </p:cNvPr>
            <p:cNvSpPr txBox="1"/>
            <p:nvPr/>
          </p:nvSpPr>
          <p:spPr>
            <a:xfrm>
              <a:off x="8916524" y="374109"/>
              <a:ext cx="1830082" cy="34686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62.247.849/0001-11</a:t>
              </a:r>
            </a:p>
          </p:txBody>
        </p:sp>
        <p:sp>
          <p:nvSpPr>
            <p:cNvPr id="11" name="CaixaDeTexto 4">
              <a:extLst>
                <a:ext uri="{FF2B5EF4-FFF2-40B4-BE49-F238E27FC236}">
                  <a16:creationId xmlns:a16="http://schemas.microsoft.com/office/drawing/2014/main" id="{54084C54-0928-F3C8-3EC1-FEBB85527400}"/>
                </a:ext>
              </a:extLst>
            </p:cNvPr>
            <p:cNvSpPr txBox="1"/>
            <p:nvPr/>
          </p:nvSpPr>
          <p:spPr>
            <a:xfrm>
              <a:off x="3705692" y="374109"/>
              <a:ext cx="5063042" cy="34686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BRADESCO TIVIO IMOBILIÁRIO PGBL VGBL FIF CLASSE FIM CP RL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9464E78-E1DA-D87C-7C06-CCDB8135136B}"/>
              </a:ext>
            </a:extLst>
          </p:cNvPr>
          <p:cNvGrpSpPr/>
          <p:nvPr/>
        </p:nvGrpSpPr>
        <p:grpSpPr>
          <a:xfrm>
            <a:off x="354669" y="6459194"/>
            <a:ext cx="2743094" cy="216000"/>
            <a:chOff x="6662939" y="822163"/>
            <a:chExt cx="2487140" cy="216000"/>
          </a:xfrm>
        </p:grpSpPr>
        <p:sp>
          <p:nvSpPr>
            <p:cNvPr id="14" name="object 38">
              <a:extLst>
                <a:ext uri="{FF2B5EF4-FFF2-40B4-BE49-F238E27FC236}">
                  <a16:creationId xmlns:a16="http://schemas.microsoft.com/office/drawing/2014/main" id="{1FDDA79A-EDC6-C662-3EFB-F3A981891EB7}"/>
                </a:ext>
              </a:extLst>
            </p:cNvPr>
            <p:cNvSpPr txBox="1">
              <a:spLocks/>
            </p:cNvSpPr>
            <p:nvPr/>
          </p:nvSpPr>
          <p:spPr>
            <a:xfrm>
              <a:off x="6662939" y="822163"/>
              <a:ext cx="1325350" cy="21600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txBody>
            <a:bodyPr vert="horz" wrap="square" lIns="0" tIns="0" rIns="0" bIns="0" rtlCol="0" anchor="ctr" anchorCtr="0">
              <a:no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Data de início: 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01/03/2025</a:t>
              </a:r>
            </a:p>
          </p:txBody>
        </p:sp>
        <p:sp>
          <p:nvSpPr>
            <p:cNvPr id="15" name="object 38">
              <a:extLst>
                <a:ext uri="{FF2B5EF4-FFF2-40B4-BE49-F238E27FC236}">
                  <a16:creationId xmlns:a16="http://schemas.microsoft.com/office/drawing/2014/main" id="{D2BF7F3C-EB69-818F-0918-284B7DB6E870}"/>
                </a:ext>
              </a:extLst>
            </p:cNvPr>
            <p:cNvSpPr txBox="1">
              <a:spLocks/>
            </p:cNvSpPr>
            <p:nvPr/>
          </p:nvSpPr>
          <p:spPr>
            <a:xfrm>
              <a:off x="7988289" y="822163"/>
              <a:ext cx="1161790" cy="21600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</p:spPr>
          <p:txBody>
            <a:bodyPr vert="horz" wrap="square" lIns="0" tIns="0" rIns="0" bIns="0" rtlCol="0" anchor="ctr" anchorCtr="0">
              <a:noAutofit/>
            </a:bodyPr>
            <a:lstStyle>
              <a:lvl1pPr eaLnBrk="1" hangingPunct="1">
                <a:defRPr>
                  <a:latin typeface="+mj-lt"/>
                  <a:ea typeface="+mj-ea"/>
                  <a:cs typeface="+mj-cs"/>
                </a:defRPr>
              </a:lvl1pPr>
            </a:lstStyle>
            <a:p>
              <a:pPr marL="0" marR="0" lvl="0" indent="0" algn="ctr" defTabSz="914272" rtl="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r>
                <a:rPr kumimoji="0" lang="pt-BR" sz="800" b="0" i="0" u="none" strike="noStrike" kern="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Database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j-ea"/>
                  <a:cs typeface="+mj-cs"/>
                  <a:sym typeface="Arial"/>
                </a:rPr>
                <a:t>: </a:t>
              </a:r>
              <a:r>
                <a:rPr lang="pt-BR" sz="800" kern="0">
                  <a:solidFill>
                    <a:srgbClr val="FFFFFF"/>
                  </a:solidFill>
                  <a:latin typeface="Versos" panose="020B0503020204030204" pitchFamily="34" charset="0"/>
                  <a:sym typeface="Arial"/>
                </a:rPr>
                <a:t>30</a:t>
              </a:r>
              <a:r>
                <a:rPr kumimoji="0" lang="pt-BR" sz="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j-ea"/>
                  <a:cs typeface="+mj-cs"/>
                  <a:sym typeface="Arial"/>
                </a:rPr>
                <a:t>/08/2026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799903B-9088-D97A-687B-189CAF00EFD0}"/>
              </a:ext>
            </a:extLst>
          </p:cNvPr>
          <p:cNvGrpSpPr/>
          <p:nvPr/>
        </p:nvGrpSpPr>
        <p:grpSpPr>
          <a:xfrm>
            <a:off x="3097763" y="3735042"/>
            <a:ext cx="8759275" cy="215430"/>
            <a:chOff x="334962" y="1579329"/>
            <a:chExt cx="9335367" cy="215430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9A2B49F-6749-1AF5-1BF1-1F6A14A19DFC}"/>
                </a:ext>
              </a:extLst>
            </p:cNvPr>
            <p:cNvSpPr txBox="1"/>
            <p:nvPr/>
          </p:nvSpPr>
          <p:spPr>
            <a:xfrm>
              <a:off x="334962" y="1579329"/>
              <a:ext cx="4318317" cy="161583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Light" panose="020B0403020204030204" pitchFamily="34" charset="0"/>
                  <a:ea typeface="+mn-ea"/>
                  <a:cs typeface="Arial"/>
                  <a:sym typeface="Arial"/>
                </a:rPr>
                <a:t>RENTABILIDADE HISTÓRICA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7BED3F9-3F2B-2394-11B0-811E6C890EA3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3" y="1794759"/>
              <a:ext cx="9335366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3655C39-6A80-99D6-523F-2FA9DAAC475F}"/>
              </a:ext>
            </a:extLst>
          </p:cNvPr>
          <p:cNvSpPr/>
          <p:nvPr/>
        </p:nvSpPr>
        <p:spPr>
          <a:xfrm>
            <a:off x="9915840" y="4070625"/>
            <a:ext cx="1941198" cy="22380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334A715-213F-0CDC-135A-1DAFCDBF0567}"/>
              </a:ext>
            </a:extLst>
          </p:cNvPr>
          <p:cNvGrpSpPr/>
          <p:nvPr/>
        </p:nvGrpSpPr>
        <p:grpSpPr>
          <a:xfrm>
            <a:off x="343036" y="457579"/>
            <a:ext cx="689952" cy="166030"/>
            <a:chOff x="343036" y="381170"/>
            <a:chExt cx="604302" cy="14541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C78F5F3-5134-2CF0-4924-DEFA8E896F7F}"/>
                </a:ext>
              </a:extLst>
            </p:cNvPr>
            <p:cNvSpPr/>
            <p:nvPr/>
          </p:nvSpPr>
          <p:spPr>
            <a:xfrm>
              <a:off x="343036" y="383207"/>
              <a:ext cx="115526" cy="141389"/>
            </a:xfrm>
            <a:custGeom>
              <a:avLst/>
              <a:gdLst>
                <a:gd name="csX0" fmla="*/ 48678 w 115526"/>
                <a:gd name="csY0" fmla="*/ 17159 h 141389"/>
                <a:gd name="csX1" fmla="*/ 0 w 115526"/>
                <a:gd name="csY1" fmla="*/ 17159 h 141389"/>
                <a:gd name="csX2" fmla="*/ 0 w 115526"/>
                <a:gd name="csY2" fmla="*/ 0 h 141389"/>
                <a:gd name="csX3" fmla="*/ 115527 w 115526"/>
                <a:gd name="csY3" fmla="*/ 0 h 141389"/>
                <a:gd name="csX4" fmla="*/ 115527 w 115526"/>
                <a:gd name="csY4" fmla="*/ 17174 h 141389"/>
                <a:gd name="csX5" fmla="*/ 66848 w 115526"/>
                <a:gd name="csY5" fmla="*/ 17174 h 141389"/>
                <a:gd name="csX6" fmla="*/ 66848 w 115526"/>
                <a:gd name="csY6" fmla="*/ 141390 h 141389"/>
                <a:gd name="csX7" fmla="*/ 48678 w 115526"/>
                <a:gd name="csY7" fmla="*/ 141390 h 141389"/>
                <a:gd name="csX8" fmla="*/ 48678 w 115526"/>
                <a:gd name="csY8" fmla="*/ 17159 h 1413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5526" h="141389">
                  <a:moveTo>
                    <a:pt x="48678" y="17159"/>
                  </a:moveTo>
                  <a:lnTo>
                    <a:pt x="0" y="17159"/>
                  </a:lnTo>
                  <a:lnTo>
                    <a:pt x="0" y="0"/>
                  </a:lnTo>
                  <a:lnTo>
                    <a:pt x="115527" y="0"/>
                  </a:lnTo>
                  <a:lnTo>
                    <a:pt x="115527" y="17174"/>
                  </a:lnTo>
                  <a:lnTo>
                    <a:pt x="66848" y="17174"/>
                  </a:lnTo>
                  <a:lnTo>
                    <a:pt x="66848" y="141390"/>
                  </a:lnTo>
                  <a:lnTo>
                    <a:pt x="48678" y="141390"/>
                  </a:lnTo>
                  <a:lnTo>
                    <a:pt x="48678" y="17159"/>
                  </a:ln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D956180-A204-A2BB-27B1-9E32BA769B22}"/>
                </a:ext>
              </a:extLst>
            </p:cNvPr>
            <p:cNvSpPr/>
            <p:nvPr/>
          </p:nvSpPr>
          <p:spPr>
            <a:xfrm>
              <a:off x="475737" y="383207"/>
              <a:ext cx="83611" cy="141389"/>
            </a:xfrm>
            <a:custGeom>
              <a:avLst/>
              <a:gdLst>
                <a:gd name="csX0" fmla="*/ 0 w 83611"/>
                <a:gd name="csY0" fmla="*/ 124201 h 141389"/>
                <a:gd name="csX1" fmla="*/ 32721 w 83611"/>
                <a:gd name="csY1" fmla="*/ 124201 h 141389"/>
                <a:gd name="csX2" fmla="*/ 32721 w 83611"/>
                <a:gd name="csY2" fmla="*/ 17159 h 141389"/>
                <a:gd name="csX3" fmla="*/ 0 w 83611"/>
                <a:gd name="csY3" fmla="*/ 17159 h 141389"/>
                <a:gd name="csX4" fmla="*/ 0 w 83611"/>
                <a:gd name="csY4" fmla="*/ 0 h 141389"/>
                <a:gd name="csX5" fmla="*/ 83612 w 83611"/>
                <a:gd name="csY5" fmla="*/ 0 h 141389"/>
                <a:gd name="csX6" fmla="*/ 83612 w 83611"/>
                <a:gd name="csY6" fmla="*/ 17174 h 141389"/>
                <a:gd name="csX7" fmla="*/ 50891 w 83611"/>
                <a:gd name="csY7" fmla="*/ 17174 h 141389"/>
                <a:gd name="csX8" fmla="*/ 50891 w 83611"/>
                <a:gd name="csY8" fmla="*/ 124216 h 141389"/>
                <a:gd name="csX9" fmla="*/ 83612 w 83611"/>
                <a:gd name="csY9" fmla="*/ 124216 h 141389"/>
                <a:gd name="csX10" fmla="*/ 83612 w 83611"/>
                <a:gd name="csY10" fmla="*/ 141390 h 141389"/>
                <a:gd name="csX11" fmla="*/ 0 w 83611"/>
                <a:gd name="csY11" fmla="*/ 141390 h 141389"/>
                <a:gd name="csX12" fmla="*/ 0 w 83611"/>
                <a:gd name="csY12" fmla="*/ 124216 h 1413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83611" h="141389">
                  <a:moveTo>
                    <a:pt x="0" y="124201"/>
                  </a:moveTo>
                  <a:lnTo>
                    <a:pt x="32721" y="124201"/>
                  </a:lnTo>
                  <a:lnTo>
                    <a:pt x="32721" y="17159"/>
                  </a:lnTo>
                  <a:lnTo>
                    <a:pt x="0" y="17159"/>
                  </a:lnTo>
                  <a:lnTo>
                    <a:pt x="0" y="0"/>
                  </a:lnTo>
                  <a:lnTo>
                    <a:pt x="83612" y="0"/>
                  </a:lnTo>
                  <a:lnTo>
                    <a:pt x="83612" y="17174"/>
                  </a:lnTo>
                  <a:lnTo>
                    <a:pt x="50891" y="17174"/>
                  </a:lnTo>
                  <a:lnTo>
                    <a:pt x="50891" y="124216"/>
                  </a:lnTo>
                  <a:lnTo>
                    <a:pt x="83612" y="124216"/>
                  </a:lnTo>
                  <a:lnTo>
                    <a:pt x="83612" y="141390"/>
                  </a:lnTo>
                  <a:lnTo>
                    <a:pt x="0" y="141390"/>
                  </a:lnTo>
                  <a:lnTo>
                    <a:pt x="0" y="124216"/>
                  </a:ln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532BBBC-64DF-8294-E61A-3EF877DE3B1C}"/>
                </a:ext>
              </a:extLst>
            </p:cNvPr>
            <p:cNvSpPr/>
            <p:nvPr/>
          </p:nvSpPr>
          <p:spPr>
            <a:xfrm>
              <a:off x="574500" y="383207"/>
              <a:ext cx="128245" cy="141374"/>
            </a:xfrm>
            <a:custGeom>
              <a:avLst/>
              <a:gdLst>
                <a:gd name="csX0" fmla="*/ 0 w 128245"/>
                <a:gd name="csY0" fmla="*/ 0 h 141374"/>
                <a:gd name="csX1" fmla="*/ 20192 w 128245"/>
                <a:gd name="csY1" fmla="*/ 0 h 141374"/>
                <a:gd name="csX2" fmla="*/ 61602 w 128245"/>
                <a:gd name="csY2" fmla="*/ 126223 h 141374"/>
                <a:gd name="csX3" fmla="*/ 66848 w 128245"/>
                <a:gd name="csY3" fmla="*/ 126223 h 141374"/>
                <a:gd name="csX4" fmla="*/ 108053 w 128245"/>
                <a:gd name="csY4" fmla="*/ 0 h 141374"/>
                <a:gd name="csX5" fmla="*/ 128246 w 128245"/>
                <a:gd name="csY5" fmla="*/ 0 h 141374"/>
                <a:gd name="csX6" fmla="*/ 80373 w 128245"/>
                <a:gd name="csY6" fmla="*/ 141375 h 141374"/>
                <a:gd name="csX7" fmla="*/ 47858 w 128245"/>
                <a:gd name="csY7" fmla="*/ 141375 h 141374"/>
                <a:gd name="csX8" fmla="*/ 0 w 128245"/>
                <a:gd name="csY8" fmla="*/ 0 h 1413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8245" h="141374">
                  <a:moveTo>
                    <a:pt x="0" y="0"/>
                  </a:moveTo>
                  <a:lnTo>
                    <a:pt x="20192" y="0"/>
                  </a:lnTo>
                  <a:lnTo>
                    <a:pt x="61602" y="126223"/>
                  </a:lnTo>
                  <a:lnTo>
                    <a:pt x="66848" y="126223"/>
                  </a:lnTo>
                  <a:lnTo>
                    <a:pt x="108053" y="0"/>
                  </a:lnTo>
                  <a:lnTo>
                    <a:pt x="128246" y="0"/>
                  </a:lnTo>
                  <a:lnTo>
                    <a:pt x="80373" y="141375"/>
                  </a:lnTo>
                  <a:lnTo>
                    <a:pt x="47858" y="141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40D850F-01C1-DDA2-AB3D-1209DF00434C}"/>
                </a:ext>
              </a:extLst>
            </p:cNvPr>
            <p:cNvSpPr/>
            <p:nvPr/>
          </p:nvSpPr>
          <p:spPr>
            <a:xfrm>
              <a:off x="717897" y="383207"/>
              <a:ext cx="83611" cy="141389"/>
            </a:xfrm>
            <a:custGeom>
              <a:avLst/>
              <a:gdLst>
                <a:gd name="csX0" fmla="*/ 0 w 83611"/>
                <a:gd name="csY0" fmla="*/ 124201 h 141389"/>
                <a:gd name="csX1" fmla="*/ 32721 w 83611"/>
                <a:gd name="csY1" fmla="*/ 124201 h 141389"/>
                <a:gd name="csX2" fmla="*/ 32721 w 83611"/>
                <a:gd name="csY2" fmla="*/ 17159 h 141389"/>
                <a:gd name="csX3" fmla="*/ 0 w 83611"/>
                <a:gd name="csY3" fmla="*/ 17159 h 141389"/>
                <a:gd name="csX4" fmla="*/ 0 w 83611"/>
                <a:gd name="csY4" fmla="*/ 0 h 141389"/>
                <a:gd name="csX5" fmla="*/ 83612 w 83611"/>
                <a:gd name="csY5" fmla="*/ 0 h 141389"/>
                <a:gd name="csX6" fmla="*/ 83612 w 83611"/>
                <a:gd name="csY6" fmla="*/ 17174 h 141389"/>
                <a:gd name="csX7" fmla="*/ 50891 w 83611"/>
                <a:gd name="csY7" fmla="*/ 17174 h 141389"/>
                <a:gd name="csX8" fmla="*/ 50891 w 83611"/>
                <a:gd name="csY8" fmla="*/ 124216 h 141389"/>
                <a:gd name="csX9" fmla="*/ 83612 w 83611"/>
                <a:gd name="csY9" fmla="*/ 124216 h 141389"/>
                <a:gd name="csX10" fmla="*/ 83612 w 83611"/>
                <a:gd name="csY10" fmla="*/ 141390 h 141389"/>
                <a:gd name="csX11" fmla="*/ 0 w 83611"/>
                <a:gd name="csY11" fmla="*/ 141390 h 141389"/>
                <a:gd name="csX12" fmla="*/ 0 w 83611"/>
                <a:gd name="csY12" fmla="*/ 124216 h 1413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83611" h="141389">
                  <a:moveTo>
                    <a:pt x="0" y="124201"/>
                  </a:moveTo>
                  <a:lnTo>
                    <a:pt x="32721" y="124201"/>
                  </a:lnTo>
                  <a:lnTo>
                    <a:pt x="32721" y="17159"/>
                  </a:lnTo>
                  <a:lnTo>
                    <a:pt x="0" y="17159"/>
                  </a:lnTo>
                  <a:lnTo>
                    <a:pt x="0" y="0"/>
                  </a:lnTo>
                  <a:lnTo>
                    <a:pt x="83612" y="0"/>
                  </a:lnTo>
                  <a:lnTo>
                    <a:pt x="83612" y="17174"/>
                  </a:lnTo>
                  <a:lnTo>
                    <a:pt x="50891" y="17174"/>
                  </a:lnTo>
                  <a:lnTo>
                    <a:pt x="50891" y="124216"/>
                  </a:lnTo>
                  <a:lnTo>
                    <a:pt x="83612" y="124216"/>
                  </a:lnTo>
                  <a:lnTo>
                    <a:pt x="83612" y="141390"/>
                  </a:lnTo>
                  <a:lnTo>
                    <a:pt x="0" y="141390"/>
                  </a:lnTo>
                  <a:lnTo>
                    <a:pt x="0" y="124216"/>
                  </a:ln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E1BA49C-C5C9-57C3-651A-261C4694FA8B}"/>
                </a:ext>
              </a:extLst>
            </p:cNvPr>
            <p:cNvSpPr/>
            <p:nvPr/>
          </p:nvSpPr>
          <p:spPr>
            <a:xfrm>
              <a:off x="817657" y="381170"/>
              <a:ext cx="129681" cy="145419"/>
            </a:xfrm>
            <a:custGeom>
              <a:avLst/>
              <a:gdLst>
                <a:gd name="csX0" fmla="*/ 30406 w 129681"/>
                <a:gd name="csY0" fmla="*/ 137858 h 145419"/>
                <a:gd name="csX1" fmla="*/ 7883 w 129681"/>
                <a:gd name="csY1" fmla="*/ 115937 h 145419"/>
                <a:gd name="csX2" fmla="*/ 0 w 129681"/>
                <a:gd name="csY2" fmla="*/ 82000 h 145419"/>
                <a:gd name="csX3" fmla="*/ 0 w 129681"/>
                <a:gd name="csY3" fmla="*/ 63625 h 145419"/>
                <a:gd name="csX4" fmla="*/ 7883 w 129681"/>
                <a:gd name="csY4" fmla="*/ 29893 h 145419"/>
                <a:gd name="csX5" fmla="*/ 30406 w 129681"/>
                <a:gd name="csY5" fmla="*/ 7781 h 145419"/>
                <a:gd name="csX6" fmla="*/ 64841 w 129681"/>
                <a:gd name="csY6" fmla="*/ 0 h 145419"/>
                <a:gd name="csX7" fmla="*/ 99276 w 129681"/>
                <a:gd name="csY7" fmla="*/ 7576 h 145419"/>
                <a:gd name="csX8" fmla="*/ 121798 w 129681"/>
                <a:gd name="csY8" fmla="*/ 29482 h 145419"/>
                <a:gd name="csX9" fmla="*/ 129682 w 129681"/>
                <a:gd name="csY9" fmla="*/ 63419 h 145419"/>
                <a:gd name="csX10" fmla="*/ 129682 w 129681"/>
                <a:gd name="csY10" fmla="*/ 81795 h 145419"/>
                <a:gd name="csX11" fmla="*/ 121798 w 129681"/>
                <a:gd name="csY11" fmla="*/ 115527 h 145419"/>
                <a:gd name="csX12" fmla="*/ 99276 w 129681"/>
                <a:gd name="csY12" fmla="*/ 137638 h 145419"/>
                <a:gd name="csX13" fmla="*/ 64841 w 129681"/>
                <a:gd name="csY13" fmla="*/ 145419 h 145419"/>
                <a:gd name="csX14" fmla="*/ 30406 w 129681"/>
                <a:gd name="csY14" fmla="*/ 137844 h 145419"/>
                <a:gd name="csX15" fmla="*/ 98573 w 129681"/>
                <a:gd name="csY15" fmla="*/ 115746 h 145419"/>
                <a:gd name="csX16" fmla="*/ 110486 w 129681"/>
                <a:gd name="csY16" fmla="*/ 81809 h 145419"/>
                <a:gd name="csX17" fmla="*/ 110486 w 129681"/>
                <a:gd name="csY17" fmla="*/ 63434 h 145419"/>
                <a:gd name="csX18" fmla="*/ 98470 w 129681"/>
                <a:gd name="csY18" fmla="*/ 29805 h 145419"/>
                <a:gd name="csX19" fmla="*/ 64841 w 129681"/>
                <a:gd name="csY19" fmla="*/ 17789 h 145419"/>
                <a:gd name="csX20" fmla="*/ 31109 w 129681"/>
                <a:gd name="csY20" fmla="*/ 29702 h 145419"/>
                <a:gd name="csX21" fmla="*/ 19196 w 129681"/>
                <a:gd name="csY21" fmla="*/ 63639 h 145419"/>
                <a:gd name="csX22" fmla="*/ 19196 w 129681"/>
                <a:gd name="csY22" fmla="*/ 82014 h 145419"/>
                <a:gd name="csX23" fmla="*/ 31212 w 129681"/>
                <a:gd name="csY23" fmla="*/ 115644 h 145419"/>
                <a:gd name="csX24" fmla="*/ 64841 w 129681"/>
                <a:gd name="csY24" fmla="*/ 127659 h 145419"/>
                <a:gd name="csX25" fmla="*/ 98573 w 129681"/>
                <a:gd name="csY25" fmla="*/ 115746 h 1454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29681" h="145419">
                  <a:moveTo>
                    <a:pt x="30406" y="137858"/>
                  </a:moveTo>
                  <a:cubicBezTo>
                    <a:pt x="20647" y="132803"/>
                    <a:pt x="13144" y="125505"/>
                    <a:pt x="7883" y="115937"/>
                  </a:cubicBezTo>
                  <a:cubicBezTo>
                    <a:pt x="2638" y="106383"/>
                    <a:pt x="0" y="95071"/>
                    <a:pt x="0" y="82000"/>
                  </a:cubicBezTo>
                  <a:lnTo>
                    <a:pt x="0" y="63625"/>
                  </a:lnTo>
                  <a:cubicBezTo>
                    <a:pt x="0" y="50700"/>
                    <a:pt x="2623" y="39461"/>
                    <a:pt x="7883" y="29893"/>
                  </a:cubicBezTo>
                  <a:cubicBezTo>
                    <a:pt x="13129" y="20339"/>
                    <a:pt x="20647" y="12968"/>
                    <a:pt x="30406" y="7781"/>
                  </a:cubicBezTo>
                  <a:cubicBezTo>
                    <a:pt x="40165" y="2594"/>
                    <a:pt x="51638" y="0"/>
                    <a:pt x="64841" y="0"/>
                  </a:cubicBezTo>
                  <a:cubicBezTo>
                    <a:pt x="78044" y="0"/>
                    <a:pt x="89517" y="2520"/>
                    <a:pt x="99276" y="7576"/>
                  </a:cubicBezTo>
                  <a:cubicBezTo>
                    <a:pt x="109035" y="12631"/>
                    <a:pt x="116538" y="19928"/>
                    <a:pt x="121798" y="29482"/>
                  </a:cubicBezTo>
                  <a:cubicBezTo>
                    <a:pt x="127044" y="39051"/>
                    <a:pt x="129682" y="50349"/>
                    <a:pt x="129682" y="63419"/>
                  </a:cubicBezTo>
                  <a:lnTo>
                    <a:pt x="129682" y="81795"/>
                  </a:lnTo>
                  <a:cubicBezTo>
                    <a:pt x="129682" y="94719"/>
                    <a:pt x="127059" y="105958"/>
                    <a:pt x="121798" y="115527"/>
                  </a:cubicBezTo>
                  <a:cubicBezTo>
                    <a:pt x="116552" y="125095"/>
                    <a:pt x="109035" y="132466"/>
                    <a:pt x="99276" y="137638"/>
                  </a:cubicBezTo>
                  <a:cubicBezTo>
                    <a:pt x="89517" y="142826"/>
                    <a:pt x="78029" y="145419"/>
                    <a:pt x="64841" y="145419"/>
                  </a:cubicBezTo>
                  <a:cubicBezTo>
                    <a:pt x="51653" y="145419"/>
                    <a:pt x="40165" y="142899"/>
                    <a:pt x="30406" y="137844"/>
                  </a:cubicBezTo>
                  <a:close/>
                  <a:moveTo>
                    <a:pt x="98573" y="115746"/>
                  </a:moveTo>
                  <a:cubicBezTo>
                    <a:pt x="106515" y="107804"/>
                    <a:pt x="110486" y="96492"/>
                    <a:pt x="110486" y="81809"/>
                  </a:cubicBezTo>
                  <a:lnTo>
                    <a:pt x="110486" y="63434"/>
                  </a:lnTo>
                  <a:cubicBezTo>
                    <a:pt x="110486" y="49030"/>
                    <a:pt x="106471" y="37820"/>
                    <a:pt x="98470" y="29805"/>
                  </a:cubicBezTo>
                  <a:cubicBezTo>
                    <a:pt x="90455" y="21789"/>
                    <a:pt x="79245" y="17789"/>
                    <a:pt x="64841" y="17789"/>
                  </a:cubicBezTo>
                  <a:cubicBezTo>
                    <a:pt x="50437" y="17789"/>
                    <a:pt x="39051" y="21760"/>
                    <a:pt x="31109" y="29702"/>
                  </a:cubicBezTo>
                  <a:cubicBezTo>
                    <a:pt x="23167" y="37644"/>
                    <a:pt x="19196" y="48957"/>
                    <a:pt x="19196" y="63639"/>
                  </a:cubicBezTo>
                  <a:lnTo>
                    <a:pt x="19196" y="82014"/>
                  </a:lnTo>
                  <a:cubicBezTo>
                    <a:pt x="19196" y="96419"/>
                    <a:pt x="23196" y="107628"/>
                    <a:pt x="31212" y="115644"/>
                  </a:cubicBezTo>
                  <a:cubicBezTo>
                    <a:pt x="39227" y="123659"/>
                    <a:pt x="50437" y="127659"/>
                    <a:pt x="64841" y="127659"/>
                  </a:cubicBezTo>
                  <a:cubicBezTo>
                    <a:pt x="79245" y="127659"/>
                    <a:pt x="90631" y="123688"/>
                    <a:pt x="98573" y="115746"/>
                  </a:cubicBez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0651062-CF61-B849-7371-48B190872832}"/>
              </a:ext>
            </a:extLst>
          </p:cNvPr>
          <p:cNvGrpSpPr/>
          <p:nvPr/>
        </p:nvGrpSpPr>
        <p:grpSpPr>
          <a:xfrm>
            <a:off x="1135633" y="449517"/>
            <a:ext cx="1691401" cy="196044"/>
            <a:chOff x="334963" y="574198"/>
            <a:chExt cx="1481433" cy="171707"/>
          </a:xfrm>
          <a:solidFill>
            <a:schemeClr val="bg2">
              <a:lumMod val="75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288C73E-C7C1-042A-F5BC-F40F2AB3C5FF}"/>
                </a:ext>
              </a:extLst>
            </p:cNvPr>
            <p:cNvSpPr/>
            <p:nvPr/>
          </p:nvSpPr>
          <p:spPr>
            <a:xfrm>
              <a:off x="426707" y="577495"/>
              <a:ext cx="154020" cy="165098"/>
            </a:xfrm>
            <a:custGeom>
              <a:avLst/>
              <a:gdLst>
                <a:gd name="csX0" fmla="*/ 29014 w 154020"/>
                <a:gd name="csY0" fmla="*/ 0 h 165098"/>
                <a:gd name="csX1" fmla="*/ 94822 w 154020"/>
                <a:gd name="csY1" fmla="*/ 0 h 165098"/>
                <a:gd name="csX2" fmla="*/ 125125 w 154020"/>
                <a:gd name="csY2" fmla="*/ 7078 h 165098"/>
                <a:gd name="csX3" fmla="*/ 146357 w 154020"/>
                <a:gd name="csY3" fmla="*/ 26889 h 165098"/>
                <a:gd name="csX4" fmla="*/ 154021 w 154020"/>
                <a:gd name="csY4" fmla="*/ 55902 h 165098"/>
                <a:gd name="csX5" fmla="*/ 144467 w 154020"/>
                <a:gd name="csY5" fmla="*/ 93635 h 165098"/>
                <a:gd name="csX6" fmla="*/ 117813 w 154020"/>
                <a:gd name="csY6" fmla="*/ 118281 h 165098"/>
                <a:gd name="csX7" fmla="*/ 78542 w 154020"/>
                <a:gd name="csY7" fmla="*/ 126883 h 165098"/>
                <a:gd name="csX8" fmla="*/ 48356 w 154020"/>
                <a:gd name="csY8" fmla="*/ 126883 h 165098"/>
                <a:gd name="csX9" fmla="*/ 41513 w 154020"/>
                <a:gd name="csY9" fmla="*/ 165099 h 165098"/>
                <a:gd name="csX10" fmla="*/ 0 w 154020"/>
                <a:gd name="csY10" fmla="*/ 165099 h 165098"/>
                <a:gd name="csX11" fmla="*/ 29014 w 154020"/>
                <a:gd name="csY11" fmla="*/ 0 h 165098"/>
                <a:gd name="csX12" fmla="*/ 79025 w 154020"/>
                <a:gd name="csY12" fmla="*/ 89165 h 165098"/>
                <a:gd name="csX13" fmla="*/ 102016 w 154020"/>
                <a:gd name="csY13" fmla="*/ 81502 h 165098"/>
                <a:gd name="csX14" fmla="*/ 110398 w 154020"/>
                <a:gd name="csY14" fmla="*/ 59917 h 165098"/>
                <a:gd name="csX15" fmla="*/ 104024 w 154020"/>
                <a:gd name="csY15" fmla="*/ 44004 h 165098"/>
                <a:gd name="csX16" fmla="*/ 87744 w 154020"/>
                <a:gd name="csY16" fmla="*/ 37747 h 165098"/>
                <a:gd name="csX17" fmla="*/ 63918 w 154020"/>
                <a:gd name="csY17" fmla="*/ 37747 h 165098"/>
                <a:gd name="csX18" fmla="*/ 54950 w 154020"/>
                <a:gd name="csY18" fmla="*/ 89165 h 165098"/>
                <a:gd name="csX19" fmla="*/ 79011 w 154020"/>
                <a:gd name="csY19" fmla="*/ 89165 h 16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54020" h="165098">
                  <a:moveTo>
                    <a:pt x="29014" y="0"/>
                  </a:moveTo>
                  <a:lnTo>
                    <a:pt x="94822" y="0"/>
                  </a:lnTo>
                  <a:cubicBezTo>
                    <a:pt x="105987" y="0"/>
                    <a:pt x="116083" y="2359"/>
                    <a:pt x="125125" y="7078"/>
                  </a:cubicBezTo>
                  <a:cubicBezTo>
                    <a:pt x="134166" y="11796"/>
                    <a:pt x="141243" y="18405"/>
                    <a:pt x="146357" y="26889"/>
                  </a:cubicBezTo>
                  <a:cubicBezTo>
                    <a:pt x="151471" y="35373"/>
                    <a:pt x="154021" y="45044"/>
                    <a:pt x="154021" y="55902"/>
                  </a:cubicBezTo>
                  <a:cubicBezTo>
                    <a:pt x="154021" y="70365"/>
                    <a:pt x="150841" y="82952"/>
                    <a:pt x="144467" y="93635"/>
                  </a:cubicBezTo>
                  <a:cubicBezTo>
                    <a:pt x="138093" y="104331"/>
                    <a:pt x="129213" y="112552"/>
                    <a:pt x="117813" y="118281"/>
                  </a:cubicBezTo>
                  <a:cubicBezTo>
                    <a:pt x="106412" y="124025"/>
                    <a:pt x="93312" y="126883"/>
                    <a:pt x="78542" y="126883"/>
                  </a:cubicBezTo>
                  <a:lnTo>
                    <a:pt x="48356" y="126883"/>
                  </a:lnTo>
                  <a:lnTo>
                    <a:pt x="41513" y="165099"/>
                  </a:lnTo>
                  <a:lnTo>
                    <a:pt x="0" y="165099"/>
                  </a:lnTo>
                  <a:lnTo>
                    <a:pt x="29014" y="0"/>
                  </a:lnTo>
                  <a:close/>
                  <a:moveTo>
                    <a:pt x="79025" y="89165"/>
                  </a:moveTo>
                  <a:cubicBezTo>
                    <a:pt x="88770" y="89165"/>
                    <a:pt x="96433" y="86616"/>
                    <a:pt x="102016" y="81502"/>
                  </a:cubicBezTo>
                  <a:cubicBezTo>
                    <a:pt x="107599" y="76388"/>
                    <a:pt x="110398" y="69193"/>
                    <a:pt x="110398" y="59917"/>
                  </a:cubicBezTo>
                  <a:cubicBezTo>
                    <a:pt x="110398" y="53470"/>
                    <a:pt x="108273" y="48165"/>
                    <a:pt x="104024" y="44004"/>
                  </a:cubicBezTo>
                  <a:cubicBezTo>
                    <a:pt x="99774" y="39842"/>
                    <a:pt x="94353" y="37747"/>
                    <a:pt x="87744" y="37747"/>
                  </a:cubicBezTo>
                  <a:lnTo>
                    <a:pt x="63918" y="37747"/>
                  </a:lnTo>
                  <a:lnTo>
                    <a:pt x="54950" y="89165"/>
                  </a:lnTo>
                  <a:lnTo>
                    <a:pt x="79011" y="89165"/>
                  </a:lnTo>
                  <a:close/>
                </a:path>
              </a:pathLst>
            </a:custGeom>
            <a:grpFill/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9E90835-0374-8244-8D70-B97AFF57C2E9}"/>
                </a:ext>
              </a:extLst>
            </p:cNvPr>
            <p:cNvSpPr/>
            <p:nvPr/>
          </p:nvSpPr>
          <p:spPr>
            <a:xfrm>
              <a:off x="571511" y="577495"/>
              <a:ext cx="157552" cy="165098"/>
            </a:xfrm>
            <a:custGeom>
              <a:avLst/>
              <a:gdLst>
                <a:gd name="csX0" fmla="*/ 28999 w 157552"/>
                <a:gd name="csY0" fmla="*/ 0 h 165098"/>
                <a:gd name="csX1" fmla="*/ 101884 w 157552"/>
                <a:gd name="csY1" fmla="*/ 0 h 165098"/>
                <a:gd name="csX2" fmla="*/ 130312 w 157552"/>
                <a:gd name="csY2" fmla="*/ 5891 h 165098"/>
                <a:gd name="csX3" fmla="*/ 150240 w 157552"/>
                <a:gd name="csY3" fmla="*/ 23577 h 165098"/>
                <a:gd name="csX4" fmla="*/ 157552 w 157552"/>
                <a:gd name="csY4" fmla="*/ 52122 h 165098"/>
                <a:gd name="csX5" fmla="*/ 143632 w 157552"/>
                <a:gd name="csY5" fmla="*/ 89151 h 165098"/>
                <a:gd name="csX6" fmla="*/ 106134 w 157552"/>
                <a:gd name="csY6" fmla="*/ 107555 h 165098"/>
                <a:gd name="csX7" fmla="*/ 143397 w 157552"/>
                <a:gd name="csY7" fmla="*/ 165099 h 165098"/>
                <a:gd name="csX8" fmla="*/ 95525 w 157552"/>
                <a:gd name="csY8" fmla="*/ 165099 h 165098"/>
                <a:gd name="csX9" fmla="*/ 64152 w 157552"/>
                <a:gd name="csY9" fmla="*/ 112259 h 165098"/>
                <a:gd name="csX10" fmla="*/ 50715 w 157552"/>
                <a:gd name="csY10" fmla="*/ 112259 h 165098"/>
                <a:gd name="csX11" fmla="*/ 41513 w 157552"/>
                <a:gd name="csY11" fmla="*/ 165099 h 165098"/>
                <a:gd name="csX12" fmla="*/ 0 w 157552"/>
                <a:gd name="csY12" fmla="*/ 165099 h 165098"/>
                <a:gd name="csX13" fmla="*/ 29014 w 157552"/>
                <a:gd name="csY13" fmla="*/ 0 h 165098"/>
                <a:gd name="csX14" fmla="*/ 88682 w 157552"/>
                <a:gd name="csY14" fmla="*/ 77838 h 165098"/>
                <a:gd name="csX15" fmla="*/ 108024 w 157552"/>
                <a:gd name="csY15" fmla="*/ 71816 h 165098"/>
                <a:gd name="csX16" fmla="*/ 114633 w 157552"/>
                <a:gd name="csY16" fmla="*/ 55184 h 165098"/>
                <a:gd name="csX17" fmla="*/ 108742 w 157552"/>
                <a:gd name="csY17" fmla="*/ 41747 h 165098"/>
                <a:gd name="csX18" fmla="*/ 93649 w 157552"/>
                <a:gd name="csY18" fmla="*/ 36794 h 165098"/>
                <a:gd name="csX19" fmla="*/ 64167 w 157552"/>
                <a:gd name="csY19" fmla="*/ 36794 h 165098"/>
                <a:gd name="csX20" fmla="*/ 57089 w 157552"/>
                <a:gd name="csY20" fmla="*/ 77838 h 165098"/>
                <a:gd name="csX21" fmla="*/ 88696 w 157552"/>
                <a:gd name="csY21" fmla="*/ 77838 h 16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57552" h="165098">
                  <a:moveTo>
                    <a:pt x="28999" y="0"/>
                  </a:moveTo>
                  <a:lnTo>
                    <a:pt x="101884" y="0"/>
                  </a:lnTo>
                  <a:cubicBezTo>
                    <a:pt x="112420" y="0"/>
                    <a:pt x="121886" y="1964"/>
                    <a:pt x="130312" y="5891"/>
                  </a:cubicBezTo>
                  <a:cubicBezTo>
                    <a:pt x="138723" y="9818"/>
                    <a:pt x="145361" y="15723"/>
                    <a:pt x="150240" y="23577"/>
                  </a:cubicBezTo>
                  <a:cubicBezTo>
                    <a:pt x="155120" y="31446"/>
                    <a:pt x="157552" y="40956"/>
                    <a:pt x="157552" y="52122"/>
                  </a:cubicBezTo>
                  <a:cubicBezTo>
                    <a:pt x="157552" y="67376"/>
                    <a:pt x="152907" y="79714"/>
                    <a:pt x="143632" y="89151"/>
                  </a:cubicBezTo>
                  <a:cubicBezTo>
                    <a:pt x="134356" y="98587"/>
                    <a:pt x="121857" y="104712"/>
                    <a:pt x="106134" y="107555"/>
                  </a:cubicBezTo>
                  <a:lnTo>
                    <a:pt x="143397" y="165099"/>
                  </a:lnTo>
                  <a:lnTo>
                    <a:pt x="95525" y="165099"/>
                  </a:lnTo>
                  <a:lnTo>
                    <a:pt x="64152" y="112259"/>
                  </a:lnTo>
                  <a:lnTo>
                    <a:pt x="50715" y="112259"/>
                  </a:lnTo>
                  <a:lnTo>
                    <a:pt x="41513" y="165099"/>
                  </a:lnTo>
                  <a:lnTo>
                    <a:pt x="0" y="165099"/>
                  </a:lnTo>
                  <a:lnTo>
                    <a:pt x="29014" y="0"/>
                  </a:lnTo>
                  <a:close/>
                  <a:moveTo>
                    <a:pt x="88682" y="77838"/>
                  </a:moveTo>
                  <a:cubicBezTo>
                    <a:pt x="97166" y="77838"/>
                    <a:pt x="103614" y="75831"/>
                    <a:pt x="108024" y="71816"/>
                  </a:cubicBezTo>
                  <a:cubicBezTo>
                    <a:pt x="112420" y="67801"/>
                    <a:pt x="114633" y="62262"/>
                    <a:pt x="114633" y="55184"/>
                  </a:cubicBezTo>
                  <a:cubicBezTo>
                    <a:pt x="114633" y="49528"/>
                    <a:pt x="112669" y="45044"/>
                    <a:pt x="108742" y="41747"/>
                  </a:cubicBezTo>
                  <a:cubicBezTo>
                    <a:pt x="104815" y="38450"/>
                    <a:pt x="99774" y="36794"/>
                    <a:pt x="93649" y="36794"/>
                  </a:cubicBezTo>
                  <a:lnTo>
                    <a:pt x="64167" y="36794"/>
                  </a:lnTo>
                  <a:lnTo>
                    <a:pt x="57089" y="77838"/>
                  </a:lnTo>
                  <a:lnTo>
                    <a:pt x="88696" y="77838"/>
                  </a:lnTo>
                  <a:close/>
                </a:path>
              </a:pathLst>
            </a:custGeom>
            <a:grpFill/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1F3D647-6220-348D-66F3-6CF84E5CD5C9}"/>
                </a:ext>
              </a:extLst>
            </p:cNvPr>
            <p:cNvSpPr/>
            <p:nvPr/>
          </p:nvSpPr>
          <p:spPr>
            <a:xfrm>
              <a:off x="729840" y="577495"/>
              <a:ext cx="152614" cy="165098"/>
            </a:xfrm>
            <a:custGeom>
              <a:avLst/>
              <a:gdLst>
                <a:gd name="csX0" fmla="*/ 29028 w 152614"/>
                <a:gd name="csY0" fmla="*/ 0 h 165098"/>
                <a:gd name="csX1" fmla="*/ 152614 w 152614"/>
                <a:gd name="csY1" fmla="*/ 0 h 165098"/>
                <a:gd name="csX2" fmla="*/ 146240 w 152614"/>
                <a:gd name="csY2" fmla="*/ 35857 h 165098"/>
                <a:gd name="csX3" fmla="*/ 63449 w 152614"/>
                <a:gd name="csY3" fmla="*/ 35857 h 165098"/>
                <a:gd name="csX4" fmla="*/ 58730 w 152614"/>
                <a:gd name="csY4" fmla="*/ 63449 h 165098"/>
                <a:gd name="csX5" fmla="*/ 136803 w 152614"/>
                <a:gd name="csY5" fmla="*/ 63449 h 165098"/>
                <a:gd name="csX6" fmla="*/ 130429 w 152614"/>
                <a:gd name="csY6" fmla="*/ 98587 h 165098"/>
                <a:gd name="csX7" fmla="*/ 52356 w 152614"/>
                <a:gd name="csY7" fmla="*/ 98587 h 165098"/>
                <a:gd name="csX8" fmla="*/ 46935 w 152614"/>
                <a:gd name="csY8" fmla="*/ 129008 h 165098"/>
                <a:gd name="csX9" fmla="*/ 132319 w 152614"/>
                <a:gd name="csY9" fmla="*/ 129008 h 165098"/>
                <a:gd name="csX10" fmla="*/ 125945 w 152614"/>
                <a:gd name="csY10" fmla="*/ 165099 h 165098"/>
                <a:gd name="csX11" fmla="*/ 0 w 152614"/>
                <a:gd name="csY11" fmla="*/ 165099 h 165098"/>
                <a:gd name="csX12" fmla="*/ 29014 w 152614"/>
                <a:gd name="csY12" fmla="*/ 0 h 16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2614" h="165098">
                  <a:moveTo>
                    <a:pt x="29028" y="0"/>
                  </a:moveTo>
                  <a:lnTo>
                    <a:pt x="152614" y="0"/>
                  </a:lnTo>
                  <a:lnTo>
                    <a:pt x="146240" y="35857"/>
                  </a:lnTo>
                  <a:lnTo>
                    <a:pt x="63449" y="35857"/>
                  </a:lnTo>
                  <a:lnTo>
                    <a:pt x="58730" y="63449"/>
                  </a:lnTo>
                  <a:lnTo>
                    <a:pt x="136803" y="63449"/>
                  </a:lnTo>
                  <a:lnTo>
                    <a:pt x="130429" y="98587"/>
                  </a:lnTo>
                  <a:lnTo>
                    <a:pt x="52356" y="98587"/>
                  </a:lnTo>
                  <a:lnTo>
                    <a:pt x="46935" y="129008"/>
                  </a:lnTo>
                  <a:lnTo>
                    <a:pt x="132319" y="129008"/>
                  </a:lnTo>
                  <a:lnTo>
                    <a:pt x="125945" y="165099"/>
                  </a:lnTo>
                  <a:lnTo>
                    <a:pt x="0" y="165099"/>
                  </a:lnTo>
                  <a:lnTo>
                    <a:pt x="29014" y="0"/>
                  </a:lnTo>
                  <a:close/>
                </a:path>
              </a:pathLst>
            </a:custGeom>
            <a:grpFill/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5289487-8825-0DCC-FBEA-D401BA8C9F51}"/>
                </a:ext>
              </a:extLst>
            </p:cNvPr>
            <p:cNvSpPr/>
            <p:nvPr/>
          </p:nvSpPr>
          <p:spPr>
            <a:xfrm>
              <a:off x="889693" y="577495"/>
              <a:ext cx="167692" cy="165098"/>
            </a:xfrm>
            <a:custGeom>
              <a:avLst/>
              <a:gdLst>
                <a:gd name="csX0" fmla="*/ 0 w 167692"/>
                <a:gd name="csY0" fmla="*/ 0 h 165098"/>
                <a:gd name="csX1" fmla="*/ 43403 w 167692"/>
                <a:gd name="csY1" fmla="*/ 0 h 165098"/>
                <a:gd name="csX2" fmla="*/ 56137 w 167692"/>
                <a:gd name="csY2" fmla="*/ 132319 h 165098"/>
                <a:gd name="csX3" fmla="*/ 62262 w 167692"/>
                <a:gd name="csY3" fmla="*/ 132319 h 165098"/>
                <a:gd name="csX4" fmla="*/ 120758 w 167692"/>
                <a:gd name="csY4" fmla="*/ 0 h 165098"/>
                <a:gd name="csX5" fmla="*/ 167692 w 167692"/>
                <a:gd name="csY5" fmla="*/ 0 h 165098"/>
                <a:gd name="csX6" fmla="*/ 91744 w 167692"/>
                <a:gd name="csY6" fmla="*/ 165099 h 165098"/>
                <a:gd name="csX7" fmla="*/ 18155 w 167692"/>
                <a:gd name="csY7" fmla="*/ 165099 h 165098"/>
                <a:gd name="csX8" fmla="*/ 0 w 167692"/>
                <a:gd name="csY8" fmla="*/ 0 h 16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692" h="165098">
                  <a:moveTo>
                    <a:pt x="0" y="0"/>
                  </a:moveTo>
                  <a:lnTo>
                    <a:pt x="43403" y="0"/>
                  </a:lnTo>
                  <a:lnTo>
                    <a:pt x="56137" y="132319"/>
                  </a:lnTo>
                  <a:lnTo>
                    <a:pt x="62262" y="132319"/>
                  </a:lnTo>
                  <a:lnTo>
                    <a:pt x="120758" y="0"/>
                  </a:lnTo>
                  <a:lnTo>
                    <a:pt x="167692" y="0"/>
                  </a:lnTo>
                  <a:lnTo>
                    <a:pt x="91744" y="165099"/>
                  </a:lnTo>
                  <a:lnTo>
                    <a:pt x="18155" y="16509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5D785A2-0982-F16B-CC46-8DE43F8FD515}"/>
                </a:ext>
              </a:extLst>
            </p:cNvPr>
            <p:cNvSpPr/>
            <p:nvPr/>
          </p:nvSpPr>
          <p:spPr>
            <a:xfrm>
              <a:off x="1123677" y="577495"/>
              <a:ext cx="110148" cy="165098"/>
            </a:xfrm>
            <a:custGeom>
              <a:avLst/>
              <a:gdLst>
                <a:gd name="csX0" fmla="*/ 0 w 110148"/>
                <a:gd name="csY0" fmla="*/ 127366 h 165098"/>
                <a:gd name="csX1" fmla="*/ 34201 w 110148"/>
                <a:gd name="csY1" fmla="*/ 127366 h 165098"/>
                <a:gd name="csX2" fmla="*/ 34201 w 110148"/>
                <a:gd name="csY2" fmla="*/ 37732 h 165098"/>
                <a:gd name="csX3" fmla="*/ 0 w 110148"/>
                <a:gd name="csY3" fmla="*/ 37732 h 165098"/>
                <a:gd name="csX4" fmla="*/ 0 w 110148"/>
                <a:gd name="csY4" fmla="*/ 0 h 165098"/>
                <a:gd name="csX5" fmla="*/ 110149 w 110148"/>
                <a:gd name="csY5" fmla="*/ 0 h 165098"/>
                <a:gd name="csX6" fmla="*/ 110149 w 110148"/>
                <a:gd name="csY6" fmla="*/ 37732 h 165098"/>
                <a:gd name="csX7" fmla="*/ 75948 w 110148"/>
                <a:gd name="csY7" fmla="*/ 37732 h 165098"/>
                <a:gd name="csX8" fmla="*/ 75948 w 110148"/>
                <a:gd name="csY8" fmla="*/ 127366 h 165098"/>
                <a:gd name="csX9" fmla="*/ 110149 w 110148"/>
                <a:gd name="csY9" fmla="*/ 127366 h 165098"/>
                <a:gd name="csX10" fmla="*/ 110149 w 110148"/>
                <a:gd name="csY10" fmla="*/ 165099 h 165098"/>
                <a:gd name="csX11" fmla="*/ 0 w 110148"/>
                <a:gd name="csY11" fmla="*/ 165099 h 165098"/>
                <a:gd name="csX12" fmla="*/ 0 w 110148"/>
                <a:gd name="csY12" fmla="*/ 127366 h 16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0148" h="165098">
                  <a:moveTo>
                    <a:pt x="0" y="127366"/>
                  </a:moveTo>
                  <a:lnTo>
                    <a:pt x="34201" y="127366"/>
                  </a:lnTo>
                  <a:lnTo>
                    <a:pt x="34201" y="37732"/>
                  </a:lnTo>
                  <a:lnTo>
                    <a:pt x="0" y="37732"/>
                  </a:lnTo>
                  <a:lnTo>
                    <a:pt x="0" y="0"/>
                  </a:lnTo>
                  <a:lnTo>
                    <a:pt x="110149" y="0"/>
                  </a:lnTo>
                  <a:lnTo>
                    <a:pt x="110149" y="37732"/>
                  </a:lnTo>
                  <a:lnTo>
                    <a:pt x="75948" y="37732"/>
                  </a:lnTo>
                  <a:lnTo>
                    <a:pt x="75948" y="127366"/>
                  </a:lnTo>
                  <a:lnTo>
                    <a:pt x="110149" y="127366"/>
                  </a:lnTo>
                  <a:lnTo>
                    <a:pt x="110149" y="165099"/>
                  </a:lnTo>
                  <a:lnTo>
                    <a:pt x="0" y="165099"/>
                  </a:lnTo>
                  <a:lnTo>
                    <a:pt x="0" y="127366"/>
                  </a:ln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4B2060B-7F58-8D1B-A5C5-050CE10B127E}"/>
                </a:ext>
              </a:extLst>
            </p:cNvPr>
            <p:cNvSpPr/>
            <p:nvPr/>
          </p:nvSpPr>
          <p:spPr>
            <a:xfrm>
              <a:off x="1254824" y="577495"/>
              <a:ext cx="204486" cy="165098"/>
            </a:xfrm>
            <a:custGeom>
              <a:avLst/>
              <a:gdLst>
                <a:gd name="csX0" fmla="*/ 0 w 204486"/>
                <a:gd name="csY0" fmla="*/ 0 h 165098"/>
                <a:gd name="csX1" fmla="*/ 77135 w 204486"/>
                <a:gd name="csY1" fmla="*/ 0 h 165098"/>
                <a:gd name="csX2" fmla="*/ 99305 w 204486"/>
                <a:gd name="csY2" fmla="*/ 127835 h 165098"/>
                <a:gd name="csX3" fmla="*/ 105431 w 204486"/>
                <a:gd name="csY3" fmla="*/ 127835 h 165098"/>
                <a:gd name="csX4" fmla="*/ 127366 w 204486"/>
                <a:gd name="csY4" fmla="*/ 0 h 165098"/>
                <a:gd name="csX5" fmla="*/ 204487 w 204486"/>
                <a:gd name="csY5" fmla="*/ 0 h 165098"/>
                <a:gd name="csX6" fmla="*/ 204487 w 204486"/>
                <a:gd name="csY6" fmla="*/ 165099 h 165098"/>
                <a:gd name="csX7" fmla="*/ 162974 w 204486"/>
                <a:gd name="csY7" fmla="*/ 165099 h 165098"/>
                <a:gd name="csX8" fmla="*/ 162974 w 204486"/>
                <a:gd name="csY8" fmla="*/ 37029 h 165098"/>
                <a:gd name="csX9" fmla="*/ 156849 w 204486"/>
                <a:gd name="csY9" fmla="*/ 37029 h 165098"/>
                <a:gd name="csX10" fmla="*/ 134913 w 204486"/>
                <a:gd name="csY10" fmla="*/ 165099 h 165098"/>
                <a:gd name="csX11" fmla="*/ 69808 w 204486"/>
                <a:gd name="csY11" fmla="*/ 165099 h 165098"/>
                <a:gd name="csX12" fmla="*/ 47638 w 204486"/>
                <a:gd name="csY12" fmla="*/ 37029 h 165098"/>
                <a:gd name="csX13" fmla="*/ 41513 w 204486"/>
                <a:gd name="csY13" fmla="*/ 37029 h 165098"/>
                <a:gd name="csX14" fmla="*/ 41513 w 204486"/>
                <a:gd name="csY14" fmla="*/ 165099 h 165098"/>
                <a:gd name="csX15" fmla="*/ 0 w 204486"/>
                <a:gd name="csY15" fmla="*/ 165099 h 165098"/>
                <a:gd name="csX16" fmla="*/ 0 w 204486"/>
                <a:gd name="csY16" fmla="*/ 0 h 16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04486" h="165098">
                  <a:moveTo>
                    <a:pt x="0" y="0"/>
                  </a:moveTo>
                  <a:lnTo>
                    <a:pt x="77135" y="0"/>
                  </a:lnTo>
                  <a:lnTo>
                    <a:pt x="99305" y="127835"/>
                  </a:lnTo>
                  <a:lnTo>
                    <a:pt x="105431" y="127835"/>
                  </a:lnTo>
                  <a:lnTo>
                    <a:pt x="127366" y="0"/>
                  </a:lnTo>
                  <a:lnTo>
                    <a:pt x="204487" y="0"/>
                  </a:lnTo>
                  <a:lnTo>
                    <a:pt x="204487" y="165099"/>
                  </a:lnTo>
                  <a:lnTo>
                    <a:pt x="162974" y="165099"/>
                  </a:lnTo>
                  <a:lnTo>
                    <a:pt x="162974" y="37029"/>
                  </a:lnTo>
                  <a:lnTo>
                    <a:pt x="156849" y="37029"/>
                  </a:lnTo>
                  <a:lnTo>
                    <a:pt x="134913" y="165099"/>
                  </a:lnTo>
                  <a:lnTo>
                    <a:pt x="69808" y="165099"/>
                  </a:lnTo>
                  <a:lnTo>
                    <a:pt x="47638" y="37029"/>
                  </a:lnTo>
                  <a:lnTo>
                    <a:pt x="41513" y="37029"/>
                  </a:lnTo>
                  <a:lnTo>
                    <a:pt x="41513" y="165099"/>
                  </a:lnTo>
                  <a:lnTo>
                    <a:pt x="0" y="165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179055D-AF37-572F-FAC1-187BC17C1591}"/>
                </a:ext>
              </a:extLst>
            </p:cNvPr>
            <p:cNvSpPr/>
            <p:nvPr/>
          </p:nvSpPr>
          <p:spPr>
            <a:xfrm>
              <a:off x="1483137" y="574198"/>
              <a:ext cx="166285" cy="171707"/>
            </a:xfrm>
            <a:custGeom>
              <a:avLst/>
              <a:gdLst>
                <a:gd name="csX0" fmla="*/ 39036 w 166285"/>
                <a:gd name="csY0" fmla="*/ 162036 h 171707"/>
                <a:gd name="csX1" fmla="*/ 10140 w 166285"/>
                <a:gd name="csY1" fmla="*/ 134561 h 171707"/>
                <a:gd name="csX2" fmla="*/ 0 w 166285"/>
                <a:gd name="csY2" fmla="*/ 92697 h 171707"/>
                <a:gd name="csX3" fmla="*/ 0 w 166285"/>
                <a:gd name="csY3" fmla="*/ 79011 h 171707"/>
                <a:gd name="csX4" fmla="*/ 10140 w 166285"/>
                <a:gd name="csY4" fmla="*/ 37263 h 171707"/>
                <a:gd name="csX5" fmla="*/ 39036 w 166285"/>
                <a:gd name="csY5" fmla="*/ 9671 h 171707"/>
                <a:gd name="csX6" fmla="*/ 83260 w 166285"/>
                <a:gd name="csY6" fmla="*/ 0 h 171707"/>
                <a:gd name="csX7" fmla="*/ 127249 w 166285"/>
                <a:gd name="csY7" fmla="*/ 9671 h 171707"/>
                <a:gd name="csX8" fmla="*/ 156146 w 166285"/>
                <a:gd name="csY8" fmla="*/ 37146 h 171707"/>
                <a:gd name="csX9" fmla="*/ 166286 w 166285"/>
                <a:gd name="csY9" fmla="*/ 78776 h 171707"/>
                <a:gd name="csX10" fmla="*/ 166286 w 166285"/>
                <a:gd name="csY10" fmla="*/ 92697 h 171707"/>
                <a:gd name="csX11" fmla="*/ 156146 w 166285"/>
                <a:gd name="csY11" fmla="*/ 134444 h 171707"/>
                <a:gd name="csX12" fmla="*/ 127249 w 166285"/>
                <a:gd name="csY12" fmla="*/ 162036 h 171707"/>
                <a:gd name="csX13" fmla="*/ 83260 w 166285"/>
                <a:gd name="csY13" fmla="*/ 171707 h 171707"/>
                <a:gd name="csX14" fmla="*/ 39036 w 166285"/>
                <a:gd name="csY14" fmla="*/ 162036 h 171707"/>
                <a:gd name="csX15" fmla="*/ 53191 w 166285"/>
                <a:gd name="csY15" fmla="*/ 122179 h 171707"/>
                <a:gd name="csX16" fmla="*/ 83260 w 166285"/>
                <a:gd name="csY16" fmla="*/ 132788 h 171707"/>
                <a:gd name="csX17" fmla="*/ 113211 w 166285"/>
                <a:gd name="csY17" fmla="*/ 122179 h 171707"/>
                <a:gd name="csX18" fmla="*/ 123352 w 166285"/>
                <a:gd name="csY18" fmla="*/ 91759 h 171707"/>
                <a:gd name="csX19" fmla="*/ 123352 w 166285"/>
                <a:gd name="csY19" fmla="*/ 79963 h 171707"/>
                <a:gd name="csX20" fmla="*/ 113211 w 166285"/>
                <a:gd name="csY20" fmla="*/ 49543 h 171707"/>
                <a:gd name="csX21" fmla="*/ 83260 w 166285"/>
                <a:gd name="csY21" fmla="*/ 38934 h 171707"/>
                <a:gd name="csX22" fmla="*/ 53074 w 166285"/>
                <a:gd name="csY22" fmla="*/ 49426 h 171707"/>
                <a:gd name="csX23" fmla="*/ 42934 w 166285"/>
                <a:gd name="csY23" fmla="*/ 79963 h 171707"/>
                <a:gd name="csX24" fmla="*/ 42934 w 166285"/>
                <a:gd name="csY24" fmla="*/ 91993 h 171707"/>
                <a:gd name="csX25" fmla="*/ 53191 w 166285"/>
                <a:gd name="csY25" fmla="*/ 122179 h 171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66285" h="171707">
                  <a:moveTo>
                    <a:pt x="39036" y="162036"/>
                  </a:moveTo>
                  <a:cubicBezTo>
                    <a:pt x="26537" y="155589"/>
                    <a:pt x="16895" y="146430"/>
                    <a:pt x="10140" y="134561"/>
                  </a:cubicBezTo>
                  <a:cubicBezTo>
                    <a:pt x="3370" y="122692"/>
                    <a:pt x="0" y="108727"/>
                    <a:pt x="0" y="92697"/>
                  </a:cubicBezTo>
                  <a:lnTo>
                    <a:pt x="0" y="79011"/>
                  </a:lnTo>
                  <a:cubicBezTo>
                    <a:pt x="0" y="63126"/>
                    <a:pt x="3385" y="49220"/>
                    <a:pt x="10140" y="37263"/>
                  </a:cubicBezTo>
                  <a:cubicBezTo>
                    <a:pt x="16895" y="25321"/>
                    <a:pt x="26537" y="16119"/>
                    <a:pt x="39036" y="9671"/>
                  </a:cubicBezTo>
                  <a:cubicBezTo>
                    <a:pt x="51536" y="3224"/>
                    <a:pt x="66277" y="0"/>
                    <a:pt x="83260" y="0"/>
                  </a:cubicBezTo>
                  <a:cubicBezTo>
                    <a:pt x="100243" y="0"/>
                    <a:pt x="114750" y="3224"/>
                    <a:pt x="127249" y="9671"/>
                  </a:cubicBezTo>
                  <a:cubicBezTo>
                    <a:pt x="139749" y="16119"/>
                    <a:pt x="149376" y="25277"/>
                    <a:pt x="156146" y="37146"/>
                  </a:cubicBezTo>
                  <a:cubicBezTo>
                    <a:pt x="162901" y="49015"/>
                    <a:pt x="166286" y="62892"/>
                    <a:pt x="166286" y="78776"/>
                  </a:cubicBezTo>
                  <a:lnTo>
                    <a:pt x="166286" y="92697"/>
                  </a:lnTo>
                  <a:cubicBezTo>
                    <a:pt x="166286" y="108581"/>
                    <a:pt x="162901" y="122502"/>
                    <a:pt x="156146" y="134444"/>
                  </a:cubicBezTo>
                  <a:cubicBezTo>
                    <a:pt x="149376" y="146401"/>
                    <a:pt x="139749" y="155589"/>
                    <a:pt x="127249" y="162036"/>
                  </a:cubicBezTo>
                  <a:cubicBezTo>
                    <a:pt x="114750" y="168484"/>
                    <a:pt x="100082" y="171707"/>
                    <a:pt x="83260" y="171707"/>
                  </a:cubicBezTo>
                  <a:cubicBezTo>
                    <a:pt x="66438" y="171707"/>
                    <a:pt x="51536" y="168484"/>
                    <a:pt x="39036" y="162036"/>
                  </a:cubicBezTo>
                  <a:close/>
                  <a:moveTo>
                    <a:pt x="53191" y="122179"/>
                  </a:moveTo>
                  <a:cubicBezTo>
                    <a:pt x="60035" y="129257"/>
                    <a:pt x="70057" y="132788"/>
                    <a:pt x="83260" y="132788"/>
                  </a:cubicBezTo>
                  <a:cubicBezTo>
                    <a:pt x="96463" y="132788"/>
                    <a:pt x="106456" y="129242"/>
                    <a:pt x="113211" y="122179"/>
                  </a:cubicBezTo>
                  <a:cubicBezTo>
                    <a:pt x="119967" y="115102"/>
                    <a:pt x="123352" y="104962"/>
                    <a:pt x="123352" y="91759"/>
                  </a:cubicBezTo>
                  <a:lnTo>
                    <a:pt x="123352" y="79963"/>
                  </a:lnTo>
                  <a:cubicBezTo>
                    <a:pt x="123352" y="66760"/>
                    <a:pt x="119967" y="56606"/>
                    <a:pt x="113211" y="49543"/>
                  </a:cubicBezTo>
                  <a:cubicBezTo>
                    <a:pt x="106442" y="42465"/>
                    <a:pt x="96463" y="38934"/>
                    <a:pt x="83260" y="38934"/>
                  </a:cubicBezTo>
                  <a:cubicBezTo>
                    <a:pt x="70057" y="38934"/>
                    <a:pt x="59829" y="42436"/>
                    <a:pt x="53074" y="49426"/>
                  </a:cubicBezTo>
                  <a:cubicBezTo>
                    <a:pt x="46304" y="56430"/>
                    <a:pt x="42934" y="66614"/>
                    <a:pt x="42934" y="79963"/>
                  </a:cubicBezTo>
                  <a:lnTo>
                    <a:pt x="42934" y="91993"/>
                  </a:lnTo>
                  <a:cubicBezTo>
                    <a:pt x="42934" y="105049"/>
                    <a:pt x="46348" y="115102"/>
                    <a:pt x="53191" y="122179"/>
                  </a:cubicBez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AF95DAB-3983-0E4A-4E23-09B4B5CB0D6D}"/>
                </a:ext>
              </a:extLst>
            </p:cNvPr>
            <p:cNvSpPr/>
            <p:nvPr/>
          </p:nvSpPr>
          <p:spPr>
            <a:xfrm>
              <a:off x="1673219" y="577495"/>
              <a:ext cx="143177" cy="165098"/>
            </a:xfrm>
            <a:custGeom>
              <a:avLst/>
              <a:gdLst>
                <a:gd name="csX0" fmla="*/ 15 w 143177"/>
                <a:gd name="csY0" fmla="*/ 0 h 165098"/>
                <a:gd name="csX1" fmla="*/ 85634 w 143177"/>
                <a:gd name="csY1" fmla="*/ 0 h 165098"/>
                <a:gd name="csX2" fmla="*/ 123732 w 143177"/>
                <a:gd name="csY2" fmla="*/ 11679 h 165098"/>
                <a:gd name="csX3" fmla="*/ 137052 w 143177"/>
                <a:gd name="csY3" fmla="*/ 43872 h 165098"/>
                <a:gd name="csX4" fmla="*/ 130326 w 143177"/>
                <a:gd name="csY4" fmla="*/ 67464 h 165098"/>
                <a:gd name="csX5" fmla="*/ 111570 w 143177"/>
                <a:gd name="csY5" fmla="*/ 80681 h 165098"/>
                <a:gd name="csX6" fmla="*/ 111570 w 143177"/>
                <a:gd name="csY6" fmla="*/ 81619 h 165098"/>
                <a:gd name="csX7" fmla="*/ 134928 w 143177"/>
                <a:gd name="csY7" fmla="*/ 94939 h 165098"/>
                <a:gd name="csX8" fmla="*/ 143177 w 143177"/>
                <a:gd name="csY8" fmla="*/ 120054 h 165098"/>
                <a:gd name="csX9" fmla="*/ 129726 w 143177"/>
                <a:gd name="csY9" fmla="*/ 152951 h 165098"/>
                <a:gd name="csX10" fmla="*/ 92228 w 143177"/>
                <a:gd name="csY10" fmla="*/ 165099 h 165098"/>
                <a:gd name="csX11" fmla="*/ 0 w 143177"/>
                <a:gd name="csY11" fmla="*/ 165099 h 165098"/>
                <a:gd name="csX12" fmla="*/ 0 w 143177"/>
                <a:gd name="csY12" fmla="*/ 0 h 165098"/>
                <a:gd name="csX13" fmla="*/ 79509 w 143177"/>
                <a:gd name="csY13" fmla="*/ 66995 h 165098"/>
                <a:gd name="csX14" fmla="*/ 91774 w 143177"/>
                <a:gd name="csY14" fmla="*/ 62863 h 165098"/>
                <a:gd name="csX15" fmla="*/ 96257 w 143177"/>
                <a:gd name="csY15" fmla="*/ 50950 h 165098"/>
                <a:gd name="csX16" fmla="*/ 91656 w 143177"/>
                <a:gd name="csY16" fmla="*/ 39271 h 165098"/>
                <a:gd name="csX17" fmla="*/ 78571 w 143177"/>
                <a:gd name="csY17" fmla="*/ 35139 h 165098"/>
                <a:gd name="csX18" fmla="*/ 41542 w 143177"/>
                <a:gd name="csY18" fmla="*/ 35139 h 165098"/>
                <a:gd name="csX19" fmla="*/ 41542 w 143177"/>
                <a:gd name="csY19" fmla="*/ 66980 h 165098"/>
                <a:gd name="csX20" fmla="*/ 79509 w 143177"/>
                <a:gd name="csY20" fmla="*/ 66980 h 165098"/>
                <a:gd name="csX21" fmla="*/ 83524 w 143177"/>
                <a:gd name="csY21" fmla="*/ 129960 h 165098"/>
                <a:gd name="csX22" fmla="*/ 96257 w 143177"/>
                <a:gd name="csY22" fmla="*/ 125945 h 165098"/>
                <a:gd name="csX23" fmla="*/ 100741 w 143177"/>
                <a:gd name="csY23" fmla="*/ 114149 h 165098"/>
                <a:gd name="csX24" fmla="*/ 96140 w 143177"/>
                <a:gd name="csY24" fmla="*/ 102588 h 165098"/>
                <a:gd name="csX25" fmla="*/ 83055 w 143177"/>
                <a:gd name="csY25" fmla="*/ 98573 h 165098"/>
                <a:gd name="csX26" fmla="*/ 41542 w 143177"/>
                <a:gd name="csY26" fmla="*/ 98573 h 165098"/>
                <a:gd name="csX27" fmla="*/ 41542 w 143177"/>
                <a:gd name="csY27" fmla="*/ 129945 h 165098"/>
                <a:gd name="csX28" fmla="*/ 83524 w 143177"/>
                <a:gd name="csY28" fmla="*/ 129945 h 16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43177" h="165098">
                  <a:moveTo>
                    <a:pt x="15" y="0"/>
                  </a:moveTo>
                  <a:lnTo>
                    <a:pt x="85634" y="0"/>
                  </a:lnTo>
                  <a:cubicBezTo>
                    <a:pt x="102148" y="0"/>
                    <a:pt x="114838" y="3898"/>
                    <a:pt x="123732" y="11679"/>
                  </a:cubicBezTo>
                  <a:cubicBezTo>
                    <a:pt x="132612" y="19460"/>
                    <a:pt x="137052" y="30200"/>
                    <a:pt x="137052" y="43872"/>
                  </a:cubicBezTo>
                  <a:cubicBezTo>
                    <a:pt x="137052" y="53148"/>
                    <a:pt x="134810" y="61016"/>
                    <a:pt x="130326" y="67464"/>
                  </a:cubicBezTo>
                  <a:cubicBezTo>
                    <a:pt x="125842" y="73911"/>
                    <a:pt x="119600" y="78322"/>
                    <a:pt x="111570" y="80681"/>
                  </a:cubicBezTo>
                  <a:lnTo>
                    <a:pt x="111570" y="81619"/>
                  </a:lnTo>
                  <a:cubicBezTo>
                    <a:pt x="121637" y="83817"/>
                    <a:pt x="129418" y="88271"/>
                    <a:pt x="134928" y="94939"/>
                  </a:cubicBezTo>
                  <a:cubicBezTo>
                    <a:pt x="140423" y="101621"/>
                    <a:pt x="143177" y="110002"/>
                    <a:pt x="143177" y="120054"/>
                  </a:cubicBezTo>
                  <a:cubicBezTo>
                    <a:pt x="143177" y="133887"/>
                    <a:pt x="138693" y="144862"/>
                    <a:pt x="129726" y="152951"/>
                  </a:cubicBezTo>
                  <a:cubicBezTo>
                    <a:pt x="120758" y="161054"/>
                    <a:pt x="108259" y="165099"/>
                    <a:pt x="92228" y="165099"/>
                  </a:cubicBezTo>
                  <a:lnTo>
                    <a:pt x="0" y="165099"/>
                  </a:lnTo>
                  <a:lnTo>
                    <a:pt x="0" y="0"/>
                  </a:lnTo>
                  <a:close/>
                  <a:moveTo>
                    <a:pt x="79509" y="66995"/>
                  </a:moveTo>
                  <a:cubicBezTo>
                    <a:pt x="84696" y="66995"/>
                    <a:pt x="88784" y="65617"/>
                    <a:pt x="91774" y="62863"/>
                  </a:cubicBezTo>
                  <a:cubicBezTo>
                    <a:pt x="94763" y="60122"/>
                    <a:pt x="96257" y="56137"/>
                    <a:pt x="96257" y="50950"/>
                  </a:cubicBezTo>
                  <a:cubicBezTo>
                    <a:pt x="96257" y="45762"/>
                    <a:pt x="94719" y="42026"/>
                    <a:pt x="91656" y="39271"/>
                  </a:cubicBezTo>
                  <a:cubicBezTo>
                    <a:pt x="88594" y="36516"/>
                    <a:pt x="84227" y="35139"/>
                    <a:pt x="78571" y="35139"/>
                  </a:cubicBezTo>
                  <a:lnTo>
                    <a:pt x="41542" y="35139"/>
                  </a:lnTo>
                  <a:lnTo>
                    <a:pt x="41542" y="66980"/>
                  </a:lnTo>
                  <a:lnTo>
                    <a:pt x="79509" y="66980"/>
                  </a:lnTo>
                  <a:close/>
                  <a:moveTo>
                    <a:pt x="83524" y="129960"/>
                  </a:moveTo>
                  <a:cubicBezTo>
                    <a:pt x="89019" y="129960"/>
                    <a:pt x="93268" y="128627"/>
                    <a:pt x="96257" y="125945"/>
                  </a:cubicBezTo>
                  <a:cubicBezTo>
                    <a:pt x="99247" y="123278"/>
                    <a:pt x="100741" y="119336"/>
                    <a:pt x="100741" y="114149"/>
                  </a:cubicBezTo>
                  <a:cubicBezTo>
                    <a:pt x="100741" y="108962"/>
                    <a:pt x="99203" y="105269"/>
                    <a:pt x="96140" y="102588"/>
                  </a:cubicBezTo>
                  <a:cubicBezTo>
                    <a:pt x="93078" y="99921"/>
                    <a:pt x="88711" y="98573"/>
                    <a:pt x="83055" y="98573"/>
                  </a:cubicBezTo>
                  <a:lnTo>
                    <a:pt x="41542" y="98573"/>
                  </a:lnTo>
                  <a:lnTo>
                    <a:pt x="41542" y="129945"/>
                  </a:lnTo>
                  <a:lnTo>
                    <a:pt x="83524" y="129945"/>
                  </a:ln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DD56372-C935-F4BF-A8B7-290CF700D911}"/>
                </a:ext>
              </a:extLst>
            </p:cNvPr>
            <p:cNvSpPr/>
            <p:nvPr/>
          </p:nvSpPr>
          <p:spPr>
            <a:xfrm>
              <a:off x="399759" y="578447"/>
              <a:ext cx="46553" cy="164160"/>
            </a:xfrm>
            <a:custGeom>
              <a:avLst/>
              <a:gdLst>
                <a:gd name="csX0" fmla="*/ 28457 w 46553"/>
                <a:gd name="csY0" fmla="*/ 0 h 164160"/>
                <a:gd name="csX1" fmla="*/ 0 w 46553"/>
                <a:gd name="csY1" fmla="*/ 164161 h 164160"/>
                <a:gd name="csX2" fmla="*/ 18097 w 46553"/>
                <a:gd name="csY2" fmla="*/ 164161 h 164160"/>
                <a:gd name="csX3" fmla="*/ 46554 w 46553"/>
                <a:gd name="csY3" fmla="*/ 0 h 164160"/>
                <a:gd name="csX4" fmla="*/ 28457 w 46553"/>
                <a:gd name="csY4" fmla="*/ 0 h 16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6553" h="164160">
                  <a:moveTo>
                    <a:pt x="28457" y="0"/>
                  </a:moveTo>
                  <a:lnTo>
                    <a:pt x="0" y="164161"/>
                  </a:lnTo>
                  <a:lnTo>
                    <a:pt x="18097" y="164161"/>
                  </a:lnTo>
                  <a:lnTo>
                    <a:pt x="46554" y="0"/>
                  </a:lnTo>
                  <a:lnTo>
                    <a:pt x="28457" y="0"/>
                  </a:lnTo>
                  <a:close/>
                </a:path>
              </a:pathLst>
            </a:custGeom>
            <a:grpFill/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B6DBB33-E94F-E84D-7022-C7CAF8EFD2EE}"/>
                </a:ext>
              </a:extLst>
            </p:cNvPr>
            <p:cNvSpPr/>
            <p:nvPr/>
          </p:nvSpPr>
          <p:spPr>
            <a:xfrm>
              <a:off x="367361" y="578447"/>
              <a:ext cx="46553" cy="164160"/>
            </a:xfrm>
            <a:custGeom>
              <a:avLst/>
              <a:gdLst>
                <a:gd name="csX0" fmla="*/ 28471 w 46553"/>
                <a:gd name="csY0" fmla="*/ 0 h 164160"/>
                <a:gd name="csX1" fmla="*/ 0 w 46553"/>
                <a:gd name="csY1" fmla="*/ 164161 h 164160"/>
                <a:gd name="csX2" fmla="*/ 18097 w 46553"/>
                <a:gd name="csY2" fmla="*/ 164161 h 164160"/>
                <a:gd name="csX3" fmla="*/ 46554 w 46553"/>
                <a:gd name="csY3" fmla="*/ 0 h 164160"/>
                <a:gd name="csX4" fmla="*/ 28471 w 46553"/>
                <a:gd name="csY4" fmla="*/ 0 h 16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6553" h="164160">
                  <a:moveTo>
                    <a:pt x="28471" y="0"/>
                  </a:moveTo>
                  <a:lnTo>
                    <a:pt x="0" y="164161"/>
                  </a:lnTo>
                  <a:lnTo>
                    <a:pt x="18097" y="164161"/>
                  </a:lnTo>
                  <a:lnTo>
                    <a:pt x="46554" y="0"/>
                  </a:lnTo>
                  <a:lnTo>
                    <a:pt x="28471" y="0"/>
                  </a:lnTo>
                  <a:close/>
                </a:path>
              </a:pathLst>
            </a:custGeom>
            <a:grpFill/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05FC570-6C74-98B3-C218-C824C6B41DD2}"/>
                </a:ext>
              </a:extLst>
            </p:cNvPr>
            <p:cNvSpPr/>
            <p:nvPr/>
          </p:nvSpPr>
          <p:spPr>
            <a:xfrm>
              <a:off x="334963" y="578447"/>
              <a:ext cx="46568" cy="164160"/>
            </a:xfrm>
            <a:custGeom>
              <a:avLst/>
              <a:gdLst>
                <a:gd name="csX0" fmla="*/ 28471 w 46568"/>
                <a:gd name="csY0" fmla="*/ 0 h 164160"/>
                <a:gd name="csX1" fmla="*/ 0 w 46568"/>
                <a:gd name="csY1" fmla="*/ 164161 h 164160"/>
                <a:gd name="csX2" fmla="*/ 18097 w 46568"/>
                <a:gd name="csY2" fmla="*/ 164161 h 164160"/>
                <a:gd name="csX3" fmla="*/ 46568 w 46568"/>
                <a:gd name="csY3" fmla="*/ 0 h 164160"/>
                <a:gd name="csX4" fmla="*/ 28471 w 46568"/>
                <a:gd name="csY4" fmla="*/ 0 h 16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6568" h="164160">
                  <a:moveTo>
                    <a:pt x="28471" y="0"/>
                  </a:moveTo>
                  <a:lnTo>
                    <a:pt x="0" y="164161"/>
                  </a:lnTo>
                  <a:lnTo>
                    <a:pt x="18097" y="164161"/>
                  </a:lnTo>
                  <a:lnTo>
                    <a:pt x="46568" y="0"/>
                  </a:lnTo>
                  <a:lnTo>
                    <a:pt x="28471" y="0"/>
                  </a:lnTo>
                  <a:close/>
                </a:path>
              </a:pathLst>
            </a:custGeom>
            <a:grpFill/>
            <a:ln w="1460" cap="flat">
              <a:noFill/>
              <a:prstDash val="solid"/>
              <a:miter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8" name="Retângulo 4">
            <a:extLst>
              <a:ext uri="{FF2B5EF4-FFF2-40B4-BE49-F238E27FC236}">
                <a16:creationId xmlns:a16="http://schemas.microsoft.com/office/drawing/2014/main" id="{17143915-178E-82A2-0176-C86185D9C743}"/>
              </a:ext>
            </a:extLst>
          </p:cNvPr>
          <p:cNvSpPr/>
          <p:nvPr/>
        </p:nvSpPr>
        <p:spPr>
          <a:xfrm>
            <a:off x="1768987" y="2542753"/>
            <a:ext cx="1129265" cy="3619913"/>
          </a:xfrm>
          <a:prstGeom prst="rect">
            <a:avLst/>
          </a:prstGeom>
          <a:solidFill>
            <a:srgbClr val="FFFFFF">
              <a:lumMod val="95000"/>
            </a:srgbClr>
          </a:solidFill>
          <a:ln w="19050" cap="flat" cmpd="sng" algn="ctr">
            <a:solidFill>
              <a:srgbClr val="FFFFFF">
                <a:lumMod val="8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9" name="TextBox 31">
            <a:extLst>
              <a:ext uri="{FF2B5EF4-FFF2-40B4-BE49-F238E27FC236}">
                <a16:creationId xmlns:a16="http://schemas.microsoft.com/office/drawing/2014/main" id="{DB5E01F7-B06B-48F0-396A-74F223423370}"/>
              </a:ext>
            </a:extLst>
          </p:cNvPr>
          <p:cNvSpPr txBox="1"/>
          <p:nvPr/>
        </p:nvSpPr>
        <p:spPr>
          <a:xfrm>
            <a:off x="1910945" y="2598488"/>
            <a:ext cx="845347" cy="1923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2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</a:rPr>
              <a:t>Alocação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C8D4014-0371-7A12-3EC6-0ADB7A958F75}"/>
              </a:ext>
            </a:extLst>
          </p:cNvPr>
          <p:cNvGrpSpPr/>
          <p:nvPr/>
        </p:nvGrpSpPr>
        <p:grpSpPr>
          <a:xfrm>
            <a:off x="334962" y="4072916"/>
            <a:ext cx="2589213" cy="425026"/>
            <a:chOff x="334962" y="4114275"/>
            <a:chExt cx="2589213" cy="425026"/>
          </a:xfrm>
        </p:grpSpPr>
        <p:sp>
          <p:nvSpPr>
            <p:cNvPr id="110" name="Retângulo 10">
              <a:extLst>
                <a:ext uri="{FF2B5EF4-FFF2-40B4-BE49-F238E27FC236}">
                  <a16:creationId xmlns:a16="http://schemas.microsoft.com/office/drawing/2014/main" id="{9D1AAE80-9CBC-C46A-0D05-14C3B1E4A0D3}"/>
                </a:ext>
              </a:extLst>
            </p:cNvPr>
            <p:cNvSpPr/>
            <p:nvPr/>
          </p:nvSpPr>
          <p:spPr>
            <a:xfrm>
              <a:off x="489358" y="4120154"/>
              <a:ext cx="2434817" cy="419147"/>
            </a:xfrm>
            <a:prstGeom prst="rect">
              <a:avLst/>
            </a:prstGeom>
            <a:solidFill>
              <a:srgbClr val="637881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CRIs</a:t>
              </a:r>
            </a:p>
          </p:txBody>
        </p:sp>
        <p:sp>
          <p:nvSpPr>
            <p:cNvPr id="111" name="CaixaDeTexto 15">
              <a:extLst>
                <a:ext uri="{FF2B5EF4-FFF2-40B4-BE49-F238E27FC236}">
                  <a16:creationId xmlns:a16="http://schemas.microsoft.com/office/drawing/2014/main" id="{9A9F1D76-5326-908F-9BEF-6BBDD7025EE9}"/>
                </a:ext>
              </a:extLst>
            </p:cNvPr>
            <p:cNvSpPr txBox="1"/>
            <p:nvPr/>
          </p:nvSpPr>
          <p:spPr>
            <a:xfrm>
              <a:off x="1999567" y="4204761"/>
              <a:ext cx="6928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ExtraBold" panose="020B0903020204030204" pitchFamily="34" charset="0"/>
                  <a:ea typeface="Versos Light"/>
                  <a:cs typeface="Versos Light"/>
                  <a:sym typeface="Arial"/>
                </a:rPr>
                <a:t>23,0%</a:t>
              </a:r>
              <a:endPara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ExtraBold" panose="020B0903020204030204" pitchFamily="34" charset="0"/>
              </a:endParaRPr>
            </a:p>
          </p:txBody>
        </p:sp>
        <p:sp>
          <p:nvSpPr>
            <p:cNvPr id="112" name="Retângulo 25">
              <a:extLst>
                <a:ext uri="{FF2B5EF4-FFF2-40B4-BE49-F238E27FC236}">
                  <a16:creationId xmlns:a16="http://schemas.microsoft.com/office/drawing/2014/main" id="{DF32EC2D-9DB9-B759-F47E-4F50A86CC256}"/>
                </a:ext>
              </a:extLst>
            </p:cNvPr>
            <p:cNvSpPr/>
            <p:nvPr/>
          </p:nvSpPr>
          <p:spPr>
            <a:xfrm>
              <a:off x="334962" y="4114275"/>
              <a:ext cx="152707" cy="419147"/>
            </a:xfrm>
            <a:prstGeom prst="rect">
              <a:avLst/>
            </a:prstGeom>
            <a:solidFill>
              <a:srgbClr val="637881"/>
            </a:solidFill>
            <a:ln w="19050" cap="flat" cmpd="sng" algn="ctr">
              <a:solidFill>
                <a:srgbClr val="637881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2409DD2-A989-F496-E78E-F3A00BE92C63}"/>
              </a:ext>
            </a:extLst>
          </p:cNvPr>
          <p:cNvGrpSpPr/>
          <p:nvPr/>
        </p:nvGrpSpPr>
        <p:grpSpPr>
          <a:xfrm>
            <a:off x="334962" y="2811805"/>
            <a:ext cx="2589212" cy="627078"/>
            <a:chOff x="334962" y="2811805"/>
            <a:chExt cx="2589212" cy="627078"/>
          </a:xfrm>
        </p:grpSpPr>
        <p:sp>
          <p:nvSpPr>
            <p:cNvPr id="113" name="Retângulo 11">
              <a:extLst>
                <a:ext uri="{FF2B5EF4-FFF2-40B4-BE49-F238E27FC236}">
                  <a16:creationId xmlns:a16="http://schemas.microsoft.com/office/drawing/2014/main" id="{D2B1DED5-38D9-73FA-A348-380F78574AB7}"/>
                </a:ext>
              </a:extLst>
            </p:cNvPr>
            <p:cNvSpPr/>
            <p:nvPr/>
          </p:nvSpPr>
          <p:spPr>
            <a:xfrm>
              <a:off x="489358" y="3019736"/>
              <a:ext cx="2434816" cy="419147"/>
            </a:xfrm>
            <a:prstGeom prst="rect">
              <a:avLst/>
            </a:prstGeom>
            <a:solidFill>
              <a:srgbClr val="92D3AB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1" i="0" u="none" strike="noStrike" kern="0" cap="none" spc="0" normalizeH="0" baseline="0" noProof="0">
                  <a:ln>
                    <a:noFill/>
                  </a:ln>
                  <a:solidFill>
                    <a:schemeClr val="accent2">
                      <a:lumMod val="25000"/>
                    </a:schemeClr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Crédito </a:t>
              </a:r>
              <a:br>
                <a:rPr kumimoji="0" lang="pt-BR" sz="1050" b="1" i="0" u="none" strike="noStrike" kern="0" cap="none" spc="0" normalizeH="0" baseline="0" noProof="0">
                  <a:ln>
                    <a:noFill/>
                  </a:ln>
                  <a:solidFill>
                    <a:schemeClr val="accent2">
                      <a:lumMod val="25000"/>
                    </a:schemeClr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1050" b="1" i="0" u="none" strike="noStrike" kern="0" cap="none" spc="0" normalizeH="0" baseline="0" noProof="0">
                  <a:ln>
                    <a:noFill/>
                  </a:ln>
                  <a:solidFill>
                    <a:schemeClr val="accent2">
                      <a:lumMod val="25000"/>
                    </a:schemeClr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High Grade</a:t>
              </a:r>
            </a:p>
          </p:txBody>
        </p:sp>
        <p:sp>
          <p:nvSpPr>
            <p:cNvPr id="114" name="CaixaDeTexto 16">
              <a:extLst>
                <a:ext uri="{FF2B5EF4-FFF2-40B4-BE49-F238E27FC236}">
                  <a16:creationId xmlns:a16="http://schemas.microsoft.com/office/drawing/2014/main" id="{6301CBBA-24D0-FAD0-2135-DF0AEA506D85}"/>
                </a:ext>
              </a:extLst>
            </p:cNvPr>
            <p:cNvSpPr txBox="1"/>
            <p:nvPr/>
          </p:nvSpPr>
          <p:spPr>
            <a:xfrm>
              <a:off x="1987065" y="3069606"/>
              <a:ext cx="69762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chemeClr val="accent2">
                      <a:lumMod val="25000"/>
                    </a:schemeClr>
                  </a:solidFill>
                  <a:effectLst/>
                  <a:uLnTx/>
                  <a:uFillTx/>
                  <a:latin typeface="Versos ExtraBold" panose="020B0903020204030204" pitchFamily="34" charset="0"/>
                  <a:ea typeface="Versos Light"/>
                  <a:cs typeface="Versos Light"/>
                  <a:sym typeface="Arial"/>
                </a:rPr>
                <a:t>43,6%</a:t>
              </a:r>
              <a:endParaRPr kumimoji="0" lang="pt-BR" sz="1200" b="0" i="0" u="none" strike="noStrike" kern="0" cap="none" spc="0" normalizeH="0" baseline="0" noProof="0">
                <a:ln>
                  <a:noFill/>
                </a:ln>
                <a:solidFill>
                  <a:schemeClr val="accent2">
                    <a:lumMod val="25000"/>
                  </a:schemeClr>
                </a:solidFill>
                <a:effectLst/>
                <a:uLnTx/>
                <a:uFillTx/>
                <a:latin typeface="Versos ExtraBold" panose="020B0903020204030204" pitchFamily="34" charset="0"/>
              </a:endParaRPr>
            </a:p>
          </p:txBody>
        </p:sp>
        <p:sp>
          <p:nvSpPr>
            <p:cNvPr id="115" name="Retângulo 24">
              <a:extLst>
                <a:ext uri="{FF2B5EF4-FFF2-40B4-BE49-F238E27FC236}">
                  <a16:creationId xmlns:a16="http://schemas.microsoft.com/office/drawing/2014/main" id="{D0BD3F11-875A-7500-AFDD-2E762D4DEE67}"/>
                </a:ext>
              </a:extLst>
            </p:cNvPr>
            <p:cNvSpPr/>
            <p:nvPr/>
          </p:nvSpPr>
          <p:spPr>
            <a:xfrm>
              <a:off x="334962" y="3015724"/>
              <a:ext cx="152707" cy="419147"/>
            </a:xfrm>
            <a:prstGeom prst="rect">
              <a:avLst/>
            </a:prstGeom>
            <a:solidFill>
              <a:srgbClr val="92D3AB"/>
            </a:solidFill>
            <a:ln w="19050" cap="flat" cmpd="sng" algn="ctr">
              <a:solidFill>
                <a:srgbClr val="92D3AB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8" name="TextBox 31">
              <a:extLst>
                <a:ext uri="{FF2B5EF4-FFF2-40B4-BE49-F238E27FC236}">
                  <a16:creationId xmlns:a16="http://schemas.microsoft.com/office/drawing/2014/main" id="{469C4399-376B-5C96-D300-7ABB4342BF25}"/>
                </a:ext>
              </a:extLst>
            </p:cNvPr>
            <p:cNvSpPr txBox="1"/>
            <p:nvPr/>
          </p:nvSpPr>
          <p:spPr>
            <a:xfrm>
              <a:off x="1831263" y="2811805"/>
              <a:ext cx="1038746" cy="10002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650" i="0" u="none" strike="noStrike" kern="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</a:rPr>
                <a:t>(% por patrimônio líquido)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6632FA5-A3FE-813A-B6EF-E1D1F115B13F}"/>
              </a:ext>
            </a:extLst>
          </p:cNvPr>
          <p:cNvGrpSpPr/>
          <p:nvPr/>
        </p:nvGrpSpPr>
        <p:grpSpPr>
          <a:xfrm>
            <a:off x="334962" y="3544138"/>
            <a:ext cx="2589213" cy="423523"/>
            <a:chOff x="334962" y="3554195"/>
            <a:chExt cx="2589213" cy="423523"/>
          </a:xfrm>
        </p:grpSpPr>
        <p:sp>
          <p:nvSpPr>
            <p:cNvPr id="106" name="Retângulo 9">
              <a:extLst>
                <a:ext uri="{FF2B5EF4-FFF2-40B4-BE49-F238E27FC236}">
                  <a16:creationId xmlns:a16="http://schemas.microsoft.com/office/drawing/2014/main" id="{3E15C3DF-0D93-1A2C-F530-AC7FD2BD57DF}"/>
                </a:ext>
              </a:extLst>
            </p:cNvPr>
            <p:cNvSpPr/>
            <p:nvPr/>
          </p:nvSpPr>
          <p:spPr>
            <a:xfrm>
              <a:off x="489358" y="3558571"/>
              <a:ext cx="2434817" cy="419147"/>
            </a:xfrm>
            <a:prstGeom prst="rect">
              <a:avLst/>
            </a:prstGeom>
            <a:solidFill>
              <a:srgbClr val="759DB4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FIIs </a:t>
              </a:r>
              <a:br>
                <a:rPr kumimoji="0" lang="pt-BR" sz="105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(via FIIs e </a:t>
              </a:r>
              <a:r>
                <a:rPr kumimoji="0" lang="pt-BR" sz="105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ETFs</a:t>
              </a:r>
              <a:r>
                <a:rPr kumimoji="0" lang="pt-BR" sz="105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)</a:t>
              </a:r>
            </a:p>
          </p:txBody>
        </p:sp>
        <p:sp>
          <p:nvSpPr>
            <p:cNvPr id="107" name="CaixaDeTexto 14">
              <a:extLst>
                <a:ext uri="{FF2B5EF4-FFF2-40B4-BE49-F238E27FC236}">
                  <a16:creationId xmlns:a16="http://schemas.microsoft.com/office/drawing/2014/main" id="{4E3333AD-CBD1-69F4-073F-5AD488B9BF18}"/>
                </a:ext>
              </a:extLst>
            </p:cNvPr>
            <p:cNvSpPr txBox="1"/>
            <p:nvPr/>
          </p:nvSpPr>
          <p:spPr>
            <a:xfrm>
              <a:off x="2024203" y="3627729"/>
              <a:ext cx="6527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ExtraBold" panose="020B0903020204030204" pitchFamily="34" charset="0"/>
                  <a:ea typeface="Versos Light"/>
                  <a:cs typeface="Versos Light"/>
                  <a:sym typeface="Arial"/>
                </a:rPr>
                <a:t>13,8%</a:t>
              </a:r>
              <a:endPara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ExtraBold" panose="020B0903020204030204" pitchFamily="34" charset="0"/>
              </a:endParaRPr>
            </a:p>
          </p:txBody>
        </p:sp>
        <p:sp>
          <p:nvSpPr>
            <p:cNvPr id="109" name="Retângulo 26">
              <a:extLst>
                <a:ext uri="{FF2B5EF4-FFF2-40B4-BE49-F238E27FC236}">
                  <a16:creationId xmlns:a16="http://schemas.microsoft.com/office/drawing/2014/main" id="{9A596D41-02CA-D9BE-D1EC-FE2B711DB988}"/>
                </a:ext>
              </a:extLst>
            </p:cNvPr>
            <p:cNvSpPr/>
            <p:nvPr/>
          </p:nvSpPr>
          <p:spPr>
            <a:xfrm>
              <a:off x="334962" y="3554195"/>
              <a:ext cx="152707" cy="419147"/>
            </a:xfrm>
            <a:prstGeom prst="rect">
              <a:avLst/>
            </a:prstGeom>
            <a:solidFill>
              <a:srgbClr val="759DB4"/>
            </a:solidFill>
            <a:ln w="19050" cap="flat" cmpd="sng" algn="ctr">
              <a:solidFill>
                <a:srgbClr val="E6EDF1">
                  <a:lumMod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39973B0-AF8D-D69E-1907-C80DEC110AD7}"/>
              </a:ext>
            </a:extLst>
          </p:cNvPr>
          <p:cNvGrpSpPr/>
          <p:nvPr/>
        </p:nvGrpSpPr>
        <p:grpSpPr>
          <a:xfrm>
            <a:off x="334962" y="5127599"/>
            <a:ext cx="2589213" cy="423522"/>
            <a:chOff x="334962" y="4625843"/>
            <a:chExt cx="2589213" cy="423522"/>
          </a:xfrm>
        </p:grpSpPr>
        <p:sp>
          <p:nvSpPr>
            <p:cNvPr id="99" name="Retângulo 3">
              <a:extLst>
                <a:ext uri="{FF2B5EF4-FFF2-40B4-BE49-F238E27FC236}">
                  <a16:creationId xmlns:a16="http://schemas.microsoft.com/office/drawing/2014/main" id="{603D2CB5-09DD-D761-2B37-21378C8733B5}"/>
                </a:ext>
              </a:extLst>
            </p:cNvPr>
            <p:cNvSpPr/>
            <p:nvPr/>
          </p:nvSpPr>
          <p:spPr>
            <a:xfrm>
              <a:off x="489358" y="4630218"/>
              <a:ext cx="2434817" cy="419147"/>
            </a:xfrm>
            <a:prstGeom prst="rect">
              <a:avLst/>
            </a:prstGeom>
            <a:solidFill>
              <a:srgbClr val="000000">
                <a:lumMod val="50000"/>
                <a:lumOff val="5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Investimento </a:t>
              </a:r>
              <a:br>
                <a:rPr kumimoji="0" lang="pt-BR" sz="10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</a:br>
              <a:r>
                <a:rPr kumimoji="0" lang="pt-BR" sz="10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no Exterior</a:t>
              </a:r>
              <a:endParaRPr kumimoji="0" lang="pt-BR" sz="105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  <a:sym typeface="Arial"/>
              </a:endParaRPr>
            </a:p>
          </p:txBody>
        </p:sp>
        <p:sp>
          <p:nvSpPr>
            <p:cNvPr id="100" name="Retângulo 22">
              <a:extLst>
                <a:ext uri="{FF2B5EF4-FFF2-40B4-BE49-F238E27FC236}">
                  <a16:creationId xmlns:a16="http://schemas.microsoft.com/office/drawing/2014/main" id="{35435602-C5F6-7968-D24A-EC09183152F9}"/>
                </a:ext>
              </a:extLst>
            </p:cNvPr>
            <p:cNvSpPr/>
            <p:nvPr/>
          </p:nvSpPr>
          <p:spPr>
            <a:xfrm>
              <a:off x="334962" y="4625843"/>
              <a:ext cx="152707" cy="419147"/>
            </a:xfrm>
            <a:prstGeom prst="rect">
              <a:avLst/>
            </a:prstGeom>
            <a:solidFill>
              <a:srgbClr val="000000">
                <a:lumMod val="50000"/>
                <a:lumOff val="50000"/>
              </a:srgbClr>
            </a:solidFill>
            <a:ln w="19050" cap="flat" cmpd="sng" algn="ctr">
              <a:solidFill>
                <a:srgbClr val="000000">
                  <a:lumMod val="75000"/>
                  <a:lumOff val="2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1" name="CaixaDeTexto 37">
              <a:extLst>
                <a:ext uri="{FF2B5EF4-FFF2-40B4-BE49-F238E27FC236}">
                  <a16:creationId xmlns:a16="http://schemas.microsoft.com/office/drawing/2014/main" id="{6BE53901-7333-DAC4-7F05-447385524F43}"/>
                </a:ext>
              </a:extLst>
            </p:cNvPr>
            <p:cNvSpPr txBox="1"/>
            <p:nvPr/>
          </p:nvSpPr>
          <p:spPr>
            <a:xfrm>
              <a:off x="2049269" y="4702976"/>
              <a:ext cx="5838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 ExtraBold" panose="020B0903020204030204" pitchFamily="34" charset="0"/>
                  <a:ea typeface="Versos Light"/>
                  <a:cs typeface="Versos Light"/>
                  <a:sym typeface="Arial"/>
                </a:rPr>
                <a:t>5,5%</a:t>
              </a:r>
              <a:endPara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 ExtraBold" panose="020B0903020204030204" pitchFamily="34" charset="0"/>
              </a:endParaRPr>
            </a:p>
          </p:txBody>
        </p:sp>
      </p:grpSp>
      <p:graphicFrame>
        <p:nvGraphicFramePr>
          <p:cNvPr id="116" name="Chart 115">
            <a:extLst>
              <a:ext uri="{FF2B5EF4-FFF2-40B4-BE49-F238E27FC236}">
                <a16:creationId xmlns:a16="http://schemas.microsoft.com/office/drawing/2014/main" id="{1BC76C89-C36D-43FE-A30B-6A41CE4988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370971"/>
              </p:ext>
            </p:extLst>
          </p:nvPr>
        </p:nvGraphicFramePr>
        <p:xfrm>
          <a:off x="3048390" y="4165988"/>
          <a:ext cx="6667940" cy="21155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7" name="Chart 116">
            <a:extLst>
              <a:ext uri="{FF2B5EF4-FFF2-40B4-BE49-F238E27FC236}">
                <a16:creationId xmlns:a16="http://schemas.microsoft.com/office/drawing/2014/main" id="{B4CC4B79-1BC7-4FAD-BD5C-EF696F9EB7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7967228"/>
              </p:ext>
            </p:extLst>
          </p:nvPr>
        </p:nvGraphicFramePr>
        <p:xfrm>
          <a:off x="9915840" y="4193147"/>
          <a:ext cx="1941198" cy="2115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8" name="Rectangle 117">
            <a:extLst>
              <a:ext uri="{FF2B5EF4-FFF2-40B4-BE49-F238E27FC236}">
                <a16:creationId xmlns:a16="http://schemas.microsoft.com/office/drawing/2014/main" id="{93EAE065-39EA-4CC9-E1BD-11031E42824E}"/>
              </a:ext>
            </a:extLst>
          </p:cNvPr>
          <p:cNvSpPr/>
          <p:nvPr/>
        </p:nvSpPr>
        <p:spPr>
          <a:xfrm>
            <a:off x="3099073" y="5189673"/>
            <a:ext cx="749694" cy="2495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109,3%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76A9579-26E1-97E4-4B19-7B1D605472BA}"/>
              </a:ext>
            </a:extLst>
          </p:cNvPr>
          <p:cNvSpPr/>
          <p:nvPr/>
        </p:nvSpPr>
        <p:spPr>
          <a:xfrm>
            <a:off x="3899450" y="5370600"/>
            <a:ext cx="749694" cy="2495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78,2%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6F5E1896-7843-AAC6-A163-B8650455D3FC}"/>
              </a:ext>
            </a:extLst>
          </p:cNvPr>
          <p:cNvSpPr/>
          <p:nvPr/>
        </p:nvSpPr>
        <p:spPr>
          <a:xfrm>
            <a:off x="4728582" y="5615201"/>
            <a:ext cx="749694" cy="2495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30,2%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A4017C0B-790A-AA61-FA11-C39296F29DD6}"/>
              </a:ext>
            </a:extLst>
          </p:cNvPr>
          <p:cNvSpPr/>
          <p:nvPr/>
        </p:nvSpPr>
        <p:spPr>
          <a:xfrm>
            <a:off x="5579642" y="5365624"/>
            <a:ext cx="749694" cy="2495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83,7%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1B4A648E-B899-E50E-94C9-CBD788F4579A}"/>
              </a:ext>
            </a:extLst>
          </p:cNvPr>
          <p:cNvSpPr/>
          <p:nvPr/>
        </p:nvSpPr>
        <p:spPr>
          <a:xfrm>
            <a:off x="10019445" y="5458357"/>
            <a:ext cx="807136" cy="21545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76,6% </a:t>
            </a: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1BB5AD9-D0B8-E89E-FD79-A51246796A52}"/>
              </a:ext>
            </a:extLst>
          </p:cNvPr>
          <p:cNvSpPr/>
          <p:nvPr/>
        </p:nvSpPr>
        <p:spPr>
          <a:xfrm>
            <a:off x="10983418" y="5618277"/>
            <a:ext cx="808683" cy="19846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64,4% </a:t>
            </a: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191E0F-C910-1329-B880-FDCDF469323E}"/>
              </a:ext>
            </a:extLst>
          </p:cNvPr>
          <p:cNvSpPr/>
          <p:nvPr/>
        </p:nvSpPr>
        <p:spPr>
          <a:xfrm>
            <a:off x="6453551" y="5615201"/>
            <a:ext cx="749694" cy="2495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26,8%</a:t>
            </a:r>
            <a:b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96650BC-87F4-196C-EAB2-BC58F6E06833}"/>
              </a:ext>
            </a:extLst>
          </p:cNvPr>
          <p:cNvGrpSpPr/>
          <p:nvPr/>
        </p:nvGrpSpPr>
        <p:grpSpPr>
          <a:xfrm>
            <a:off x="334962" y="5656377"/>
            <a:ext cx="2589212" cy="430763"/>
            <a:chOff x="334962" y="5656377"/>
            <a:chExt cx="2589212" cy="430763"/>
          </a:xfrm>
        </p:grpSpPr>
        <p:sp>
          <p:nvSpPr>
            <p:cNvPr id="6" name="Retângulo 13">
              <a:extLst>
                <a:ext uri="{FF2B5EF4-FFF2-40B4-BE49-F238E27FC236}">
                  <a16:creationId xmlns:a16="http://schemas.microsoft.com/office/drawing/2014/main" id="{B9BAA0E6-5FFD-2A62-0FB6-E714851ECB55}"/>
                </a:ext>
              </a:extLst>
            </p:cNvPr>
            <p:cNvSpPr/>
            <p:nvPr/>
          </p:nvSpPr>
          <p:spPr>
            <a:xfrm>
              <a:off x="489358" y="5667993"/>
              <a:ext cx="2434816" cy="419147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1" i="0" u="none" strike="noStrike" kern="0" cap="none" spc="0" normalizeH="0" baseline="0" noProof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</a:rPr>
                <a:t>Caixa</a:t>
              </a:r>
            </a:p>
          </p:txBody>
        </p:sp>
        <p:sp>
          <p:nvSpPr>
            <p:cNvPr id="8" name="CaixaDeTexto 19">
              <a:extLst>
                <a:ext uri="{FF2B5EF4-FFF2-40B4-BE49-F238E27FC236}">
                  <a16:creationId xmlns:a16="http://schemas.microsoft.com/office/drawing/2014/main" id="{EC32B5FB-73E6-6AB7-539C-66D27DFEA32C}"/>
                </a:ext>
              </a:extLst>
            </p:cNvPr>
            <p:cNvSpPr txBox="1"/>
            <p:nvPr/>
          </p:nvSpPr>
          <p:spPr>
            <a:xfrm>
              <a:off x="2042508" y="5747117"/>
              <a:ext cx="5966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rgbClr val="0D0D0D"/>
                  </a:solidFill>
                  <a:effectLst/>
                  <a:uLnTx/>
                  <a:uFillTx/>
                  <a:latin typeface="Versos ExtraBold" panose="020B0903020204030204" pitchFamily="34" charset="0"/>
                  <a:ea typeface="Versos Light"/>
                  <a:cs typeface="Versos Light"/>
                  <a:sym typeface="Arial"/>
                </a:rPr>
                <a:t>9,4%</a:t>
              </a:r>
              <a:endPara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Versos ExtraBold" panose="020B0903020204030204" pitchFamily="34" charset="0"/>
              </a:endParaRPr>
            </a:p>
          </p:txBody>
        </p:sp>
        <p:sp>
          <p:nvSpPr>
            <p:cNvPr id="9" name="Retângulo 34">
              <a:extLst>
                <a:ext uri="{FF2B5EF4-FFF2-40B4-BE49-F238E27FC236}">
                  <a16:creationId xmlns:a16="http://schemas.microsoft.com/office/drawing/2014/main" id="{5F7BC4EE-5BAE-3645-230A-9FD2C2D94B52}"/>
                </a:ext>
              </a:extLst>
            </p:cNvPr>
            <p:cNvSpPr/>
            <p:nvPr/>
          </p:nvSpPr>
          <p:spPr>
            <a:xfrm>
              <a:off x="334962" y="5656377"/>
              <a:ext cx="152707" cy="419147"/>
            </a:xfrm>
            <a:prstGeom prst="rect">
              <a:avLst/>
            </a:prstGeom>
            <a:solidFill>
              <a:srgbClr val="BFBFBF"/>
            </a:solidFill>
            <a:ln w="19050" cap="flat" cmpd="sng" algn="ctr">
              <a:solidFill>
                <a:srgbClr val="FFFFFF">
                  <a:lumMod val="6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BA8E5EF7-3D48-5B86-0F5B-8372619F4A22}"/>
              </a:ext>
            </a:extLst>
          </p:cNvPr>
          <p:cNvGrpSpPr/>
          <p:nvPr/>
        </p:nvGrpSpPr>
        <p:grpSpPr>
          <a:xfrm>
            <a:off x="340660" y="4603197"/>
            <a:ext cx="2583515" cy="419147"/>
            <a:chOff x="340660" y="5125457"/>
            <a:chExt cx="2583515" cy="419147"/>
          </a:xfrm>
        </p:grpSpPr>
        <p:sp>
          <p:nvSpPr>
            <p:cNvPr id="137" name="Retângulo 30">
              <a:extLst>
                <a:ext uri="{FF2B5EF4-FFF2-40B4-BE49-F238E27FC236}">
                  <a16:creationId xmlns:a16="http://schemas.microsoft.com/office/drawing/2014/main" id="{896E1C22-DACB-F6BB-BFA6-CDE074904BAD}"/>
                </a:ext>
              </a:extLst>
            </p:cNvPr>
            <p:cNvSpPr/>
            <p:nvPr/>
          </p:nvSpPr>
          <p:spPr>
            <a:xfrm>
              <a:off x="489358" y="5125457"/>
              <a:ext cx="2434817" cy="419147"/>
            </a:xfrm>
            <a:prstGeom prst="rect">
              <a:avLst/>
            </a:prstGeom>
            <a:solidFill>
              <a:srgbClr val="ABC6CD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05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+mn-cs"/>
                  <a:sym typeface="Arial"/>
                </a:rPr>
                <a:t>Ações</a:t>
              </a:r>
            </a:p>
          </p:txBody>
        </p:sp>
        <p:sp>
          <p:nvSpPr>
            <p:cNvPr id="138" name="Retângulo 33">
              <a:extLst>
                <a:ext uri="{FF2B5EF4-FFF2-40B4-BE49-F238E27FC236}">
                  <a16:creationId xmlns:a16="http://schemas.microsoft.com/office/drawing/2014/main" id="{279EADDA-C14F-56B2-3952-4E9AC209D2CB}"/>
                </a:ext>
              </a:extLst>
            </p:cNvPr>
            <p:cNvSpPr/>
            <p:nvPr/>
          </p:nvSpPr>
          <p:spPr>
            <a:xfrm>
              <a:off x="340660" y="5125457"/>
              <a:ext cx="152707" cy="419147"/>
            </a:xfrm>
            <a:prstGeom prst="rect">
              <a:avLst/>
            </a:prstGeom>
            <a:solidFill>
              <a:srgbClr val="ABC6CD"/>
            </a:solidFill>
            <a:ln w="19050" cap="flat" cmpd="sng" algn="ctr">
              <a:solidFill>
                <a:schemeClr val="bg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9" name="CaixaDeTexto 38">
              <a:extLst>
                <a:ext uri="{FF2B5EF4-FFF2-40B4-BE49-F238E27FC236}">
                  <a16:creationId xmlns:a16="http://schemas.microsoft.com/office/drawing/2014/main" id="{49EC6AE0-D956-BE2D-98D7-0AE5D7D8689C}"/>
                </a:ext>
              </a:extLst>
            </p:cNvPr>
            <p:cNvSpPr txBox="1"/>
            <p:nvPr/>
          </p:nvSpPr>
          <p:spPr>
            <a:xfrm>
              <a:off x="2047319" y="5207393"/>
              <a:ext cx="5870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200" b="0" i="0" u="none" strike="noStrike" kern="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Versos ExtraBold" panose="020B0903020204030204" pitchFamily="34" charset="0"/>
                  <a:ea typeface="Versos Light"/>
                  <a:cs typeface="Versos Light"/>
                  <a:sym typeface="Arial"/>
                </a:rPr>
                <a:t>4,7%</a:t>
              </a:r>
              <a:endParaRPr kumimoji="0" lang="pt-BR" sz="12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Versos ExtraBold" panose="020B0903020204030204" pitchFamily="34" charset="0"/>
              </a:endParaRPr>
            </a:p>
          </p:txBody>
        </p:sp>
      </p:grpSp>
      <p:sp>
        <p:nvSpPr>
          <p:cNvPr id="140" name="Rectangle 139">
            <a:extLst>
              <a:ext uri="{FF2B5EF4-FFF2-40B4-BE49-F238E27FC236}">
                <a16:creationId xmlns:a16="http://schemas.microsoft.com/office/drawing/2014/main" id="{15CBABD9-344E-5BA5-C986-20E74B60D9AC}"/>
              </a:ext>
            </a:extLst>
          </p:cNvPr>
          <p:cNvSpPr/>
          <p:nvPr/>
        </p:nvSpPr>
        <p:spPr>
          <a:xfrm>
            <a:off x="7253928" y="5365624"/>
            <a:ext cx="749694" cy="2495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64,5%</a:t>
            </a:r>
            <a:b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5" name="Rectangle 139">
            <a:extLst>
              <a:ext uri="{FF2B5EF4-FFF2-40B4-BE49-F238E27FC236}">
                <a16:creationId xmlns:a16="http://schemas.microsoft.com/office/drawing/2014/main" id="{2201D16B-F6A0-1EC9-8199-C592FABF8860}"/>
              </a:ext>
            </a:extLst>
          </p:cNvPr>
          <p:cNvSpPr/>
          <p:nvPr/>
        </p:nvSpPr>
        <p:spPr>
          <a:xfrm>
            <a:off x="8054305" y="5519831"/>
            <a:ext cx="749694" cy="2495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800">
                <a:solidFill>
                  <a:srgbClr val="FFFFFF"/>
                </a:solidFill>
                <a:latin typeface="Versos" panose="020B0503020204030204" pitchFamily="34" charset="0"/>
              </a:rPr>
              <a:t>46,8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%</a:t>
            </a:r>
            <a:b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  <p:sp>
        <p:nvSpPr>
          <p:cNvPr id="36" name="Rectangle 139">
            <a:extLst>
              <a:ext uri="{FF2B5EF4-FFF2-40B4-BE49-F238E27FC236}">
                <a16:creationId xmlns:a16="http://schemas.microsoft.com/office/drawing/2014/main" id="{5BA021BF-712B-6618-835B-5A642AFDEFFF}"/>
              </a:ext>
            </a:extLst>
          </p:cNvPr>
          <p:cNvSpPr/>
          <p:nvPr/>
        </p:nvSpPr>
        <p:spPr>
          <a:xfrm>
            <a:off x="8912012" y="5314461"/>
            <a:ext cx="749694" cy="2495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86,6%</a:t>
            </a:r>
            <a:b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</a:br>
            <a:r>
              <a:rPr kumimoji="0" lang="pt-BR" sz="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cs typeface="+mn-cs"/>
              </a:rPr>
              <a:t>CDI</a:t>
            </a:r>
          </a:p>
        </p:txBody>
      </p:sp>
    </p:spTree>
    <p:extLst>
      <p:ext uri="{BB962C8B-B14F-4D97-AF65-F5344CB8AC3E}">
        <p14:creationId xmlns:p14="http://schemas.microsoft.com/office/powerpoint/2010/main" val="17446444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4363F-D21B-574D-9A00-BEF9EF11D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88B2609-26E8-320A-29C7-1E5E69CF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48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04A415C-2E72-F720-5816-A9EB12081759}"/>
              </a:ext>
            </a:extLst>
          </p:cNvPr>
          <p:cNvGrpSpPr/>
          <p:nvPr/>
        </p:nvGrpSpPr>
        <p:grpSpPr>
          <a:xfrm>
            <a:off x="3097763" y="374109"/>
            <a:ext cx="7648843" cy="346860"/>
            <a:chOff x="3705692" y="374109"/>
            <a:chExt cx="7040914" cy="346860"/>
          </a:xfrm>
        </p:grpSpPr>
        <p:sp>
          <p:nvSpPr>
            <p:cNvPr id="10" name="CaixaDeTexto 4">
              <a:extLst>
                <a:ext uri="{FF2B5EF4-FFF2-40B4-BE49-F238E27FC236}">
                  <a16:creationId xmlns:a16="http://schemas.microsoft.com/office/drawing/2014/main" id="{F62823FA-367E-7CD4-1503-98386CE3D8B7}"/>
                </a:ext>
              </a:extLst>
            </p:cNvPr>
            <p:cNvSpPr txBox="1"/>
            <p:nvPr/>
          </p:nvSpPr>
          <p:spPr>
            <a:xfrm>
              <a:off x="8916524" y="374109"/>
              <a:ext cx="1830082" cy="34686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5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62.247.849/0001-11</a:t>
              </a:r>
            </a:p>
          </p:txBody>
        </p:sp>
        <p:sp>
          <p:nvSpPr>
            <p:cNvPr id="11" name="CaixaDeTexto 4">
              <a:extLst>
                <a:ext uri="{FF2B5EF4-FFF2-40B4-BE49-F238E27FC236}">
                  <a16:creationId xmlns:a16="http://schemas.microsoft.com/office/drawing/2014/main" id="{065F1C70-6924-C4C8-2A8F-28851FAB07D8}"/>
                </a:ext>
              </a:extLst>
            </p:cNvPr>
            <p:cNvSpPr txBox="1"/>
            <p:nvPr/>
          </p:nvSpPr>
          <p:spPr>
            <a:xfrm>
              <a:off x="3705692" y="374109"/>
              <a:ext cx="5063042" cy="346860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 wrap="squar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0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BRADESCO TIVIO IMOBILIÁRIO PGBL VGBL FIF CLASSE FIM CP RL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0EFE971-93F4-8DA4-BFA3-4A5B133AAA56}"/>
              </a:ext>
            </a:extLst>
          </p:cNvPr>
          <p:cNvGrpSpPr/>
          <p:nvPr/>
        </p:nvGrpSpPr>
        <p:grpSpPr>
          <a:xfrm>
            <a:off x="343036" y="457579"/>
            <a:ext cx="689952" cy="166030"/>
            <a:chOff x="343036" y="381170"/>
            <a:chExt cx="604302" cy="14541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7E09DD8-C166-0FF8-A2DE-60A751EC2D46}"/>
                </a:ext>
              </a:extLst>
            </p:cNvPr>
            <p:cNvSpPr/>
            <p:nvPr/>
          </p:nvSpPr>
          <p:spPr>
            <a:xfrm>
              <a:off x="343036" y="383207"/>
              <a:ext cx="115526" cy="141389"/>
            </a:xfrm>
            <a:custGeom>
              <a:avLst/>
              <a:gdLst>
                <a:gd name="csX0" fmla="*/ 48678 w 115526"/>
                <a:gd name="csY0" fmla="*/ 17159 h 141389"/>
                <a:gd name="csX1" fmla="*/ 0 w 115526"/>
                <a:gd name="csY1" fmla="*/ 17159 h 141389"/>
                <a:gd name="csX2" fmla="*/ 0 w 115526"/>
                <a:gd name="csY2" fmla="*/ 0 h 141389"/>
                <a:gd name="csX3" fmla="*/ 115527 w 115526"/>
                <a:gd name="csY3" fmla="*/ 0 h 141389"/>
                <a:gd name="csX4" fmla="*/ 115527 w 115526"/>
                <a:gd name="csY4" fmla="*/ 17174 h 141389"/>
                <a:gd name="csX5" fmla="*/ 66848 w 115526"/>
                <a:gd name="csY5" fmla="*/ 17174 h 141389"/>
                <a:gd name="csX6" fmla="*/ 66848 w 115526"/>
                <a:gd name="csY6" fmla="*/ 141390 h 141389"/>
                <a:gd name="csX7" fmla="*/ 48678 w 115526"/>
                <a:gd name="csY7" fmla="*/ 141390 h 141389"/>
                <a:gd name="csX8" fmla="*/ 48678 w 115526"/>
                <a:gd name="csY8" fmla="*/ 17159 h 1413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15526" h="141389">
                  <a:moveTo>
                    <a:pt x="48678" y="17159"/>
                  </a:moveTo>
                  <a:lnTo>
                    <a:pt x="0" y="17159"/>
                  </a:lnTo>
                  <a:lnTo>
                    <a:pt x="0" y="0"/>
                  </a:lnTo>
                  <a:lnTo>
                    <a:pt x="115527" y="0"/>
                  </a:lnTo>
                  <a:lnTo>
                    <a:pt x="115527" y="17174"/>
                  </a:lnTo>
                  <a:lnTo>
                    <a:pt x="66848" y="17174"/>
                  </a:lnTo>
                  <a:lnTo>
                    <a:pt x="66848" y="141390"/>
                  </a:lnTo>
                  <a:lnTo>
                    <a:pt x="48678" y="141390"/>
                  </a:lnTo>
                  <a:lnTo>
                    <a:pt x="48678" y="17159"/>
                  </a:ln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E094B95-C7AE-70A8-1D3D-AA8A84971A86}"/>
                </a:ext>
              </a:extLst>
            </p:cNvPr>
            <p:cNvSpPr/>
            <p:nvPr/>
          </p:nvSpPr>
          <p:spPr>
            <a:xfrm>
              <a:off x="475737" y="383207"/>
              <a:ext cx="83611" cy="141389"/>
            </a:xfrm>
            <a:custGeom>
              <a:avLst/>
              <a:gdLst>
                <a:gd name="csX0" fmla="*/ 0 w 83611"/>
                <a:gd name="csY0" fmla="*/ 124201 h 141389"/>
                <a:gd name="csX1" fmla="*/ 32721 w 83611"/>
                <a:gd name="csY1" fmla="*/ 124201 h 141389"/>
                <a:gd name="csX2" fmla="*/ 32721 w 83611"/>
                <a:gd name="csY2" fmla="*/ 17159 h 141389"/>
                <a:gd name="csX3" fmla="*/ 0 w 83611"/>
                <a:gd name="csY3" fmla="*/ 17159 h 141389"/>
                <a:gd name="csX4" fmla="*/ 0 w 83611"/>
                <a:gd name="csY4" fmla="*/ 0 h 141389"/>
                <a:gd name="csX5" fmla="*/ 83612 w 83611"/>
                <a:gd name="csY5" fmla="*/ 0 h 141389"/>
                <a:gd name="csX6" fmla="*/ 83612 w 83611"/>
                <a:gd name="csY6" fmla="*/ 17174 h 141389"/>
                <a:gd name="csX7" fmla="*/ 50891 w 83611"/>
                <a:gd name="csY7" fmla="*/ 17174 h 141389"/>
                <a:gd name="csX8" fmla="*/ 50891 w 83611"/>
                <a:gd name="csY8" fmla="*/ 124216 h 141389"/>
                <a:gd name="csX9" fmla="*/ 83612 w 83611"/>
                <a:gd name="csY9" fmla="*/ 124216 h 141389"/>
                <a:gd name="csX10" fmla="*/ 83612 w 83611"/>
                <a:gd name="csY10" fmla="*/ 141390 h 141389"/>
                <a:gd name="csX11" fmla="*/ 0 w 83611"/>
                <a:gd name="csY11" fmla="*/ 141390 h 141389"/>
                <a:gd name="csX12" fmla="*/ 0 w 83611"/>
                <a:gd name="csY12" fmla="*/ 124216 h 1413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83611" h="141389">
                  <a:moveTo>
                    <a:pt x="0" y="124201"/>
                  </a:moveTo>
                  <a:lnTo>
                    <a:pt x="32721" y="124201"/>
                  </a:lnTo>
                  <a:lnTo>
                    <a:pt x="32721" y="17159"/>
                  </a:lnTo>
                  <a:lnTo>
                    <a:pt x="0" y="17159"/>
                  </a:lnTo>
                  <a:lnTo>
                    <a:pt x="0" y="0"/>
                  </a:lnTo>
                  <a:lnTo>
                    <a:pt x="83612" y="0"/>
                  </a:lnTo>
                  <a:lnTo>
                    <a:pt x="83612" y="17174"/>
                  </a:lnTo>
                  <a:lnTo>
                    <a:pt x="50891" y="17174"/>
                  </a:lnTo>
                  <a:lnTo>
                    <a:pt x="50891" y="124216"/>
                  </a:lnTo>
                  <a:lnTo>
                    <a:pt x="83612" y="124216"/>
                  </a:lnTo>
                  <a:lnTo>
                    <a:pt x="83612" y="141390"/>
                  </a:lnTo>
                  <a:lnTo>
                    <a:pt x="0" y="141390"/>
                  </a:lnTo>
                  <a:lnTo>
                    <a:pt x="0" y="124216"/>
                  </a:ln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4D01EA-C4BE-DD4D-9864-904666023C7B}"/>
                </a:ext>
              </a:extLst>
            </p:cNvPr>
            <p:cNvSpPr/>
            <p:nvPr/>
          </p:nvSpPr>
          <p:spPr>
            <a:xfrm>
              <a:off x="574500" y="383207"/>
              <a:ext cx="128245" cy="141374"/>
            </a:xfrm>
            <a:custGeom>
              <a:avLst/>
              <a:gdLst>
                <a:gd name="csX0" fmla="*/ 0 w 128245"/>
                <a:gd name="csY0" fmla="*/ 0 h 141374"/>
                <a:gd name="csX1" fmla="*/ 20192 w 128245"/>
                <a:gd name="csY1" fmla="*/ 0 h 141374"/>
                <a:gd name="csX2" fmla="*/ 61602 w 128245"/>
                <a:gd name="csY2" fmla="*/ 126223 h 141374"/>
                <a:gd name="csX3" fmla="*/ 66848 w 128245"/>
                <a:gd name="csY3" fmla="*/ 126223 h 141374"/>
                <a:gd name="csX4" fmla="*/ 108053 w 128245"/>
                <a:gd name="csY4" fmla="*/ 0 h 141374"/>
                <a:gd name="csX5" fmla="*/ 128246 w 128245"/>
                <a:gd name="csY5" fmla="*/ 0 h 141374"/>
                <a:gd name="csX6" fmla="*/ 80373 w 128245"/>
                <a:gd name="csY6" fmla="*/ 141375 h 141374"/>
                <a:gd name="csX7" fmla="*/ 47858 w 128245"/>
                <a:gd name="csY7" fmla="*/ 141375 h 141374"/>
                <a:gd name="csX8" fmla="*/ 0 w 128245"/>
                <a:gd name="csY8" fmla="*/ 0 h 1413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8245" h="141374">
                  <a:moveTo>
                    <a:pt x="0" y="0"/>
                  </a:moveTo>
                  <a:lnTo>
                    <a:pt x="20192" y="0"/>
                  </a:lnTo>
                  <a:lnTo>
                    <a:pt x="61602" y="126223"/>
                  </a:lnTo>
                  <a:lnTo>
                    <a:pt x="66848" y="126223"/>
                  </a:lnTo>
                  <a:lnTo>
                    <a:pt x="108053" y="0"/>
                  </a:lnTo>
                  <a:lnTo>
                    <a:pt x="128246" y="0"/>
                  </a:lnTo>
                  <a:lnTo>
                    <a:pt x="80373" y="141375"/>
                  </a:lnTo>
                  <a:lnTo>
                    <a:pt x="47858" y="1413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AB7D83F-99A7-E104-44E9-E96C32059C33}"/>
                </a:ext>
              </a:extLst>
            </p:cNvPr>
            <p:cNvSpPr/>
            <p:nvPr/>
          </p:nvSpPr>
          <p:spPr>
            <a:xfrm>
              <a:off x="717897" y="383207"/>
              <a:ext cx="83611" cy="141389"/>
            </a:xfrm>
            <a:custGeom>
              <a:avLst/>
              <a:gdLst>
                <a:gd name="csX0" fmla="*/ 0 w 83611"/>
                <a:gd name="csY0" fmla="*/ 124201 h 141389"/>
                <a:gd name="csX1" fmla="*/ 32721 w 83611"/>
                <a:gd name="csY1" fmla="*/ 124201 h 141389"/>
                <a:gd name="csX2" fmla="*/ 32721 w 83611"/>
                <a:gd name="csY2" fmla="*/ 17159 h 141389"/>
                <a:gd name="csX3" fmla="*/ 0 w 83611"/>
                <a:gd name="csY3" fmla="*/ 17159 h 141389"/>
                <a:gd name="csX4" fmla="*/ 0 w 83611"/>
                <a:gd name="csY4" fmla="*/ 0 h 141389"/>
                <a:gd name="csX5" fmla="*/ 83612 w 83611"/>
                <a:gd name="csY5" fmla="*/ 0 h 141389"/>
                <a:gd name="csX6" fmla="*/ 83612 w 83611"/>
                <a:gd name="csY6" fmla="*/ 17174 h 141389"/>
                <a:gd name="csX7" fmla="*/ 50891 w 83611"/>
                <a:gd name="csY7" fmla="*/ 17174 h 141389"/>
                <a:gd name="csX8" fmla="*/ 50891 w 83611"/>
                <a:gd name="csY8" fmla="*/ 124216 h 141389"/>
                <a:gd name="csX9" fmla="*/ 83612 w 83611"/>
                <a:gd name="csY9" fmla="*/ 124216 h 141389"/>
                <a:gd name="csX10" fmla="*/ 83612 w 83611"/>
                <a:gd name="csY10" fmla="*/ 141390 h 141389"/>
                <a:gd name="csX11" fmla="*/ 0 w 83611"/>
                <a:gd name="csY11" fmla="*/ 141390 h 141389"/>
                <a:gd name="csX12" fmla="*/ 0 w 83611"/>
                <a:gd name="csY12" fmla="*/ 124216 h 1413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83611" h="141389">
                  <a:moveTo>
                    <a:pt x="0" y="124201"/>
                  </a:moveTo>
                  <a:lnTo>
                    <a:pt x="32721" y="124201"/>
                  </a:lnTo>
                  <a:lnTo>
                    <a:pt x="32721" y="17159"/>
                  </a:lnTo>
                  <a:lnTo>
                    <a:pt x="0" y="17159"/>
                  </a:lnTo>
                  <a:lnTo>
                    <a:pt x="0" y="0"/>
                  </a:lnTo>
                  <a:lnTo>
                    <a:pt x="83612" y="0"/>
                  </a:lnTo>
                  <a:lnTo>
                    <a:pt x="83612" y="17174"/>
                  </a:lnTo>
                  <a:lnTo>
                    <a:pt x="50891" y="17174"/>
                  </a:lnTo>
                  <a:lnTo>
                    <a:pt x="50891" y="124216"/>
                  </a:lnTo>
                  <a:lnTo>
                    <a:pt x="83612" y="124216"/>
                  </a:lnTo>
                  <a:lnTo>
                    <a:pt x="83612" y="141390"/>
                  </a:lnTo>
                  <a:lnTo>
                    <a:pt x="0" y="141390"/>
                  </a:lnTo>
                  <a:lnTo>
                    <a:pt x="0" y="124216"/>
                  </a:ln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D333BB9-2264-9355-B040-4DFF8839F1FA}"/>
                </a:ext>
              </a:extLst>
            </p:cNvPr>
            <p:cNvSpPr/>
            <p:nvPr/>
          </p:nvSpPr>
          <p:spPr>
            <a:xfrm>
              <a:off x="817657" y="381170"/>
              <a:ext cx="129681" cy="145419"/>
            </a:xfrm>
            <a:custGeom>
              <a:avLst/>
              <a:gdLst>
                <a:gd name="csX0" fmla="*/ 30406 w 129681"/>
                <a:gd name="csY0" fmla="*/ 137858 h 145419"/>
                <a:gd name="csX1" fmla="*/ 7883 w 129681"/>
                <a:gd name="csY1" fmla="*/ 115937 h 145419"/>
                <a:gd name="csX2" fmla="*/ 0 w 129681"/>
                <a:gd name="csY2" fmla="*/ 82000 h 145419"/>
                <a:gd name="csX3" fmla="*/ 0 w 129681"/>
                <a:gd name="csY3" fmla="*/ 63625 h 145419"/>
                <a:gd name="csX4" fmla="*/ 7883 w 129681"/>
                <a:gd name="csY4" fmla="*/ 29893 h 145419"/>
                <a:gd name="csX5" fmla="*/ 30406 w 129681"/>
                <a:gd name="csY5" fmla="*/ 7781 h 145419"/>
                <a:gd name="csX6" fmla="*/ 64841 w 129681"/>
                <a:gd name="csY6" fmla="*/ 0 h 145419"/>
                <a:gd name="csX7" fmla="*/ 99276 w 129681"/>
                <a:gd name="csY7" fmla="*/ 7576 h 145419"/>
                <a:gd name="csX8" fmla="*/ 121798 w 129681"/>
                <a:gd name="csY8" fmla="*/ 29482 h 145419"/>
                <a:gd name="csX9" fmla="*/ 129682 w 129681"/>
                <a:gd name="csY9" fmla="*/ 63419 h 145419"/>
                <a:gd name="csX10" fmla="*/ 129682 w 129681"/>
                <a:gd name="csY10" fmla="*/ 81795 h 145419"/>
                <a:gd name="csX11" fmla="*/ 121798 w 129681"/>
                <a:gd name="csY11" fmla="*/ 115527 h 145419"/>
                <a:gd name="csX12" fmla="*/ 99276 w 129681"/>
                <a:gd name="csY12" fmla="*/ 137638 h 145419"/>
                <a:gd name="csX13" fmla="*/ 64841 w 129681"/>
                <a:gd name="csY13" fmla="*/ 145419 h 145419"/>
                <a:gd name="csX14" fmla="*/ 30406 w 129681"/>
                <a:gd name="csY14" fmla="*/ 137844 h 145419"/>
                <a:gd name="csX15" fmla="*/ 98573 w 129681"/>
                <a:gd name="csY15" fmla="*/ 115746 h 145419"/>
                <a:gd name="csX16" fmla="*/ 110486 w 129681"/>
                <a:gd name="csY16" fmla="*/ 81809 h 145419"/>
                <a:gd name="csX17" fmla="*/ 110486 w 129681"/>
                <a:gd name="csY17" fmla="*/ 63434 h 145419"/>
                <a:gd name="csX18" fmla="*/ 98470 w 129681"/>
                <a:gd name="csY18" fmla="*/ 29805 h 145419"/>
                <a:gd name="csX19" fmla="*/ 64841 w 129681"/>
                <a:gd name="csY19" fmla="*/ 17789 h 145419"/>
                <a:gd name="csX20" fmla="*/ 31109 w 129681"/>
                <a:gd name="csY20" fmla="*/ 29702 h 145419"/>
                <a:gd name="csX21" fmla="*/ 19196 w 129681"/>
                <a:gd name="csY21" fmla="*/ 63639 h 145419"/>
                <a:gd name="csX22" fmla="*/ 19196 w 129681"/>
                <a:gd name="csY22" fmla="*/ 82014 h 145419"/>
                <a:gd name="csX23" fmla="*/ 31212 w 129681"/>
                <a:gd name="csY23" fmla="*/ 115644 h 145419"/>
                <a:gd name="csX24" fmla="*/ 64841 w 129681"/>
                <a:gd name="csY24" fmla="*/ 127659 h 145419"/>
                <a:gd name="csX25" fmla="*/ 98573 w 129681"/>
                <a:gd name="csY25" fmla="*/ 115746 h 1454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29681" h="145419">
                  <a:moveTo>
                    <a:pt x="30406" y="137858"/>
                  </a:moveTo>
                  <a:cubicBezTo>
                    <a:pt x="20647" y="132803"/>
                    <a:pt x="13144" y="125505"/>
                    <a:pt x="7883" y="115937"/>
                  </a:cubicBezTo>
                  <a:cubicBezTo>
                    <a:pt x="2638" y="106383"/>
                    <a:pt x="0" y="95071"/>
                    <a:pt x="0" y="82000"/>
                  </a:cubicBezTo>
                  <a:lnTo>
                    <a:pt x="0" y="63625"/>
                  </a:lnTo>
                  <a:cubicBezTo>
                    <a:pt x="0" y="50700"/>
                    <a:pt x="2623" y="39461"/>
                    <a:pt x="7883" y="29893"/>
                  </a:cubicBezTo>
                  <a:cubicBezTo>
                    <a:pt x="13129" y="20339"/>
                    <a:pt x="20647" y="12968"/>
                    <a:pt x="30406" y="7781"/>
                  </a:cubicBezTo>
                  <a:cubicBezTo>
                    <a:pt x="40165" y="2594"/>
                    <a:pt x="51638" y="0"/>
                    <a:pt x="64841" y="0"/>
                  </a:cubicBezTo>
                  <a:cubicBezTo>
                    <a:pt x="78044" y="0"/>
                    <a:pt x="89517" y="2520"/>
                    <a:pt x="99276" y="7576"/>
                  </a:cubicBezTo>
                  <a:cubicBezTo>
                    <a:pt x="109035" y="12631"/>
                    <a:pt x="116538" y="19928"/>
                    <a:pt x="121798" y="29482"/>
                  </a:cubicBezTo>
                  <a:cubicBezTo>
                    <a:pt x="127044" y="39051"/>
                    <a:pt x="129682" y="50349"/>
                    <a:pt x="129682" y="63419"/>
                  </a:cubicBezTo>
                  <a:lnTo>
                    <a:pt x="129682" y="81795"/>
                  </a:lnTo>
                  <a:cubicBezTo>
                    <a:pt x="129682" y="94719"/>
                    <a:pt x="127059" y="105958"/>
                    <a:pt x="121798" y="115527"/>
                  </a:cubicBezTo>
                  <a:cubicBezTo>
                    <a:pt x="116552" y="125095"/>
                    <a:pt x="109035" y="132466"/>
                    <a:pt x="99276" y="137638"/>
                  </a:cubicBezTo>
                  <a:cubicBezTo>
                    <a:pt x="89517" y="142826"/>
                    <a:pt x="78029" y="145419"/>
                    <a:pt x="64841" y="145419"/>
                  </a:cubicBezTo>
                  <a:cubicBezTo>
                    <a:pt x="51653" y="145419"/>
                    <a:pt x="40165" y="142899"/>
                    <a:pt x="30406" y="137844"/>
                  </a:cubicBezTo>
                  <a:close/>
                  <a:moveTo>
                    <a:pt x="98573" y="115746"/>
                  </a:moveTo>
                  <a:cubicBezTo>
                    <a:pt x="106515" y="107804"/>
                    <a:pt x="110486" y="96492"/>
                    <a:pt x="110486" y="81809"/>
                  </a:cubicBezTo>
                  <a:lnTo>
                    <a:pt x="110486" y="63434"/>
                  </a:lnTo>
                  <a:cubicBezTo>
                    <a:pt x="110486" y="49030"/>
                    <a:pt x="106471" y="37820"/>
                    <a:pt x="98470" y="29805"/>
                  </a:cubicBezTo>
                  <a:cubicBezTo>
                    <a:pt x="90455" y="21789"/>
                    <a:pt x="79245" y="17789"/>
                    <a:pt x="64841" y="17789"/>
                  </a:cubicBezTo>
                  <a:cubicBezTo>
                    <a:pt x="50437" y="17789"/>
                    <a:pt x="39051" y="21760"/>
                    <a:pt x="31109" y="29702"/>
                  </a:cubicBezTo>
                  <a:cubicBezTo>
                    <a:pt x="23167" y="37644"/>
                    <a:pt x="19196" y="48957"/>
                    <a:pt x="19196" y="63639"/>
                  </a:cubicBezTo>
                  <a:lnTo>
                    <a:pt x="19196" y="82014"/>
                  </a:lnTo>
                  <a:cubicBezTo>
                    <a:pt x="19196" y="96419"/>
                    <a:pt x="23196" y="107628"/>
                    <a:pt x="31212" y="115644"/>
                  </a:cubicBezTo>
                  <a:cubicBezTo>
                    <a:pt x="39227" y="123659"/>
                    <a:pt x="50437" y="127659"/>
                    <a:pt x="64841" y="127659"/>
                  </a:cubicBezTo>
                  <a:cubicBezTo>
                    <a:pt x="79245" y="127659"/>
                    <a:pt x="90631" y="123688"/>
                    <a:pt x="98573" y="115746"/>
                  </a:cubicBez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A87CB91-6207-F78F-74EA-8F702CDB7B6A}"/>
              </a:ext>
            </a:extLst>
          </p:cNvPr>
          <p:cNvGrpSpPr/>
          <p:nvPr/>
        </p:nvGrpSpPr>
        <p:grpSpPr>
          <a:xfrm>
            <a:off x="1135633" y="449517"/>
            <a:ext cx="1691401" cy="196044"/>
            <a:chOff x="334963" y="574198"/>
            <a:chExt cx="1481433" cy="171707"/>
          </a:xfrm>
          <a:solidFill>
            <a:schemeClr val="bg2">
              <a:lumMod val="75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4A6B968-4B0F-DA45-0A90-74E08AA68829}"/>
                </a:ext>
              </a:extLst>
            </p:cNvPr>
            <p:cNvSpPr/>
            <p:nvPr/>
          </p:nvSpPr>
          <p:spPr>
            <a:xfrm>
              <a:off x="426707" y="577495"/>
              <a:ext cx="154020" cy="165098"/>
            </a:xfrm>
            <a:custGeom>
              <a:avLst/>
              <a:gdLst>
                <a:gd name="csX0" fmla="*/ 29014 w 154020"/>
                <a:gd name="csY0" fmla="*/ 0 h 165098"/>
                <a:gd name="csX1" fmla="*/ 94822 w 154020"/>
                <a:gd name="csY1" fmla="*/ 0 h 165098"/>
                <a:gd name="csX2" fmla="*/ 125125 w 154020"/>
                <a:gd name="csY2" fmla="*/ 7078 h 165098"/>
                <a:gd name="csX3" fmla="*/ 146357 w 154020"/>
                <a:gd name="csY3" fmla="*/ 26889 h 165098"/>
                <a:gd name="csX4" fmla="*/ 154021 w 154020"/>
                <a:gd name="csY4" fmla="*/ 55902 h 165098"/>
                <a:gd name="csX5" fmla="*/ 144467 w 154020"/>
                <a:gd name="csY5" fmla="*/ 93635 h 165098"/>
                <a:gd name="csX6" fmla="*/ 117813 w 154020"/>
                <a:gd name="csY6" fmla="*/ 118281 h 165098"/>
                <a:gd name="csX7" fmla="*/ 78542 w 154020"/>
                <a:gd name="csY7" fmla="*/ 126883 h 165098"/>
                <a:gd name="csX8" fmla="*/ 48356 w 154020"/>
                <a:gd name="csY8" fmla="*/ 126883 h 165098"/>
                <a:gd name="csX9" fmla="*/ 41513 w 154020"/>
                <a:gd name="csY9" fmla="*/ 165099 h 165098"/>
                <a:gd name="csX10" fmla="*/ 0 w 154020"/>
                <a:gd name="csY10" fmla="*/ 165099 h 165098"/>
                <a:gd name="csX11" fmla="*/ 29014 w 154020"/>
                <a:gd name="csY11" fmla="*/ 0 h 165098"/>
                <a:gd name="csX12" fmla="*/ 79025 w 154020"/>
                <a:gd name="csY12" fmla="*/ 89165 h 165098"/>
                <a:gd name="csX13" fmla="*/ 102016 w 154020"/>
                <a:gd name="csY13" fmla="*/ 81502 h 165098"/>
                <a:gd name="csX14" fmla="*/ 110398 w 154020"/>
                <a:gd name="csY14" fmla="*/ 59917 h 165098"/>
                <a:gd name="csX15" fmla="*/ 104024 w 154020"/>
                <a:gd name="csY15" fmla="*/ 44004 h 165098"/>
                <a:gd name="csX16" fmla="*/ 87744 w 154020"/>
                <a:gd name="csY16" fmla="*/ 37747 h 165098"/>
                <a:gd name="csX17" fmla="*/ 63918 w 154020"/>
                <a:gd name="csY17" fmla="*/ 37747 h 165098"/>
                <a:gd name="csX18" fmla="*/ 54950 w 154020"/>
                <a:gd name="csY18" fmla="*/ 89165 h 165098"/>
                <a:gd name="csX19" fmla="*/ 79011 w 154020"/>
                <a:gd name="csY19" fmla="*/ 89165 h 16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</a:cxnLst>
              <a:rect l="l" t="t" r="r" b="b"/>
              <a:pathLst>
                <a:path w="154020" h="165098">
                  <a:moveTo>
                    <a:pt x="29014" y="0"/>
                  </a:moveTo>
                  <a:lnTo>
                    <a:pt x="94822" y="0"/>
                  </a:lnTo>
                  <a:cubicBezTo>
                    <a:pt x="105987" y="0"/>
                    <a:pt x="116083" y="2359"/>
                    <a:pt x="125125" y="7078"/>
                  </a:cubicBezTo>
                  <a:cubicBezTo>
                    <a:pt x="134166" y="11796"/>
                    <a:pt x="141243" y="18405"/>
                    <a:pt x="146357" y="26889"/>
                  </a:cubicBezTo>
                  <a:cubicBezTo>
                    <a:pt x="151471" y="35373"/>
                    <a:pt x="154021" y="45044"/>
                    <a:pt x="154021" y="55902"/>
                  </a:cubicBezTo>
                  <a:cubicBezTo>
                    <a:pt x="154021" y="70365"/>
                    <a:pt x="150841" y="82952"/>
                    <a:pt x="144467" y="93635"/>
                  </a:cubicBezTo>
                  <a:cubicBezTo>
                    <a:pt x="138093" y="104331"/>
                    <a:pt x="129213" y="112552"/>
                    <a:pt x="117813" y="118281"/>
                  </a:cubicBezTo>
                  <a:cubicBezTo>
                    <a:pt x="106412" y="124025"/>
                    <a:pt x="93312" y="126883"/>
                    <a:pt x="78542" y="126883"/>
                  </a:cubicBezTo>
                  <a:lnTo>
                    <a:pt x="48356" y="126883"/>
                  </a:lnTo>
                  <a:lnTo>
                    <a:pt x="41513" y="165099"/>
                  </a:lnTo>
                  <a:lnTo>
                    <a:pt x="0" y="165099"/>
                  </a:lnTo>
                  <a:lnTo>
                    <a:pt x="29014" y="0"/>
                  </a:lnTo>
                  <a:close/>
                  <a:moveTo>
                    <a:pt x="79025" y="89165"/>
                  </a:moveTo>
                  <a:cubicBezTo>
                    <a:pt x="88770" y="89165"/>
                    <a:pt x="96433" y="86616"/>
                    <a:pt x="102016" y="81502"/>
                  </a:cubicBezTo>
                  <a:cubicBezTo>
                    <a:pt x="107599" y="76388"/>
                    <a:pt x="110398" y="69193"/>
                    <a:pt x="110398" y="59917"/>
                  </a:cubicBezTo>
                  <a:cubicBezTo>
                    <a:pt x="110398" y="53470"/>
                    <a:pt x="108273" y="48165"/>
                    <a:pt x="104024" y="44004"/>
                  </a:cubicBezTo>
                  <a:cubicBezTo>
                    <a:pt x="99774" y="39842"/>
                    <a:pt x="94353" y="37747"/>
                    <a:pt x="87744" y="37747"/>
                  </a:cubicBezTo>
                  <a:lnTo>
                    <a:pt x="63918" y="37747"/>
                  </a:lnTo>
                  <a:lnTo>
                    <a:pt x="54950" y="89165"/>
                  </a:lnTo>
                  <a:lnTo>
                    <a:pt x="79011" y="89165"/>
                  </a:lnTo>
                  <a:close/>
                </a:path>
              </a:pathLst>
            </a:custGeom>
            <a:grpFill/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D46BFE4-0A90-C585-413C-9DCC698C6009}"/>
                </a:ext>
              </a:extLst>
            </p:cNvPr>
            <p:cNvSpPr/>
            <p:nvPr/>
          </p:nvSpPr>
          <p:spPr>
            <a:xfrm>
              <a:off x="571511" y="577495"/>
              <a:ext cx="157552" cy="165098"/>
            </a:xfrm>
            <a:custGeom>
              <a:avLst/>
              <a:gdLst>
                <a:gd name="csX0" fmla="*/ 28999 w 157552"/>
                <a:gd name="csY0" fmla="*/ 0 h 165098"/>
                <a:gd name="csX1" fmla="*/ 101884 w 157552"/>
                <a:gd name="csY1" fmla="*/ 0 h 165098"/>
                <a:gd name="csX2" fmla="*/ 130312 w 157552"/>
                <a:gd name="csY2" fmla="*/ 5891 h 165098"/>
                <a:gd name="csX3" fmla="*/ 150240 w 157552"/>
                <a:gd name="csY3" fmla="*/ 23577 h 165098"/>
                <a:gd name="csX4" fmla="*/ 157552 w 157552"/>
                <a:gd name="csY4" fmla="*/ 52122 h 165098"/>
                <a:gd name="csX5" fmla="*/ 143632 w 157552"/>
                <a:gd name="csY5" fmla="*/ 89151 h 165098"/>
                <a:gd name="csX6" fmla="*/ 106134 w 157552"/>
                <a:gd name="csY6" fmla="*/ 107555 h 165098"/>
                <a:gd name="csX7" fmla="*/ 143397 w 157552"/>
                <a:gd name="csY7" fmla="*/ 165099 h 165098"/>
                <a:gd name="csX8" fmla="*/ 95525 w 157552"/>
                <a:gd name="csY8" fmla="*/ 165099 h 165098"/>
                <a:gd name="csX9" fmla="*/ 64152 w 157552"/>
                <a:gd name="csY9" fmla="*/ 112259 h 165098"/>
                <a:gd name="csX10" fmla="*/ 50715 w 157552"/>
                <a:gd name="csY10" fmla="*/ 112259 h 165098"/>
                <a:gd name="csX11" fmla="*/ 41513 w 157552"/>
                <a:gd name="csY11" fmla="*/ 165099 h 165098"/>
                <a:gd name="csX12" fmla="*/ 0 w 157552"/>
                <a:gd name="csY12" fmla="*/ 165099 h 165098"/>
                <a:gd name="csX13" fmla="*/ 29014 w 157552"/>
                <a:gd name="csY13" fmla="*/ 0 h 165098"/>
                <a:gd name="csX14" fmla="*/ 88682 w 157552"/>
                <a:gd name="csY14" fmla="*/ 77838 h 165098"/>
                <a:gd name="csX15" fmla="*/ 108024 w 157552"/>
                <a:gd name="csY15" fmla="*/ 71816 h 165098"/>
                <a:gd name="csX16" fmla="*/ 114633 w 157552"/>
                <a:gd name="csY16" fmla="*/ 55184 h 165098"/>
                <a:gd name="csX17" fmla="*/ 108742 w 157552"/>
                <a:gd name="csY17" fmla="*/ 41747 h 165098"/>
                <a:gd name="csX18" fmla="*/ 93649 w 157552"/>
                <a:gd name="csY18" fmla="*/ 36794 h 165098"/>
                <a:gd name="csX19" fmla="*/ 64167 w 157552"/>
                <a:gd name="csY19" fmla="*/ 36794 h 165098"/>
                <a:gd name="csX20" fmla="*/ 57089 w 157552"/>
                <a:gd name="csY20" fmla="*/ 77838 h 165098"/>
                <a:gd name="csX21" fmla="*/ 88696 w 157552"/>
                <a:gd name="csY21" fmla="*/ 77838 h 16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157552" h="165098">
                  <a:moveTo>
                    <a:pt x="28999" y="0"/>
                  </a:moveTo>
                  <a:lnTo>
                    <a:pt x="101884" y="0"/>
                  </a:lnTo>
                  <a:cubicBezTo>
                    <a:pt x="112420" y="0"/>
                    <a:pt x="121886" y="1964"/>
                    <a:pt x="130312" y="5891"/>
                  </a:cubicBezTo>
                  <a:cubicBezTo>
                    <a:pt x="138723" y="9818"/>
                    <a:pt x="145361" y="15723"/>
                    <a:pt x="150240" y="23577"/>
                  </a:cubicBezTo>
                  <a:cubicBezTo>
                    <a:pt x="155120" y="31446"/>
                    <a:pt x="157552" y="40956"/>
                    <a:pt x="157552" y="52122"/>
                  </a:cubicBezTo>
                  <a:cubicBezTo>
                    <a:pt x="157552" y="67376"/>
                    <a:pt x="152907" y="79714"/>
                    <a:pt x="143632" y="89151"/>
                  </a:cubicBezTo>
                  <a:cubicBezTo>
                    <a:pt x="134356" y="98587"/>
                    <a:pt x="121857" y="104712"/>
                    <a:pt x="106134" y="107555"/>
                  </a:cubicBezTo>
                  <a:lnTo>
                    <a:pt x="143397" y="165099"/>
                  </a:lnTo>
                  <a:lnTo>
                    <a:pt x="95525" y="165099"/>
                  </a:lnTo>
                  <a:lnTo>
                    <a:pt x="64152" y="112259"/>
                  </a:lnTo>
                  <a:lnTo>
                    <a:pt x="50715" y="112259"/>
                  </a:lnTo>
                  <a:lnTo>
                    <a:pt x="41513" y="165099"/>
                  </a:lnTo>
                  <a:lnTo>
                    <a:pt x="0" y="165099"/>
                  </a:lnTo>
                  <a:lnTo>
                    <a:pt x="29014" y="0"/>
                  </a:lnTo>
                  <a:close/>
                  <a:moveTo>
                    <a:pt x="88682" y="77838"/>
                  </a:moveTo>
                  <a:cubicBezTo>
                    <a:pt x="97166" y="77838"/>
                    <a:pt x="103614" y="75831"/>
                    <a:pt x="108024" y="71816"/>
                  </a:cubicBezTo>
                  <a:cubicBezTo>
                    <a:pt x="112420" y="67801"/>
                    <a:pt x="114633" y="62262"/>
                    <a:pt x="114633" y="55184"/>
                  </a:cubicBezTo>
                  <a:cubicBezTo>
                    <a:pt x="114633" y="49528"/>
                    <a:pt x="112669" y="45044"/>
                    <a:pt x="108742" y="41747"/>
                  </a:cubicBezTo>
                  <a:cubicBezTo>
                    <a:pt x="104815" y="38450"/>
                    <a:pt x="99774" y="36794"/>
                    <a:pt x="93649" y="36794"/>
                  </a:cubicBezTo>
                  <a:lnTo>
                    <a:pt x="64167" y="36794"/>
                  </a:lnTo>
                  <a:lnTo>
                    <a:pt x="57089" y="77838"/>
                  </a:lnTo>
                  <a:lnTo>
                    <a:pt x="88696" y="77838"/>
                  </a:lnTo>
                  <a:close/>
                </a:path>
              </a:pathLst>
            </a:custGeom>
            <a:grpFill/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5F6F7B6-F3F9-71D5-5607-7ED6CFD191E3}"/>
                </a:ext>
              </a:extLst>
            </p:cNvPr>
            <p:cNvSpPr/>
            <p:nvPr/>
          </p:nvSpPr>
          <p:spPr>
            <a:xfrm>
              <a:off x="729840" y="577495"/>
              <a:ext cx="152614" cy="165098"/>
            </a:xfrm>
            <a:custGeom>
              <a:avLst/>
              <a:gdLst>
                <a:gd name="csX0" fmla="*/ 29028 w 152614"/>
                <a:gd name="csY0" fmla="*/ 0 h 165098"/>
                <a:gd name="csX1" fmla="*/ 152614 w 152614"/>
                <a:gd name="csY1" fmla="*/ 0 h 165098"/>
                <a:gd name="csX2" fmla="*/ 146240 w 152614"/>
                <a:gd name="csY2" fmla="*/ 35857 h 165098"/>
                <a:gd name="csX3" fmla="*/ 63449 w 152614"/>
                <a:gd name="csY3" fmla="*/ 35857 h 165098"/>
                <a:gd name="csX4" fmla="*/ 58730 w 152614"/>
                <a:gd name="csY4" fmla="*/ 63449 h 165098"/>
                <a:gd name="csX5" fmla="*/ 136803 w 152614"/>
                <a:gd name="csY5" fmla="*/ 63449 h 165098"/>
                <a:gd name="csX6" fmla="*/ 130429 w 152614"/>
                <a:gd name="csY6" fmla="*/ 98587 h 165098"/>
                <a:gd name="csX7" fmla="*/ 52356 w 152614"/>
                <a:gd name="csY7" fmla="*/ 98587 h 165098"/>
                <a:gd name="csX8" fmla="*/ 46935 w 152614"/>
                <a:gd name="csY8" fmla="*/ 129008 h 165098"/>
                <a:gd name="csX9" fmla="*/ 132319 w 152614"/>
                <a:gd name="csY9" fmla="*/ 129008 h 165098"/>
                <a:gd name="csX10" fmla="*/ 125945 w 152614"/>
                <a:gd name="csY10" fmla="*/ 165099 h 165098"/>
                <a:gd name="csX11" fmla="*/ 0 w 152614"/>
                <a:gd name="csY11" fmla="*/ 165099 h 165098"/>
                <a:gd name="csX12" fmla="*/ 29014 w 152614"/>
                <a:gd name="csY12" fmla="*/ 0 h 16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52614" h="165098">
                  <a:moveTo>
                    <a:pt x="29028" y="0"/>
                  </a:moveTo>
                  <a:lnTo>
                    <a:pt x="152614" y="0"/>
                  </a:lnTo>
                  <a:lnTo>
                    <a:pt x="146240" y="35857"/>
                  </a:lnTo>
                  <a:lnTo>
                    <a:pt x="63449" y="35857"/>
                  </a:lnTo>
                  <a:lnTo>
                    <a:pt x="58730" y="63449"/>
                  </a:lnTo>
                  <a:lnTo>
                    <a:pt x="136803" y="63449"/>
                  </a:lnTo>
                  <a:lnTo>
                    <a:pt x="130429" y="98587"/>
                  </a:lnTo>
                  <a:lnTo>
                    <a:pt x="52356" y="98587"/>
                  </a:lnTo>
                  <a:lnTo>
                    <a:pt x="46935" y="129008"/>
                  </a:lnTo>
                  <a:lnTo>
                    <a:pt x="132319" y="129008"/>
                  </a:lnTo>
                  <a:lnTo>
                    <a:pt x="125945" y="165099"/>
                  </a:lnTo>
                  <a:lnTo>
                    <a:pt x="0" y="165099"/>
                  </a:lnTo>
                  <a:lnTo>
                    <a:pt x="29014" y="0"/>
                  </a:lnTo>
                  <a:close/>
                </a:path>
              </a:pathLst>
            </a:custGeom>
            <a:grpFill/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FEC3D96-0A6F-4DC9-0E4F-A34D091FE73D}"/>
                </a:ext>
              </a:extLst>
            </p:cNvPr>
            <p:cNvSpPr/>
            <p:nvPr/>
          </p:nvSpPr>
          <p:spPr>
            <a:xfrm>
              <a:off x="889693" y="577495"/>
              <a:ext cx="167692" cy="165098"/>
            </a:xfrm>
            <a:custGeom>
              <a:avLst/>
              <a:gdLst>
                <a:gd name="csX0" fmla="*/ 0 w 167692"/>
                <a:gd name="csY0" fmla="*/ 0 h 165098"/>
                <a:gd name="csX1" fmla="*/ 43403 w 167692"/>
                <a:gd name="csY1" fmla="*/ 0 h 165098"/>
                <a:gd name="csX2" fmla="*/ 56137 w 167692"/>
                <a:gd name="csY2" fmla="*/ 132319 h 165098"/>
                <a:gd name="csX3" fmla="*/ 62262 w 167692"/>
                <a:gd name="csY3" fmla="*/ 132319 h 165098"/>
                <a:gd name="csX4" fmla="*/ 120758 w 167692"/>
                <a:gd name="csY4" fmla="*/ 0 h 165098"/>
                <a:gd name="csX5" fmla="*/ 167692 w 167692"/>
                <a:gd name="csY5" fmla="*/ 0 h 165098"/>
                <a:gd name="csX6" fmla="*/ 91744 w 167692"/>
                <a:gd name="csY6" fmla="*/ 165099 h 165098"/>
                <a:gd name="csX7" fmla="*/ 18155 w 167692"/>
                <a:gd name="csY7" fmla="*/ 165099 h 165098"/>
                <a:gd name="csX8" fmla="*/ 0 w 167692"/>
                <a:gd name="csY8" fmla="*/ 0 h 16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7692" h="165098">
                  <a:moveTo>
                    <a:pt x="0" y="0"/>
                  </a:moveTo>
                  <a:lnTo>
                    <a:pt x="43403" y="0"/>
                  </a:lnTo>
                  <a:lnTo>
                    <a:pt x="56137" y="132319"/>
                  </a:lnTo>
                  <a:lnTo>
                    <a:pt x="62262" y="132319"/>
                  </a:lnTo>
                  <a:lnTo>
                    <a:pt x="120758" y="0"/>
                  </a:lnTo>
                  <a:lnTo>
                    <a:pt x="167692" y="0"/>
                  </a:lnTo>
                  <a:lnTo>
                    <a:pt x="91744" y="165099"/>
                  </a:lnTo>
                  <a:lnTo>
                    <a:pt x="18155" y="165099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D40891F-47BD-8149-6B76-EC5F2B395220}"/>
                </a:ext>
              </a:extLst>
            </p:cNvPr>
            <p:cNvSpPr/>
            <p:nvPr/>
          </p:nvSpPr>
          <p:spPr>
            <a:xfrm>
              <a:off x="1123677" y="577495"/>
              <a:ext cx="110148" cy="165098"/>
            </a:xfrm>
            <a:custGeom>
              <a:avLst/>
              <a:gdLst>
                <a:gd name="csX0" fmla="*/ 0 w 110148"/>
                <a:gd name="csY0" fmla="*/ 127366 h 165098"/>
                <a:gd name="csX1" fmla="*/ 34201 w 110148"/>
                <a:gd name="csY1" fmla="*/ 127366 h 165098"/>
                <a:gd name="csX2" fmla="*/ 34201 w 110148"/>
                <a:gd name="csY2" fmla="*/ 37732 h 165098"/>
                <a:gd name="csX3" fmla="*/ 0 w 110148"/>
                <a:gd name="csY3" fmla="*/ 37732 h 165098"/>
                <a:gd name="csX4" fmla="*/ 0 w 110148"/>
                <a:gd name="csY4" fmla="*/ 0 h 165098"/>
                <a:gd name="csX5" fmla="*/ 110149 w 110148"/>
                <a:gd name="csY5" fmla="*/ 0 h 165098"/>
                <a:gd name="csX6" fmla="*/ 110149 w 110148"/>
                <a:gd name="csY6" fmla="*/ 37732 h 165098"/>
                <a:gd name="csX7" fmla="*/ 75948 w 110148"/>
                <a:gd name="csY7" fmla="*/ 37732 h 165098"/>
                <a:gd name="csX8" fmla="*/ 75948 w 110148"/>
                <a:gd name="csY8" fmla="*/ 127366 h 165098"/>
                <a:gd name="csX9" fmla="*/ 110149 w 110148"/>
                <a:gd name="csY9" fmla="*/ 127366 h 165098"/>
                <a:gd name="csX10" fmla="*/ 110149 w 110148"/>
                <a:gd name="csY10" fmla="*/ 165099 h 165098"/>
                <a:gd name="csX11" fmla="*/ 0 w 110148"/>
                <a:gd name="csY11" fmla="*/ 165099 h 165098"/>
                <a:gd name="csX12" fmla="*/ 0 w 110148"/>
                <a:gd name="csY12" fmla="*/ 127366 h 16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110148" h="165098">
                  <a:moveTo>
                    <a:pt x="0" y="127366"/>
                  </a:moveTo>
                  <a:lnTo>
                    <a:pt x="34201" y="127366"/>
                  </a:lnTo>
                  <a:lnTo>
                    <a:pt x="34201" y="37732"/>
                  </a:lnTo>
                  <a:lnTo>
                    <a:pt x="0" y="37732"/>
                  </a:lnTo>
                  <a:lnTo>
                    <a:pt x="0" y="0"/>
                  </a:lnTo>
                  <a:lnTo>
                    <a:pt x="110149" y="0"/>
                  </a:lnTo>
                  <a:lnTo>
                    <a:pt x="110149" y="37732"/>
                  </a:lnTo>
                  <a:lnTo>
                    <a:pt x="75948" y="37732"/>
                  </a:lnTo>
                  <a:lnTo>
                    <a:pt x="75948" y="127366"/>
                  </a:lnTo>
                  <a:lnTo>
                    <a:pt x="110149" y="127366"/>
                  </a:lnTo>
                  <a:lnTo>
                    <a:pt x="110149" y="165099"/>
                  </a:lnTo>
                  <a:lnTo>
                    <a:pt x="0" y="165099"/>
                  </a:lnTo>
                  <a:lnTo>
                    <a:pt x="0" y="127366"/>
                  </a:ln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0736F63-2EB4-BA08-FC59-5252C295C7CB}"/>
                </a:ext>
              </a:extLst>
            </p:cNvPr>
            <p:cNvSpPr/>
            <p:nvPr/>
          </p:nvSpPr>
          <p:spPr>
            <a:xfrm>
              <a:off x="1254824" y="577495"/>
              <a:ext cx="204486" cy="165098"/>
            </a:xfrm>
            <a:custGeom>
              <a:avLst/>
              <a:gdLst>
                <a:gd name="csX0" fmla="*/ 0 w 204486"/>
                <a:gd name="csY0" fmla="*/ 0 h 165098"/>
                <a:gd name="csX1" fmla="*/ 77135 w 204486"/>
                <a:gd name="csY1" fmla="*/ 0 h 165098"/>
                <a:gd name="csX2" fmla="*/ 99305 w 204486"/>
                <a:gd name="csY2" fmla="*/ 127835 h 165098"/>
                <a:gd name="csX3" fmla="*/ 105431 w 204486"/>
                <a:gd name="csY3" fmla="*/ 127835 h 165098"/>
                <a:gd name="csX4" fmla="*/ 127366 w 204486"/>
                <a:gd name="csY4" fmla="*/ 0 h 165098"/>
                <a:gd name="csX5" fmla="*/ 204487 w 204486"/>
                <a:gd name="csY5" fmla="*/ 0 h 165098"/>
                <a:gd name="csX6" fmla="*/ 204487 w 204486"/>
                <a:gd name="csY6" fmla="*/ 165099 h 165098"/>
                <a:gd name="csX7" fmla="*/ 162974 w 204486"/>
                <a:gd name="csY7" fmla="*/ 165099 h 165098"/>
                <a:gd name="csX8" fmla="*/ 162974 w 204486"/>
                <a:gd name="csY8" fmla="*/ 37029 h 165098"/>
                <a:gd name="csX9" fmla="*/ 156849 w 204486"/>
                <a:gd name="csY9" fmla="*/ 37029 h 165098"/>
                <a:gd name="csX10" fmla="*/ 134913 w 204486"/>
                <a:gd name="csY10" fmla="*/ 165099 h 165098"/>
                <a:gd name="csX11" fmla="*/ 69808 w 204486"/>
                <a:gd name="csY11" fmla="*/ 165099 h 165098"/>
                <a:gd name="csX12" fmla="*/ 47638 w 204486"/>
                <a:gd name="csY12" fmla="*/ 37029 h 165098"/>
                <a:gd name="csX13" fmla="*/ 41513 w 204486"/>
                <a:gd name="csY13" fmla="*/ 37029 h 165098"/>
                <a:gd name="csX14" fmla="*/ 41513 w 204486"/>
                <a:gd name="csY14" fmla="*/ 165099 h 165098"/>
                <a:gd name="csX15" fmla="*/ 0 w 204486"/>
                <a:gd name="csY15" fmla="*/ 165099 h 165098"/>
                <a:gd name="csX16" fmla="*/ 0 w 204486"/>
                <a:gd name="csY16" fmla="*/ 0 h 16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204486" h="165098">
                  <a:moveTo>
                    <a:pt x="0" y="0"/>
                  </a:moveTo>
                  <a:lnTo>
                    <a:pt x="77135" y="0"/>
                  </a:lnTo>
                  <a:lnTo>
                    <a:pt x="99305" y="127835"/>
                  </a:lnTo>
                  <a:lnTo>
                    <a:pt x="105431" y="127835"/>
                  </a:lnTo>
                  <a:lnTo>
                    <a:pt x="127366" y="0"/>
                  </a:lnTo>
                  <a:lnTo>
                    <a:pt x="204487" y="0"/>
                  </a:lnTo>
                  <a:lnTo>
                    <a:pt x="204487" y="165099"/>
                  </a:lnTo>
                  <a:lnTo>
                    <a:pt x="162974" y="165099"/>
                  </a:lnTo>
                  <a:lnTo>
                    <a:pt x="162974" y="37029"/>
                  </a:lnTo>
                  <a:lnTo>
                    <a:pt x="156849" y="37029"/>
                  </a:lnTo>
                  <a:lnTo>
                    <a:pt x="134913" y="165099"/>
                  </a:lnTo>
                  <a:lnTo>
                    <a:pt x="69808" y="165099"/>
                  </a:lnTo>
                  <a:lnTo>
                    <a:pt x="47638" y="37029"/>
                  </a:lnTo>
                  <a:lnTo>
                    <a:pt x="41513" y="37029"/>
                  </a:lnTo>
                  <a:lnTo>
                    <a:pt x="41513" y="165099"/>
                  </a:lnTo>
                  <a:lnTo>
                    <a:pt x="0" y="1650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95C6413-7073-873C-2785-5E2D4A06A079}"/>
                </a:ext>
              </a:extLst>
            </p:cNvPr>
            <p:cNvSpPr/>
            <p:nvPr/>
          </p:nvSpPr>
          <p:spPr>
            <a:xfrm>
              <a:off x="1483137" y="574198"/>
              <a:ext cx="166285" cy="171707"/>
            </a:xfrm>
            <a:custGeom>
              <a:avLst/>
              <a:gdLst>
                <a:gd name="csX0" fmla="*/ 39036 w 166285"/>
                <a:gd name="csY0" fmla="*/ 162036 h 171707"/>
                <a:gd name="csX1" fmla="*/ 10140 w 166285"/>
                <a:gd name="csY1" fmla="*/ 134561 h 171707"/>
                <a:gd name="csX2" fmla="*/ 0 w 166285"/>
                <a:gd name="csY2" fmla="*/ 92697 h 171707"/>
                <a:gd name="csX3" fmla="*/ 0 w 166285"/>
                <a:gd name="csY3" fmla="*/ 79011 h 171707"/>
                <a:gd name="csX4" fmla="*/ 10140 w 166285"/>
                <a:gd name="csY4" fmla="*/ 37263 h 171707"/>
                <a:gd name="csX5" fmla="*/ 39036 w 166285"/>
                <a:gd name="csY5" fmla="*/ 9671 h 171707"/>
                <a:gd name="csX6" fmla="*/ 83260 w 166285"/>
                <a:gd name="csY6" fmla="*/ 0 h 171707"/>
                <a:gd name="csX7" fmla="*/ 127249 w 166285"/>
                <a:gd name="csY7" fmla="*/ 9671 h 171707"/>
                <a:gd name="csX8" fmla="*/ 156146 w 166285"/>
                <a:gd name="csY8" fmla="*/ 37146 h 171707"/>
                <a:gd name="csX9" fmla="*/ 166286 w 166285"/>
                <a:gd name="csY9" fmla="*/ 78776 h 171707"/>
                <a:gd name="csX10" fmla="*/ 166286 w 166285"/>
                <a:gd name="csY10" fmla="*/ 92697 h 171707"/>
                <a:gd name="csX11" fmla="*/ 156146 w 166285"/>
                <a:gd name="csY11" fmla="*/ 134444 h 171707"/>
                <a:gd name="csX12" fmla="*/ 127249 w 166285"/>
                <a:gd name="csY12" fmla="*/ 162036 h 171707"/>
                <a:gd name="csX13" fmla="*/ 83260 w 166285"/>
                <a:gd name="csY13" fmla="*/ 171707 h 171707"/>
                <a:gd name="csX14" fmla="*/ 39036 w 166285"/>
                <a:gd name="csY14" fmla="*/ 162036 h 171707"/>
                <a:gd name="csX15" fmla="*/ 53191 w 166285"/>
                <a:gd name="csY15" fmla="*/ 122179 h 171707"/>
                <a:gd name="csX16" fmla="*/ 83260 w 166285"/>
                <a:gd name="csY16" fmla="*/ 132788 h 171707"/>
                <a:gd name="csX17" fmla="*/ 113211 w 166285"/>
                <a:gd name="csY17" fmla="*/ 122179 h 171707"/>
                <a:gd name="csX18" fmla="*/ 123352 w 166285"/>
                <a:gd name="csY18" fmla="*/ 91759 h 171707"/>
                <a:gd name="csX19" fmla="*/ 123352 w 166285"/>
                <a:gd name="csY19" fmla="*/ 79963 h 171707"/>
                <a:gd name="csX20" fmla="*/ 113211 w 166285"/>
                <a:gd name="csY20" fmla="*/ 49543 h 171707"/>
                <a:gd name="csX21" fmla="*/ 83260 w 166285"/>
                <a:gd name="csY21" fmla="*/ 38934 h 171707"/>
                <a:gd name="csX22" fmla="*/ 53074 w 166285"/>
                <a:gd name="csY22" fmla="*/ 49426 h 171707"/>
                <a:gd name="csX23" fmla="*/ 42934 w 166285"/>
                <a:gd name="csY23" fmla="*/ 79963 h 171707"/>
                <a:gd name="csX24" fmla="*/ 42934 w 166285"/>
                <a:gd name="csY24" fmla="*/ 91993 h 171707"/>
                <a:gd name="csX25" fmla="*/ 53191 w 166285"/>
                <a:gd name="csY25" fmla="*/ 122179 h 171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</a:cxnLst>
              <a:rect l="l" t="t" r="r" b="b"/>
              <a:pathLst>
                <a:path w="166285" h="171707">
                  <a:moveTo>
                    <a:pt x="39036" y="162036"/>
                  </a:moveTo>
                  <a:cubicBezTo>
                    <a:pt x="26537" y="155589"/>
                    <a:pt x="16895" y="146430"/>
                    <a:pt x="10140" y="134561"/>
                  </a:cubicBezTo>
                  <a:cubicBezTo>
                    <a:pt x="3370" y="122692"/>
                    <a:pt x="0" y="108727"/>
                    <a:pt x="0" y="92697"/>
                  </a:cubicBezTo>
                  <a:lnTo>
                    <a:pt x="0" y="79011"/>
                  </a:lnTo>
                  <a:cubicBezTo>
                    <a:pt x="0" y="63126"/>
                    <a:pt x="3385" y="49220"/>
                    <a:pt x="10140" y="37263"/>
                  </a:cubicBezTo>
                  <a:cubicBezTo>
                    <a:pt x="16895" y="25321"/>
                    <a:pt x="26537" y="16119"/>
                    <a:pt x="39036" y="9671"/>
                  </a:cubicBezTo>
                  <a:cubicBezTo>
                    <a:pt x="51536" y="3224"/>
                    <a:pt x="66277" y="0"/>
                    <a:pt x="83260" y="0"/>
                  </a:cubicBezTo>
                  <a:cubicBezTo>
                    <a:pt x="100243" y="0"/>
                    <a:pt x="114750" y="3224"/>
                    <a:pt x="127249" y="9671"/>
                  </a:cubicBezTo>
                  <a:cubicBezTo>
                    <a:pt x="139749" y="16119"/>
                    <a:pt x="149376" y="25277"/>
                    <a:pt x="156146" y="37146"/>
                  </a:cubicBezTo>
                  <a:cubicBezTo>
                    <a:pt x="162901" y="49015"/>
                    <a:pt x="166286" y="62892"/>
                    <a:pt x="166286" y="78776"/>
                  </a:cubicBezTo>
                  <a:lnTo>
                    <a:pt x="166286" y="92697"/>
                  </a:lnTo>
                  <a:cubicBezTo>
                    <a:pt x="166286" y="108581"/>
                    <a:pt x="162901" y="122502"/>
                    <a:pt x="156146" y="134444"/>
                  </a:cubicBezTo>
                  <a:cubicBezTo>
                    <a:pt x="149376" y="146401"/>
                    <a:pt x="139749" y="155589"/>
                    <a:pt x="127249" y="162036"/>
                  </a:cubicBezTo>
                  <a:cubicBezTo>
                    <a:pt x="114750" y="168484"/>
                    <a:pt x="100082" y="171707"/>
                    <a:pt x="83260" y="171707"/>
                  </a:cubicBezTo>
                  <a:cubicBezTo>
                    <a:pt x="66438" y="171707"/>
                    <a:pt x="51536" y="168484"/>
                    <a:pt x="39036" y="162036"/>
                  </a:cubicBezTo>
                  <a:close/>
                  <a:moveTo>
                    <a:pt x="53191" y="122179"/>
                  </a:moveTo>
                  <a:cubicBezTo>
                    <a:pt x="60035" y="129257"/>
                    <a:pt x="70057" y="132788"/>
                    <a:pt x="83260" y="132788"/>
                  </a:cubicBezTo>
                  <a:cubicBezTo>
                    <a:pt x="96463" y="132788"/>
                    <a:pt x="106456" y="129242"/>
                    <a:pt x="113211" y="122179"/>
                  </a:cubicBezTo>
                  <a:cubicBezTo>
                    <a:pt x="119967" y="115102"/>
                    <a:pt x="123352" y="104962"/>
                    <a:pt x="123352" y="91759"/>
                  </a:cubicBezTo>
                  <a:lnTo>
                    <a:pt x="123352" y="79963"/>
                  </a:lnTo>
                  <a:cubicBezTo>
                    <a:pt x="123352" y="66760"/>
                    <a:pt x="119967" y="56606"/>
                    <a:pt x="113211" y="49543"/>
                  </a:cubicBezTo>
                  <a:cubicBezTo>
                    <a:pt x="106442" y="42465"/>
                    <a:pt x="96463" y="38934"/>
                    <a:pt x="83260" y="38934"/>
                  </a:cubicBezTo>
                  <a:cubicBezTo>
                    <a:pt x="70057" y="38934"/>
                    <a:pt x="59829" y="42436"/>
                    <a:pt x="53074" y="49426"/>
                  </a:cubicBezTo>
                  <a:cubicBezTo>
                    <a:pt x="46304" y="56430"/>
                    <a:pt x="42934" y="66614"/>
                    <a:pt x="42934" y="79963"/>
                  </a:cubicBezTo>
                  <a:lnTo>
                    <a:pt x="42934" y="91993"/>
                  </a:lnTo>
                  <a:cubicBezTo>
                    <a:pt x="42934" y="105049"/>
                    <a:pt x="46348" y="115102"/>
                    <a:pt x="53191" y="122179"/>
                  </a:cubicBez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B31476F-C318-0145-B72E-178001C73F01}"/>
                </a:ext>
              </a:extLst>
            </p:cNvPr>
            <p:cNvSpPr/>
            <p:nvPr/>
          </p:nvSpPr>
          <p:spPr>
            <a:xfrm>
              <a:off x="1673219" y="577495"/>
              <a:ext cx="143177" cy="165098"/>
            </a:xfrm>
            <a:custGeom>
              <a:avLst/>
              <a:gdLst>
                <a:gd name="csX0" fmla="*/ 15 w 143177"/>
                <a:gd name="csY0" fmla="*/ 0 h 165098"/>
                <a:gd name="csX1" fmla="*/ 85634 w 143177"/>
                <a:gd name="csY1" fmla="*/ 0 h 165098"/>
                <a:gd name="csX2" fmla="*/ 123732 w 143177"/>
                <a:gd name="csY2" fmla="*/ 11679 h 165098"/>
                <a:gd name="csX3" fmla="*/ 137052 w 143177"/>
                <a:gd name="csY3" fmla="*/ 43872 h 165098"/>
                <a:gd name="csX4" fmla="*/ 130326 w 143177"/>
                <a:gd name="csY4" fmla="*/ 67464 h 165098"/>
                <a:gd name="csX5" fmla="*/ 111570 w 143177"/>
                <a:gd name="csY5" fmla="*/ 80681 h 165098"/>
                <a:gd name="csX6" fmla="*/ 111570 w 143177"/>
                <a:gd name="csY6" fmla="*/ 81619 h 165098"/>
                <a:gd name="csX7" fmla="*/ 134928 w 143177"/>
                <a:gd name="csY7" fmla="*/ 94939 h 165098"/>
                <a:gd name="csX8" fmla="*/ 143177 w 143177"/>
                <a:gd name="csY8" fmla="*/ 120054 h 165098"/>
                <a:gd name="csX9" fmla="*/ 129726 w 143177"/>
                <a:gd name="csY9" fmla="*/ 152951 h 165098"/>
                <a:gd name="csX10" fmla="*/ 92228 w 143177"/>
                <a:gd name="csY10" fmla="*/ 165099 h 165098"/>
                <a:gd name="csX11" fmla="*/ 0 w 143177"/>
                <a:gd name="csY11" fmla="*/ 165099 h 165098"/>
                <a:gd name="csX12" fmla="*/ 0 w 143177"/>
                <a:gd name="csY12" fmla="*/ 0 h 165098"/>
                <a:gd name="csX13" fmla="*/ 79509 w 143177"/>
                <a:gd name="csY13" fmla="*/ 66995 h 165098"/>
                <a:gd name="csX14" fmla="*/ 91774 w 143177"/>
                <a:gd name="csY14" fmla="*/ 62863 h 165098"/>
                <a:gd name="csX15" fmla="*/ 96257 w 143177"/>
                <a:gd name="csY15" fmla="*/ 50950 h 165098"/>
                <a:gd name="csX16" fmla="*/ 91656 w 143177"/>
                <a:gd name="csY16" fmla="*/ 39271 h 165098"/>
                <a:gd name="csX17" fmla="*/ 78571 w 143177"/>
                <a:gd name="csY17" fmla="*/ 35139 h 165098"/>
                <a:gd name="csX18" fmla="*/ 41542 w 143177"/>
                <a:gd name="csY18" fmla="*/ 35139 h 165098"/>
                <a:gd name="csX19" fmla="*/ 41542 w 143177"/>
                <a:gd name="csY19" fmla="*/ 66980 h 165098"/>
                <a:gd name="csX20" fmla="*/ 79509 w 143177"/>
                <a:gd name="csY20" fmla="*/ 66980 h 165098"/>
                <a:gd name="csX21" fmla="*/ 83524 w 143177"/>
                <a:gd name="csY21" fmla="*/ 129960 h 165098"/>
                <a:gd name="csX22" fmla="*/ 96257 w 143177"/>
                <a:gd name="csY22" fmla="*/ 125945 h 165098"/>
                <a:gd name="csX23" fmla="*/ 100741 w 143177"/>
                <a:gd name="csY23" fmla="*/ 114149 h 165098"/>
                <a:gd name="csX24" fmla="*/ 96140 w 143177"/>
                <a:gd name="csY24" fmla="*/ 102588 h 165098"/>
                <a:gd name="csX25" fmla="*/ 83055 w 143177"/>
                <a:gd name="csY25" fmla="*/ 98573 h 165098"/>
                <a:gd name="csX26" fmla="*/ 41542 w 143177"/>
                <a:gd name="csY26" fmla="*/ 98573 h 165098"/>
                <a:gd name="csX27" fmla="*/ 41542 w 143177"/>
                <a:gd name="csY27" fmla="*/ 129945 h 165098"/>
                <a:gd name="csX28" fmla="*/ 83524 w 143177"/>
                <a:gd name="csY28" fmla="*/ 129945 h 16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</a:cxnLst>
              <a:rect l="l" t="t" r="r" b="b"/>
              <a:pathLst>
                <a:path w="143177" h="165098">
                  <a:moveTo>
                    <a:pt x="15" y="0"/>
                  </a:moveTo>
                  <a:lnTo>
                    <a:pt x="85634" y="0"/>
                  </a:lnTo>
                  <a:cubicBezTo>
                    <a:pt x="102148" y="0"/>
                    <a:pt x="114838" y="3898"/>
                    <a:pt x="123732" y="11679"/>
                  </a:cubicBezTo>
                  <a:cubicBezTo>
                    <a:pt x="132612" y="19460"/>
                    <a:pt x="137052" y="30200"/>
                    <a:pt x="137052" y="43872"/>
                  </a:cubicBezTo>
                  <a:cubicBezTo>
                    <a:pt x="137052" y="53148"/>
                    <a:pt x="134810" y="61016"/>
                    <a:pt x="130326" y="67464"/>
                  </a:cubicBezTo>
                  <a:cubicBezTo>
                    <a:pt x="125842" y="73911"/>
                    <a:pt x="119600" y="78322"/>
                    <a:pt x="111570" y="80681"/>
                  </a:cubicBezTo>
                  <a:lnTo>
                    <a:pt x="111570" y="81619"/>
                  </a:lnTo>
                  <a:cubicBezTo>
                    <a:pt x="121637" y="83817"/>
                    <a:pt x="129418" y="88271"/>
                    <a:pt x="134928" y="94939"/>
                  </a:cubicBezTo>
                  <a:cubicBezTo>
                    <a:pt x="140423" y="101621"/>
                    <a:pt x="143177" y="110002"/>
                    <a:pt x="143177" y="120054"/>
                  </a:cubicBezTo>
                  <a:cubicBezTo>
                    <a:pt x="143177" y="133887"/>
                    <a:pt x="138693" y="144862"/>
                    <a:pt x="129726" y="152951"/>
                  </a:cubicBezTo>
                  <a:cubicBezTo>
                    <a:pt x="120758" y="161054"/>
                    <a:pt x="108259" y="165099"/>
                    <a:pt x="92228" y="165099"/>
                  </a:cubicBezTo>
                  <a:lnTo>
                    <a:pt x="0" y="165099"/>
                  </a:lnTo>
                  <a:lnTo>
                    <a:pt x="0" y="0"/>
                  </a:lnTo>
                  <a:close/>
                  <a:moveTo>
                    <a:pt x="79509" y="66995"/>
                  </a:moveTo>
                  <a:cubicBezTo>
                    <a:pt x="84696" y="66995"/>
                    <a:pt x="88784" y="65617"/>
                    <a:pt x="91774" y="62863"/>
                  </a:cubicBezTo>
                  <a:cubicBezTo>
                    <a:pt x="94763" y="60122"/>
                    <a:pt x="96257" y="56137"/>
                    <a:pt x="96257" y="50950"/>
                  </a:cubicBezTo>
                  <a:cubicBezTo>
                    <a:pt x="96257" y="45762"/>
                    <a:pt x="94719" y="42026"/>
                    <a:pt x="91656" y="39271"/>
                  </a:cubicBezTo>
                  <a:cubicBezTo>
                    <a:pt x="88594" y="36516"/>
                    <a:pt x="84227" y="35139"/>
                    <a:pt x="78571" y="35139"/>
                  </a:cubicBezTo>
                  <a:lnTo>
                    <a:pt x="41542" y="35139"/>
                  </a:lnTo>
                  <a:lnTo>
                    <a:pt x="41542" y="66980"/>
                  </a:lnTo>
                  <a:lnTo>
                    <a:pt x="79509" y="66980"/>
                  </a:lnTo>
                  <a:close/>
                  <a:moveTo>
                    <a:pt x="83524" y="129960"/>
                  </a:moveTo>
                  <a:cubicBezTo>
                    <a:pt x="89019" y="129960"/>
                    <a:pt x="93268" y="128627"/>
                    <a:pt x="96257" y="125945"/>
                  </a:cubicBezTo>
                  <a:cubicBezTo>
                    <a:pt x="99247" y="123278"/>
                    <a:pt x="100741" y="119336"/>
                    <a:pt x="100741" y="114149"/>
                  </a:cubicBezTo>
                  <a:cubicBezTo>
                    <a:pt x="100741" y="108962"/>
                    <a:pt x="99203" y="105269"/>
                    <a:pt x="96140" y="102588"/>
                  </a:cubicBezTo>
                  <a:cubicBezTo>
                    <a:pt x="93078" y="99921"/>
                    <a:pt x="88711" y="98573"/>
                    <a:pt x="83055" y="98573"/>
                  </a:cubicBezTo>
                  <a:lnTo>
                    <a:pt x="41542" y="98573"/>
                  </a:lnTo>
                  <a:lnTo>
                    <a:pt x="41542" y="129945"/>
                  </a:lnTo>
                  <a:lnTo>
                    <a:pt x="83524" y="129945"/>
                  </a:lnTo>
                  <a:close/>
                </a:path>
              </a:pathLst>
            </a:custGeom>
            <a:solidFill>
              <a:schemeClr val="bg1"/>
            </a:solidFill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773913F-82F9-B72F-BFCE-780D89F84276}"/>
                </a:ext>
              </a:extLst>
            </p:cNvPr>
            <p:cNvSpPr/>
            <p:nvPr/>
          </p:nvSpPr>
          <p:spPr>
            <a:xfrm>
              <a:off x="399759" y="578447"/>
              <a:ext cx="46553" cy="164160"/>
            </a:xfrm>
            <a:custGeom>
              <a:avLst/>
              <a:gdLst>
                <a:gd name="csX0" fmla="*/ 28457 w 46553"/>
                <a:gd name="csY0" fmla="*/ 0 h 164160"/>
                <a:gd name="csX1" fmla="*/ 0 w 46553"/>
                <a:gd name="csY1" fmla="*/ 164161 h 164160"/>
                <a:gd name="csX2" fmla="*/ 18097 w 46553"/>
                <a:gd name="csY2" fmla="*/ 164161 h 164160"/>
                <a:gd name="csX3" fmla="*/ 46554 w 46553"/>
                <a:gd name="csY3" fmla="*/ 0 h 164160"/>
                <a:gd name="csX4" fmla="*/ 28457 w 46553"/>
                <a:gd name="csY4" fmla="*/ 0 h 16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6553" h="164160">
                  <a:moveTo>
                    <a:pt x="28457" y="0"/>
                  </a:moveTo>
                  <a:lnTo>
                    <a:pt x="0" y="164161"/>
                  </a:lnTo>
                  <a:lnTo>
                    <a:pt x="18097" y="164161"/>
                  </a:lnTo>
                  <a:lnTo>
                    <a:pt x="46554" y="0"/>
                  </a:lnTo>
                  <a:lnTo>
                    <a:pt x="28457" y="0"/>
                  </a:lnTo>
                  <a:close/>
                </a:path>
              </a:pathLst>
            </a:custGeom>
            <a:grpFill/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36CD6795-DF61-DE28-4DDA-560BDEFA4A7E}"/>
                </a:ext>
              </a:extLst>
            </p:cNvPr>
            <p:cNvSpPr/>
            <p:nvPr/>
          </p:nvSpPr>
          <p:spPr>
            <a:xfrm>
              <a:off x="367361" y="578447"/>
              <a:ext cx="46553" cy="164160"/>
            </a:xfrm>
            <a:custGeom>
              <a:avLst/>
              <a:gdLst>
                <a:gd name="csX0" fmla="*/ 28471 w 46553"/>
                <a:gd name="csY0" fmla="*/ 0 h 164160"/>
                <a:gd name="csX1" fmla="*/ 0 w 46553"/>
                <a:gd name="csY1" fmla="*/ 164161 h 164160"/>
                <a:gd name="csX2" fmla="*/ 18097 w 46553"/>
                <a:gd name="csY2" fmla="*/ 164161 h 164160"/>
                <a:gd name="csX3" fmla="*/ 46554 w 46553"/>
                <a:gd name="csY3" fmla="*/ 0 h 164160"/>
                <a:gd name="csX4" fmla="*/ 28471 w 46553"/>
                <a:gd name="csY4" fmla="*/ 0 h 16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6553" h="164160">
                  <a:moveTo>
                    <a:pt x="28471" y="0"/>
                  </a:moveTo>
                  <a:lnTo>
                    <a:pt x="0" y="164161"/>
                  </a:lnTo>
                  <a:lnTo>
                    <a:pt x="18097" y="164161"/>
                  </a:lnTo>
                  <a:lnTo>
                    <a:pt x="46554" y="0"/>
                  </a:lnTo>
                  <a:lnTo>
                    <a:pt x="28471" y="0"/>
                  </a:lnTo>
                  <a:close/>
                </a:path>
              </a:pathLst>
            </a:custGeom>
            <a:grpFill/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F31F05B-8694-DA85-4516-B104F45F5900}"/>
                </a:ext>
              </a:extLst>
            </p:cNvPr>
            <p:cNvSpPr/>
            <p:nvPr/>
          </p:nvSpPr>
          <p:spPr>
            <a:xfrm>
              <a:off x="334963" y="578447"/>
              <a:ext cx="46568" cy="164160"/>
            </a:xfrm>
            <a:custGeom>
              <a:avLst/>
              <a:gdLst>
                <a:gd name="csX0" fmla="*/ 28471 w 46568"/>
                <a:gd name="csY0" fmla="*/ 0 h 164160"/>
                <a:gd name="csX1" fmla="*/ 0 w 46568"/>
                <a:gd name="csY1" fmla="*/ 164161 h 164160"/>
                <a:gd name="csX2" fmla="*/ 18097 w 46568"/>
                <a:gd name="csY2" fmla="*/ 164161 h 164160"/>
                <a:gd name="csX3" fmla="*/ 46568 w 46568"/>
                <a:gd name="csY3" fmla="*/ 0 h 164160"/>
                <a:gd name="csX4" fmla="*/ 28471 w 46568"/>
                <a:gd name="csY4" fmla="*/ 0 h 164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6568" h="164160">
                  <a:moveTo>
                    <a:pt x="28471" y="0"/>
                  </a:moveTo>
                  <a:lnTo>
                    <a:pt x="0" y="164161"/>
                  </a:lnTo>
                  <a:lnTo>
                    <a:pt x="18097" y="164161"/>
                  </a:lnTo>
                  <a:lnTo>
                    <a:pt x="46568" y="0"/>
                  </a:lnTo>
                  <a:lnTo>
                    <a:pt x="28471" y="0"/>
                  </a:lnTo>
                  <a:close/>
                </a:path>
              </a:pathLst>
            </a:custGeom>
            <a:grpFill/>
            <a:ln w="1460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aphicFrame>
        <p:nvGraphicFramePr>
          <p:cNvPr id="41" name="Chart 1">
            <a:extLst>
              <a:ext uri="{FF2B5EF4-FFF2-40B4-BE49-F238E27FC236}">
                <a16:creationId xmlns:a16="http://schemas.microsoft.com/office/drawing/2014/main" id="{68DA90EE-E641-55F4-447E-67B6877CC6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1508579"/>
              </p:ext>
            </p:extLst>
          </p:nvPr>
        </p:nvGraphicFramePr>
        <p:xfrm>
          <a:off x="469392" y="1926771"/>
          <a:ext cx="6976872" cy="39985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3" name="Text 2">
            <a:extLst>
              <a:ext uri="{FF2B5EF4-FFF2-40B4-BE49-F238E27FC236}">
                <a16:creationId xmlns:a16="http://schemas.microsoft.com/office/drawing/2014/main" id="{C3F645E8-7AE7-89EF-B398-A897BD49A1F6}"/>
              </a:ext>
            </a:extLst>
          </p:cNvPr>
          <p:cNvSpPr/>
          <p:nvPr/>
        </p:nvSpPr>
        <p:spPr>
          <a:xfrm>
            <a:off x="343036" y="804672"/>
            <a:ext cx="11155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A </a:t>
            </a:r>
            <a:r>
              <a:rPr lang="en-US" sz="2400" b="1" err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reação</a:t>
            </a:r>
            <a:r>
              <a:rPr lang="en-US" sz="2400" b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err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começou</a:t>
            </a:r>
            <a:r>
              <a:rPr lang="en-US" sz="2400" b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. </a:t>
            </a:r>
            <a:r>
              <a:rPr lang="en-US" sz="2400" b="1" err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Oportunidade</a:t>
            </a:r>
            <a:r>
              <a:rPr lang="en-US" sz="2400" b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err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vai</a:t>
            </a:r>
            <a:r>
              <a:rPr lang="en-US" sz="2400" b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err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além</a:t>
            </a:r>
            <a:r>
              <a:rPr lang="en-US" sz="2400" b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 do IFIX.</a:t>
            </a:r>
            <a:endParaRPr lang="en-US" sz="2400">
              <a:solidFill>
                <a:schemeClr val="bg1"/>
              </a:solidFill>
              <a:latin typeface="Versos" panose="020B0503020204030204" pitchFamily="34" charset="0"/>
            </a:endParaRPr>
          </a:p>
        </p:txBody>
      </p:sp>
      <p:sp>
        <p:nvSpPr>
          <p:cNvPr id="45" name="Text 3">
            <a:extLst>
              <a:ext uri="{FF2B5EF4-FFF2-40B4-BE49-F238E27FC236}">
                <a16:creationId xmlns:a16="http://schemas.microsoft.com/office/drawing/2014/main" id="{DDF17C6E-455A-BF8E-70C9-6711457B4FAB}"/>
              </a:ext>
            </a:extLst>
          </p:cNvPr>
          <p:cNvSpPr/>
          <p:nvPr/>
        </p:nvSpPr>
        <p:spPr>
          <a:xfrm>
            <a:off x="343036" y="1418989"/>
            <a:ext cx="11514002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err="1">
                <a:solidFill>
                  <a:schemeClr val="bg1"/>
                </a:solidFill>
                <a:latin typeface="Versos Light" panose="020B0403020204030204" pitchFamily="34" charset="0"/>
              </a:rPr>
              <a:t>Depois</a:t>
            </a:r>
            <a:r>
              <a:rPr lang="en-US" sz="1200">
                <a:solidFill>
                  <a:schemeClr val="bg1"/>
                </a:solidFill>
                <a:latin typeface="Versos Light" panose="020B0403020204030204" pitchFamily="34" charset="0"/>
              </a:rPr>
              <a:t> da </a:t>
            </a:r>
            <a:r>
              <a:rPr lang="en-US" sz="1200" err="1">
                <a:solidFill>
                  <a:schemeClr val="bg1"/>
                </a:solidFill>
                <a:latin typeface="Versos Light" panose="020B0403020204030204" pitchFamily="34" charset="0"/>
              </a:rPr>
              <a:t>correção</a:t>
            </a:r>
            <a:r>
              <a:rPr lang="en-US" sz="1200">
                <a:solidFill>
                  <a:schemeClr val="bg1"/>
                </a:solidFill>
                <a:latin typeface="Versos Light" panose="020B0403020204030204" pitchFamily="34" charset="0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Versos Light" panose="020B0403020204030204" pitchFamily="34" charset="0"/>
              </a:rPr>
              <a:t>recente</a:t>
            </a:r>
            <a:r>
              <a:rPr lang="en-US" sz="1200">
                <a:solidFill>
                  <a:schemeClr val="bg1"/>
                </a:solidFill>
                <a:latin typeface="Versos Light" panose="020B0403020204030204" pitchFamily="34" charset="0"/>
              </a:rPr>
              <a:t>, é hora de </a:t>
            </a:r>
            <a:r>
              <a:rPr lang="en-US" sz="1200" err="1">
                <a:solidFill>
                  <a:schemeClr val="bg1"/>
                </a:solidFill>
                <a:latin typeface="Versos Light" panose="020B0403020204030204" pitchFamily="34" charset="0"/>
              </a:rPr>
              <a:t>colocar</a:t>
            </a:r>
            <a:r>
              <a:rPr lang="en-US" sz="1200">
                <a:solidFill>
                  <a:schemeClr val="bg1"/>
                </a:solidFill>
                <a:latin typeface="Versos Light" panose="020B0403020204030204" pitchFamily="34" charset="0"/>
              </a:rPr>
              <a:t> o </a:t>
            </a:r>
            <a:r>
              <a:rPr lang="en-US" sz="1200" err="1">
                <a:solidFill>
                  <a:schemeClr val="bg1"/>
                </a:solidFill>
                <a:latin typeface="Versos Light" panose="020B0403020204030204" pitchFamily="34" charset="0"/>
              </a:rPr>
              <a:t>imobiliário</a:t>
            </a:r>
            <a:r>
              <a:rPr lang="en-US" sz="1200">
                <a:solidFill>
                  <a:schemeClr val="bg1"/>
                </a:solidFill>
                <a:latin typeface="Versos Light" panose="020B0403020204030204" pitchFamily="34" charset="0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Versos Light" panose="020B0403020204030204" pitchFamily="34" charset="0"/>
              </a:rPr>
              <a:t>na</a:t>
            </a:r>
            <a:r>
              <a:rPr lang="en-US" sz="1200">
                <a:solidFill>
                  <a:schemeClr val="bg1"/>
                </a:solidFill>
                <a:latin typeface="Versos Light" panose="020B0403020204030204" pitchFamily="34" charset="0"/>
              </a:rPr>
              <a:t> conversa de </a:t>
            </a:r>
            <a:r>
              <a:rPr lang="en-US" sz="1200" err="1">
                <a:solidFill>
                  <a:schemeClr val="bg1"/>
                </a:solidFill>
                <a:latin typeface="Versos Light" panose="020B0403020204030204" pitchFamily="34" charset="0"/>
              </a:rPr>
              <a:t>previdência</a:t>
            </a:r>
            <a:r>
              <a:rPr lang="en-US" sz="1200">
                <a:solidFill>
                  <a:schemeClr val="bg1"/>
                </a:solidFill>
                <a:latin typeface="Versos Light" panose="020B0403020204030204" pitchFamily="34" charset="0"/>
              </a:rPr>
              <a:t>, com </a:t>
            </a:r>
            <a:r>
              <a:rPr lang="en-US" sz="1200" err="1">
                <a:solidFill>
                  <a:schemeClr val="bg1"/>
                </a:solidFill>
                <a:latin typeface="Versos Light" panose="020B0403020204030204" pitchFamily="34" charset="0"/>
              </a:rPr>
              <a:t>uma</a:t>
            </a:r>
            <a:r>
              <a:rPr lang="en-US" sz="1200">
                <a:solidFill>
                  <a:schemeClr val="bg1"/>
                </a:solidFill>
                <a:latin typeface="Versos Light" panose="020B0403020204030204" pitchFamily="34" charset="0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Versos Light" panose="020B0403020204030204" pitchFamily="34" charset="0"/>
              </a:rPr>
              <a:t>estratégia</a:t>
            </a:r>
            <a:r>
              <a:rPr lang="en-US" sz="1200">
                <a:solidFill>
                  <a:schemeClr val="bg1"/>
                </a:solidFill>
                <a:latin typeface="Versos Light" panose="020B0403020204030204" pitchFamily="34" charset="0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Versos Light" panose="020B0403020204030204" pitchFamily="34" charset="0"/>
              </a:rPr>
              <a:t>que</a:t>
            </a:r>
            <a:r>
              <a:rPr lang="en-US" sz="1200">
                <a:solidFill>
                  <a:schemeClr val="bg1"/>
                </a:solidFill>
                <a:latin typeface="Versos Light" panose="020B0403020204030204" pitchFamily="34" charset="0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Versos Light" panose="020B0403020204030204" pitchFamily="34" charset="0"/>
              </a:rPr>
              <a:t>pode</a:t>
            </a:r>
            <a:r>
              <a:rPr lang="en-US" sz="1200">
                <a:solidFill>
                  <a:schemeClr val="bg1"/>
                </a:solidFill>
                <a:latin typeface="Versos Light" panose="020B0403020204030204" pitchFamily="34" charset="0"/>
              </a:rPr>
              <a:t> se </a:t>
            </a:r>
            <a:r>
              <a:rPr lang="en-US" sz="1200" err="1">
                <a:solidFill>
                  <a:schemeClr val="bg1"/>
                </a:solidFill>
                <a:latin typeface="Versos Light" panose="020B0403020204030204" pitchFamily="34" charset="0"/>
              </a:rPr>
              <a:t>adaptar</a:t>
            </a:r>
            <a:r>
              <a:rPr lang="en-US" sz="1200">
                <a:solidFill>
                  <a:schemeClr val="bg1"/>
                </a:solidFill>
                <a:latin typeface="Versos Light" panose="020B0403020204030204" pitchFamily="34" charset="0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Versos Light" panose="020B0403020204030204" pitchFamily="34" charset="0"/>
              </a:rPr>
              <a:t>ao</a:t>
            </a:r>
            <a:r>
              <a:rPr lang="en-US" sz="1200">
                <a:solidFill>
                  <a:schemeClr val="bg1"/>
                </a:solidFill>
                <a:latin typeface="Versos Light" panose="020B0403020204030204" pitchFamily="34" charset="0"/>
              </a:rPr>
              <a:t> </a:t>
            </a:r>
            <a:r>
              <a:rPr lang="en-US" sz="1200" err="1">
                <a:solidFill>
                  <a:schemeClr val="bg1"/>
                </a:solidFill>
                <a:latin typeface="Versos Light" panose="020B0403020204030204" pitchFamily="34" charset="0"/>
              </a:rPr>
              <a:t>ciclo</a:t>
            </a:r>
            <a:r>
              <a:rPr lang="en-US" sz="1200">
                <a:solidFill>
                  <a:schemeClr val="bg1"/>
                </a:solidFill>
                <a:latin typeface="Versos Light" panose="020B0403020204030204" pitchFamily="34" charset="0"/>
              </a:rPr>
              <a:t>.</a:t>
            </a:r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CE710A3B-8C6E-6BF9-F541-4D4A94AFE5B4}"/>
              </a:ext>
            </a:extLst>
          </p:cNvPr>
          <p:cNvSpPr/>
          <p:nvPr/>
        </p:nvSpPr>
        <p:spPr>
          <a:xfrm>
            <a:off x="7703820" y="1837944"/>
            <a:ext cx="4023360" cy="4078224"/>
          </a:xfrm>
          <a:prstGeom prst="roundRect">
            <a:avLst>
              <a:gd name="adj" fmla="val 1818"/>
            </a:avLst>
          </a:prstGeom>
          <a:solidFill>
            <a:schemeClr val="bg2">
              <a:lumMod val="25000"/>
            </a:schemeClr>
          </a:solidFill>
          <a:ln w="10160">
            <a:solidFill>
              <a:schemeClr val="bg2">
                <a:lumMod val="10000"/>
              </a:schemeClr>
            </a:solidFill>
            <a:prstDash val="solid"/>
          </a:ln>
        </p:spPr>
        <p:txBody>
          <a:bodyPr/>
          <a:lstStyle/>
          <a:p>
            <a:endParaRPr lang="pt-BR">
              <a:latin typeface="Versos" panose="020B0503020204030204" pitchFamily="34" charset="0"/>
            </a:endParaRPr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5AA0C7A5-C36E-2D2E-A5A5-0E60ED97AB65}"/>
              </a:ext>
            </a:extLst>
          </p:cNvPr>
          <p:cNvSpPr/>
          <p:nvPr/>
        </p:nvSpPr>
        <p:spPr>
          <a:xfrm>
            <a:off x="7955280" y="2093976"/>
            <a:ext cx="3538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5">
                <a:solidFill>
                  <a:schemeClr val="bg2">
                    <a:lumMod val="75000"/>
                  </a:schemeClr>
                </a:solidFill>
                <a:latin typeface="Versos" panose="020B0503020204030204" pitchFamily="34" charset="0"/>
              </a:rPr>
              <a:t>POR QUE ESTE FUNDO?</a:t>
            </a:r>
            <a:endParaRPr lang="en-US" sz="1100">
              <a:solidFill>
                <a:schemeClr val="bg2">
                  <a:lumMod val="75000"/>
                </a:schemeClr>
              </a:solidFill>
              <a:latin typeface="Versos" panose="020B0503020204030204" pitchFamily="34" charset="0"/>
            </a:endParaRPr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2415A4AD-274D-DB39-8D79-14B2207058C1}"/>
              </a:ext>
            </a:extLst>
          </p:cNvPr>
          <p:cNvSpPr/>
          <p:nvPr/>
        </p:nvSpPr>
        <p:spPr>
          <a:xfrm>
            <a:off x="7955280" y="2351586"/>
            <a:ext cx="350215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20" b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Crédito para </a:t>
            </a:r>
            <a:r>
              <a:rPr lang="en-US" sz="1920" b="1" err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compor</a:t>
            </a:r>
            <a:r>
              <a:rPr lang="en-US" sz="1920" b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 a base.</a:t>
            </a:r>
            <a:endParaRPr lang="en-US" sz="1920">
              <a:solidFill>
                <a:schemeClr val="bg1"/>
              </a:solidFill>
              <a:latin typeface="Versos" panose="020B0503020204030204" pitchFamily="34" charset="0"/>
            </a:endParaRPr>
          </a:p>
          <a:p>
            <a:pPr marL="0" indent="0">
              <a:buNone/>
            </a:pPr>
            <a:r>
              <a:rPr lang="en-US" sz="1920" b="1" err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Imobiliário</a:t>
            </a:r>
            <a:r>
              <a:rPr lang="en-US" sz="1920" b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 para </a:t>
            </a:r>
            <a:r>
              <a:rPr lang="en-US" sz="1920" b="1" err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capturar</a:t>
            </a:r>
            <a:r>
              <a:rPr lang="en-US" sz="1920" b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920" b="1" err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oportunidades</a:t>
            </a:r>
            <a:r>
              <a:rPr lang="en-US" sz="1920" b="1">
                <a:solidFill>
                  <a:schemeClr val="bg1"/>
                </a:solidFill>
                <a:latin typeface="Versos" panose="020B0503020204030204" pitchFamily="34" charset="0"/>
                <a:ea typeface="Aptos Display" pitchFamily="34" charset="-122"/>
                <a:cs typeface="Aptos Display" pitchFamily="34" charset="-120"/>
              </a:rPr>
              <a:t>.</a:t>
            </a:r>
            <a:endParaRPr lang="en-US" sz="1920">
              <a:solidFill>
                <a:schemeClr val="bg1"/>
              </a:solidFill>
              <a:latin typeface="Versos" panose="020B0503020204030204" pitchFamily="34" charset="0"/>
            </a:endParaRPr>
          </a:p>
        </p:txBody>
      </p:sp>
      <p:sp>
        <p:nvSpPr>
          <p:cNvPr id="53" name="Shape 8">
            <a:extLst>
              <a:ext uri="{FF2B5EF4-FFF2-40B4-BE49-F238E27FC236}">
                <a16:creationId xmlns:a16="http://schemas.microsoft.com/office/drawing/2014/main" id="{E43786CB-9A83-0D65-F8E6-0B7AE5D0DC0A}"/>
              </a:ext>
            </a:extLst>
          </p:cNvPr>
          <p:cNvSpPr/>
          <p:nvPr/>
        </p:nvSpPr>
        <p:spPr>
          <a:xfrm>
            <a:off x="7955280" y="3557016"/>
            <a:ext cx="3493008" cy="1"/>
          </a:xfrm>
          <a:prstGeom prst="line">
            <a:avLst/>
          </a:prstGeom>
          <a:noFill/>
          <a:ln w="12700">
            <a:solidFill>
              <a:srgbClr val="D6E0E4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1"/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4A7B38A5-A960-6E51-C926-A0672D7011E2}"/>
              </a:ext>
            </a:extLst>
          </p:cNvPr>
          <p:cNvSpPr/>
          <p:nvPr/>
        </p:nvSpPr>
        <p:spPr>
          <a:xfrm>
            <a:off x="7955280" y="374904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>
                <a:solidFill>
                  <a:schemeClr val="bg1"/>
                </a:solidFill>
                <a:latin typeface="Versos" panose="020B0503020204030204" pitchFamily="34" charset="0"/>
              </a:rPr>
              <a:t>66,6% </a:t>
            </a:r>
            <a:r>
              <a:rPr lang="en-US" sz="1320" err="1">
                <a:solidFill>
                  <a:schemeClr val="bg1"/>
                </a:solidFill>
                <a:latin typeface="Versos Light" panose="020B0403020204030204" pitchFamily="34" charset="0"/>
              </a:rPr>
              <a:t>em</a:t>
            </a:r>
            <a:r>
              <a:rPr lang="en-US" sz="1320">
                <a:solidFill>
                  <a:schemeClr val="bg1"/>
                </a:solidFill>
                <a:latin typeface="Versos Light" panose="020B0403020204030204" pitchFamily="34" charset="0"/>
              </a:rPr>
              <a:t> CRIs e </a:t>
            </a:r>
            <a:r>
              <a:rPr lang="en-US" sz="1320" err="1">
                <a:solidFill>
                  <a:schemeClr val="bg1"/>
                </a:solidFill>
                <a:latin typeface="Versos Light" panose="020B0403020204030204" pitchFamily="34" charset="0"/>
              </a:rPr>
              <a:t>crédito</a:t>
            </a:r>
            <a:r>
              <a:rPr lang="en-US" sz="1320">
                <a:solidFill>
                  <a:schemeClr val="bg1"/>
                </a:solidFill>
                <a:latin typeface="Versos Light" panose="020B0403020204030204" pitchFamily="34" charset="0"/>
              </a:rPr>
              <a:t> high grade</a:t>
            </a:r>
          </a:p>
        </p:txBody>
      </p:sp>
      <p:sp>
        <p:nvSpPr>
          <p:cNvPr id="60" name="Text 10">
            <a:extLst>
              <a:ext uri="{FF2B5EF4-FFF2-40B4-BE49-F238E27FC236}">
                <a16:creationId xmlns:a16="http://schemas.microsoft.com/office/drawing/2014/main" id="{E64B2794-570D-E26C-44B2-EE830356873D}"/>
              </a:ext>
            </a:extLst>
          </p:cNvPr>
          <p:cNvSpPr/>
          <p:nvPr/>
        </p:nvSpPr>
        <p:spPr>
          <a:xfrm>
            <a:off x="7955280" y="4124452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>
                <a:solidFill>
                  <a:schemeClr val="bg1"/>
                </a:solidFill>
                <a:latin typeface="Versos" panose="020B0503020204030204" pitchFamily="34" charset="0"/>
              </a:rPr>
              <a:t>13,8% </a:t>
            </a:r>
            <a:r>
              <a:rPr lang="en-US" sz="1320" err="1">
                <a:solidFill>
                  <a:schemeClr val="bg1"/>
                </a:solidFill>
                <a:latin typeface="Versos Light" panose="020B0403020204030204" pitchFamily="34" charset="0"/>
              </a:rPr>
              <a:t>em</a:t>
            </a:r>
            <a:r>
              <a:rPr lang="en-US" sz="1320">
                <a:solidFill>
                  <a:schemeClr val="bg1"/>
                </a:solidFill>
                <a:latin typeface="Versos Light" panose="020B0403020204030204" pitchFamily="34" charset="0"/>
              </a:rPr>
              <a:t> FIIs e ETFs </a:t>
            </a:r>
            <a:r>
              <a:rPr lang="en-US" sz="1320" err="1">
                <a:solidFill>
                  <a:schemeClr val="bg1"/>
                </a:solidFill>
                <a:latin typeface="Versos Light" panose="020B0403020204030204" pitchFamily="34" charset="0"/>
              </a:rPr>
              <a:t>imobiliários</a:t>
            </a:r>
            <a:endParaRPr lang="en-US" sz="1320">
              <a:solidFill>
                <a:schemeClr val="bg1"/>
              </a:solidFill>
              <a:latin typeface="Versos Light" panose="020B0403020204030204" pitchFamily="34" charset="0"/>
            </a:endParaRPr>
          </a:p>
        </p:txBody>
      </p:sp>
      <p:sp>
        <p:nvSpPr>
          <p:cNvPr id="62" name="Text 11">
            <a:extLst>
              <a:ext uri="{FF2B5EF4-FFF2-40B4-BE49-F238E27FC236}">
                <a16:creationId xmlns:a16="http://schemas.microsoft.com/office/drawing/2014/main" id="{803B9B90-AB2C-3A61-7BF4-5C3B77C84D03}"/>
              </a:ext>
            </a:extLst>
          </p:cNvPr>
          <p:cNvSpPr/>
          <p:nvPr/>
        </p:nvSpPr>
        <p:spPr>
          <a:xfrm>
            <a:off x="7946136" y="4796028"/>
            <a:ext cx="3538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60" err="1">
                <a:solidFill>
                  <a:schemeClr val="bg1"/>
                </a:solidFill>
                <a:latin typeface="Versos Light" panose="020B0403020204030204" pitchFamily="34" charset="0"/>
              </a:rPr>
              <a:t>Gestão</a:t>
            </a:r>
            <a:r>
              <a:rPr lang="en-US" sz="1260">
                <a:solidFill>
                  <a:schemeClr val="bg1"/>
                </a:solidFill>
                <a:latin typeface="Versos Light" panose="020B0403020204030204" pitchFamily="34" charset="0"/>
              </a:rPr>
              <a:t> </a:t>
            </a:r>
            <a:r>
              <a:rPr lang="en-US" sz="1260" err="1">
                <a:solidFill>
                  <a:schemeClr val="bg1"/>
                </a:solidFill>
                <a:latin typeface="Versos Light" panose="020B0403020204030204" pitchFamily="34" charset="0"/>
              </a:rPr>
              <a:t>ativa</a:t>
            </a:r>
            <a:r>
              <a:rPr lang="en-US" sz="1260">
                <a:solidFill>
                  <a:schemeClr val="bg1"/>
                </a:solidFill>
                <a:latin typeface="Versos Light" panose="020B0403020204030204" pitchFamily="34" charset="0"/>
              </a:rPr>
              <a:t> para </a:t>
            </a:r>
            <a:r>
              <a:rPr lang="en-US" sz="1260" err="1">
                <a:solidFill>
                  <a:schemeClr val="bg1"/>
                </a:solidFill>
                <a:latin typeface="Versos Light" panose="020B0403020204030204" pitchFamily="34" charset="0"/>
              </a:rPr>
              <a:t>ajustar</a:t>
            </a:r>
            <a:r>
              <a:rPr lang="en-US" sz="1260">
                <a:solidFill>
                  <a:schemeClr val="bg1"/>
                </a:solidFill>
                <a:latin typeface="Versos Light" panose="020B0403020204030204" pitchFamily="34" charset="0"/>
              </a:rPr>
              <a:t> </a:t>
            </a:r>
            <a:br>
              <a:rPr lang="en-US" sz="1260">
                <a:solidFill>
                  <a:schemeClr val="bg1"/>
                </a:solidFill>
                <a:latin typeface="Versos Light" panose="020B0403020204030204" pitchFamily="34" charset="0"/>
              </a:rPr>
            </a:br>
            <a:r>
              <a:rPr lang="en-US" sz="1260">
                <a:solidFill>
                  <a:schemeClr val="bg1"/>
                </a:solidFill>
                <a:latin typeface="Versos Light" panose="020B0403020204030204" pitchFamily="34" charset="0"/>
              </a:rPr>
              <a:t>a </a:t>
            </a:r>
            <a:r>
              <a:rPr lang="en-US" sz="1260" err="1">
                <a:solidFill>
                  <a:schemeClr val="bg1"/>
                </a:solidFill>
                <a:latin typeface="Versos Light" panose="020B0403020204030204" pitchFamily="34" charset="0"/>
              </a:rPr>
              <a:t>alocação</a:t>
            </a:r>
            <a:r>
              <a:rPr lang="en-US" sz="1260">
                <a:solidFill>
                  <a:schemeClr val="bg1"/>
                </a:solidFill>
                <a:latin typeface="Versos Light" panose="020B0403020204030204" pitchFamily="34" charset="0"/>
              </a:rPr>
              <a:t> </a:t>
            </a:r>
            <a:r>
              <a:rPr lang="en-US" sz="1260" err="1">
                <a:solidFill>
                  <a:schemeClr val="bg1"/>
                </a:solidFill>
                <a:latin typeface="Versos Light" panose="020B0403020204030204" pitchFamily="34" charset="0"/>
              </a:rPr>
              <a:t>conforme</a:t>
            </a:r>
            <a:r>
              <a:rPr lang="en-US" sz="1260">
                <a:solidFill>
                  <a:schemeClr val="bg1"/>
                </a:solidFill>
                <a:latin typeface="Versos Light" panose="020B0403020204030204" pitchFamily="34" charset="0"/>
              </a:rPr>
              <a:t> o </a:t>
            </a:r>
            <a:r>
              <a:rPr lang="en-US" sz="1260" err="1">
                <a:solidFill>
                  <a:schemeClr val="bg1"/>
                </a:solidFill>
                <a:latin typeface="Versos Light" panose="020B0403020204030204" pitchFamily="34" charset="0"/>
              </a:rPr>
              <a:t>cenário</a:t>
            </a:r>
            <a:r>
              <a:rPr lang="en-US" sz="1260">
                <a:solidFill>
                  <a:schemeClr val="bg1"/>
                </a:solidFill>
                <a:latin typeface="Versos Light" panose="020B0403020204030204" pitchFamily="34" charset="0"/>
              </a:rPr>
              <a:t>.</a:t>
            </a:r>
          </a:p>
        </p:txBody>
      </p:sp>
      <p:sp>
        <p:nvSpPr>
          <p:cNvPr id="64" name="Shape 12">
            <a:extLst>
              <a:ext uri="{FF2B5EF4-FFF2-40B4-BE49-F238E27FC236}">
                <a16:creationId xmlns:a16="http://schemas.microsoft.com/office/drawing/2014/main" id="{FA6AE1AB-BDB8-A231-886D-3831F0686C7E}"/>
              </a:ext>
            </a:extLst>
          </p:cNvPr>
          <p:cNvSpPr/>
          <p:nvPr/>
        </p:nvSpPr>
        <p:spPr>
          <a:xfrm>
            <a:off x="7918704" y="5385816"/>
            <a:ext cx="3566160" cy="393192"/>
          </a:xfrm>
          <a:prstGeom prst="roundRect">
            <a:avLst>
              <a:gd name="adj" fmla="val 13953"/>
            </a:avLst>
          </a:prstGeom>
          <a:solidFill>
            <a:srgbClr val="223B4A"/>
          </a:solidFill>
          <a:ln w="6350">
            <a:solidFill>
              <a:srgbClr val="223B4A"/>
            </a:solidFill>
            <a:prstDash val="solid"/>
          </a:ln>
        </p:spPr>
        <p:txBody>
          <a:bodyPr/>
          <a:lstStyle/>
          <a:p>
            <a:endParaRPr lang="pt-BR">
              <a:solidFill>
                <a:schemeClr val="bg1"/>
              </a:solidFill>
              <a:latin typeface="Versos" panose="020B0503020204030204" pitchFamily="34" charset="0"/>
            </a:endParaRPr>
          </a:p>
        </p:txBody>
      </p:sp>
      <p:sp>
        <p:nvSpPr>
          <p:cNvPr id="66" name="Text 13">
            <a:extLst>
              <a:ext uri="{FF2B5EF4-FFF2-40B4-BE49-F238E27FC236}">
                <a16:creationId xmlns:a16="http://schemas.microsoft.com/office/drawing/2014/main" id="{A058EFF7-C855-0B4E-32E8-6444B37A1F94}"/>
              </a:ext>
            </a:extLst>
          </p:cNvPr>
          <p:cNvSpPr/>
          <p:nvPr/>
        </p:nvSpPr>
        <p:spPr>
          <a:xfrm>
            <a:off x="8033004" y="548182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chemeClr val="bg1"/>
                </a:solidFill>
                <a:latin typeface="Versos" panose="020B0503020204030204" pitchFamily="34" charset="0"/>
              </a:rPr>
              <a:t>O CALL: </a:t>
            </a:r>
            <a:r>
              <a:rPr lang="en-US" sz="1100" b="1" err="1">
                <a:solidFill>
                  <a:schemeClr val="bg1"/>
                </a:solidFill>
                <a:latin typeface="Versos" panose="020B0503020204030204" pitchFamily="34" charset="0"/>
              </a:rPr>
              <a:t>posicionar</a:t>
            </a:r>
            <a:r>
              <a:rPr lang="en-US" sz="1100" b="1">
                <a:solidFill>
                  <a:schemeClr val="bg1"/>
                </a:solidFill>
                <a:latin typeface="Versos" panose="020B0503020204030204" pitchFamily="34" charset="0"/>
              </a:rPr>
              <a:t>-se para o </a:t>
            </a:r>
            <a:r>
              <a:rPr lang="en-US" sz="1100" b="1" err="1">
                <a:solidFill>
                  <a:schemeClr val="bg1"/>
                </a:solidFill>
                <a:latin typeface="Versos" panose="020B0503020204030204" pitchFamily="34" charset="0"/>
              </a:rPr>
              <a:t>próximo</a:t>
            </a:r>
            <a:r>
              <a:rPr lang="en-US" sz="1100" b="1">
                <a:solidFill>
                  <a:schemeClr val="bg1"/>
                </a:solidFill>
                <a:latin typeface="Versos" panose="020B0503020204030204" pitchFamily="34" charset="0"/>
              </a:rPr>
              <a:t> </a:t>
            </a:r>
            <a:r>
              <a:rPr lang="en-US" sz="1100" b="1" err="1">
                <a:solidFill>
                  <a:schemeClr val="bg1"/>
                </a:solidFill>
                <a:latin typeface="Versos" panose="020B0503020204030204" pitchFamily="34" charset="0"/>
              </a:rPr>
              <a:t>ciclo</a:t>
            </a:r>
            <a:endParaRPr lang="en-US" sz="1100">
              <a:solidFill>
                <a:schemeClr val="bg1"/>
              </a:solidFill>
              <a:latin typeface="Versos" panose="020B0503020204030204" pitchFamily="34" charset="0"/>
            </a:endParaRPr>
          </a:p>
        </p:txBody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1D25A8A9-D63F-7D54-6580-BDD2FC59851C}"/>
              </a:ext>
            </a:extLst>
          </p:cNvPr>
          <p:cNvSpPr/>
          <p:nvPr/>
        </p:nvSpPr>
        <p:spPr>
          <a:xfrm>
            <a:off x="7950708" y="4503420"/>
            <a:ext cx="3502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>
                <a:solidFill>
                  <a:schemeClr val="bg1"/>
                </a:solidFill>
                <a:latin typeface="Versos" panose="020B0503020204030204" pitchFamily="34" charset="0"/>
              </a:rPr>
              <a:t>4,7% </a:t>
            </a:r>
            <a:r>
              <a:rPr lang="en-US" sz="1320" err="1">
                <a:solidFill>
                  <a:schemeClr val="bg1"/>
                </a:solidFill>
                <a:latin typeface="Versos Light" panose="020B0403020204030204" pitchFamily="34" charset="0"/>
              </a:rPr>
              <a:t>em</a:t>
            </a:r>
            <a:r>
              <a:rPr lang="en-US" sz="1320">
                <a:solidFill>
                  <a:schemeClr val="bg1"/>
                </a:solidFill>
                <a:latin typeface="Versos Light" panose="020B0403020204030204" pitchFamily="34" charset="0"/>
              </a:rPr>
              <a:t> </a:t>
            </a:r>
            <a:r>
              <a:rPr lang="en-US" sz="1320" err="1">
                <a:solidFill>
                  <a:schemeClr val="bg1"/>
                </a:solidFill>
                <a:latin typeface="Versos Light" panose="020B0403020204030204" pitchFamily="34" charset="0"/>
              </a:rPr>
              <a:t>ações</a:t>
            </a:r>
            <a:r>
              <a:rPr lang="en-US" sz="1320">
                <a:solidFill>
                  <a:schemeClr val="bg1"/>
                </a:solidFill>
                <a:latin typeface="Versos Light" panose="020B0403020204030204" pitchFamily="34" charset="0"/>
              </a:rPr>
              <a:t> do mercado </a:t>
            </a:r>
            <a:r>
              <a:rPr lang="en-US" sz="1320" err="1">
                <a:solidFill>
                  <a:schemeClr val="bg1"/>
                </a:solidFill>
                <a:latin typeface="Versos Light" panose="020B0403020204030204" pitchFamily="34" charset="0"/>
              </a:rPr>
              <a:t>imobiliário</a:t>
            </a:r>
            <a:endParaRPr lang="en-US" sz="1320">
              <a:solidFill>
                <a:schemeClr val="bg1"/>
              </a:solidFill>
              <a:latin typeface="Versos Light" panose="020B0403020204030204" pitchFamily="34" charset="0"/>
            </a:endParaRPr>
          </a:p>
        </p:txBody>
      </p:sp>
      <p:sp>
        <p:nvSpPr>
          <p:cNvPr id="72" name="Text 15">
            <a:extLst>
              <a:ext uri="{FF2B5EF4-FFF2-40B4-BE49-F238E27FC236}">
                <a16:creationId xmlns:a16="http://schemas.microsoft.com/office/drawing/2014/main" id="{4FDD7E62-F795-0883-7203-980D89A43A34}"/>
              </a:ext>
            </a:extLst>
          </p:cNvPr>
          <p:cNvSpPr/>
          <p:nvPr/>
        </p:nvSpPr>
        <p:spPr>
          <a:xfrm>
            <a:off x="343036" y="6254496"/>
            <a:ext cx="111373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chemeClr val="bg1"/>
                </a:solidFill>
                <a:latin typeface="Versos" panose="020B0503020204030204" pitchFamily="34" charset="0"/>
              </a:rPr>
              <a:t>Fontes: material </a:t>
            </a:r>
            <a:r>
              <a:rPr lang="en-US" sz="700" err="1">
                <a:solidFill>
                  <a:schemeClr val="bg1"/>
                </a:solidFill>
                <a:latin typeface="Versos" panose="020B0503020204030204" pitchFamily="34" charset="0"/>
              </a:rPr>
              <a:t>interno</a:t>
            </a:r>
            <a:r>
              <a:rPr lang="en-US" sz="700">
                <a:solidFill>
                  <a:schemeClr val="bg1"/>
                </a:solidFill>
                <a:latin typeface="Versos" panose="020B0503020204030204" pitchFamily="34" charset="0"/>
              </a:rPr>
              <a:t> Tivio (ago/2026); BCB; AUVP/B3; Investing.com. Uso </a:t>
            </a:r>
            <a:r>
              <a:rPr lang="en-US" sz="700" err="1">
                <a:solidFill>
                  <a:schemeClr val="bg1"/>
                </a:solidFill>
                <a:latin typeface="Versos" panose="020B0503020204030204" pitchFamily="34" charset="0"/>
              </a:rPr>
              <a:t>interno</a:t>
            </a:r>
            <a:r>
              <a:rPr lang="en-US" sz="700">
                <a:solidFill>
                  <a:schemeClr val="bg1"/>
                </a:solidFill>
                <a:latin typeface="Versos" panose="020B0503020204030204" pitchFamily="34" charset="0"/>
              </a:rPr>
              <a:t>. </a:t>
            </a:r>
            <a:r>
              <a:rPr lang="en-US" sz="700" err="1">
                <a:solidFill>
                  <a:schemeClr val="bg1"/>
                </a:solidFill>
                <a:latin typeface="Versos" panose="020B0503020204030204" pitchFamily="34" charset="0"/>
              </a:rPr>
              <a:t>Não</a:t>
            </a:r>
            <a:r>
              <a:rPr lang="en-US" sz="700">
                <a:solidFill>
                  <a:schemeClr val="bg1"/>
                </a:solidFill>
                <a:latin typeface="Versos" panose="020B0503020204030204" pitchFamily="34" charset="0"/>
              </a:rPr>
              <a:t> </a:t>
            </a:r>
            <a:r>
              <a:rPr lang="en-US" sz="700" err="1">
                <a:solidFill>
                  <a:schemeClr val="bg1"/>
                </a:solidFill>
                <a:latin typeface="Versos" panose="020B0503020204030204" pitchFamily="34" charset="0"/>
              </a:rPr>
              <a:t>constitui</a:t>
            </a:r>
            <a:r>
              <a:rPr lang="en-US" sz="700">
                <a:solidFill>
                  <a:schemeClr val="bg1"/>
                </a:solidFill>
                <a:latin typeface="Versos" panose="020B0503020204030204" pitchFamily="34" charset="0"/>
              </a:rPr>
              <a:t> </a:t>
            </a:r>
            <a:r>
              <a:rPr lang="en-US" sz="700" err="1">
                <a:solidFill>
                  <a:schemeClr val="bg1"/>
                </a:solidFill>
                <a:latin typeface="Versos" panose="020B0503020204030204" pitchFamily="34" charset="0"/>
              </a:rPr>
              <a:t>recomendação</a:t>
            </a:r>
            <a:r>
              <a:rPr lang="en-US" sz="700">
                <a:solidFill>
                  <a:schemeClr val="bg1"/>
                </a:solidFill>
                <a:latin typeface="Versos" panose="020B0503020204030204" pitchFamily="34" charset="0"/>
              </a:rPr>
              <a:t> individual. </a:t>
            </a:r>
            <a:r>
              <a:rPr lang="en-US" sz="700" err="1">
                <a:solidFill>
                  <a:schemeClr val="bg1"/>
                </a:solidFill>
                <a:latin typeface="Versos" panose="020B0503020204030204" pitchFamily="34" charset="0"/>
              </a:rPr>
              <a:t>Rentabilidade</a:t>
            </a:r>
            <a:r>
              <a:rPr lang="en-US" sz="700">
                <a:solidFill>
                  <a:schemeClr val="bg1"/>
                </a:solidFill>
                <a:latin typeface="Versos" panose="020B0503020204030204" pitchFamily="34" charset="0"/>
              </a:rPr>
              <a:t> </a:t>
            </a:r>
            <a:r>
              <a:rPr lang="en-US" sz="700" err="1">
                <a:solidFill>
                  <a:schemeClr val="bg1"/>
                </a:solidFill>
                <a:latin typeface="Versos" panose="020B0503020204030204" pitchFamily="34" charset="0"/>
              </a:rPr>
              <a:t>passada</a:t>
            </a:r>
            <a:r>
              <a:rPr lang="en-US" sz="700">
                <a:solidFill>
                  <a:schemeClr val="bg1"/>
                </a:solidFill>
                <a:latin typeface="Versos" panose="020B0503020204030204" pitchFamily="34" charset="0"/>
              </a:rPr>
              <a:t> </a:t>
            </a:r>
            <a:r>
              <a:rPr lang="en-US" sz="700" err="1">
                <a:solidFill>
                  <a:schemeClr val="bg1"/>
                </a:solidFill>
                <a:latin typeface="Versos" panose="020B0503020204030204" pitchFamily="34" charset="0"/>
              </a:rPr>
              <a:t>não</a:t>
            </a:r>
            <a:r>
              <a:rPr lang="en-US" sz="700">
                <a:solidFill>
                  <a:schemeClr val="bg1"/>
                </a:solidFill>
                <a:latin typeface="Versos" panose="020B0503020204030204" pitchFamily="34" charset="0"/>
              </a:rPr>
              <a:t> </a:t>
            </a:r>
            <a:r>
              <a:rPr lang="en-US" sz="700" err="1">
                <a:solidFill>
                  <a:schemeClr val="bg1"/>
                </a:solidFill>
                <a:latin typeface="Versos" panose="020B0503020204030204" pitchFamily="34" charset="0"/>
              </a:rPr>
              <a:t>garante</a:t>
            </a:r>
            <a:r>
              <a:rPr lang="en-US" sz="700">
                <a:solidFill>
                  <a:schemeClr val="bg1"/>
                </a:solidFill>
                <a:latin typeface="Versos" panose="020B0503020204030204" pitchFamily="34" charset="0"/>
              </a:rPr>
              <a:t> </a:t>
            </a:r>
            <a:r>
              <a:rPr lang="en-US" sz="700" err="1">
                <a:solidFill>
                  <a:schemeClr val="bg1"/>
                </a:solidFill>
                <a:latin typeface="Versos" panose="020B0503020204030204" pitchFamily="34" charset="0"/>
              </a:rPr>
              <a:t>resultados</a:t>
            </a:r>
            <a:r>
              <a:rPr lang="en-US" sz="700">
                <a:solidFill>
                  <a:schemeClr val="bg1"/>
                </a:solidFill>
                <a:latin typeface="Versos" panose="020B0503020204030204" pitchFamily="34" charset="0"/>
              </a:rPr>
              <a:t> </a:t>
            </a:r>
            <a:r>
              <a:rPr lang="en-US" sz="700" err="1">
                <a:solidFill>
                  <a:schemeClr val="bg1"/>
                </a:solidFill>
                <a:latin typeface="Versos" panose="020B0503020204030204" pitchFamily="34" charset="0"/>
              </a:rPr>
              <a:t>futuros</a:t>
            </a:r>
            <a:r>
              <a:rPr lang="en-US" sz="700">
                <a:solidFill>
                  <a:schemeClr val="bg1"/>
                </a:solidFill>
                <a:latin typeface="Versos" panose="020B0503020204030204" pitchFamily="34" charset="0"/>
              </a:rPr>
              <a:t>.</a:t>
            </a:r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5852BA03-C05B-9CE9-762D-792292079CA7}"/>
              </a:ext>
            </a:extLst>
          </p:cNvPr>
          <p:cNvSpPr/>
          <p:nvPr/>
        </p:nvSpPr>
        <p:spPr>
          <a:xfrm>
            <a:off x="354669" y="1725222"/>
            <a:ext cx="1151400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chemeClr val="bg1"/>
                </a:solidFill>
                <a:latin typeface="Versos" panose="020B0503020204030204" pitchFamily="34" charset="0"/>
              </a:rPr>
              <a:t>SELIC X IFIX </a:t>
            </a:r>
            <a:r>
              <a:rPr lang="en-US" sz="1200">
                <a:solidFill>
                  <a:schemeClr val="bg1"/>
                </a:solidFill>
                <a:latin typeface="Versos" panose="020B0503020204030204" pitchFamily="34" charset="0"/>
              </a:rPr>
              <a:t>| JAN/2022 A 02/OUT/2026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C530D40-64F9-8BC0-1A19-BB3A15546464}"/>
              </a:ext>
            </a:extLst>
          </p:cNvPr>
          <p:cNvCxnSpPr/>
          <p:nvPr/>
        </p:nvCxnSpPr>
        <p:spPr>
          <a:xfrm>
            <a:off x="334962" y="2093976"/>
            <a:ext cx="711130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2107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E8E98-1C37-99A7-AE91-406BE22B0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730BB5-5541-1EB3-EB1A-390C674EE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509521"/>
            <a:ext cx="295275" cy="16927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t>49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000000">
                  <a:lumMod val="85000"/>
                  <a:lumOff val="15000"/>
                </a:srgbClr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E6CF840B-A160-AE93-1766-DD106F5438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368300"/>
            <a:ext cx="10183813" cy="430887"/>
          </a:xfrm>
        </p:spPr>
        <p:txBody>
          <a:bodyPr/>
          <a:lstStyle/>
          <a:p>
            <a:r>
              <a:rPr lang="pt-BR"/>
              <a:t>Perfil de Alocação Dinâmica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8656C1-555F-0A70-BF96-8870F3A2E1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/>
              <a:t>Fonte: Tivio Capital e www.statista.com (6,0 BRL/USD).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BE3924-29CF-E3F7-4658-E57994E46CD7}"/>
              </a:ext>
            </a:extLst>
          </p:cNvPr>
          <p:cNvSpPr/>
          <p:nvPr/>
        </p:nvSpPr>
        <p:spPr>
          <a:xfrm>
            <a:off x="334964" y="1268413"/>
            <a:ext cx="4176712" cy="2511622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lumMod val="90000"/>
                </a:schemeClr>
              </a:gs>
            </a:gsLst>
            <a:lin ang="8400000" scaled="0"/>
          </a:gra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pt-BR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 Light"/>
                <a:ea typeface="+mn-ea"/>
                <a:cs typeface="+mn-cs"/>
                <a:sym typeface="Arial"/>
              </a:rPr>
              <a:t>A combinação entre gestão ativa e exposição a diferentes subclasses, como </a:t>
            </a:r>
            <a:r>
              <a:rPr kumimoji="0" lang="pt-BR" sz="16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 Light"/>
                <a:ea typeface="+mn-ea"/>
                <a:cs typeface="+mn-cs"/>
                <a:sym typeface="Arial"/>
              </a:rPr>
              <a:t>REITs</a:t>
            </a:r>
            <a:r>
              <a:rPr kumimoji="0" lang="pt-BR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 Light"/>
                <a:ea typeface="+mn-ea"/>
                <a:cs typeface="+mn-cs"/>
                <a:sym typeface="Arial"/>
              </a:rPr>
              <a:t>, CRIs e FIIs, proporciona uma alocação imobiliária equilibrada e dinâmica ao longo dos diferentes ciclos macroeconômicos, superando a rentabilidade do IFIX.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8702D2A-0204-9878-0B1E-A81AD8CC2600}"/>
              </a:ext>
            </a:extLst>
          </p:cNvPr>
          <p:cNvGrpSpPr/>
          <p:nvPr/>
        </p:nvGrpSpPr>
        <p:grpSpPr>
          <a:xfrm>
            <a:off x="4656221" y="1268413"/>
            <a:ext cx="7200817" cy="460946"/>
            <a:chOff x="334961" y="1284823"/>
            <a:chExt cx="5587858" cy="460946"/>
          </a:xfrm>
        </p:grpSpPr>
        <p:sp>
          <p:nvSpPr>
            <p:cNvPr id="14" name="object 137">
              <a:extLst>
                <a:ext uri="{FF2B5EF4-FFF2-40B4-BE49-F238E27FC236}">
                  <a16:creationId xmlns:a16="http://schemas.microsoft.com/office/drawing/2014/main" id="{6403FC66-399C-DB1A-ADC4-D01411F5EB8B}"/>
                </a:ext>
              </a:extLst>
            </p:cNvPr>
            <p:cNvSpPr txBox="1"/>
            <p:nvPr/>
          </p:nvSpPr>
          <p:spPr>
            <a:xfrm>
              <a:off x="334961" y="1284823"/>
              <a:ext cx="5587858" cy="231474"/>
            </a:xfrm>
            <a:prstGeom prst="rect">
              <a:avLst/>
            </a:prstGeom>
          </p:spPr>
          <p:txBody>
            <a:bodyPr vert="horz" wrap="square" lIns="0" tIns="15875" rIns="0" bIns="0" rtlCol="0">
              <a:spAutoFit/>
            </a:bodyPr>
            <a:lstStyle/>
            <a:p>
              <a:pPr marL="1270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125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cs typeface="Helvetica"/>
                  <a:sym typeface="Arial"/>
                </a:rPr>
                <a:t>IBC-BR x IPCA x Taxa Selic</a:t>
              </a:r>
            </a:p>
          </p:txBody>
        </p:sp>
        <p:sp>
          <p:nvSpPr>
            <p:cNvPr id="15" name="object 144">
              <a:extLst>
                <a:ext uri="{FF2B5EF4-FFF2-40B4-BE49-F238E27FC236}">
                  <a16:creationId xmlns:a16="http://schemas.microsoft.com/office/drawing/2014/main" id="{96DF5112-8BCC-B86F-74D6-B5860B8868F6}"/>
                </a:ext>
              </a:extLst>
            </p:cNvPr>
            <p:cNvSpPr/>
            <p:nvPr/>
          </p:nvSpPr>
          <p:spPr>
            <a:xfrm>
              <a:off x="334962" y="1598298"/>
              <a:ext cx="5587857" cy="147471"/>
            </a:xfrm>
            <a:custGeom>
              <a:avLst/>
              <a:gdLst/>
              <a:ahLst/>
              <a:cxnLst/>
              <a:rect l="l" t="t" r="r" b="b"/>
              <a:pathLst>
                <a:path w="8985250">
                  <a:moveTo>
                    <a:pt x="8984742" y="0"/>
                  </a:moveTo>
                  <a:lnTo>
                    <a:pt x="0" y="0"/>
                  </a:lnTo>
                </a:path>
              </a:pathLst>
            </a:custGeom>
            <a:solidFill>
              <a:srgbClr val="1D1D1B"/>
            </a:solidFill>
            <a:ln w="12700">
              <a:solidFill>
                <a:schemeClr val="tx1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9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EE1097C-28FD-2DF7-B020-0803FC6BFE23}"/>
              </a:ext>
            </a:extLst>
          </p:cNvPr>
          <p:cNvGraphicFramePr>
            <a:graphicFrameLocks/>
          </p:cNvGraphicFramePr>
          <p:nvPr/>
        </p:nvGraphicFramePr>
        <p:xfrm>
          <a:off x="4656220" y="1729359"/>
          <a:ext cx="7200815" cy="205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tângulo 1">
            <a:extLst>
              <a:ext uri="{FF2B5EF4-FFF2-40B4-BE49-F238E27FC236}">
                <a16:creationId xmlns:a16="http://schemas.microsoft.com/office/drawing/2014/main" id="{02FD928A-D066-DA48-1EE0-541BE44E53BE}"/>
              </a:ext>
            </a:extLst>
          </p:cNvPr>
          <p:cNvSpPr/>
          <p:nvPr/>
        </p:nvSpPr>
        <p:spPr>
          <a:xfrm>
            <a:off x="-4769" y="4124028"/>
            <a:ext cx="12192000" cy="2733972"/>
          </a:xfrm>
          <a:prstGeom prst="rect">
            <a:avLst/>
          </a:prstGeom>
          <a:gradFill>
            <a:gsLst>
              <a:gs pos="0">
                <a:schemeClr val="bg2">
                  <a:lumMod val="10000"/>
                </a:schemeClr>
              </a:gs>
              <a:gs pos="100000">
                <a:schemeClr val="bg2">
                  <a:lumMod val="2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 Light"/>
              <a:ea typeface="+mn-ea"/>
              <a:cs typeface="+mn-cs"/>
              <a:sym typeface="Arial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A0569E1-4A27-6F64-5AF1-A5D315248E1C}"/>
              </a:ext>
            </a:extLst>
          </p:cNvPr>
          <p:cNvGrpSpPr/>
          <p:nvPr/>
        </p:nvGrpSpPr>
        <p:grpSpPr>
          <a:xfrm>
            <a:off x="334964" y="4344144"/>
            <a:ext cx="11522072" cy="2171250"/>
            <a:chOff x="1410162" y="4344144"/>
            <a:chExt cx="9705275" cy="217125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C8FED2EF-C609-D247-AC18-FC70E1E4D34D}"/>
                </a:ext>
              </a:extLst>
            </p:cNvPr>
            <p:cNvGrpSpPr/>
            <p:nvPr/>
          </p:nvGrpSpPr>
          <p:grpSpPr>
            <a:xfrm>
              <a:off x="1410162" y="4344144"/>
              <a:ext cx="2211832" cy="2171250"/>
              <a:chOff x="1410162" y="4344144"/>
              <a:chExt cx="2211832" cy="2171250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EEE09E3-29EA-6384-B272-110CC422740A}"/>
                  </a:ext>
                </a:extLst>
              </p:cNvPr>
              <p:cNvSpPr/>
              <p:nvPr/>
            </p:nvSpPr>
            <p:spPr>
              <a:xfrm>
                <a:off x="1410162" y="5024345"/>
                <a:ext cx="2211832" cy="690567"/>
              </a:xfrm>
              <a:prstGeom prst="rect">
                <a:avLst/>
              </a:prstGeom>
              <a:noFill/>
              <a:ln>
                <a:solidFill>
                  <a:srgbClr val="ABC6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+FII Tijolo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+ CRI IPCA </a:t>
                </a:r>
              </a:p>
            </p:txBody>
          </p:sp>
          <p:sp>
            <p:nvSpPr>
              <p:cNvPr id="19" name="Rectangle 27">
                <a:extLst>
                  <a:ext uri="{FF2B5EF4-FFF2-40B4-BE49-F238E27FC236}">
                    <a16:creationId xmlns:a16="http://schemas.microsoft.com/office/drawing/2014/main" id="{EC64F742-DF66-2BDA-8654-23318CCF2532}"/>
                  </a:ext>
                </a:extLst>
              </p:cNvPr>
              <p:cNvSpPr/>
              <p:nvPr/>
            </p:nvSpPr>
            <p:spPr>
              <a:xfrm>
                <a:off x="1410162" y="4344144"/>
                <a:ext cx="2211832" cy="547169"/>
              </a:xfrm>
              <a:prstGeom prst="round1Rect">
                <a:avLst/>
              </a:prstGeom>
              <a:solidFill>
                <a:srgbClr val="6378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Juros caindo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4E0E75D-F10F-C7AA-80BD-A37966A70D16}"/>
                  </a:ext>
                </a:extLst>
              </p:cNvPr>
              <p:cNvSpPr/>
              <p:nvPr/>
            </p:nvSpPr>
            <p:spPr>
              <a:xfrm>
                <a:off x="1410162" y="5824827"/>
                <a:ext cx="2211832" cy="690567"/>
              </a:xfrm>
              <a:prstGeom prst="rect">
                <a:avLst/>
              </a:prstGeom>
              <a:noFill/>
              <a:ln>
                <a:solidFill>
                  <a:srgbClr val="ABC6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marR="0" lvl="0" indent="-17145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Char char="-"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-Caixa</a:t>
                </a:r>
              </a:p>
              <a:p>
                <a:pPr marL="171450" marR="0" lvl="0" indent="-17145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Tx/>
                  <a:buChar char="-"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-CRI CDI   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DDF50C3-1113-CFDB-9D0F-D83F4FB7F90C}"/>
                </a:ext>
              </a:extLst>
            </p:cNvPr>
            <p:cNvGrpSpPr/>
            <p:nvPr/>
          </p:nvGrpSpPr>
          <p:grpSpPr>
            <a:xfrm>
              <a:off x="8903605" y="4344144"/>
              <a:ext cx="2211832" cy="2171250"/>
              <a:chOff x="8903605" y="4344144"/>
              <a:chExt cx="2211832" cy="2171250"/>
            </a:xfrm>
          </p:grpSpPr>
          <p:sp>
            <p:nvSpPr>
              <p:cNvPr id="18" name="Rectangle 24">
                <a:extLst>
                  <a:ext uri="{FF2B5EF4-FFF2-40B4-BE49-F238E27FC236}">
                    <a16:creationId xmlns:a16="http://schemas.microsoft.com/office/drawing/2014/main" id="{EF376285-908D-3A62-FDA9-1EE183618E7D}"/>
                  </a:ext>
                </a:extLst>
              </p:cNvPr>
              <p:cNvSpPr/>
              <p:nvPr/>
            </p:nvSpPr>
            <p:spPr>
              <a:xfrm>
                <a:off x="8903605" y="4344144"/>
                <a:ext cx="2211832" cy="547169"/>
              </a:xfrm>
              <a:prstGeom prst="round1Rect">
                <a:avLst/>
              </a:prstGeom>
              <a:solidFill>
                <a:srgbClr val="414E5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Juros Subindo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E630EBF-EC86-0FEF-551D-C4DF9679FFF9}"/>
                  </a:ext>
                </a:extLst>
              </p:cNvPr>
              <p:cNvSpPr/>
              <p:nvPr/>
            </p:nvSpPr>
            <p:spPr>
              <a:xfrm>
                <a:off x="8903605" y="5024345"/>
                <a:ext cx="2211832" cy="690567"/>
              </a:xfrm>
              <a:prstGeom prst="rect">
                <a:avLst/>
              </a:prstGeom>
              <a:noFill/>
              <a:ln>
                <a:solidFill>
                  <a:srgbClr val="ABC6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+ </a:t>
                </a:r>
                <a:r>
                  <a:rPr kumimoji="0" lang="pt-BR" sz="1400" b="1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REITs</a:t>
                </a: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+ CRI CDI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+ Caixa 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C50A29E-84A4-F37F-718D-46E1B563EEA5}"/>
                  </a:ext>
                </a:extLst>
              </p:cNvPr>
              <p:cNvSpPr/>
              <p:nvPr/>
            </p:nvSpPr>
            <p:spPr>
              <a:xfrm>
                <a:off x="8903605" y="5824827"/>
                <a:ext cx="2211832" cy="690567"/>
              </a:xfrm>
              <a:prstGeom prst="rect">
                <a:avLst/>
              </a:prstGeom>
              <a:noFill/>
              <a:ln>
                <a:solidFill>
                  <a:srgbClr val="ABC6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- FII Tijolo 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F1A92A8-72C7-B490-6311-A5858E78607C}"/>
                </a:ext>
              </a:extLst>
            </p:cNvPr>
            <p:cNvGrpSpPr/>
            <p:nvPr/>
          </p:nvGrpSpPr>
          <p:grpSpPr>
            <a:xfrm>
              <a:off x="3907976" y="4344144"/>
              <a:ext cx="2211832" cy="2171250"/>
              <a:chOff x="3907976" y="4344144"/>
              <a:chExt cx="2211832" cy="2171250"/>
            </a:xfrm>
          </p:grpSpPr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309EF19A-71E3-34EA-0F38-982D9823A4FE}"/>
                  </a:ext>
                </a:extLst>
              </p:cNvPr>
              <p:cNvSpPr/>
              <p:nvPr/>
            </p:nvSpPr>
            <p:spPr>
              <a:xfrm>
                <a:off x="3907976" y="4344144"/>
                <a:ext cx="2211832" cy="547169"/>
              </a:xfrm>
              <a:prstGeom prst="round1Rect">
                <a:avLst/>
              </a:prstGeom>
              <a:solidFill>
                <a:srgbClr val="C1F4D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Atividade Subindo – Juros Estável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8ACDBCC-097D-78E1-E8B0-BE866D17B514}"/>
                  </a:ext>
                </a:extLst>
              </p:cNvPr>
              <p:cNvSpPr/>
              <p:nvPr/>
            </p:nvSpPr>
            <p:spPr>
              <a:xfrm>
                <a:off x="3907976" y="5024345"/>
                <a:ext cx="2211832" cy="690567"/>
              </a:xfrm>
              <a:prstGeom prst="rect">
                <a:avLst/>
              </a:prstGeom>
              <a:noFill/>
              <a:ln>
                <a:solidFill>
                  <a:srgbClr val="ABC6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+ FII Tijolo </a:t>
                </a:r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8EA99370-CEFC-307E-3845-61CFD59DE21A}"/>
                  </a:ext>
                </a:extLst>
              </p:cNvPr>
              <p:cNvSpPr/>
              <p:nvPr/>
            </p:nvSpPr>
            <p:spPr>
              <a:xfrm>
                <a:off x="3907976" y="5824827"/>
                <a:ext cx="2211832" cy="690567"/>
              </a:xfrm>
              <a:prstGeom prst="rect">
                <a:avLst/>
              </a:prstGeom>
              <a:noFill/>
              <a:ln>
                <a:solidFill>
                  <a:srgbClr val="ABC6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- Caixa 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E2DF8892-02E8-2A1E-6059-A7A04D21BB9D}"/>
                </a:ext>
              </a:extLst>
            </p:cNvPr>
            <p:cNvGrpSpPr/>
            <p:nvPr/>
          </p:nvGrpSpPr>
          <p:grpSpPr>
            <a:xfrm>
              <a:off x="6405790" y="4344145"/>
              <a:ext cx="2211832" cy="2171249"/>
              <a:chOff x="6405790" y="4344145"/>
              <a:chExt cx="2211832" cy="2171249"/>
            </a:xfrm>
          </p:grpSpPr>
          <p:sp>
            <p:nvSpPr>
              <p:cNvPr id="13" name="Rectangle 10">
                <a:extLst>
                  <a:ext uri="{FF2B5EF4-FFF2-40B4-BE49-F238E27FC236}">
                    <a16:creationId xmlns:a16="http://schemas.microsoft.com/office/drawing/2014/main" id="{7D268EC8-58E1-7436-02B7-FEF8BC688050}"/>
                  </a:ext>
                </a:extLst>
              </p:cNvPr>
              <p:cNvSpPr/>
              <p:nvPr/>
            </p:nvSpPr>
            <p:spPr>
              <a:xfrm>
                <a:off x="6405790" y="4344145"/>
                <a:ext cx="2211832" cy="547167"/>
              </a:xfrm>
              <a:prstGeom prst="round1Rect">
                <a:avLst/>
              </a:prstGeom>
              <a:solidFill>
                <a:srgbClr val="ABC6C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Inflação subindo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D74F074A-ABD4-E594-FD62-300C13994022}"/>
                  </a:ext>
                </a:extLst>
              </p:cNvPr>
              <p:cNvSpPr/>
              <p:nvPr/>
            </p:nvSpPr>
            <p:spPr>
              <a:xfrm>
                <a:off x="6405790" y="5024345"/>
                <a:ext cx="2211832" cy="690567"/>
              </a:xfrm>
              <a:prstGeom prst="rect">
                <a:avLst/>
              </a:prstGeom>
              <a:noFill/>
              <a:ln>
                <a:solidFill>
                  <a:srgbClr val="ABC6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+ CRI IPCA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+CRI CDI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+ </a:t>
                </a:r>
                <a:r>
                  <a:rPr kumimoji="0" lang="pt-BR" sz="1400" b="1" i="0" u="none" strike="noStrike" kern="0" cap="none" spc="0" normalizeH="0" baseline="0" noProof="0" err="1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REITs</a:t>
                </a: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 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1DCC7B5E-235B-64CD-E528-AF12EDD86952}"/>
                  </a:ext>
                </a:extLst>
              </p:cNvPr>
              <p:cNvSpPr/>
              <p:nvPr/>
            </p:nvSpPr>
            <p:spPr>
              <a:xfrm>
                <a:off x="6405790" y="5824827"/>
                <a:ext cx="2211832" cy="690567"/>
              </a:xfrm>
              <a:prstGeom prst="rect">
                <a:avLst/>
              </a:prstGeom>
              <a:noFill/>
              <a:ln>
                <a:solidFill>
                  <a:srgbClr val="ABC6CD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/>
                    <a:ea typeface="+mn-ea"/>
                    <a:cs typeface="+mn-cs"/>
                    <a:sym typeface="Arial"/>
                  </a:rPr>
                  <a:t>- FII Tijolo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0140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E02DD81B-CEAC-F8FF-710F-523FAB354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pt-BR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</a:endParaRPr>
          </a:p>
        </p:txBody>
      </p:sp>
      <p:pic>
        <p:nvPicPr>
          <p:cNvPr id="3" name="5- IMOBILIÁRIO REACT">
            <a:hlinkClick r:id="" action="ppaction://media"/>
            <a:extLst>
              <a:ext uri="{FF2B5EF4-FFF2-40B4-BE49-F238E27FC236}">
                <a16:creationId xmlns:a16="http://schemas.microsoft.com/office/drawing/2014/main" id="{C7F7EB5D-8567-7DB1-8B9A-BA5ACA19D83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432258" y="471237"/>
            <a:ext cx="3327483" cy="591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6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03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D0E580E-4D06-E326-2179-D967CCA5E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F82055-5ECA-0BCF-4CD8-B0BD78C42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0"/>
                <a:ea typeface="+mn-ea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51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sos" panose="020B0503020204030204" pitchFamily="34" charset="0"/>
              <a:ea typeface="+mn-ea"/>
              <a:sym typeface="Arial"/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5542DBE-3FDA-6676-823E-301EE0E11AE1}"/>
              </a:ext>
            </a:extLst>
          </p:cNvPr>
          <p:cNvGrpSpPr/>
          <p:nvPr/>
        </p:nvGrpSpPr>
        <p:grpSpPr>
          <a:xfrm>
            <a:off x="3863106" y="1068265"/>
            <a:ext cx="7993933" cy="5083362"/>
            <a:chOff x="3863106" y="1125415"/>
            <a:chExt cx="7993933" cy="508336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B3B5BA7-C8D7-512F-856F-37A6F7ACC78D}"/>
                </a:ext>
              </a:extLst>
            </p:cNvPr>
            <p:cNvGrpSpPr/>
            <p:nvPr/>
          </p:nvGrpSpPr>
          <p:grpSpPr>
            <a:xfrm>
              <a:off x="3863106" y="1125415"/>
              <a:ext cx="7993933" cy="5083362"/>
              <a:chOff x="3863106" y="1125415"/>
              <a:chExt cx="7993933" cy="4859555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81228CE7-1E42-F60C-B873-E2C966437560}"/>
                  </a:ext>
                </a:extLst>
              </p:cNvPr>
              <p:cNvGrpSpPr/>
              <p:nvPr/>
            </p:nvGrpSpPr>
            <p:grpSpPr>
              <a:xfrm>
                <a:off x="3863106" y="1125415"/>
                <a:ext cx="7993933" cy="2623625"/>
                <a:chOff x="3863106" y="1125415"/>
                <a:chExt cx="5424755" cy="5025600"/>
              </a:xfrm>
            </p:grpSpPr>
            <p:sp>
              <p:nvSpPr>
                <p:cNvPr id="13" name="Retângulo: Cantos Arredondados 41">
                  <a:extLst>
                    <a:ext uri="{FF2B5EF4-FFF2-40B4-BE49-F238E27FC236}">
                      <a16:creationId xmlns:a16="http://schemas.microsoft.com/office/drawing/2014/main" id="{F9C44509-53D3-E7F1-7072-9D49A6F7273E}"/>
                    </a:ext>
                  </a:extLst>
                </p:cNvPr>
                <p:cNvSpPr/>
                <p:nvPr/>
              </p:nvSpPr>
              <p:spPr>
                <a:xfrm>
                  <a:off x="5952539" y="1125415"/>
                  <a:ext cx="3335322" cy="5025600"/>
                </a:xfrm>
                <a:prstGeom prst="roundRect">
                  <a:avLst>
                    <a:gd name="adj" fmla="val 5166"/>
                  </a:avLst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sos Light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14" name="Retângulo: Cantos Arredondados 43">
                  <a:extLst>
                    <a:ext uri="{FF2B5EF4-FFF2-40B4-BE49-F238E27FC236}">
                      <a16:creationId xmlns:a16="http://schemas.microsoft.com/office/drawing/2014/main" id="{68228470-F9C5-ABA6-C05F-2E4BB3206E5F}"/>
                    </a:ext>
                  </a:extLst>
                </p:cNvPr>
                <p:cNvSpPr/>
                <p:nvPr/>
              </p:nvSpPr>
              <p:spPr>
                <a:xfrm>
                  <a:off x="3863106" y="1125415"/>
                  <a:ext cx="2839684" cy="5025600"/>
                </a:xfrm>
                <a:prstGeom prst="roundRect">
                  <a:avLst>
                    <a:gd name="adj" fmla="val 6992"/>
                  </a:avLst>
                </a:prstGeom>
                <a:solidFill>
                  <a:schemeClr val="bg2">
                    <a:lumMod val="10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698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8E9B0135-3D08-FBED-9AFC-7926C6EC0AD6}"/>
                  </a:ext>
                </a:extLst>
              </p:cNvPr>
              <p:cNvGrpSpPr/>
              <p:nvPr/>
            </p:nvGrpSpPr>
            <p:grpSpPr>
              <a:xfrm>
                <a:off x="3863106" y="3361345"/>
                <a:ext cx="7993933" cy="2623625"/>
                <a:chOff x="3863106" y="1125415"/>
                <a:chExt cx="5424755" cy="5025600"/>
              </a:xfrm>
            </p:grpSpPr>
            <p:sp>
              <p:nvSpPr>
                <p:cNvPr id="9" name="Retângulo: Cantos Arredondados 41">
                  <a:extLst>
                    <a:ext uri="{FF2B5EF4-FFF2-40B4-BE49-F238E27FC236}">
                      <a16:creationId xmlns:a16="http://schemas.microsoft.com/office/drawing/2014/main" id="{F6B45865-0BE8-1F9A-6A64-5377B5C26FAF}"/>
                    </a:ext>
                  </a:extLst>
                </p:cNvPr>
                <p:cNvSpPr/>
                <p:nvPr/>
              </p:nvSpPr>
              <p:spPr>
                <a:xfrm>
                  <a:off x="5952539" y="1125415"/>
                  <a:ext cx="3335322" cy="5025600"/>
                </a:xfrm>
                <a:prstGeom prst="roundRect">
                  <a:avLst>
                    <a:gd name="adj" fmla="val 5166"/>
                  </a:avLst>
                </a:prstGeom>
                <a:solidFill>
                  <a:schemeClr val="bg2">
                    <a:lumMod val="10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092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sos Light"/>
                    <a:ea typeface="+mn-ea"/>
                    <a:cs typeface="+mn-cs"/>
                    <a:sym typeface="Arial"/>
                  </a:endParaRPr>
                </a:p>
              </p:txBody>
            </p:sp>
            <p:sp>
              <p:nvSpPr>
                <p:cNvPr id="10" name="Retângulo: Cantos Arredondados 43">
                  <a:extLst>
                    <a:ext uri="{FF2B5EF4-FFF2-40B4-BE49-F238E27FC236}">
                      <a16:creationId xmlns:a16="http://schemas.microsoft.com/office/drawing/2014/main" id="{A134C894-6E6B-34C4-0445-F53C78B30208}"/>
                    </a:ext>
                  </a:extLst>
                </p:cNvPr>
                <p:cNvSpPr/>
                <p:nvPr/>
              </p:nvSpPr>
              <p:spPr>
                <a:xfrm>
                  <a:off x="3863106" y="1125415"/>
                  <a:ext cx="2839684" cy="5025600"/>
                </a:xfrm>
                <a:prstGeom prst="roundRect">
                  <a:avLst>
                    <a:gd name="adj" fmla="val 6992"/>
                  </a:avLst>
                </a:prstGeom>
                <a:solidFill>
                  <a:schemeClr val="bg2">
                    <a:lumMod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554492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lang="pt-BR" sz="1698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Versos" panose="020B0503020204030204" pitchFamily="34" charset="0"/>
                    <a:ea typeface="+mn-ea"/>
                    <a:cs typeface="+mn-cs"/>
                    <a:sym typeface="Arial"/>
                  </a:endParaRPr>
                </a:p>
              </p:txBody>
            </p:sp>
          </p:grpSp>
        </p:grpSp>
        <p:sp>
          <p:nvSpPr>
            <p:cNvPr id="15" name="object 12">
              <a:extLst>
                <a:ext uri="{FF2B5EF4-FFF2-40B4-BE49-F238E27FC236}">
                  <a16:creationId xmlns:a16="http://schemas.microsoft.com/office/drawing/2014/main" id="{C89FA35A-995C-02D1-3DBB-56F78360DBE9}"/>
                </a:ext>
              </a:extLst>
            </p:cNvPr>
            <p:cNvSpPr txBox="1"/>
            <p:nvPr/>
          </p:nvSpPr>
          <p:spPr>
            <a:xfrm>
              <a:off x="4878473" y="1742431"/>
              <a:ext cx="3599923" cy="134370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Exposição </a:t>
              </a:r>
              <a:b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ao Mercado </a:t>
              </a:r>
              <a:b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Imobiliário Nacional </a:t>
              </a:r>
              <a:b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e Internacional</a:t>
              </a:r>
            </a:p>
          </p:txBody>
        </p:sp>
        <p:sp>
          <p:nvSpPr>
            <p:cNvPr id="17" name="object 12">
              <a:extLst>
                <a:ext uri="{FF2B5EF4-FFF2-40B4-BE49-F238E27FC236}">
                  <a16:creationId xmlns:a16="http://schemas.microsoft.com/office/drawing/2014/main" id="{619A2C53-B538-2026-4B4B-541BE8A0F717}"/>
                </a:ext>
              </a:extLst>
            </p:cNvPr>
            <p:cNvSpPr txBox="1"/>
            <p:nvPr/>
          </p:nvSpPr>
          <p:spPr>
            <a:xfrm>
              <a:off x="9063039" y="1734511"/>
              <a:ext cx="2447606" cy="671851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Descorrelação Carteira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10DA540-F4BF-4F3F-1423-24A85C73F204}"/>
                </a:ext>
              </a:extLst>
            </p:cNvPr>
            <p:cNvGrpSpPr/>
            <p:nvPr/>
          </p:nvGrpSpPr>
          <p:grpSpPr>
            <a:xfrm>
              <a:off x="8265095" y="1360632"/>
              <a:ext cx="797903" cy="158113"/>
              <a:chOff x="10520979" y="2242952"/>
              <a:chExt cx="920194" cy="182346"/>
            </a:xfrm>
            <a:noFill/>
          </p:grpSpPr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9618377F-1A69-BECA-61E2-AB82865BEE56}"/>
                  </a:ext>
                </a:extLst>
              </p:cNvPr>
              <p:cNvSpPr/>
              <p:nvPr/>
            </p:nvSpPr>
            <p:spPr>
              <a:xfrm>
                <a:off x="10520979" y="2242952"/>
                <a:ext cx="182346" cy="18234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CC16AF41-F7D5-4778-5DC9-AA5394D79073}"/>
                  </a:ext>
                </a:extLst>
              </p:cNvPr>
              <p:cNvSpPr/>
              <p:nvPr/>
            </p:nvSpPr>
            <p:spPr>
              <a:xfrm>
                <a:off x="10766928" y="2242952"/>
                <a:ext cx="182346" cy="18234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C9894827-DE91-E2B4-8D35-B15FC82AAE5E}"/>
                  </a:ext>
                </a:extLst>
              </p:cNvPr>
              <p:cNvSpPr/>
              <p:nvPr/>
            </p:nvSpPr>
            <p:spPr>
              <a:xfrm>
                <a:off x="11012877" y="2242952"/>
                <a:ext cx="182346" cy="182346"/>
              </a:xfrm>
              <a:prstGeom prst="ellipse">
                <a:avLst/>
              </a:prstGeom>
              <a:grpFill/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64D49829-7F06-C0DB-D300-45D67C6701C4}"/>
                  </a:ext>
                </a:extLst>
              </p:cNvPr>
              <p:cNvSpPr/>
              <p:nvPr/>
            </p:nvSpPr>
            <p:spPr>
              <a:xfrm>
                <a:off x="11258827" y="2242952"/>
                <a:ext cx="182346" cy="182346"/>
              </a:xfrm>
              <a:prstGeom prst="ellipse">
                <a:avLst/>
              </a:prstGeom>
              <a:grpFill/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1F3BCA3D-B7D6-47CA-D6F1-F13C1788E688}"/>
                </a:ext>
              </a:extLst>
            </p:cNvPr>
            <p:cNvGrpSpPr/>
            <p:nvPr/>
          </p:nvGrpSpPr>
          <p:grpSpPr>
            <a:xfrm>
              <a:off x="4080530" y="3654844"/>
              <a:ext cx="797903" cy="158113"/>
              <a:chOff x="10520979" y="2242952"/>
              <a:chExt cx="920194" cy="182346"/>
            </a:xfrm>
            <a:noFill/>
          </p:grpSpPr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3E6A073-5CA2-90F1-E641-7025D97630B4}"/>
                  </a:ext>
                </a:extLst>
              </p:cNvPr>
              <p:cNvSpPr/>
              <p:nvPr/>
            </p:nvSpPr>
            <p:spPr>
              <a:xfrm>
                <a:off x="10520979" y="2242952"/>
                <a:ext cx="182346" cy="18234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240042E2-DFC7-9F73-9F07-DC0CA79088C2}"/>
                  </a:ext>
                </a:extLst>
              </p:cNvPr>
              <p:cNvSpPr/>
              <p:nvPr/>
            </p:nvSpPr>
            <p:spPr>
              <a:xfrm>
                <a:off x="10766928" y="2242952"/>
                <a:ext cx="182346" cy="18234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CC3AEF7D-70EF-F578-3DC3-4CC4A95D6123}"/>
                  </a:ext>
                </a:extLst>
              </p:cNvPr>
              <p:cNvSpPr/>
              <p:nvPr/>
            </p:nvSpPr>
            <p:spPr>
              <a:xfrm>
                <a:off x="11012877" y="2242952"/>
                <a:ext cx="182346" cy="18234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8BF3B0E5-B46C-3658-5596-2B34F52CAFFF}"/>
                  </a:ext>
                </a:extLst>
              </p:cNvPr>
              <p:cNvSpPr/>
              <p:nvPr/>
            </p:nvSpPr>
            <p:spPr>
              <a:xfrm>
                <a:off x="11258827" y="2242952"/>
                <a:ext cx="182346" cy="182346"/>
              </a:xfrm>
              <a:prstGeom prst="ellipse">
                <a:avLst/>
              </a:prstGeom>
              <a:grpFill/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4BB6641-4817-8C2F-D4C3-00C6D789E594}"/>
                </a:ext>
              </a:extLst>
            </p:cNvPr>
            <p:cNvGrpSpPr/>
            <p:nvPr/>
          </p:nvGrpSpPr>
          <p:grpSpPr>
            <a:xfrm>
              <a:off x="8251348" y="3733900"/>
              <a:ext cx="797903" cy="158113"/>
              <a:chOff x="10520979" y="2242952"/>
              <a:chExt cx="920194" cy="182346"/>
            </a:xfrm>
            <a:solidFill>
              <a:schemeClr val="bg2">
                <a:lumMod val="50000"/>
              </a:schemeClr>
            </a:solidFill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37092A2-95B2-0BCF-F199-755CC9E2350F}"/>
                  </a:ext>
                </a:extLst>
              </p:cNvPr>
              <p:cNvSpPr/>
              <p:nvPr/>
            </p:nvSpPr>
            <p:spPr>
              <a:xfrm>
                <a:off x="10520979" y="2242952"/>
                <a:ext cx="182346" cy="182346"/>
              </a:xfrm>
              <a:prstGeom prst="ellipse">
                <a:avLst/>
              </a:prstGeom>
              <a:grpFill/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60FD4FCD-BE22-E491-D054-F6FFFC520ED9}"/>
                  </a:ext>
                </a:extLst>
              </p:cNvPr>
              <p:cNvSpPr/>
              <p:nvPr/>
            </p:nvSpPr>
            <p:spPr>
              <a:xfrm>
                <a:off x="10766928" y="2242952"/>
                <a:ext cx="182346" cy="182346"/>
              </a:xfrm>
              <a:prstGeom prst="ellipse">
                <a:avLst/>
              </a:prstGeom>
              <a:grpFill/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1DF85FF9-819D-3579-7A46-9F8CA9A05DC5}"/>
                  </a:ext>
                </a:extLst>
              </p:cNvPr>
              <p:cNvSpPr/>
              <p:nvPr/>
            </p:nvSpPr>
            <p:spPr>
              <a:xfrm>
                <a:off x="11012877" y="2242952"/>
                <a:ext cx="182346" cy="182346"/>
              </a:xfrm>
              <a:prstGeom prst="ellipse">
                <a:avLst/>
              </a:prstGeom>
              <a:grpFill/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DC21945B-338E-64FC-FD23-FD085EA1015E}"/>
                  </a:ext>
                </a:extLst>
              </p:cNvPr>
              <p:cNvSpPr/>
              <p:nvPr/>
            </p:nvSpPr>
            <p:spPr>
              <a:xfrm>
                <a:off x="11258827" y="2242952"/>
                <a:ext cx="182346" cy="182346"/>
              </a:xfrm>
              <a:prstGeom prst="ellipse">
                <a:avLst/>
              </a:prstGeom>
              <a:grpFill/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20077D7-99D4-CD2C-7F40-742071013794}"/>
                </a:ext>
              </a:extLst>
            </p:cNvPr>
            <p:cNvGrpSpPr/>
            <p:nvPr/>
          </p:nvGrpSpPr>
          <p:grpSpPr>
            <a:xfrm>
              <a:off x="4080530" y="1360632"/>
              <a:ext cx="797903" cy="158113"/>
              <a:chOff x="10520979" y="2242952"/>
              <a:chExt cx="920194" cy="182346"/>
            </a:xfrm>
            <a:noFill/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6FDBBE7B-E176-6094-382D-150EB4312B65}"/>
                  </a:ext>
                </a:extLst>
              </p:cNvPr>
              <p:cNvSpPr/>
              <p:nvPr/>
            </p:nvSpPr>
            <p:spPr>
              <a:xfrm>
                <a:off x="10520979" y="2242952"/>
                <a:ext cx="182346" cy="182346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189F69F-6B75-D251-2061-BBEED81A07FE}"/>
                  </a:ext>
                </a:extLst>
              </p:cNvPr>
              <p:cNvSpPr/>
              <p:nvPr/>
            </p:nvSpPr>
            <p:spPr>
              <a:xfrm>
                <a:off x="10766928" y="2242952"/>
                <a:ext cx="182346" cy="182346"/>
              </a:xfrm>
              <a:prstGeom prst="ellipse">
                <a:avLst/>
              </a:prstGeom>
              <a:grpFill/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9E12777C-9471-C77A-B29D-D248DC08AD7B}"/>
                  </a:ext>
                </a:extLst>
              </p:cNvPr>
              <p:cNvSpPr/>
              <p:nvPr/>
            </p:nvSpPr>
            <p:spPr>
              <a:xfrm>
                <a:off x="11012877" y="2242952"/>
                <a:ext cx="182346" cy="182346"/>
              </a:xfrm>
              <a:prstGeom prst="ellipse">
                <a:avLst/>
              </a:prstGeom>
              <a:grpFill/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E89E89DA-745A-AC76-9DD0-3B5A019137D3}"/>
                  </a:ext>
                </a:extLst>
              </p:cNvPr>
              <p:cNvSpPr/>
              <p:nvPr/>
            </p:nvSpPr>
            <p:spPr>
              <a:xfrm>
                <a:off x="11258827" y="2242952"/>
                <a:ext cx="182346" cy="182346"/>
              </a:xfrm>
              <a:prstGeom prst="ellipse">
                <a:avLst/>
              </a:prstGeom>
              <a:grpFill/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sp>
          <p:nvSpPr>
            <p:cNvPr id="57" name="object 12">
              <a:extLst>
                <a:ext uri="{FF2B5EF4-FFF2-40B4-BE49-F238E27FC236}">
                  <a16:creationId xmlns:a16="http://schemas.microsoft.com/office/drawing/2014/main" id="{B9519DA3-E6C2-2F1B-7174-AFADEF01A0C3}"/>
                </a:ext>
              </a:extLst>
            </p:cNvPr>
            <p:cNvSpPr txBox="1"/>
            <p:nvPr/>
          </p:nvSpPr>
          <p:spPr>
            <a:xfrm>
              <a:off x="4878474" y="4135146"/>
              <a:ext cx="2776615" cy="167962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Gestão de Ativa </a:t>
              </a:r>
              <a:b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para navegar </a:t>
              </a:r>
              <a:b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os diferentes </a:t>
              </a:r>
              <a:b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ciclos do cenário macroeconômico</a:t>
              </a:r>
            </a:p>
          </p:txBody>
        </p:sp>
        <p:sp>
          <p:nvSpPr>
            <p:cNvPr id="58" name="object 12">
              <a:extLst>
                <a:ext uri="{FF2B5EF4-FFF2-40B4-BE49-F238E27FC236}">
                  <a16:creationId xmlns:a16="http://schemas.microsoft.com/office/drawing/2014/main" id="{71E01ED9-7885-9723-07E0-B37BFAB5DE19}"/>
                </a:ext>
              </a:extLst>
            </p:cNvPr>
            <p:cNvSpPr txBox="1"/>
            <p:nvPr/>
          </p:nvSpPr>
          <p:spPr>
            <a:xfrm>
              <a:off x="9063039" y="4127226"/>
              <a:ext cx="2447606" cy="1679627"/>
            </a:xfrm>
            <a:prstGeom prst="rect">
              <a:avLst/>
            </a:prstGeom>
          </p:spPr>
          <p:txBody>
            <a:bodyPr vert="horz" wrap="square" lIns="0" tIns="0" rIns="0" bIns="0" rtlCol="0">
              <a:spAutoFit/>
            </a:bodyPr>
            <a:lstStyle/>
            <a:p>
              <a:pPr marL="0" marR="0" lvl="0" indent="0" algn="l" defTabSz="55449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Possibilidade de um investimento </a:t>
              </a:r>
              <a:b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</a:br>
              <a:r>
                <a:rPr kumimoji="0" lang="pt-BR" sz="2183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Versos" panose="020B0503020204030204" pitchFamily="34" charset="0"/>
                  <a:ea typeface="+mn-ea"/>
                  <a:cs typeface="Arial"/>
                  <a:sym typeface="Arial"/>
                </a:rPr>
                <a:t>alternativo na classe de previdência</a:t>
              </a:r>
            </a:p>
          </p:txBody>
        </p:sp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06F4F550-EFC0-A39D-1651-C36E0EE921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259411" y="1792603"/>
              <a:ext cx="497559" cy="497559"/>
            </a:xfrm>
            <a:prstGeom prst="rect">
              <a:avLst/>
            </a:prstGeom>
          </p:spPr>
        </p:pic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F5ADD4E9-5F17-505C-8733-E70E644A01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091698" y="1792602"/>
              <a:ext cx="497559" cy="497559"/>
            </a:xfrm>
            <a:prstGeom prst="rect">
              <a:avLst/>
            </a:prstGeom>
          </p:spPr>
        </p:pic>
        <p:pic>
          <p:nvPicPr>
            <p:cNvPr id="61" name="Graphic 60">
              <a:extLst>
                <a:ext uri="{FF2B5EF4-FFF2-40B4-BE49-F238E27FC236}">
                  <a16:creationId xmlns:a16="http://schemas.microsoft.com/office/drawing/2014/main" id="{8E985130-16B1-F621-843C-9E052B241B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51386" y="4151081"/>
              <a:ext cx="497559" cy="497559"/>
            </a:xfrm>
            <a:prstGeom prst="rect">
              <a:avLst/>
            </a:prstGeom>
          </p:spPr>
        </p:pic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BAD8B02B-9168-C767-E108-E84C07A96A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56036" y="4151081"/>
              <a:ext cx="568883" cy="568883"/>
            </a:xfrm>
            <a:prstGeom prst="rect">
              <a:avLst/>
            </a:prstGeom>
          </p:spPr>
        </p:pic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F6097C4-507D-63D3-8D08-07976F89D13F}"/>
              </a:ext>
            </a:extLst>
          </p:cNvPr>
          <p:cNvGrpSpPr/>
          <p:nvPr/>
        </p:nvGrpSpPr>
        <p:grpSpPr>
          <a:xfrm>
            <a:off x="449376" y="1414382"/>
            <a:ext cx="3157310" cy="2455316"/>
            <a:chOff x="587376" y="2162984"/>
            <a:chExt cx="3157310" cy="2455316"/>
          </a:xfrm>
        </p:grpSpPr>
        <p:grpSp>
          <p:nvGrpSpPr>
            <p:cNvPr id="89" name="Graphic 23">
              <a:extLst>
                <a:ext uri="{FF2B5EF4-FFF2-40B4-BE49-F238E27FC236}">
                  <a16:creationId xmlns:a16="http://schemas.microsoft.com/office/drawing/2014/main" id="{132149A5-B2D8-E7DB-CFED-101F440DE20A}"/>
                </a:ext>
              </a:extLst>
            </p:cNvPr>
            <p:cNvGrpSpPr/>
            <p:nvPr/>
          </p:nvGrpSpPr>
          <p:grpSpPr>
            <a:xfrm>
              <a:off x="619055" y="2162984"/>
              <a:ext cx="2367739" cy="569768"/>
              <a:chOff x="619055" y="1246354"/>
              <a:chExt cx="2367739" cy="569768"/>
            </a:xfrm>
            <a:solidFill>
              <a:schemeClr val="bg1"/>
            </a:solidFill>
          </p:grpSpPr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E2475C98-D78F-D82B-8C3D-6F96430F0B82}"/>
                  </a:ext>
                </a:extLst>
              </p:cNvPr>
              <p:cNvSpPr/>
              <p:nvPr/>
            </p:nvSpPr>
            <p:spPr>
              <a:xfrm>
                <a:off x="619055" y="1254227"/>
                <a:ext cx="452609" cy="553928"/>
              </a:xfrm>
              <a:custGeom>
                <a:avLst/>
                <a:gdLst>
                  <a:gd name="connsiteX0" fmla="*/ 190641 w 452609"/>
                  <a:gd name="connsiteY0" fmla="*/ 67296 h 553928"/>
                  <a:gd name="connsiteX1" fmla="*/ 0 w 452609"/>
                  <a:gd name="connsiteY1" fmla="*/ 67296 h 553928"/>
                  <a:gd name="connsiteX2" fmla="*/ 0 w 452609"/>
                  <a:gd name="connsiteY2" fmla="*/ 0 h 553928"/>
                  <a:gd name="connsiteX3" fmla="*/ 452609 w 452609"/>
                  <a:gd name="connsiteY3" fmla="*/ 0 h 553928"/>
                  <a:gd name="connsiteX4" fmla="*/ 452609 w 452609"/>
                  <a:gd name="connsiteY4" fmla="*/ 67296 h 553928"/>
                  <a:gd name="connsiteX5" fmla="*/ 261874 w 452609"/>
                  <a:gd name="connsiteY5" fmla="*/ 67296 h 553928"/>
                  <a:gd name="connsiteX6" fmla="*/ 261874 w 452609"/>
                  <a:gd name="connsiteY6" fmla="*/ 553928 h 553928"/>
                  <a:gd name="connsiteX7" fmla="*/ 190641 w 452609"/>
                  <a:gd name="connsiteY7" fmla="*/ 553928 h 553928"/>
                  <a:gd name="connsiteX8" fmla="*/ 190641 w 452609"/>
                  <a:gd name="connsiteY8" fmla="*/ 67296 h 553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52609" h="553928">
                    <a:moveTo>
                      <a:pt x="190641" y="67296"/>
                    </a:moveTo>
                    <a:lnTo>
                      <a:pt x="0" y="67296"/>
                    </a:lnTo>
                    <a:lnTo>
                      <a:pt x="0" y="0"/>
                    </a:lnTo>
                    <a:lnTo>
                      <a:pt x="452609" y="0"/>
                    </a:lnTo>
                    <a:lnTo>
                      <a:pt x="452609" y="67296"/>
                    </a:lnTo>
                    <a:lnTo>
                      <a:pt x="261874" y="67296"/>
                    </a:lnTo>
                    <a:lnTo>
                      <a:pt x="261874" y="553928"/>
                    </a:lnTo>
                    <a:lnTo>
                      <a:pt x="190641" y="553928"/>
                    </a:lnTo>
                    <a:lnTo>
                      <a:pt x="190641" y="67296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58E3076B-9B64-FB5D-5771-C39621A8819C}"/>
                  </a:ext>
                </a:extLst>
              </p:cNvPr>
              <p:cNvSpPr/>
              <p:nvPr/>
            </p:nvSpPr>
            <p:spPr>
              <a:xfrm>
                <a:off x="1138961" y="1254227"/>
                <a:ext cx="327576" cy="554022"/>
              </a:xfrm>
              <a:custGeom>
                <a:avLst/>
                <a:gdLst>
                  <a:gd name="connsiteX0" fmla="*/ 0 w 327576"/>
                  <a:gd name="connsiteY0" fmla="*/ 486726 h 554022"/>
                  <a:gd name="connsiteX1" fmla="*/ 128219 w 327576"/>
                  <a:gd name="connsiteY1" fmla="*/ 486726 h 554022"/>
                  <a:gd name="connsiteX2" fmla="*/ 128219 w 327576"/>
                  <a:gd name="connsiteY2" fmla="*/ 67296 h 554022"/>
                  <a:gd name="connsiteX3" fmla="*/ 0 w 327576"/>
                  <a:gd name="connsiteY3" fmla="*/ 67296 h 554022"/>
                  <a:gd name="connsiteX4" fmla="*/ 0 w 327576"/>
                  <a:gd name="connsiteY4" fmla="*/ 0 h 554022"/>
                  <a:gd name="connsiteX5" fmla="*/ 327577 w 327576"/>
                  <a:gd name="connsiteY5" fmla="*/ 0 h 554022"/>
                  <a:gd name="connsiteX6" fmla="*/ 327577 w 327576"/>
                  <a:gd name="connsiteY6" fmla="*/ 67296 h 554022"/>
                  <a:gd name="connsiteX7" fmla="*/ 199358 w 327576"/>
                  <a:gd name="connsiteY7" fmla="*/ 67296 h 554022"/>
                  <a:gd name="connsiteX8" fmla="*/ 199358 w 327576"/>
                  <a:gd name="connsiteY8" fmla="*/ 486726 h 554022"/>
                  <a:gd name="connsiteX9" fmla="*/ 327577 w 327576"/>
                  <a:gd name="connsiteY9" fmla="*/ 486726 h 554022"/>
                  <a:gd name="connsiteX10" fmla="*/ 327577 w 327576"/>
                  <a:gd name="connsiteY10" fmla="*/ 554022 h 554022"/>
                  <a:gd name="connsiteX11" fmla="*/ 0 w 327576"/>
                  <a:gd name="connsiteY11" fmla="*/ 554022 h 554022"/>
                  <a:gd name="connsiteX12" fmla="*/ 0 w 327576"/>
                  <a:gd name="connsiteY12" fmla="*/ 486726 h 554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7576" h="554022">
                    <a:moveTo>
                      <a:pt x="0" y="486726"/>
                    </a:moveTo>
                    <a:lnTo>
                      <a:pt x="128219" y="486726"/>
                    </a:lnTo>
                    <a:lnTo>
                      <a:pt x="128219" y="67296"/>
                    </a:lnTo>
                    <a:lnTo>
                      <a:pt x="0" y="67296"/>
                    </a:lnTo>
                    <a:lnTo>
                      <a:pt x="0" y="0"/>
                    </a:lnTo>
                    <a:lnTo>
                      <a:pt x="327577" y="0"/>
                    </a:lnTo>
                    <a:lnTo>
                      <a:pt x="327577" y="67296"/>
                    </a:lnTo>
                    <a:lnTo>
                      <a:pt x="199358" y="67296"/>
                    </a:lnTo>
                    <a:lnTo>
                      <a:pt x="199358" y="486726"/>
                    </a:lnTo>
                    <a:lnTo>
                      <a:pt x="327577" y="486726"/>
                    </a:lnTo>
                    <a:lnTo>
                      <a:pt x="327577" y="554022"/>
                    </a:lnTo>
                    <a:lnTo>
                      <a:pt x="0" y="554022"/>
                    </a:lnTo>
                    <a:lnTo>
                      <a:pt x="0" y="486726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335307BA-BC52-91B3-D357-13A210C309D3}"/>
                  </a:ext>
                </a:extLst>
              </p:cNvPr>
              <p:cNvSpPr/>
              <p:nvPr/>
            </p:nvSpPr>
            <p:spPr>
              <a:xfrm>
                <a:off x="1525867" y="1254227"/>
                <a:ext cx="502472" cy="553928"/>
              </a:xfrm>
              <a:custGeom>
                <a:avLst/>
                <a:gdLst>
                  <a:gd name="connsiteX0" fmla="*/ 0 w 502472"/>
                  <a:gd name="connsiteY0" fmla="*/ 0 h 553928"/>
                  <a:gd name="connsiteX1" fmla="*/ 79106 w 502472"/>
                  <a:gd name="connsiteY1" fmla="*/ 0 h 553928"/>
                  <a:gd name="connsiteX2" fmla="*/ 241348 w 502472"/>
                  <a:gd name="connsiteY2" fmla="*/ 494599 h 553928"/>
                  <a:gd name="connsiteX3" fmla="*/ 261968 w 502472"/>
                  <a:gd name="connsiteY3" fmla="*/ 494599 h 553928"/>
                  <a:gd name="connsiteX4" fmla="*/ 423366 w 502472"/>
                  <a:gd name="connsiteY4" fmla="*/ 0 h 553928"/>
                  <a:gd name="connsiteX5" fmla="*/ 502472 w 502472"/>
                  <a:gd name="connsiteY5" fmla="*/ 0 h 553928"/>
                  <a:gd name="connsiteX6" fmla="*/ 314924 w 502472"/>
                  <a:gd name="connsiteY6" fmla="*/ 553928 h 553928"/>
                  <a:gd name="connsiteX7" fmla="*/ 187548 w 502472"/>
                  <a:gd name="connsiteY7" fmla="*/ 553928 h 553928"/>
                  <a:gd name="connsiteX8" fmla="*/ 0 w 502472"/>
                  <a:gd name="connsiteY8" fmla="*/ 0 h 553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02472" h="553928">
                    <a:moveTo>
                      <a:pt x="0" y="0"/>
                    </a:moveTo>
                    <a:lnTo>
                      <a:pt x="79106" y="0"/>
                    </a:lnTo>
                    <a:lnTo>
                      <a:pt x="241348" y="494599"/>
                    </a:lnTo>
                    <a:lnTo>
                      <a:pt x="261968" y="494599"/>
                    </a:lnTo>
                    <a:lnTo>
                      <a:pt x="423366" y="0"/>
                    </a:lnTo>
                    <a:lnTo>
                      <a:pt x="502472" y="0"/>
                    </a:lnTo>
                    <a:lnTo>
                      <a:pt x="314924" y="553928"/>
                    </a:lnTo>
                    <a:lnTo>
                      <a:pt x="187548" y="55392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75DAEC5F-373F-30B8-11A4-094477FFF505}"/>
                  </a:ext>
                </a:extLst>
              </p:cNvPr>
              <p:cNvSpPr/>
              <p:nvPr/>
            </p:nvSpPr>
            <p:spPr>
              <a:xfrm>
                <a:off x="2087762" y="1254227"/>
                <a:ext cx="327576" cy="554022"/>
              </a:xfrm>
              <a:custGeom>
                <a:avLst/>
                <a:gdLst>
                  <a:gd name="connsiteX0" fmla="*/ 0 w 327576"/>
                  <a:gd name="connsiteY0" fmla="*/ 486726 h 554022"/>
                  <a:gd name="connsiteX1" fmla="*/ 128219 w 327576"/>
                  <a:gd name="connsiteY1" fmla="*/ 486726 h 554022"/>
                  <a:gd name="connsiteX2" fmla="*/ 128219 w 327576"/>
                  <a:gd name="connsiteY2" fmla="*/ 67296 h 554022"/>
                  <a:gd name="connsiteX3" fmla="*/ 0 w 327576"/>
                  <a:gd name="connsiteY3" fmla="*/ 67296 h 554022"/>
                  <a:gd name="connsiteX4" fmla="*/ 0 w 327576"/>
                  <a:gd name="connsiteY4" fmla="*/ 0 h 554022"/>
                  <a:gd name="connsiteX5" fmla="*/ 327577 w 327576"/>
                  <a:gd name="connsiteY5" fmla="*/ 0 h 554022"/>
                  <a:gd name="connsiteX6" fmla="*/ 327577 w 327576"/>
                  <a:gd name="connsiteY6" fmla="*/ 67296 h 554022"/>
                  <a:gd name="connsiteX7" fmla="*/ 199358 w 327576"/>
                  <a:gd name="connsiteY7" fmla="*/ 67296 h 554022"/>
                  <a:gd name="connsiteX8" fmla="*/ 199358 w 327576"/>
                  <a:gd name="connsiteY8" fmla="*/ 486726 h 554022"/>
                  <a:gd name="connsiteX9" fmla="*/ 327577 w 327576"/>
                  <a:gd name="connsiteY9" fmla="*/ 486726 h 554022"/>
                  <a:gd name="connsiteX10" fmla="*/ 327577 w 327576"/>
                  <a:gd name="connsiteY10" fmla="*/ 554022 h 554022"/>
                  <a:gd name="connsiteX11" fmla="*/ 0 w 327576"/>
                  <a:gd name="connsiteY11" fmla="*/ 554022 h 554022"/>
                  <a:gd name="connsiteX12" fmla="*/ 0 w 327576"/>
                  <a:gd name="connsiteY12" fmla="*/ 486726 h 554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27576" h="554022">
                    <a:moveTo>
                      <a:pt x="0" y="486726"/>
                    </a:moveTo>
                    <a:lnTo>
                      <a:pt x="128219" y="486726"/>
                    </a:lnTo>
                    <a:lnTo>
                      <a:pt x="128219" y="67296"/>
                    </a:lnTo>
                    <a:lnTo>
                      <a:pt x="0" y="67296"/>
                    </a:lnTo>
                    <a:lnTo>
                      <a:pt x="0" y="0"/>
                    </a:lnTo>
                    <a:lnTo>
                      <a:pt x="327577" y="0"/>
                    </a:lnTo>
                    <a:lnTo>
                      <a:pt x="327577" y="67296"/>
                    </a:lnTo>
                    <a:lnTo>
                      <a:pt x="199358" y="67296"/>
                    </a:lnTo>
                    <a:lnTo>
                      <a:pt x="199358" y="486726"/>
                    </a:lnTo>
                    <a:lnTo>
                      <a:pt x="327577" y="486726"/>
                    </a:lnTo>
                    <a:lnTo>
                      <a:pt x="327577" y="554022"/>
                    </a:lnTo>
                    <a:lnTo>
                      <a:pt x="0" y="554022"/>
                    </a:lnTo>
                    <a:lnTo>
                      <a:pt x="0" y="486726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3F228A0C-39B0-2CF5-7F78-0507544F9BF9}"/>
                  </a:ext>
                </a:extLst>
              </p:cNvPr>
              <p:cNvSpPr/>
              <p:nvPr/>
            </p:nvSpPr>
            <p:spPr>
              <a:xfrm>
                <a:off x="2478792" y="1246354"/>
                <a:ext cx="508001" cy="569768"/>
              </a:xfrm>
              <a:custGeom>
                <a:avLst/>
                <a:gdLst>
                  <a:gd name="connsiteX0" fmla="*/ 119034 w 508001"/>
                  <a:gd name="connsiteY0" fmla="*/ 540057 h 569768"/>
                  <a:gd name="connsiteX1" fmla="*/ 30836 w 508001"/>
                  <a:gd name="connsiteY1" fmla="*/ 454203 h 569768"/>
                  <a:gd name="connsiteX2" fmla="*/ 0 w 508001"/>
                  <a:gd name="connsiteY2" fmla="*/ 321297 h 569768"/>
                  <a:gd name="connsiteX3" fmla="*/ 0 w 508001"/>
                  <a:gd name="connsiteY3" fmla="*/ 249315 h 569768"/>
                  <a:gd name="connsiteX4" fmla="*/ 30836 w 508001"/>
                  <a:gd name="connsiteY4" fmla="*/ 117159 h 569768"/>
                  <a:gd name="connsiteX5" fmla="*/ 119034 w 508001"/>
                  <a:gd name="connsiteY5" fmla="*/ 30461 h 569768"/>
                  <a:gd name="connsiteX6" fmla="*/ 254001 w 508001"/>
                  <a:gd name="connsiteY6" fmla="*/ 0 h 569768"/>
                  <a:gd name="connsiteX7" fmla="*/ 388968 w 508001"/>
                  <a:gd name="connsiteY7" fmla="*/ 29712 h 569768"/>
                  <a:gd name="connsiteX8" fmla="*/ 477166 w 508001"/>
                  <a:gd name="connsiteY8" fmla="*/ 115566 h 569768"/>
                  <a:gd name="connsiteX9" fmla="*/ 508002 w 508001"/>
                  <a:gd name="connsiteY9" fmla="*/ 248471 h 569768"/>
                  <a:gd name="connsiteX10" fmla="*/ 508002 w 508001"/>
                  <a:gd name="connsiteY10" fmla="*/ 320454 h 569768"/>
                  <a:gd name="connsiteX11" fmla="*/ 477166 w 508001"/>
                  <a:gd name="connsiteY11" fmla="*/ 452609 h 569768"/>
                  <a:gd name="connsiteX12" fmla="*/ 388968 w 508001"/>
                  <a:gd name="connsiteY12" fmla="*/ 539307 h 569768"/>
                  <a:gd name="connsiteX13" fmla="*/ 254001 w 508001"/>
                  <a:gd name="connsiteY13" fmla="*/ 569768 h 569768"/>
                  <a:gd name="connsiteX14" fmla="*/ 119034 w 508001"/>
                  <a:gd name="connsiteY14" fmla="*/ 540057 h 569768"/>
                  <a:gd name="connsiteX15" fmla="*/ 386063 w 508001"/>
                  <a:gd name="connsiteY15" fmla="*/ 453453 h 569768"/>
                  <a:gd name="connsiteX16" fmla="*/ 432739 w 508001"/>
                  <a:gd name="connsiteY16" fmla="*/ 320547 h 569768"/>
                  <a:gd name="connsiteX17" fmla="*/ 432739 w 508001"/>
                  <a:gd name="connsiteY17" fmla="*/ 248565 h 569768"/>
                  <a:gd name="connsiteX18" fmla="*/ 385688 w 508001"/>
                  <a:gd name="connsiteY18" fmla="*/ 116784 h 569768"/>
                  <a:gd name="connsiteX19" fmla="*/ 253907 w 508001"/>
                  <a:gd name="connsiteY19" fmla="*/ 69733 h 569768"/>
                  <a:gd name="connsiteX20" fmla="*/ 121752 w 508001"/>
                  <a:gd name="connsiteY20" fmla="*/ 116409 h 569768"/>
                  <a:gd name="connsiteX21" fmla="*/ 75076 w 508001"/>
                  <a:gd name="connsiteY21" fmla="*/ 249315 h 569768"/>
                  <a:gd name="connsiteX22" fmla="*/ 75076 w 508001"/>
                  <a:gd name="connsiteY22" fmla="*/ 321297 h 569768"/>
                  <a:gd name="connsiteX23" fmla="*/ 122127 w 508001"/>
                  <a:gd name="connsiteY23" fmla="*/ 453078 h 569768"/>
                  <a:gd name="connsiteX24" fmla="*/ 253907 w 508001"/>
                  <a:gd name="connsiteY24" fmla="*/ 500129 h 569768"/>
                  <a:gd name="connsiteX25" fmla="*/ 386063 w 508001"/>
                  <a:gd name="connsiteY25" fmla="*/ 453453 h 569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08001" h="569768">
                    <a:moveTo>
                      <a:pt x="119034" y="540057"/>
                    </a:moveTo>
                    <a:cubicBezTo>
                      <a:pt x="80793" y="520280"/>
                      <a:pt x="51363" y="491693"/>
                      <a:pt x="30836" y="454203"/>
                    </a:cubicBezTo>
                    <a:cubicBezTo>
                      <a:pt x="10216" y="416712"/>
                      <a:pt x="0" y="372472"/>
                      <a:pt x="0" y="321297"/>
                    </a:cubicBezTo>
                    <a:lnTo>
                      <a:pt x="0" y="249315"/>
                    </a:lnTo>
                    <a:cubicBezTo>
                      <a:pt x="0" y="198702"/>
                      <a:pt x="10310" y="154650"/>
                      <a:pt x="30836" y="117159"/>
                    </a:cubicBezTo>
                    <a:cubicBezTo>
                      <a:pt x="51456" y="79668"/>
                      <a:pt x="80793" y="50800"/>
                      <a:pt x="119034" y="30461"/>
                    </a:cubicBezTo>
                    <a:cubicBezTo>
                      <a:pt x="157274" y="10123"/>
                      <a:pt x="202264" y="0"/>
                      <a:pt x="254001" y="0"/>
                    </a:cubicBezTo>
                    <a:cubicBezTo>
                      <a:pt x="305738" y="0"/>
                      <a:pt x="350634" y="9935"/>
                      <a:pt x="388968" y="29712"/>
                    </a:cubicBezTo>
                    <a:cubicBezTo>
                      <a:pt x="427209" y="49488"/>
                      <a:pt x="456639" y="78075"/>
                      <a:pt x="477166" y="115566"/>
                    </a:cubicBezTo>
                    <a:cubicBezTo>
                      <a:pt x="497786" y="153057"/>
                      <a:pt x="508002" y="197390"/>
                      <a:pt x="508002" y="248471"/>
                    </a:cubicBezTo>
                    <a:lnTo>
                      <a:pt x="508002" y="320454"/>
                    </a:lnTo>
                    <a:cubicBezTo>
                      <a:pt x="508002" y="371066"/>
                      <a:pt x="497692" y="415118"/>
                      <a:pt x="477166" y="452609"/>
                    </a:cubicBezTo>
                    <a:cubicBezTo>
                      <a:pt x="456546" y="490100"/>
                      <a:pt x="427209" y="518968"/>
                      <a:pt x="388968" y="539307"/>
                    </a:cubicBezTo>
                    <a:cubicBezTo>
                      <a:pt x="350728" y="559646"/>
                      <a:pt x="305738" y="569768"/>
                      <a:pt x="254001" y="569768"/>
                    </a:cubicBezTo>
                    <a:cubicBezTo>
                      <a:pt x="202264" y="569768"/>
                      <a:pt x="157368" y="559833"/>
                      <a:pt x="119034" y="540057"/>
                    </a:cubicBezTo>
                    <a:close/>
                    <a:moveTo>
                      <a:pt x="386063" y="453453"/>
                    </a:moveTo>
                    <a:cubicBezTo>
                      <a:pt x="417180" y="422335"/>
                      <a:pt x="432739" y="378002"/>
                      <a:pt x="432739" y="320547"/>
                    </a:cubicBezTo>
                    <a:lnTo>
                      <a:pt x="432739" y="248565"/>
                    </a:lnTo>
                    <a:cubicBezTo>
                      <a:pt x="432739" y="192141"/>
                      <a:pt x="416993" y="148183"/>
                      <a:pt x="385688" y="116784"/>
                    </a:cubicBezTo>
                    <a:cubicBezTo>
                      <a:pt x="354289" y="85386"/>
                      <a:pt x="310331" y="69733"/>
                      <a:pt x="253907" y="69733"/>
                    </a:cubicBezTo>
                    <a:cubicBezTo>
                      <a:pt x="197483" y="69733"/>
                      <a:pt x="152869" y="85292"/>
                      <a:pt x="121752" y="116409"/>
                    </a:cubicBezTo>
                    <a:cubicBezTo>
                      <a:pt x="90634" y="147527"/>
                      <a:pt x="75076" y="191860"/>
                      <a:pt x="75076" y="249315"/>
                    </a:cubicBezTo>
                    <a:lnTo>
                      <a:pt x="75076" y="321297"/>
                    </a:lnTo>
                    <a:cubicBezTo>
                      <a:pt x="75076" y="377721"/>
                      <a:pt x="90728" y="421679"/>
                      <a:pt x="122127" y="453078"/>
                    </a:cubicBezTo>
                    <a:cubicBezTo>
                      <a:pt x="153525" y="484476"/>
                      <a:pt x="197390" y="500129"/>
                      <a:pt x="253907" y="500129"/>
                    </a:cubicBezTo>
                    <a:cubicBezTo>
                      <a:pt x="310425" y="500129"/>
                      <a:pt x="354945" y="484570"/>
                      <a:pt x="386063" y="453453"/>
                    </a:cubicBez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" name="Graphic 23">
              <a:extLst>
                <a:ext uri="{FF2B5EF4-FFF2-40B4-BE49-F238E27FC236}">
                  <a16:creationId xmlns:a16="http://schemas.microsoft.com/office/drawing/2014/main" id="{3F3A6B7B-4B12-06C0-AD87-B5C5874FAFCD}"/>
                </a:ext>
              </a:extLst>
            </p:cNvPr>
            <p:cNvGrpSpPr/>
            <p:nvPr/>
          </p:nvGrpSpPr>
          <p:grpSpPr>
            <a:xfrm>
              <a:off x="619055" y="3843531"/>
              <a:ext cx="3125631" cy="774769"/>
              <a:chOff x="3677752" y="2002639"/>
              <a:chExt cx="2714155" cy="672774"/>
            </a:xfrm>
            <a:solidFill>
              <a:schemeClr val="bg1"/>
            </a:solidFill>
          </p:grpSpPr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B0C2BBB2-59D8-07A5-4F94-49B76E62DA55}"/>
                  </a:ext>
                </a:extLst>
              </p:cNvPr>
              <p:cNvSpPr/>
              <p:nvPr/>
            </p:nvSpPr>
            <p:spPr>
              <a:xfrm>
                <a:off x="3677752" y="2015480"/>
                <a:ext cx="431614" cy="646999"/>
              </a:xfrm>
              <a:custGeom>
                <a:avLst/>
                <a:gdLst>
                  <a:gd name="connsiteX0" fmla="*/ 0 w 431614"/>
                  <a:gd name="connsiteY0" fmla="*/ 499098 h 646999"/>
                  <a:gd name="connsiteX1" fmla="*/ 134030 w 431614"/>
                  <a:gd name="connsiteY1" fmla="*/ 499098 h 646999"/>
                  <a:gd name="connsiteX2" fmla="*/ 134030 w 431614"/>
                  <a:gd name="connsiteY2" fmla="*/ 147902 h 646999"/>
                  <a:gd name="connsiteX3" fmla="*/ 0 w 431614"/>
                  <a:gd name="connsiteY3" fmla="*/ 147902 h 646999"/>
                  <a:gd name="connsiteX4" fmla="*/ 0 w 431614"/>
                  <a:gd name="connsiteY4" fmla="*/ 0 h 646999"/>
                  <a:gd name="connsiteX5" fmla="*/ 431614 w 431614"/>
                  <a:gd name="connsiteY5" fmla="*/ 0 h 646999"/>
                  <a:gd name="connsiteX6" fmla="*/ 431614 w 431614"/>
                  <a:gd name="connsiteY6" fmla="*/ 147902 h 646999"/>
                  <a:gd name="connsiteX7" fmla="*/ 297584 w 431614"/>
                  <a:gd name="connsiteY7" fmla="*/ 147902 h 646999"/>
                  <a:gd name="connsiteX8" fmla="*/ 297584 w 431614"/>
                  <a:gd name="connsiteY8" fmla="*/ 499098 h 646999"/>
                  <a:gd name="connsiteX9" fmla="*/ 431614 w 431614"/>
                  <a:gd name="connsiteY9" fmla="*/ 499098 h 646999"/>
                  <a:gd name="connsiteX10" fmla="*/ 431614 w 431614"/>
                  <a:gd name="connsiteY10" fmla="*/ 647000 h 646999"/>
                  <a:gd name="connsiteX11" fmla="*/ 0 w 431614"/>
                  <a:gd name="connsiteY11" fmla="*/ 647000 h 646999"/>
                  <a:gd name="connsiteX12" fmla="*/ 0 w 431614"/>
                  <a:gd name="connsiteY12" fmla="*/ 499098 h 646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31614" h="646999">
                    <a:moveTo>
                      <a:pt x="0" y="499098"/>
                    </a:moveTo>
                    <a:lnTo>
                      <a:pt x="134030" y="499098"/>
                    </a:lnTo>
                    <a:lnTo>
                      <a:pt x="134030" y="147902"/>
                    </a:lnTo>
                    <a:lnTo>
                      <a:pt x="0" y="147902"/>
                    </a:lnTo>
                    <a:lnTo>
                      <a:pt x="0" y="0"/>
                    </a:lnTo>
                    <a:lnTo>
                      <a:pt x="431614" y="0"/>
                    </a:lnTo>
                    <a:lnTo>
                      <a:pt x="431614" y="147902"/>
                    </a:lnTo>
                    <a:lnTo>
                      <a:pt x="297584" y="147902"/>
                    </a:lnTo>
                    <a:lnTo>
                      <a:pt x="297584" y="499098"/>
                    </a:lnTo>
                    <a:lnTo>
                      <a:pt x="431614" y="499098"/>
                    </a:lnTo>
                    <a:lnTo>
                      <a:pt x="431614" y="647000"/>
                    </a:lnTo>
                    <a:lnTo>
                      <a:pt x="0" y="647000"/>
                    </a:lnTo>
                    <a:lnTo>
                      <a:pt x="0" y="499098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E7F0FD34-94B0-D8A8-66C4-A7BB231E895B}"/>
                  </a:ext>
                </a:extLst>
              </p:cNvPr>
              <p:cNvSpPr/>
              <p:nvPr/>
            </p:nvSpPr>
            <p:spPr>
              <a:xfrm>
                <a:off x="4191565" y="2015573"/>
                <a:ext cx="801180" cy="646905"/>
              </a:xfrm>
              <a:custGeom>
                <a:avLst/>
                <a:gdLst>
                  <a:gd name="connsiteX0" fmla="*/ 0 w 801180"/>
                  <a:gd name="connsiteY0" fmla="*/ 0 h 646905"/>
                  <a:gd name="connsiteX1" fmla="*/ 302177 w 801180"/>
                  <a:gd name="connsiteY1" fmla="*/ 0 h 646905"/>
                  <a:gd name="connsiteX2" fmla="*/ 389062 w 801180"/>
                  <a:gd name="connsiteY2" fmla="*/ 500879 h 646905"/>
                  <a:gd name="connsiteX3" fmla="*/ 413056 w 801180"/>
                  <a:gd name="connsiteY3" fmla="*/ 500879 h 646905"/>
                  <a:gd name="connsiteX4" fmla="*/ 499004 w 801180"/>
                  <a:gd name="connsiteY4" fmla="*/ 0 h 646905"/>
                  <a:gd name="connsiteX5" fmla="*/ 801181 w 801180"/>
                  <a:gd name="connsiteY5" fmla="*/ 0 h 646905"/>
                  <a:gd name="connsiteX6" fmla="*/ 801181 w 801180"/>
                  <a:gd name="connsiteY6" fmla="*/ 646906 h 646905"/>
                  <a:gd name="connsiteX7" fmla="*/ 638564 w 801180"/>
                  <a:gd name="connsiteY7" fmla="*/ 646906 h 646905"/>
                  <a:gd name="connsiteX8" fmla="*/ 638564 w 801180"/>
                  <a:gd name="connsiteY8" fmla="*/ 145090 h 646905"/>
                  <a:gd name="connsiteX9" fmla="*/ 614570 w 801180"/>
                  <a:gd name="connsiteY9" fmla="*/ 145090 h 646905"/>
                  <a:gd name="connsiteX10" fmla="*/ 528622 w 801180"/>
                  <a:gd name="connsiteY10" fmla="*/ 646906 h 646905"/>
                  <a:gd name="connsiteX11" fmla="*/ 273590 w 801180"/>
                  <a:gd name="connsiteY11" fmla="*/ 646906 h 646905"/>
                  <a:gd name="connsiteX12" fmla="*/ 186705 w 801180"/>
                  <a:gd name="connsiteY12" fmla="*/ 145090 h 646905"/>
                  <a:gd name="connsiteX13" fmla="*/ 162710 w 801180"/>
                  <a:gd name="connsiteY13" fmla="*/ 145090 h 646905"/>
                  <a:gd name="connsiteX14" fmla="*/ 162710 w 801180"/>
                  <a:gd name="connsiteY14" fmla="*/ 646906 h 646905"/>
                  <a:gd name="connsiteX15" fmla="*/ 94 w 801180"/>
                  <a:gd name="connsiteY15" fmla="*/ 646906 h 646905"/>
                  <a:gd name="connsiteX16" fmla="*/ 94 w 801180"/>
                  <a:gd name="connsiteY16" fmla="*/ 0 h 6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01180" h="646905">
                    <a:moveTo>
                      <a:pt x="0" y="0"/>
                    </a:moveTo>
                    <a:lnTo>
                      <a:pt x="302177" y="0"/>
                    </a:lnTo>
                    <a:lnTo>
                      <a:pt x="389062" y="500879"/>
                    </a:lnTo>
                    <a:lnTo>
                      <a:pt x="413056" y="500879"/>
                    </a:lnTo>
                    <a:lnTo>
                      <a:pt x="499004" y="0"/>
                    </a:lnTo>
                    <a:lnTo>
                      <a:pt x="801181" y="0"/>
                    </a:lnTo>
                    <a:lnTo>
                      <a:pt x="801181" y="646906"/>
                    </a:lnTo>
                    <a:lnTo>
                      <a:pt x="638564" y="646906"/>
                    </a:lnTo>
                    <a:lnTo>
                      <a:pt x="638564" y="145090"/>
                    </a:lnTo>
                    <a:lnTo>
                      <a:pt x="614570" y="145090"/>
                    </a:lnTo>
                    <a:lnTo>
                      <a:pt x="528622" y="646906"/>
                    </a:lnTo>
                    <a:lnTo>
                      <a:pt x="273590" y="646906"/>
                    </a:lnTo>
                    <a:lnTo>
                      <a:pt x="186705" y="145090"/>
                    </a:lnTo>
                    <a:lnTo>
                      <a:pt x="162710" y="145090"/>
                    </a:lnTo>
                    <a:lnTo>
                      <a:pt x="162710" y="646906"/>
                    </a:lnTo>
                    <a:lnTo>
                      <a:pt x="94" y="646906"/>
                    </a:lnTo>
                    <a:lnTo>
                      <a:pt x="94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99C89DAC-76E6-E6EF-5812-880284FD4479}"/>
                  </a:ext>
                </a:extLst>
              </p:cNvPr>
              <p:cNvSpPr/>
              <p:nvPr/>
            </p:nvSpPr>
            <p:spPr>
              <a:xfrm>
                <a:off x="5086099" y="2002639"/>
                <a:ext cx="651592" cy="672774"/>
              </a:xfrm>
              <a:custGeom>
                <a:avLst/>
                <a:gdLst>
                  <a:gd name="connsiteX0" fmla="*/ 152963 w 651592"/>
                  <a:gd name="connsiteY0" fmla="*/ 634909 h 672774"/>
                  <a:gd name="connsiteX1" fmla="*/ 39740 w 651592"/>
                  <a:gd name="connsiteY1" fmla="*/ 527216 h 672774"/>
                  <a:gd name="connsiteX2" fmla="*/ 0 w 651592"/>
                  <a:gd name="connsiteY2" fmla="*/ 363193 h 672774"/>
                  <a:gd name="connsiteX3" fmla="*/ 0 w 651592"/>
                  <a:gd name="connsiteY3" fmla="*/ 309581 h 672774"/>
                  <a:gd name="connsiteX4" fmla="*/ 39740 w 651592"/>
                  <a:gd name="connsiteY4" fmla="*/ 146027 h 672774"/>
                  <a:gd name="connsiteX5" fmla="*/ 152963 w 651592"/>
                  <a:gd name="connsiteY5" fmla="*/ 37866 h 672774"/>
                  <a:gd name="connsiteX6" fmla="*/ 326264 w 651592"/>
                  <a:gd name="connsiteY6" fmla="*/ 0 h 672774"/>
                  <a:gd name="connsiteX7" fmla="*/ 498629 w 651592"/>
                  <a:gd name="connsiteY7" fmla="*/ 37866 h 672774"/>
                  <a:gd name="connsiteX8" fmla="*/ 611852 w 651592"/>
                  <a:gd name="connsiteY8" fmla="*/ 145558 h 672774"/>
                  <a:gd name="connsiteX9" fmla="*/ 651592 w 651592"/>
                  <a:gd name="connsiteY9" fmla="*/ 308644 h 672774"/>
                  <a:gd name="connsiteX10" fmla="*/ 651592 w 651592"/>
                  <a:gd name="connsiteY10" fmla="*/ 363193 h 672774"/>
                  <a:gd name="connsiteX11" fmla="*/ 611852 w 651592"/>
                  <a:gd name="connsiteY11" fmla="*/ 526747 h 672774"/>
                  <a:gd name="connsiteX12" fmla="*/ 498629 w 651592"/>
                  <a:gd name="connsiteY12" fmla="*/ 634909 h 672774"/>
                  <a:gd name="connsiteX13" fmla="*/ 326264 w 651592"/>
                  <a:gd name="connsiteY13" fmla="*/ 672775 h 672774"/>
                  <a:gd name="connsiteX14" fmla="*/ 152963 w 651592"/>
                  <a:gd name="connsiteY14" fmla="*/ 634909 h 672774"/>
                  <a:gd name="connsiteX15" fmla="*/ 208449 w 651592"/>
                  <a:gd name="connsiteY15" fmla="*/ 478665 h 672774"/>
                  <a:gd name="connsiteX16" fmla="*/ 326264 w 651592"/>
                  <a:gd name="connsiteY16" fmla="*/ 520280 h 672774"/>
                  <a:gd name="connsiteX17" fmla="*/ 443611 w 651592"/>
                  <a:gd name="connsiteY17" fmla="*/ 478665 h 672774"/>
                  <a:gd name="connsiteX18" fmla="*/ 483351 w 651592"/>
                  <a:gd name="connsiteY18" fmla="*/ 359444 h 672774"/>
                  <a:gd name="connsiteX19" fmla="*/ 483351 w 651592"/>
                  <a:gd name="connsiteY19" fmla="*/ 313237 h 672774"/>
                  <a:gd name="connsiteX20" fmla="*/ 443611 w 651592"/>
                  <a:gd name="connsiteY20" fmla="*/ 194015 h 672774"/>
                  <a:gd name="connsiteX21" fmla="*/ 326264 w 651592"/>
                  <a:gd name="connsiteY21" fmla="*/ 152401 h 672774"/>
                  <a:gd name="connsiteX22" fmla="*/ 207981 w 651592"/>
                  <a:gd name="connsiteY22" fmla="*/ 193547 h 672774"/>
                  <a:gd name="connsiteX23" fmla="*/ 168240 w 651592"/>
                  <a:gd name="connsiteY23" fmla="*/ 313237 h 672774"/>
                  <a:gd name="connsiteX24" fmla="*/ 168240 w 651592"/>
                  <a:gd name="connsiteY24" fmla="*/ 360381 h 672774"/>
                  <a:gd name="connsiteX25" fmla="*/ 208449 w 651592"/>
                  <a:gd name="connsiteY25" fmla="*/ 478665 h 672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651592" h="672774">
                    <a:moveTo>
                      <a:pt x="152963" y="634909"/>
                    </a:moveTo>
                    <a:cubicBezTo>
                      <a:pt x="103944" y="609696"/>
                      <a:pt x="66265" y="573799"/>
                      <a:pt x="39740" y="527216"/>
                    </a:cubicBezTo>
                    <a:cubicBezTo>
                      <a:pt x="13216" y="480727"/>
                      <a:pt x="0" y="425991"/>
                      <a:pt x="0" y="363193"/>
                    </a:cubicBezTo>
                    <a:lnTo>
                      <a:pt x="0" y="309581"/>
                    </a:lnTo>
                    <a:cubicBezTo>
                      <a:pt x="0" y="247346"/>
                      <a:pt x="13216" y="192797"/>
                      <a:pt x="39740" y="146027"/>
                    </a:cubicBezTo>
                    <a:cubicBezTo>
                      <a:pt x="66265" y="99163"/>
                      <a:pt x="103944" y="63172"/>
                      <a:pt x="152963" y="37866"/>
                    </a:cubicBezTo>
                    <a:cubicBezTo>
                      <a:pt x="201982" y="12559"/>
                      <a:pt x="259718" y="0"/>
                      <a:pt x="326264" y="0"/>
                    </a:cubicBezTo>
                    <a:cubicBezTo>
                      <a:pt x="392811" y="0"/>
                      <a:pt x="449610" y="12653"/>
                      <a:pt x="498629" y="37866"/>
                    </a:cubicBezTo>
                    <a:cubicBezTo>
                      <a:pt x="547648" y="63172"/>
                      <a:pt x="585327" y="98976"/>
                      <a:pt x="611852" y="145558"/>
                    </a:cubicBezTo>
                    <a:cubicBezTo>
                      <a:pt x="638377" y="192047"/>
                      <a:pt x="651592" y="246409"/>
                      <a:pt x="651592" y="308644"/>
                    </a:cubicBezTo>
                    <a:lnTo>
                      <a:pt x="651592" y="363193"/>
                    </a:lnTo>
                    <a:cubicBezTo>
                      <a:pt x="651592" y="425428"/>
                      <a:pt x="638283" y="479977"/>
                      <a:pt x="611852" y="526747"/>
                    </a:cubicBezTo>
                    <a:cubicBezTo>
                      <a:pt x="585327" y="573611"/>
                      <a:pt x="547648" y="609602"/>
                      <a:pt x="498629" y="634909"/>
                    </a:cubicBezTo>
                    <a:cubicBezTo>
                      <a:pt x="449610" y="660121"/>
                      <a:pt x="392155" y="672775"/>
                      <a:pt x="326264" y="672775"/>
                    </a:cubicBezTo>
                    <a:cubicBezTo>
                      <a:pt x="260374" y="672775"/>
                      <a:pt x="201982" y="660121"/>
                      <a:pt x="152963" y="634909"/>
                    </a:cubicBezTo>
                    <a:close/>
                    <a:moveTo>
                      <a:pt x="208449" y="478665"/>
                    </a:moveTo>
                    <a:cubicBezTo>
                      <a:pt x="235255" y="506409"/>
                      <a:pt x="274527" y="520280"/>
                      <a:pt x="326264" y="520280"/>
                    </a:cubicBezTo>
                    <a:cubicBezTo>
                      <a:pt x="378002" y="520280"/>
                      <a:pt x="417180" y="506409"/>
                      <a:pt x="443611" y="478665"/>
                    </a:cubicBezTo>
                    <a:cubicBezTo>
                      <a:pt x="470136" y="450922"/>
                      <a:pt x="483351" y="411182"/>
                      <a:pt x="483351" y="359444"/>
                    </a:cubicBezTo>
                    <a:lnTo>
                      <a:pt x="483351" y="313237"/>
                    </a:lnTo>
                    <a:cubicBezTo>
                      <a:pt x="483351" y="261499"/>
                      <a:pt x="470042" y="221759"/>
                      <a:pt x="443611" y="194015"/>
                    </a:cubicBezTo>
                    <a:cubicBezTo>
                      <a:pt x="417086" y="166272"/>
                      <a:pt x="378002" y="152401"/>
                      <a:pt x="326264" y="152401"/>
                    </a:cubicBezTo>
                    <a:cubicBezTo>
                      <a:pt x="274527" y="152401"/>
                      <a:pt x="234506" y="166085"/>
                      <a:pt x="207981" y="193547"/>
                    </a:cubicBezTo>
                    <a:cubicBezTo>
                      <a:pt x="181456" y="221009"/>
                      <a:pt x="168240" y="260843"/>
                      <a:pt x="168240" y="313237"/>
                    </a:cubicBezTo>
                    <a:lnTo>
                      <a:pt x="168240" y="360381"/>
                    </a:lnTo>
                    <a:cubicBezTo>
                      <a:pt x="168240" y="411557"/>
                      <a:pt x="181643" y="450922"/>
                      <a:pt x="208449" y="478665"/>
                    </a:cubicBez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E0A105FE-8491-2920-C51A-42E29878E259}"/>
                  </a:ext>
                </a:extLst>
              </p:cNvPr>
              <p:cNvSpPr/>
              <p:nvPr/>
            </p:nvSpPr>
            <p:spPr>
              <a:xfrm>
                <a:off x="5830950" y="2015480"/>
                <a:ext cx="560957" cy="646905"/>
              </a:xfrm>
              <a:custGeom>
                <a:avLst/>
                <a:gdLst>
                  <a:gd name="connsiteX0" fmla="*/ 94 w 560957"/>
                  <a:gd name="connsiteY0" fmla="*/ 94 h 646905"/>
                  <a:gd name="connsiteX1" fmla="*/ 335544 w 560957"/>
                  <a:gd name="connsiteY1" fmla="*/ 94 h 646905"/>
                  <a:gd name="connsiteX2" fmla="*/ 484757 w 560957"/>
                  <a:gd name="connsiteY2" fmla="*/ 45833 h 646905"/>
                  <a:gd name="connsiteX3" fmla="*/ 536964 w 560957"/>
                  <a:gd name="connsiteY3" fmla="*/ 171990 h 646905"/>
                  <a:gd name="connsiteX4" fmla="*/ 510626 w 560957"/>
                  <a:gd name="connsiteY4" fmla="*/ 264405 h 646905"/>
                  <a:gd name="connsiteX5" fmla="*/ 437144 w 560957"/>
                  <a:gd name="connsiteY5" fmla="*/ 316142 h 646905"/>
                  <a:gd name="connsiteX6" fmla="*/ 437144 w 560957"/>
                  <a:gd name="connsiteY6" fmla="*/ 319798 h 646905"/>
                  <a:gd name="connsiteX7" fmla="*/ 528622 w 560957"/>
                  <a:gd name="connsiteY7" fmla="*/ 372004 h 646905"/>
                  <a:gd name="connsiteX8" fmla="*/ 560958 w 560957"/>
                  <a:gd name="connsiteY8" fmla="*/ 470417 h 646905"/>
                  <a:gd name="connsiteX9" fmla="*/ 508283 w 560957"/>
                  <a:gd name="connsiteY9" fmla="*/ 599292 h 646905"/>
                  <a:gd name="connsiteX10" fmla="*/ 361319 w 560957"/>
                  <a:gd name="connsiteY10" fmla="*/ 646906 h 646905"/>
                  <a:gd name="connsiteX11" fmla="*/ 0 w 560957"/>
                  <a:gd name="connsiteY11" fmla="*/ 646906 h 646905"/>
                  <a:gd name="connsiteX12" fmla="*/ 0 w 560957"/>
                  <a:gd name="connsiteY12" fmla="*/ 0 h 646905"/>
                  <a:gd name="connsiteX13" fmla="*/ 311456 w 560957"/>
                  <a:gd name="connsiteY13" fmla="*/ 262530 h 646905"/>
                  <a:gd name="connsiteX14" fmla="*/ 359538 w 560957"/>
                  <a:gd name="connsiteY14" fmla="*/ 246315 h 646905"/>
                  <a:gd name="connsiteX15" fmla="*/ 377065 w 560957"/>
                  <a:gd name="connsiteY15" fmla="*/ 199639 h 646905"/>
                  <a:gd name="connsiteX16" fmla="*/ 359069 w 560957"/>
                  <a:gd name="connsiteY16" fmla="*/ 153900 h 646905"/>
                  <a:gd name="connsiteX17" fmla="*/ 307800 w 560957"/>
                  <a:gd name="connsiteY17" fmla="*/ 137685 h 646905"/>
                  <a:gd name="connsiteX18" fmla="*/ 162710 w 560957"/>
                  <a:gd name="connsiteY18" fmla="*/ 137685 h 646905"/>
                  <a:gd name="connsiteX19" fmla="*/ 162710 w 560957"/>
                  <a:gd name="connsiteY19" fmla="*/ 262436 h 646905"/>
                  <a:gd name="connsiteX20" fmla="*/ 311456 w 560957"/>
                  <a:gd name="connsiteY20" fmla="*/ 262436 h 646905"/>
                  <a:gd name="connsiteX21" fmla="*/ 327202 w 560957"/>
                  <a:gd name="connsiteY21" fmla="*/ 509314 h 646905"/>
                  <a:gd name="connsiteX22" fmla="*/ 377065 w 560957"/>
                  <a:gd name="connsiteY22" fmla="*/ 493568 h 646905"/>
                  <a:gd name="connsiteX23" fmla="*/ 394592 w 560957"/>
                  <a:gd name="connsiteY23" fmla="*/ 447360 h 646905"/>
                  <a:gd name="connsiteX24" fmla="*/ 376596 w 560957"/>
                  <a:gd name="connsiteY24" fmla="*/ 402090 h 646905"/>
                  <a:gd name="connsiteX25" fmla="*/ 325327 w 560957"/>
                  <a:gd name="connsiteY25" fmla="*/ 386344 h 646905"/>
                  <a:gd name="connsiteX26" fmla="*/ 162710 w 560957"/>
                  <a:gd name="connsiteY26" fmla="*/ 386344 h 646905"/>
                  <a:gd name="connsiteX27" fmla="*/ 162710 w 560957"/>
                  <a:gd name="connsiteY27" fmla="*/ 509220 h 646905"/>
                  <a:gd name="connsiteX28" fmla="*/ 327202 w 560957"/>
                  <a:gd name="connsiteY28" fmla="*/ 509220 h 6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560957" h="646905">
                    <a:moveTo>
                      <a:pt x="94" y="94"/>
                    </a:moveTo>
                    <a:lnTo>
                      <a:pt x="335544" y="94"/>
                    </a:lnTo>
                    <a:cubicBezTo>
                      <a:pt x="400216" y="94"/>
                      <a:pt x="449985" y="15371"/>
                      <a:pt x="484757" y="45833"/>
                    </a:cubicBezTo>
                    <a:cubicBezTo>
                      <a:pt x="519530" y="76294"/>
                      <a:pt x="536964" y="118378"/>
                      <a:pt x="536964" y="171990"/>
                    </a:cubicBezTo>
                    <a:cubicBezTo>
                      <a:pt x="536964" y="208356"/>
                      <a:pt x="528153" y="239192"/>
                      <a:pt x="510626" y="264405"/>
                    </a:cubicBezTo>
                    <a:cubicBezTo>
                      <a:pt x="493099" y="289711"/>
                      <a:pt x="468543" y="306957"/>
                      <a:pt x="437144" y="316142"/>
                    </a:cubicBezTo>
                    <a:lnTo>
                      <a:pt x="437144" y="319798"/>
                    </a:lnTo>
                    <a:cubicBezTo>
                      <a:pt x="476603" y="328420"/>
                      <a:pt x="507064" y="345854"/>
                      <a:pt x="528622" y="372004"/>
                    </a:cubicBezTo>
                    <a:cubicBezTo>
                      <a:pt x="550179" y="398154"/>
                      <a:pt x="560958" y="430958"/>
                      <a:pt x="560958" y="470417"/>
                    </a:cubicBezTo>
                    <a:cubicBezTo>
                      <a:pt x="560958" y="524685"/>
                      <a:pt x="543431" y="567613"/>
                      <a:pt x="508283" y="599292"/>
                    </a:cubicBezTo>
                    <a:cubicBezTo>
                      <a:pt x="473135" y="631066"/>
                      <a:pt x="424210" y="646906"/>
                      <a:pt x="361319" y="646906"/>
                    </a:cubicBezTo>
                    <a:lnTo>
                      <a:pt x="0" y="646906"/>
                    </a:lnTo>
                    <a:lnTo>
                      <a:pt x="0" y="0"/>
                    </a:lnTo>
                    <a:close/>
                    <a:moveTo>
                      <a:pt x="311456" y="262530"/>
                    </a:moveTo>
                    <a:cubicBezTo>
                      <a:pt x="331794" y="262530"/>
                      <a:pt x="347822" y="257188"/>
                      <a:pt x="359538" y="246315"/>
                    </a:cubicBezTo>
                    <a:cubicBezTo>
                      <a:pt x="371254" y="235537"/>
                      <a:pt x="377065" y="219978"/>
                      <a:pt x="377065" y="199639"/>
                    </a:cubicBezTo>
                    <a:cubicBezTo>
                      <a:pt x="377065" y="179300"/>
                      <a:pt x="371066" y="164679"/>
                      <a:pt x="359069" y="153900"/>
                    </a:cubicBezTo>
                    <a:cubicBezTo>
                      <a:pt x="347072" y="143122"/>
                      <a:pt x="329920" y="137685"/>
                      <a:pt x="307800" y="137685"/>
                    </a:cubicBezTo>
                    <a:lnTo>
                      <a:pt x="162710" y="137685"/>
                    </a:lnTo>
                    <a:lnTo>
                      <a:pt x="162710" y="262436"/>
                    </a:lnTo>
                    <a:lnTo>
                      <a:pt x="311456" y="262436"/>
                    </a:lnTo>
                    <a:close/>
                    <a:moveTo>
                      <a:pt x="327202" y="509314"/>
                    </a:moveTo>
                    <a:cubicBezTo>
                      <a:pt x="348759" y="509314"/>
                      <a:pt x="365443" y="504065"/>
                      <a:pt x="377065" y="493568"/>
                    </a:cubicBezTo>
                    <a:cubicBezTo>
                      <a:pt x="388781" y="483071"/>
                      <a:pt x="394592" y="467699"/>
                      <a:pt x="394592" y="447360"/>
                    </a:cubicBezTo>
                    <a:cubicBezTo>
                      <a:pt x="394592" y="427022"/>
                      <a:pt x="388593" y="412588"/>
                      <a:pt x="376596" y="402090"/>
                    </a:cubicBezTo>
                    <a:cubicBezTo>
                      <a:pt x="364599" y="391593"/>
                      <a:pt x="347447" y="386344"/>
                      <a:pt x="325327" y="386344"/>
                    </a:cubicBezTo>
                    <a:lnTo>
                      <a:pt x="162710" y="386344"/>
                    </a:lnTo>
                    <a:lnTo>
                      <a:pt x="162710" y="509220"/>
                    </a:lnTo>
                    <a:lnTo>
                      <a:pt x="327202" y="50922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A45C7E57-0377-A76C-C751-B9DDDE22A330}"/>
                </a:ext>
              </a:extLst>
            </p:cNvPr>
            <p:cNvGrpSpPr/>
            <p:nvPr/>
          </p:nvGrpSpPr>
          <p:grpSpPr>
            <a:xfrm>
              <a:off x="587376" y="2932110"/>
              <a:ext cx="2939568" cy="647092"/>
              <a:chOff x="587376" y="2015480"/>
              <a:chExt cx="2939568" cy="647092"/>
            </a:xfrm>
            <a:solidFill>
              <a:schemeClr val="bg2">
                <a:lumMod val="75000"/>
              </a:schemeClr>
            </a:solidFill>
          </p:grpSpPr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40A5426E-1311-7BAA-DF5B-2AA0F0070BDE}"/>
                  </a:ext>
                </a:extLst>
              </p:cNvPr>
              <p:cNvSpPr/>
              <p:nvPr/>
            </p:nvSpPr>
            <p:spPr>
              <a:xfrm>
                <a:off x="946913" y="2015573"/>
                <a:ext cx="603416" cy="646905"/>
              </a:xfrm>
              <a:custGeom>
                <a:avLst/>
                <a:gdLst>
                  <a:gd name="connsiteX0" fmla="*/ 113597 w 603416"/>
                  <a:gd name="connsiteY0" fmla="*/ 0 h 646905"/>
                  <a:gd name="connsiteX1" fmla="*/ 371441 w 603416"/>
                  <a:gd name="connsiteY1" fmla="*/ 0 h 646905"/>
                  <a:gd name="connsiteX2" fmla="*/ 490194 w 603416"/>
                  <a:gd name="connsiteY2" fmla="*/ 27743 h 646905"/>
                  <a:gd name="connsiteX3" fmla="*/ 573330 w 603416"/>
                  <a:gd name="connsiteY3" fmla="*/ 105349 h 646905"/>
                  <a:gd name="connsiteX4" fmla="*/ 603416 w 603416"/>
                  <a:gd name="connsiteY4" fmla="*/ 219041 h 646905"/>
                  <a:gd name="connsiteX5" fmla="*/ 566019 w 603416"/>
                  <a:gd name="connsiteY5" fmla="*/ 366942 h 646905"/>
                  <a:gd name="connsiteX6" fmla="*/ 461607 w 603416"/>
                  <a:gd name="connsiteY6" fmla="*/ 463482 h 646905"/>
                  <a:gd name="connsiteX7" fmla="*/ 307707 w 603416"/>
                  <a:gd name="connsiteY7" fmla="*/ 497223 h 646905"/>
                  <a:gd name="connsiteX8" fmla="*/ 189423 w 603416"/>
                  <a:gd name="connsiteY8" fmla="*/ 497223 h 646905"/>
                  <a:gd name="connsiteX9" fmla="*/ 162617 w 603416"/>
                  <a:gd name="connsiteY9" fmla="*/ 646906 h 646905"/>
                  <a:gd name="connsiteX10" fmla="*/ 0 w 603416"/>
                  <a:gd name="connsiteY10" fmla="*/ 646906 h 646905"/>
                  <a:gd name="connsiteX11" fmla="*/ 113691 w 603416"/>
                  <a:gd name="connsiteY11" fmla="*/ 0 h 646905"/>
                  <a:gd name="connsiteX12" fmla="*/ 309581 w 603416"/>
                  <a:gd name="connsiteY12" fmla="*/ 349322 h 646905"/>
                  <a:gd name="connsiteX13" fmla="*/ 399653 w 603416"/>
                  <a:gd name="connsiteY13" fmla="*/ 319329 h 646905"/>
                  <a:gd name="connsiteX14" fmla="*/ 432458 w 603416"/>
                  <a:gd name="connsiteY14" fmla="*/ 234787 h 646905"/>
                  <a:gd name="connsiteX15" fmla="*/ 407526 w 603416"/>
                  <a:gd name="connsiteY15" fmla="*/ 172365 h 646905"/>
                  <a:gd name="connsiteX16" fmla="*/ 343792 w 603416"/>
                  <a:gd name="connsiteY16" fmla="*/ 147902 h 646905"/>
                  <a:gd name="connsiteX17" fmla="*/ 250439 w 603416"/>
                  <a:gd name="connsiteY17" fmla="*/ 147902 h 646905"/>
                  <a:gd name="connsiteX18" fmla="*/ 215292 w 603416"/>
                  <a:gd name="connsiteY18" fmla="*/ 349415 h 646905"/>
                  <a:gd name="connsiteX19" fmla="*/ 309581 w 603416"/>
                  <a:gd name="connsiteY19" fmla="*/ 349415 h 6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03416" h="646905">
                    <a:moveTo>
                      <a:pt x="113597" y="0"/>
                    </a:moveTo>
                    <a:lnTo>
                      <a:pt x="371441" y="0"/>
                    </a:lnTo>
                    <a:cubicBezTo>
                      <a:pt x="415212" y="0"/>
                      <a:pt x="454765" y="9279"/>
                      <a:pt x="490194" y="27743"/>
                    </a:cubicBezTo>
                    <a:cubicBezTo>
                      <a:pt x="525623" y="46208"/>
                      <a:pt x="553366" y="72076"/>
                      <a:pt x="573330" y="105349"/>
                    </a:cubicBezTo>
                    <a:cubicBezTo>
                      <a:pt x="593388" y="138623"/>
                      <a:pt x="603416" y="176489"/>
                      <a:pt x="603416" y="219041"/>
                    </a:cubicBezTo>
                    <a:cubicBezTo>
                      <a:pt x="603416" y="275746"/>
                      <a:pt x="590951" y="325046"/>
                      <a:pt x="566019" y="366942"/>
                    </a:cubicBezTo>
                    <a:cubicBezTo>
                      <a:pt x="541088" y="408839"/>
                      <a:pt x="506221" y="441081"/>
                      <a:pt x="461607" y="463482"/>
                    </a:cubicBezTo>
                    <a:cubicBezTo>
                      <a:pt x="416899" y="485976"/>
                      <a:pt x="365630" y="497223"/>
                      <a:pt x="307707" y="497223"/>
                    </a:cubicBezTo>
                    <a:lnTo>
                      <a:pt x="189423" y="497223"/>
                    </a:lnTo>
                    <a:lnTo>
                      <a:pt x="162617" y="646906"/>
                    </a:lnTo>
                    <a:lnTo>
                      <a:pt x="0" y="646906"/>
                    </a:lnTo>
                    <a:lnTo>
                      <a:pt x="113691" y="0"/>
                    </a:lnTo>
                    <a:close/>
                    <a:moveTo>
                      <a:pt x="309581" y="349322"/>
                    </a:moveTo>
                    <a:cubicBezTo>
                      <a:pt x="347822" y="349322"/>
                      <a:pt x="377815" y="339293"/>
                      <a:pt x="399653" y="319329"/>
                    </a:cubicBezTo>
                    <a:cubicBezTo>
                      <a:pt x="421492" y="299271"/>
                      <a:pt x="432458" y="271153"/>
                      <a:pt x="432458" y="234787"/>
                    </a:cubicBezTo>
                    <a:cubicBezTo>
                      <a:pt x="432458" y="209574"/>
                      <a:pt x="424116" y="188767"/>
                      <a:pt x="407526" y="172365"/>
                    </a:cubicBezTo>
                    <a:cubicBezTo>
                      <a:pt x="390937" y="156056"/>
                      <a:pt x="369661" y="147902"/>
                      <a:pt x="343792" y="147902"/>
                    </a:cubicBezTo>
                    <a:lnTo>
                      <a:pt x="250439" y="147902"/>
                    </a:lnTo>
                    <a:lnTo>
                      <a:pt x="215292" y="349415"/>
                    </a:lnTo>
                    <a:lnTo>
                      <a:pt x="309581" y="349415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3B34180F-4357-EA6F-0B11-C8F935938948}"/>
                  </a:ext>
                </a:extLst>
              </p:cNvPr>
              <p:cNvSpPr/>
              <p:nvPr/>
            </p:nvSpPr>
            <p:spPr>
              <a:xfrm>
                <a:off x="1571606" y="2015480"/>
                <a:ext cx="617381" cy="646905"/>
              </a:xfrm>
              <a:custGeom>
                <a:avLst/>
                <a:gdLst>
                  <a:gd name="connsiteX0" fmla="*/ 113691 w 617381"/>
                  <a:gd name="connsiteY0" fmla="*/ 94 h 646905"/>
                  <a:gd name="connsiteX1" fmla="*/ 399278 w 617381"/>
                  <a:gd name="connsiteY1" fmla="*/ 94 h 646905"/>
                  <a:gd name="connsiteX2" fmla="*/ 510626 w 617381"/>
                  <a:gd name="connsiteY2" fmla="*/ 23151 h 646905"/>
                  <a:gd name="connsiteX3" fmla="*/ 588701 w 617381"/>
                  <a:gd name="connsiteY3" fmla="*/ 92415 h 646905"/>
                  <a:gd name="connsiteX4" fmla="*/ 617382 w 617381"/>
                  <a:gd name="connsiteY4" fmla="*/ 204232 h 646905"/>
                  <a:gd name="connsiteX5" fmla="*/ 562832 w 617381"/>
                  <a:gd name="connsiteY5" fmla="*/ 349322 h 646905"/>
                  <a:gd name="connsiteX6" fmla="*/ 415868 w 617381"/>
                  <a:gd name="connsiteY6" fmla="*/ 421398 h 646905"/>
                  <a:gd name="connsiteX7" fmla="*/ 561895 w 617381"/>
                  <a:gd name="connsiteY7" fmla="*/ 646906 h 646905"/>
                  <a:gd name="connsiteX8" fmla="*/ 374253 w 617381"/>
                  <a:gd name="connsiteY8" fmla="*/ 646906 h 646905"/>
                  <a:gd name="connsiteX9" fmla="*/ 251377 w 617381"/>
                  <a:gd name="connsiteY9" fmla="*/ 439862 h 646905"/>
                  <a:gd name="connsiteX10" fmla="*/ 198702 w 617381"/>
                  <a:gd name="connsiteY10" fmla="*/ 439862 h 646905"/>
                  <a:gd name="connsiteX11" fmla="*/ 162617 w 617381"/>
                  <a:gd name="connsiteY11" fmla="*/ 646906 h 646905"/>
                  <a:gd name="connsiteX12" fmla="*/ 0 w 617381"/>
                  <a:gd name="connsiteY12" fmla="*/ 646906 h 646905"/>
                  <a:gd name="connsiteX13" fmla="*/ 113691 w 617381"/>
                  <a:gd name="connsiteY13" fmla="*/ 0 h 646905"/>
                  <a:gd name="connsiteX14" fmla="*/ 347447 w 617381"/>
                  <a:gd name="connsiteY14" fmla="*/ 305082 h 646905"/>
                  <a:gd name="connsiteX15" fmla="*/ 423179 w 617381"/>
                  <a:gd name="connsiteY15" fmla="*/ 281557 h 646905"/>
                  <a:gd name="connsiteX16" fmla="*/ 449047 w 617381"/>
                  <a:gd name="connsiteY16" fmla="*/ 216416 h 646905"/>
                  <a:gd name="connsiteX17" fmla="*/ 425991 w 617381"/>
                  <a:gd name="connsiteY17" fmla="*/ 163742 h 646905"/>
                  <a:gd name="connsiteX18" fmla="*/ 366849 w 617381"/>
                  <a:gd name="connsiteY18" fmla="*/ 144340 h 646905"/>
                  <a:gd name="connsiteX19" fmla="*/ 251283 w 617381"/>
                  <a:gd name="connsiteY19" fmla="*/ 144340 h 646905"/>
                  <a:gd name="connsiteX20" fmla="*/ 223540 w 617381"/>
                  <a:gd name="connsiteY20" fmla="*/ 305176 h 646905"/>
                  <a:gd name="connsiteX21" fmla="*/ 347353 w 617381"/>
                  <a:gd name="connsiteY21" fmla="*/ 305176 h 6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617381" h="646905">
                    <a:moveTo>
                      <a:pt x="113691" y="94"/>
                    </a:moveTo>
                    <a:lnTo>
                      <a:pt x="399278" y="94"/>
                    </a:lnTo>
                    <a:cubicBezTo>
                      <a:pt x="440518" y="94"/>
                      <a:pt x="477634" y="7779"/>
                      <a:pt x="510626" y="23151"/>
                    </a:cubicBezTo>
                    <a:cubicBezTo>
                      <a:pt x="543618" y="38522"/>
                      <a:pt x="569581" y="61673"/>
                      <a:pt x="588701" y="92415"/>
                    </a:cubicBezTo>
                    <a:cubicBezTo>
                      <a:pt x="607822" y="123251"/>
                      <a:pt x="617382" y="160461"/>
                      <a:pt x="617382" y="204232"/>
                    </a:cubicBezTo>
                    <a:cubicBezTo>
                      <a:pt x="617382" y="264030"/>
                      <a:pt x="599199" y="312393"/>
                      <a:pt x="562832" y="349322"/>
                    </a:cubicBezTo>
                    <a:cubicBezTo>
                      <a:pt x="526466" y="386250"/>
                      <a:pt x="477447" y="410338"/>
                      <a:pt x="415868" y="421398"/>
                    </a:cubicBezTo>
                    <a:lnTo>
                      <a:pt x="561895" y="646906"/>
                    </a:lnTo>
                    <a:lnTo>
                      <a:pt x="374253" y="646906"/>
                    </a:lnTo>
                    <a:lnTo>
                      <a:pt x="251377" y="439862"/>
                    </a:lnTo>
                    <a:lnTo>
                      <a:pt x="198702" y="439862"/>
                    </a:lnTo>
                    <a:lnTo>
                      <a:pt x="162617" y="646906"/>
                    </a:lnTo>
                    <a:lnTo>
                      <a:pt x="0" y="646906"/>
                    </a:lnTo>
                    <a:lnTo>
                      <a:pt x="113691" y="0"/>
                    </a:lnTo>
                    <a:close/>
                    <a:moveTo>
                      <a:pt x="347447" y="305082"/>
                    </a:moveTo>
                    <a:cubicBezTo>
                      <a:pt x="380720" y="305082"/>
                      <a:pt x="405933" y="297209"/>
                      <a:pt x="423179" y="281557"/>
                    </a:cubicBezTo>
                    <a:cubicBezTo>
                      <a:pt x="440425" y="265811"/>
                      <a:pt x="449047" y="244160"/>
                      <a:pt x="449047" y="216416"/>
                    </a:cubicBezTo>
                    <a:cubicBezTo>
                      <a:pt x="449047" y="194203"/>
                      <a:pt x="441362" y="176676"/>
                      <a:pt x="425991" y="163742"/>
                    </a:cubicBezTo>
                    <a:cubicBezTo>
                      <a:pt x="410619" y="150807"/>
                      <a:pt x="390843" y="144340"/>
                      <a:pt x="366849" y="144340"/>
                    </a:cubicBezTo>
                    <a:lnTo>
                      <a:pt x="251283" y="144340"/>
                    </a:lnTo>
                    <a:lnTo>
                      <a:pt x="223540" y="305176"/>
                    </a:lnTo>
                    <a:lnTo>
                      <a:pt x="347353" y="305176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ADBFBD6D-3726-A927-5A80-A53CE6A06CDC}"/>
                  </a:ext>
                </a:extLst>
              </p:cNvPr>
              <p:cNvSpPr/>
              <p:nvPr/>
            </p:nvSpPr>
            <p:spPr>
              <a:xfrm>
                <a:off x="2209326" y="2015573"/>
                <a:ext cx="597886" cy="646999"/>
              </a:xfrm>
              <a:custGeom>
                <a:avLst/>
                <a:gdLst>
                  <a:gd name="connsiteX0" fmla="*/ 113597 w 597886"/>
                  <a:gd name="connsiteY0" fmla="*/ 0 h 646999"/>
                  <a:gd name="connsiteX1" fmla="*/ 597886 w 597886"/>
                  <a:gd name="connsiteY1" fmla="*/ 0 h 646999"/>
                  <a:gd name="connsiteX2" fmla="*/ 572955 w 597886"/>
                  <a:gd name="connsiteY2" fmla="*/ 140497 h 646999"/>
                  <a:gd name="connsiteX3" fmla="*/ 248565 w 597886"/>
                  <a:gd name="connsiteY3" fmla="*/ 140497 h 646999"/>
                  <a:gd name="connsiteX4" fmla="*/ 230101 w 597886"/>
                  <a:gd name="connsiteY4" fmla="*/ 248659 h 646999"/>
                  <a:gd name="connsiteX5" fmla="*/ 536026 w 597886"/>
                  <a:gd name="connsiteY5" fmla="*/ 248659 h 646999"/>
                  <a:gd name="connsiteX6" fmla="*/ 511095 w 597886"/>
                  <a:gd name="connsiteY6" fmla="*/ 386344 h 646999"/>
                  <a:gd name="connsiteX7" fmla="*/ 205169 w 597886"/>
                  <a:gd name="connsiteY7" fmla="*/ 386344 h 646999"/>
                  <a:gd name="connsiteX8" fmla="*/ 183893 w 597886"/>
                  <a:gd name="connsiteY8" fmla="*/ 505565 h 646999"/>
                  <a:gd name="connsiteX9" fmla="*/ 518406 w 597886"/>
                  <a:gd name="connsiteY9" fmla="*/ 505565 h 646999"/>
                  <a:gd name="connsiteX10" fmla="*/ 493474 w 597886"/>
                  <a:gd name="connsiteY10" fmla="*/ 647000 h 646999"/>
                  <a:gd name="connsiteX11" fmla="*/ 0 w 597886"/>
                  <a:gd name="connsiteY11" fmla="*/ 647000 h 646999"/>
                  <a:gd name="connsiteX12" fmla="*/ 113691 w 597886"/>
                  <a:gd name="connsiteY12" fmla="*/ 94 h 646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97886" h="646999">
                    <a:moveTo>
                      <a:pt x="113597" y="0"/>
                    </a:moveTo>
                    <a:lnTo>
                      <a:pt x="597886" y="0"/>
                    </a:lnTo>
                    <a:lnTo>
                      <a:pt x="572955" y="140497"/>
                    </a:lnTo>
                    <a:lnTo>
                      <a:pt x="248565" y="140497"/>
                    </a:lnTo>
                    <a:lnTo>
                      <a:pt x="230101" y="248659"/>
                    </a:lnTo>
                    <a:lnTo>
                      <a:pt x="536026" y="248659"/>
                    </a:lnTo>
                    <a:lnTo>
                      <a:pt x="511095" y="386344"/>
                    </a:lnTo>
                    <a:lnTo>
                      <a:pt x="205169" y="386344"/>
                    </a:lnTo>
                    <a:lnTo>
                      <a:pt x="183893" y="505565"/>
                    </a:lnTo>
                    <a:lnTo>
                      <a:pt x="518406" y="505565"/>
                    </a:lnTo>
                    <a:lnTo>
                      <a:pt x="493474" y="647000"/>
                    </a:lnTo>
                    <a:lnTo>
                      <a:pt x="0" y="647000"/>
                    </a:lnTo>
                    <a:lnTo>
                      <a:pt x="113691" y="94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05874C71-0996-E2FF-4BF2-B47FF12A6878}"/>
                  </a:ext>
                </a:extLst>
              </p:cNvPr>
              <p:cNvSpPr/>
              <p:nvPr/>
            </p:nvSpPr>
            <p:spPr>
              <a:xfrm>
                <a:off x="2869916" y="2015573"/>
                <a:ext cx="657028" cy="646905"/>
              </a:xfrm>
              <a:custGeom>
                <a:avLst/>
                <a:gdLst>
                  <a:gd name="connsiteX0" fmla="*/ 94 w 657028"/>
                  <a:gd name="connsiteY0" fmla="*/ 0 h 646905"/>
                  <a:gd name="connsiteX1" fmla="*/ 170115 w 657028"/>
                  <a:gd name="connsiteY1" fmla="*/ 0 h 646905"/>
                  <a:gd name="connsiteX2" fmla="*/ 219978 w 657028"/>
                  <a:gd name="connsiteY2" fmla="*/ 518406 h 646905"/>
                  <a:gd name="connsiteX3" fmla="*/ 243972 w 657028"/>
                  <a:gd name="connsiteY3" fmla="*/ 518406 h 646905"/>
                  <a:gd name="connsiteX4" fmla="*/ 473136 w 657028"/>
                  <a:gd name="connsiteY4" fmla="*/ 0 h 646905"/>
                  <a:gd name="connsiteX5" fmla="*/ 657028 w 657028"/>
                  <a:gd name="connsiteY5" fmla="*/ 0 h 646905"/>
                  <a:gd name="connsiteX6" fmla="*/ 359444 w 657028"/>
                  <a:gd name="connsiteY6" fmla="*/ 646906 h 646905"/>
                  <a:gd name="connsiteX7" fmla="*/ 71139 w 657028"/>
                  <a:gd name="connsiteY7" fmla="*/ 646906 h 646905"/>
                  <a:gd name="connsiteX8" fmla="*/ 0 w 657028"/>
                  <a:gd name="connsiteY8" fmla="*/ 0 h 646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57028" h="646905">
                    <a:moveTo>
                      <a:pt x="94" y="0"/>
                    </a:moveTo>
                    <a:lnTo>
                      <a:pt x="170115" y="0"/>
                    </a:lnTo>
                    <a:lnTo>
                      <a:pt x="219978" y="518406"/>
                    </a:lnTo>
                    <a:lnTo>
                      <a:pt x="243972" y="518406"/>
                    </a:lnTo>
                    <a:lnTo>
                      <a:pt x="473136" y="0"/>
                    </a:lnTo>
                    <a:lnTo>
                      <a:pt x="657028" y="0"/>
                    </a:lnTo>
                    <a:lnTo>
                      <a:pt x="359444" y="646906"/>
                    </a:lnTo>
                    <a:lnTo>
                      <a:pt x="71139" y="64690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0E892DF6-AB76-0080-E1B1-145704871B42}"/>
                  </a:ext>
                </a:extLst>
              </p:cNvPr>
              <p:cNvSpPr/>
              <p:nvPr/>
            </p:nvSpPr>
            <p:spPr>
              <a:xfrm>
                <a:off x="841283" y="2019229"/>
                <a:ext cx="182393" cy="643250"/>
              </a:xfrm>
              <a:custGeom>
                <a:avLst/>
                <a:gdLst>
                  <a:gd name="connsiteX0" fmla="*/ 111536 w 182393"/>
                  <a:gd name="connsiteY0" fmla="*/ 0 h 643250"/>
                  <a:gd name="connsiteX1" fmla="*/ 0 w 182393"/>
                  <a:gd name="connsiteY1" fmla="*/ 643250 h 643250"/>
                  <a:gd name="connsiteX2" fmla="*/ 70858 w 182393"/>
                  <a:gd name="connsiteY2" fmla="*/ 643250 h 643250"/>
                  <a:gd name="connsiteX3" fmla="*/ 182393 w 182393"/>
                  <a:gd name="connsiteY3" fmla="*/ 0 h 643250"/>
                  <a:gd name="connsiteX4" fmla="*/ 111536 w 182393"/>
                  <a:gd name="connsiteY4" fmla="*/ 0 h 643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393" h="643250">
                    <a:moveTo>
                      <a:pt x="111536" y="0"/>
                    </a:moveTo>
                    <a:lnTo>
                      <a:pt x="0" y="643250"/>
                    </a:lnTo>
                    <a:lnTo>
                      <a:pt x="70858" y="643250"/>
                    </a:lnTo>
                    <a:lnTo>
                      <a:pt x="182393" y="0"/>
                    </a:lnTo>
                    <a:lnTo>
                      <a:pt x="111536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A79E86D5-3A19-7030-B5CE-96C78EB71C5E}"/>
                  </a:ext>
                </a:extLst>
              </p:cNvPr>
              <p:cNvSpPr/>
              <p:nvPr/>
            </p:nvSpPr>
            <p:spPr>
              <a:xfrm>
                <a:off x="714282" y="2019229"/>
                <a:ext cx="182487" cy="643250"/>
              </a:xfrm>
              <a:custGeom>
                <a:avLst/>
                <a:gdLst>
                  <a:gd name="connsiteX0" fmla="*/ 111535 w 182487"/>
                  <a:gd name="connsiteY0" fmla="*/ 0 h 643250"/>
                  <a:gd name="connsiteX1" fmla="*/ 0 w 182487"/>
                  <a:gd name="connsiteY1" fmla="*/ 643250 h 643250"/>
                  <a:gd name="connsiteX2" fmla="*/ 70952 w 182487"/>
                  <a:gd name="connsiteY2" fmla="*/ 643250 h 643250"/>
                  <a:gd name="connsiteX3" fmla="*/ 182487 w 182487"/>
                  <a:gd name="connsiteY3" fmla="*/ 0 h 643250"/>
                  <a:gd name="connsiteX4" fmla="*/ 111535 w 182487"/>
                  <a:gd name="connsiteY4" fmla="*/ 0 h 643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487" h="643250">
                    <a:moveTo>
                      <a:pt x="111535" y="0"/>
                    </a:moveTo>
                    <a:lnTo>
                      <a:pt x="0" y="643250"/>
                    </a:lnTo>
                    <a:lnTo>
                      <a:pt x="70952" y="643250"/>
                    </a:lnTo>
                    <a:lnTo>
                      <a:pt x="182487" y="0"/>
                    </a:lnTo>
                    <a:lnTo>
                      <a:pt x="111535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B22D1A4-41C4-1C81-BAAB-46AE5BAA4A7D}"/>
                  </a:ext>
                </a:extLst>
              </p:cNvPr>
              <p:cNvSpPr/>
              <p:nvPr/>
            </p:nvSpPr>
            <p:spPr>
              <a:xfrm>
                <a:off x="587376" y="2019229"/>
                <a:ext cx="182393" cy="643250"/>
              </a:xfrm>
              <a:custGeom>
                <a:avLst/>
                <a:gdLst>
                  <a:gd name="connsiteX0" fmla="*/ 111535 w 182393"/>
                  <a:gd name="connsiteY0" fmla="*/ 0 h 643250"/>
                  <a:gd name="connsiteX1" fmla="*/ 0 w 182393"/>
                  <a:gd name="connsiteY1" fmla="*/ 643250 h 643250"/>
                  <a:gd name="connsiteX2" fmla="*/ 70858 w 182393"/>
                  <a:gd name="connsiteY2" fmla="*/ 643250 h 643250"/>
                  <a:gd name="connsiteX3" fmla="*/ 182393 w 182393"/>
                  <a:gd name="connsiteY3" fmla="*/ 0 h 643250"/>
                  <a:gd name="connsiteX4" fmla="*/ 111535 w 182393"/>
                  <a:gd name="connsiteY4" fmla="*/ 0 h 643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393" h="643250">
                    <a:moveTo>
                      <a:pt x="111535" y="0"/>
                    </a:moveTo>
                    <a:lnTo>
                      <a:pt x="0" y="643250"/>
                    </a:lnTo>
                    <a:lnTo>
                      <a:pt x="70858" y="643250"/>
                    </a:lnTo>
                    <a:lnTo>
                      <a:pt x="182393" y="0"/>
                    </a:lnTo>
                    <a:lnTo>
                      <a:pt x="111535" y="0"/>
                    </a:lnTo>
                    <a:close/>
                  </a:path>
                </a:pathLst>
              </a:custGeom>
              <a:grpFill/>
              <a:ln w="937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8" name="Agrupar 6">
            <a:extLst>
              <a:ext uri="{FF2B5EF4-FFF2-40B4-BE49-F238E27FC236}">
                <a16:creationId xmlns:a16="http://schemas.microsoft.com/office/drawing/2014/main" id="{AAE272AC-0A6A-CCF8-C33A-707026E95D8F}"/>
              </a:ext>
            </a:extLst>
          </p:cNvPr>
          <p:cNvGrpSpPr/>
          <p:nvPr/>
        </p:nvGrpSpPr>
        <p:grpSpPr>
          <a:xfrm>
            <a:off x="455499" y="4148908"/>
            <a:ext cx="2573594" cy="985907"/>
            <a:chOff x="398206" y="4520664"/>
            <a:chExt cx="2573594" cy="985907"/>
          </a:xfrm>
        </p:grpSpPr>
        <p:sp>
          <p:nvSpPr>
            <p:cNvPr id="109" name="Retângulo: Cantos Arredondados 5">
              <a:extLst>
                <a:ext uri="{FF2B5EF4-FFF2-40B4-BE49-F238E27FC236}">
                  <a16:creationId xmlns:a16="http://schemas.microsoft.com/office/drawing/2014/main" id="{E21D09CF-A62D-F203-2553-3D59992A404F}"/>
                </a:ext>
              </a:extLst>
            </p:cNvPr>
            <p:cNvSpPr/>
            <p:nvPr/>
          </p:nvSpPr>
          <p:spPr>
            <a:xfrm>
              <a:off x="398206" y="4520664"/>
              <a:ext cx="2573594" cy="985907"/>
            </a:xfrm>
            <a:prstGeom prst="roundRect">
              <a:avLst/>
            </a:prstGeom>
            <a:gradFill>
              <a:gsLst>
                <a:gs pos="0">
                  <a:srgbClr val="9BB7C7"/>
                </a:gs>
                <a:gs pos="100000">
                  <a:srgbClr val="81A5B9"/>
                </a:gs>
              </a:gsLst>
              <a:lin ang="2700000" scaled="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0" name="CaixaDeTexto 3">
              <a:extLst>
                <a:ext uri="{FF2B5EF4-FFF2-40B4-BE49-F238E27FC236}">
                  <a16:creationId xmlns:a16="http://schemas.microsoft.com/office/drawing/2014/main" id="{618EFA2C-F1F1-DB8A-0FB4-1EB6E4580352}"/>
                </a:ext>
              </a:extLst>
            </p:cNvPr>
            <p:cNvSpPr txBox="1"/>
            <p:nvPr/>
          </p:nvSpPr>
          <p:spPr>
            <a:xfrm>
              <a:off x="398206" y="4628182"/>
              <a:ext cx="2573594" cy="646331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77"/>
                  <a:ea typeface="+mn-ea"/>
                  <a:cs typeface="Arial"/>
                  <a:sym typeface="Arial"/>
                </a:rPr>
                <a:t>EXCLUSIVIDADE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Arial"/>
                <a:sym typeface="Arial"/>
              </a:endParaRPr>
            </a:p>
          </p:txBody>
        </p:sp>
        <p:pic>
          <p:nvPicPr>
            <p:cNvPr id="111" name="object 17">
              <a:extLst>
                <a:ext uri="{FF2B5EF4-FFF2-40B4-BE49-F238E27FC236}">
                  <a16:creationId xmlns:a16="http://schemas.microsoft.com/office/drawing/2014/main" id="{86DA497F-258D-4ACF-663F-0148C0BA7431}"/>
                </a:ext>
              </a:extLst>
            </p:cNvPr>
            <p:cNvPicPr/>
            <p:nvPr/>
          </p:nvPicPr>
          <p:blipFill>
            <a:blip r:embed="rId6" cstate="screen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28186" y="4912144"/>
              <a:ext cx="1603845" cy="5199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152821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BDCEC-7682-8C7A-03E3-9FE34706C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B427F5F4-5017-A361-5E51-E4D403B47990}"/>
              </a:ext>
            </a:extLst>
          </p:cNvPr>
          <p:cNvSpPr/>
          <p:nvPr/>
        </p:nvSpPr>
        <p:spPr>
          <a:xfrm>
            <a:off x="2110806" y="0"/>
            <a:ext cx="11066270" cy="6980040"/>
          </a:xfrm>
          <a:custGeom>
            <a:avLst/>
            <a:gdLst>
              <a:gd name="csX0" fmla="*/ 4780537 w 11066270"/>
              <a:gd name="csY0" fmla="*/ 0 h 6980040"/>
              <a:gd name="csX1" fmla="*/ 11066270 w 11066270"/>
              <a:gd name="csY1" fmla="*/ 21132 h 6980040"/>
              <a:gd name="csX2" fmla="*/ 6314046 w 11066270"/>
              <a:gd name="csY2" fmla="*/ 6959833 h 6980040"/>
              <a:gd name="csX3" fmla="*/ 0 w 11066270"/>
              <a:gd name="csY3" fmla="*/ 6980040 h 6980040"/>
              <a:gd name="csX4" fmla="*/ 4780537 w 11066270"/>
              <a:gd name="csY4" fmla="*/ 0 h 698004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066270" h="6980040">
                <a:moveTo>
                  <a:pt x="4780537" y="0"/>
                </a:moveTo>
                <a:lnTo>
                  <a:pt x="11066270" y="21132"/>
                </a:lnTo>
                <a:lnTo>
                  <a:pt x="6314046" y="6959833"/>
                </a:lnTo>
                <a:lnTo>
                  <a:pt x="0" y="6980040"/>
                </a:lnTo>
                <a:lnTo>
                  <a:pt x="4780537" y="0"/>
                </a:lnTo>
                <a:close/>
              </a:path>
            </a:pathLst>
          </a:custGeom>
          <a:blipFill dpi="0" rotWithShape="1">
            <a:blip r:embed="rId2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49089" b="-49089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BC1E1B-0FD3-A36E-1AE2-92D8A1E2DE6F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8117" t="-23966" r="-8117" b="-23966"/>
          <a:stretch/>
        </p:blipFill>
        <p:spPr>
          <a:xfrm>
            <a:off x="10091458" y="5835619"/>
            <a:ext cx="1818933" cy="787676"/>
          </a:xfrm>
          <a:prstGeom prst="rect">
            <a:avLst/>
          </a:prstGeom>
        </p:spPr>
      </p:pic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D2B7C57-240A-4C78-371A-F1A99A096A3D}"/>
              </a:ext>
            </a:extLst>
          </p:cNvPr>
          <p:cNvSpPr/>
          <p:nvPr/>
        </p:nvSpPr>
        <p:spPr>
          <a:xfrm>
            <a:off x="5860239" y="-217065"/>
            <a:ext cx="7566262" cy="9329346"/>
          </a:xfrm>
          <a:custGeom>
            <a:avLst/>
            <a:gdLst>
              <a:gd name="csX0" fmla="*/ 198182 w 570228"/>
              <a:gd name="csY0" fmla="*/ 33720 h 703102"/>
              <a:gd name="csX1" fmla="*/ 175494 w 570228"/>
              <a:gd name="csY1" fmla="*/ 33218 h 703102"/>
              <a:gd name="csX2" fmla="*/ 169101 w 570228"/>
              <a:gd name="csY2" fmla="*/ 12786 h 703102"/>
              <a:gd name="csX3" fmla="*/ 169101 w 570228"/>
              <a:gd name="csY3" fmla="*/ 0 h 703102"/>
              <a:gd name="csX4" fmla="*/ 48135 w 570228"/>
              <a:gd name="csY4" fmla="*/ 0 h 703102"/>
              <a:gd name="csX5" fmla="*/ 48135 w 570228"/>
              <a:gd name="csY5" fmla="*/ 95519 h 703102"/>
              <a:gd name="csX6" fmla="*/ 62175 w 570228"/>
              <a:gd name="csY6" fmla="*/ 128737 h 703102"/>
              <a:gd name="csX7" fmla="*/ 96772 w 570228"/>
              <a:gd name="csY7" fmla="*/ 152429 h 703102"/>
              <a:gd name="csX8" fmla="*/ 136384 w 570228"/>
              <a:gd name="csY8" fmla="*/ 161078 h 703102"/>
              <a:gd name="csX9" fmla="*/ 339956 w 570228"/>
              <a:gd name="csY9" fmla="*/ 161078 h 703102"/>
              <a:gd name="csX10" fmla="*/ 305986 w 570228"/>
              <a:gd name="csY10" fmla="*/ 214729 h 703102"/>
              <a:gd name="csX11" fmla="*/ 247822 w 570228"/>
              <a:gd name="csY11" fmla="*/ 307490 h 703102"/>
              <a:gd name="csX12" fmla="*/ 181385 w 570228"/>
              <a:gd name="csY12" fmla="*/ 413914 h 703102"/>
              <a:gd name="csX13" fmla="*/ 114948 w 570228"/>
              <a:gd name="csY13" fmla="*/ 520338 h 703102"/>
              <a:gd name="csX14" fmla="*/ 56785 w 570228"/>
              <a:gd name="csY14" fmla="*/ 613099 h 703102"/>
              <a:gd name="csX15" fmla="*/ 0 w 570228"/>
              <a:gd name="csY15" fmla="*/ 703102 h 703102"/>
              <a:gd name="csX16" fmla="*/ 569351 w 570228"/>
              <a:gd name="csY16" fmla="*/ 703102 h 703102"/>
              <a:gd name="csX17" fmla="*/ 569351 w 570228"/>
              <a:gd name="csY17" fmla="*/ 575744 h 703102"/>
              <a:gd name="csX18" fmla="*/ 226637 w 570228"/>
              <a:gd name="csY18" fmla="*/ 575744 h 703102"/>
              <a:gd name="csX19" fmla="*/ 570229 w 570228"/>
              <a:gd name="csY19" fmla="*/ 33720 h 703102"/>
              <a:gd name="csX20" fmla="*/ 198308 w 570228"/>
              <a:gd name="csY20" fmla="*/ 33720 h 7031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70228" h="703102">
                <a:moveTo>
                  <a:pt x="198182" y="33720"/>
                </a:moveTo>
                <a:cubicBezTo>
                  <a:pt x="187277" y="33720"/>
                  <a:pt x="179630" y="33594"/>
                  <a:pt x="175494" y="33218"/>
                </a:cubicBezTo>
                <a:cubicBezTo>
                  <a:pt x="171232" y="32968"/>
                  <a:pt x="169101" y="26073"/>
                  <a:pt x="169101" y="12786"/>
                </a:cubicBezTo>
                <a:lnTo>
                  <a:pt x="169101" y="0"/>
                </a:lnTo>
                <a:lnTo>
                  <a:pt x="48135" y="0"/>
                </a:lnTo>
                <a:lnTo>
                  <a:pt x="48135" y="95519"/>
                </a:lnTo>
                <a:cubicBezTo>
                  <a:pt x="48135" y="107678"/>
                  <a:pt x="52773" y="118709"/>
                  <a:pt x="62175" y="128737"/>
                </a:cubicBezTo>
                <a:cubicBezTo>
                  <a:pt x="71576" y="138765"/>
                  <a:pt x="83109" y="146662"/>
                  <a:pt x="96772" y="152429"/>
                </a:cubicBezTo>
                <a:cubicBezTo>
                  <a:pt x="110436" y="158195"/>
                  <a:pt x="123598" y="161078"/>
                  <a:pt x="136384" y="161078"/>
                </a:cubicBezTo>
                <a:lnTo>
                  <a:pt x="339956" y="161078"/>
                </a:lnTo>
                <a:cubicBezTo>
                  <a:pt x="328048" y="180006"/>
                  <a:pt x="316641" y="197932"/>
                  <a:pt x="305986" y="214729"/>
                </a:cubicBezTo>
                <a:cubicBezTo>
                  <a:pt x="288687" y="242056"/>
                  <a:pt x="269257" y="272892"/>
                  <a:pt x="247822" y="307490"/>
                </a:cubicBezTo>
                <a:cubicBezTo>
                  <a:pt x="226261" y="342087"/>
                  <a:pt x="204199" y="377562"/>
                  <a:pt x="181385" y="413914"/>
                </a:cubicBezTo>
                <a:cubicBezTo>
                  <a:pt x="158696" y="450266"/>
                  <a:pt x="136509" y="485741"/>
                  <a:pt x="114948" y="520338"/>
                </a:cubicBezTo>
                <a:cubicBezTo>
                  <a:pt x="93388" y="554936"/>
                  <a:pt x="74083" y="585773"/>
                  <a:pt x="56785" y="613099"/>
                </a:cubicBezTo>
                <a:cubicBezTo>
                  <a:pt x="39486" y="640426"/>
                  <a:pt x="20558" y="670385"/>
                  <a:pt x="0" y="703102"/>
                </a:cubicBezTo>
                <a:lnTo>
                  <a:pt x="569351" y="703102"/>
                </a:lnTo>
                <a:lnTo>
                  <a:pt x="569351" y="575744"/>
                </a:lnTo>
                <a:lnTo>
                  <a:pt x="226637" y="575744"/>
                </a:lnTo>
                <a:lnTo>
                  <a:pt x="570229" y="33720"/>
                </a:lnTo>
                <a:lnTo>
                  <a:pt x="198308" y="33720"/>
                </a:lnTo>
                <a:close/>
              </a:path>
            </a:pathLst>
          </a:custGeom>
          <a:noFill/>
          <a:ln w="12507" cap="flat">
            <a:gradFill>
              <a:gsLst>
                <a:gs pos="59000">
                  <a:schemeClr val="bg2">
                    <a:lumMod val="90000"/>
                  </a:schemeClr>
                </a:gs>
                <a:gs pos="100000">
                  <a:schemeClr val="tx1">
                    <a:alpha val="0"/>
                  </a:schemeClr>
                </a:gs>
              </a:gsLst>
              <a:lin ang="5400000" scaled="1"/>
            </a:gradFill>
            <a:prstDash val="solid"/>
            <a:miter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C72506F-3002-C321-32A2-AA8585D66F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0741" y="728019"/>
            <a:ext cx="2113904" cy="1326812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857B9FC-EA50-53CC-91C2-3716E0CCD80C}"/>
              </a:ext>
            </a:extLst>
          </p:cNvPr>
          <p:cNvCxnSpPr/>
          <p:nvPr/>
        </p:nvCxnSpPr>
        <p:spPr>
          <a:xfrm>
            <a:off x="0" y="2671281"/>
            <a:ext cx="4623371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BB5D5-91DD-73C5-C46A-AAC4FA61AD01}"/>
              </a:ext>
            </a:extLst>
          </p:cNvPr>
          <p:cNvCxnSpPr>
            <a:cxnSpLocks/>
          </p:cNvCxnSpPr>
          <p:nvPr/>
        </p:nvCxnSpPr>
        <p:spPr>
          <a:xfrm>
            <a:off x="0" y="3383622"/>
            <a:ext cx="3657600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9D41C4-A6BB-52A5-A945-53C844F1270F}"/>
              </a:ext>
            </a:extLst>
          </p:cNvPr>
          <p:cNvCxnSpPr>
            <a:cxnSpLocks/>
          </p:cNvCxnSpPr>
          <p:nvPr/>
        </p:nvCxnSpPr>
        <p:spPr>
          <a:xfrm>
            <a:off x="0" y="4095963"/>
            <a:ext cx="245552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B47A3BE-9977-E344-C307-23307401EB57}"/>
              </a:ext>
            </a:extLst>
          </p:cNvPr>
          <p:cNvCxnSpPr>
            <a:cxnSpLocks/>
          </p:cNvCxnSpPr>
          <p:nvPr/>
        </p:nvCxnSpPr>
        <p:spPr>
          <a:xfrm>
            <a:off x="0" y="4808305"/>
            <a:ext cx="122776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6007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CCAF3-4D88-7891-9ED5-C05D58A0F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icture 8">
            <a:extLst>
              <a:ext uri="{FF2B5EF4-FFF2-40B4-BE49-F238E27FC236}">
                <a16:creationId xmlns:a16="http://schemas.microsoft.com/office/drawing/2014/main" id="{369DB52E-605A-DC7B-C5B4-8E2F7ACE8448}"/>
              </a:ext>
            </a:extLst>
          </p:cNvPr>
          <p:cNvSpPr/>
          <p:nvPr/>
        </p:nvSpPr>
        <p:spPr>
          <a:xfrm>
            <a:off x="10400797" y="5821500"/>
            <a:ext cx="1109290" cy="376719"/>
          </a:xfrm>
          <a:custGeom>
            <a:avLst/>
            <a:gdLst>
              <a:gd name="connsiteX0" fmla="*/ 739575 w 765852"/>
              <a:gd name="connsiteY0" fmla="*/ 143884 h 260086"/>
              <a:gd name="connsiteX1" fmla="*/ 765852 w 765852"/>
              <a:gd name="connsiteY1" fmla="*/ 83403 h 260086"/>
              <a:gd name="connsiteX2" fmla="*/ 739575 w 765852"/>
              <a:gd name="connsiteY2" fmla="*/ 22921 h 260086"/>
              <a:gd name="connsiteX3" fmla="*/ 672177 w 765852"/>
              <a:gd name="connsiteY3" fmla="*/ 0 h 260086"/>
              <a:gd name="connsiteX4" fmla="*/ 604779 w 765852"/>
              <a:gd name="connsiteY4" fmla="*/ 22921 h 260086"/>
              <a:gd name="connsiteX5" fmla="*/ 578501 w 765852"/>
              <a:gd name="connsiteY5" fmla="*/ 83403 h 260086"/>
              <a:gd name="connsiteX6" fmla="*/ 604779 w 765852"/>
              <a:gd name="connsiteY6" fmla="*/ 143884 h 260086"/>
              <a:gd name="connsiteX7" fmla="*/ 672177 w 765852"/>
              <a:gd name="connsiteY7" fmla="*/ 166805 h 260086"/>
              <a:gd name="connsiteX8" fmla="*/ 739575 w 765852"/>
              <a:gd name="connsiteY8" fmla="*/ 143884 h 260086"/>
              <a:gd name="connsiteX9" fmla="*/ 604595 w 765852"/>
              <a:gd name="connsiteY9" fmla="*/ 83403 h 260086"/>
              <a:gd name="connsiteX10" fmla="*/ 622611 w 765852"/>
              <a:gd name="connsiteY10" fmla="*/ 41871 h 260086"/>
              <a:gd name="connsiteX11" fmla="*/ 672177 w 765852"/>
              <a:gd name="connsiteY11" fmla="*/ 25719 h 260086"/>
              <a:gd name="connsiteX12" fmla="*/ 721742 w 765852"/>
              <a:gd name="connsiteY12" fmla="*/ 41871 h 260086"/>
              <a:gd name="connsiteX13" fmla="*/ 739759 w 765852"/>
              <a:gd name="connsiteY13" fmla="*/ 83403 h 260086"/>
              <a:gd name="connsiteX14" fmla="*/ 721742 w 765852"/>
              <a:gd name="connsiteY14" fmla="*/ 124934 h 260086"/>
              <a:gd name="connsiteX15" fmla="*/ 672177 w 765852"/>
              <a:gd name="connsiteY15" fmla="*/ 141077 h 260086"/>
              <a:gd name="connsiteX16" fmla="*/ 622611 w 765852"/>
              <a:gd name="connsiteY16" fmla="*/ 124934 h 260086"/>
              <a:gd name="connsiteX17" fmla="*/ 604595 w 765852"/>
              <a:gd name="connsiteY17" fmla="*/ 83403 h 260086"/>
              <a:gd name="connsiteX18" fmla="*/ 238310 w 765852"/>
              <a:gd name="connsiteY18" fmla="*/ 207181 h 260086"/>
              <a:gd name="connsiteX19" fmla="*/ 249560 w 765852"/>
              <a:gd name="connsiteY19" fmla="*/ 204081 h 260086"/>
              <a:gd name="connsiteX20" fmla="*/ 261562 w 765852"/>
              <a:gd name="connsiteY20" fmla="*/ 207713 h 260086"/>
              <a:gd name="connsiteX21" fmla="*/ 268163 w 765852"/>
              <a:gd name="connsiteY21" fmla="*/ 217812 h 260086"/>
              <a:gd name="connsiteX22" fmla="*/ 275874 w 765852"/>
              <a:gd name="connsiteY22" fmla="*/ 217812 h 260086"/>
              <a:gd name="connsiteX23" fmla="*/ 267145 w 765852"/>
              <a:gd name="connsiteY23" fmla="*/ 202568 h 260086"/>
              <a:gd name="connsiteX24" fmla="*/ 249917 w 765852"/>
              <a:gd name="connsiteY24" fmla="*/ 196982 h 260086"/>
              <a:gd name="connsiteX25" fmla="*/ 234322 w 765852"/>
              <a:gd name="connsiteY25" fmla="*/ 200926 h 260086"/>
              <a:gd name="connsiteX26" fmla="*/ 223961 w 765852"/>
              <a:gd name="connsiteY26" fmla="*/ 212052 h 260086"/>
              <a:gd name="connsiteX27" fmla="*/ 220330 w 765852"/>
              <a:gd name="connsiteY27" fmla="*/ 228534 h 260086"/>
              <a:gd name="connsiteX28" fmla="*/ 223961 w 765852"/>
              <a:gd name="connsiteY28" fmla="*/ 245062 h 260086"/>
              <a:gd name="connsiteX29" fmla="*/ 234322 w 765852"/>
              <a:gd name="connsiteY29" fmla="*/ 256142 h 260086"/>
              <a:gd name="connsiteX30" fmla="*/ 249917 w 765852"/>
              <a:gd name="connsiteY30" fmla="*/ 260086 h 260086"/>
              <a:gd name="connsiteX31" fmla="*/ 267145 w 765852"/>
              <a:gd name="connsiteY31" fmla="*/ 254501 h 260086"/>
              <a:gd name="connsiteX32" fmla="*/ 275782 w 765852"/>
              <a:gd name="connsiteY32" fmla="*/ 239256 h 260086"/>
              <a:gd name="connsiteX33" fmla="*/ 268071 w 765852"/>
              <a:gd name="connsiteY33" fmla="*/ 239256 h 260086"/>
              <a:gd name="connsiteX34" fmla="*/ 261516 w 765852"/>
              <a:gd name="connsiteY34" fmla="*/ 249401 h 260086"/>
              <a:gd name="connsiteX35" fmla="*/ 249560 w 765852"/>
              <a:gd name="connsiteY35" fmla="*/ 252987 h 260086"/>
              <a:gd name="connsiteX36" fmla="*/ 238310 w 765852"/>
              <a:gd name="connsiteY36" fmla="*/ 249887 h 260086"/>
              <a:gd name="connsiteX37" fmla="*/ 230828 w 765852"/>
              <a:gd name="connsiteY37" fmla="*/ 241201 h 260086"/>
              <a:gd name="connsiteX38" fmla="*/ 228215 w 765852"/>
              <a:gd name="connsiteY38" fmla="*/ 228525 h 260086"/>
              <a:gd name="connsiteX39" fmla="*/ 230828 w 765852"/>
              <a:gd name="connsiteY39" fmla="*/ 215812 h 260086"/>
              <a:gd name="connsiteX40" fmla="*/ 238310 w 765852"/>
              <a:gd name="connsiteY40" fmla="*/ 207172 h 260086"/>
              <a:gd name="connsiteX41" fmla="*/ 335580 w 765852"/>
              <a:gd name="connsiteY41" fmla="*/ 197523 h 260086"/>
              <a:gd name="connsiteX42" fmla="*/ 311925 w 765852"/>
              <a:gd name="connsiteY42" fmla="*/ 259554 h 260086"/>
              <a:gd name="connsiteX43" fmla="*/ 319892 w 765852"/>
              <a:gd name="connsiteY43" fmla="*/ 259554 h 260086"/>
              <a:gd name="connsiteX44" fmla="*/ 326448 w 765852"/>
              <a:gd name="connsiteY44" fmla="*/ 242806 h 260086"/>
              <a:gd name="connsiteX45" fmla="*/ 353467 w 765852"/>
              <a:gd name="connsiteY45" fmla="*/ 242806 h 260086"/>
              <a:gd name="connsiteX46" fmla="*/ 360023 w 765852"/>
              <a:gd name="connsiteY46" fmla="*/ 259554 h 260086"/>
              <a:gd name="connsiteX47" fmla="*/ 368256 w 765852"/>
              <a:gd name="connsiteY47" fmla="*/ 259554 h 260086"/>
              <a:gd name="connsiteX48" fmla="*/ 344693 w 765852"/>
              <a:gd name="connsiteY48" fmla="*/ 197523 h 260086"/>
              <a:gd name="connsiteX49" fmla="*/ 335570 w 765852"/>
              <a:gd name="connsiteY49" fmla="*/ 197523 h 260086"/>
              <a:gd name="connsiteX50" fmla="*/ 328758 w 765852"/>
              <a:gd name="connsiteY50" fmla="*/ 235808 h 260086"/>
              <a:gd name="connsiteX51" fmla="*/ 339916 w 765852"/>
              <a:gd name="connsiteY51" fmla="*/ 205943 h 260086"/>
              <a:gd name="connsiteX52" fmla="*/ 351166 w 765852"/>
              <a:gd name="connsiteY52" fmla="*/ 235808 h 260086"/>
              <a:gd name="connsiteX53" fmla="*/ 328749 w 765852"/>
              <a:gd name="connsiteY53" fmla="*/ 235808 h 260086"/>
              <a:gd name="connsiteX54" fmla="*/ 725437 w 765852"/>
              <a:gd name="connsiteY54" fmla="*/ 197523 h 260086"/>
              <a:gd name="connsiteX55" fmla="*/ 717736 w 765852"/>
              <a:gd name="connsiteY55" fmla="*/ 197523 h 260086"/>
              <a:gd name="connsiteX56" fmla="*/ 717736 w 765852"/>
              <a:gd name="connsiteY56" fmla="*/ 259554 h 260086"/>
              <a:gd name="connsiteX57" fmla="*/ 753704 w 765852"/>
              <a:gd name="connsiteY57" fmla="*/ 259554 h 260086"/>
              <a:gd name="connsiteX58" fmla="*/ 753704 w 765852"/>
              <a:gd name="connsiteY58" fmla="*/ 252464 h 260086"/>
              <a:gd name="connsiteX59" fmla="*/ 725446 w 765852"/>
              <a:gd name="connsiteY59" fmla="*/ 252464 h 260086"/>
              <a:gd name="connsiteX60" fmla="*/ 725446 w 765852"/>
              <a:gd name="connsiteY60" fmla="*/ 197523 h 260086"/>
              <a:gd name="connsiteX61" fmla="*/ 250953 w 765852"/>
              <a:gd name="connsiteY61" fmla="*/ 2119 h 260086"/>
              <a:gd name="connsiteX62" fmla="*/ 225566 w 765852"/>
              <a:gd name="connsiteY62" fmla="*/ 2119 h 260086"/>
              <a:gd name="connsiteX63" fmla="*/ 225566 w 765852"/>
              <a:gd name="connsiteY63" fmla="*/ 164677 h 260086"/>
              <a:gd name="connsiteX64" fmla="*/ 250953 w 765852"/>
              <a:gd name="connsiteY64" fmla="*/ 164677 h 260086"/>
              <a:gd name="connsiteX65" fmla="*/ 250953 w 765852"/>
              <a:gd name="connsiteY65" fmla="*/ 2119 h 260086"/>
              <a:gd name="connsiteX66" fmla="*/ 80592 w 765852"/>
              <a:gd name="connsiteY66" fmla="*/ 62692 h 260086"/>
              <a:gd name="connsiteX67" fmla="*/ 80592 w 765852"/>
              <a:gd name="connsiteY67" fmla="*/ 164687 h 260086"/>
              <a:gd name="connsiteX68" fmla="*/ 106732 w 765852"/>
              <a:gd name="connsiteY68" fmla="*/ 164687 h 260086"/>
              <a:gd name="connsiteX69" fmla="*/ 106713 w 765852"/>
              <a:gd name="connsiteY69" fmla="*/ 62692 h 260086"/>
              <a:gd name="connsiteX70" fmla="*/ 95124 w 765852"/>
              <a:gd name="connsiteY70" fmla="*/ 28700 h 260086"/>
              <a:gd name="connsiteX71" fmla="*/ 93648 w 765852"/>
              <a:gd name="connsiteY71" fmla="*/ 26792 h 260086"/>
              <a:gd name="connsiteX72" fmla="*/ 92172 w 765852"/>
              <a:gd name="connsiteY72" fmla="*/ 28700 h 260086"/>
              <a:gd name="connsiteX73" fmla="*/ 80583 w 765852"/>
              <a:gd name="connsiteY73" fmla="*/ 62692 h 260086"/>
              <a:gd name="connsiteX74" fmla="*/ 47273 w 765852"/>
              <a:gd name="connsiteY74" fmla="*/ 2119 h 260086"/>
              <a:gd name="connsiteX75" fmla="*/ 0 w 765852"/>
              <a:gd name="connsiteY75" fmla="*/ 2119 h 260086"/>
              <a:gd name="connsiteX76" fmla="*/ 0 w 765852"/>
              <a:gd name="connsiteY76" fmla="*/ 26792 h 260086"/>
              <a:gd name="connsiteX77" fmla="*/ 93648 w 765852"/>
              <a:gd name="connsiteY77" fmla="*/ 26792 h 260086"/>
              <a:gd name="connsiteX78" fmla="*/ 91328 w 765852"/>
              <a:gd name="connsiteY78" fmla="*/ 23793 h 260086"/>
              <a:gd name="connsiteX79" fmla="*/ 47273 w 765852"/>
              <a:gd name="connsiteY79" fmla="*/ 2119 h 260086"/>
              <a:gd name="connsiteX80" fmla="*/ 95968 w 765852"/>
              <a:gd name="connsiteY80" fmla="*/ 23793 h 260086"/>
              <a:gd name="connsiteX81" fmla="*/ 93648 w 765852"/>
              <a:gd name="connsiteY81" fmla="*/ 26792 h 260086"/>
              <a:gd name="connsiteX82" fmla="*/ 187296 w 765852"/>
              <a:gd name="connsiteY82" fmla="*/ 26792 h 260086"/>
              <a:gd name="connsiteX83" fmla="*/ 187296 w 765852"/>
              <a:gd name="connsiteY83" fmla="*/ 2119 h 260086"/>
              <a:gd name="connsiteX84" fmla="*/ 140023 w 765852"/>
              <a:gd name="connsiteY84" fmla="*/ 2119 h 260086"/>
              <a:gd name="connsiteX85" fmla="*/ 95958 w 765852"/>
              <a:gd name="connsiteY85" fmla="*/ 23793 h 260086"/>
              <a:gd name="connsiteX86" fmla="*/ 514844 w 765852"/>
              <a:gd name="connsiteY86" fmla="*/ 164677 h 260086"/>
              <a:gd name="connsiteX87" fmla="*/ 540232 w 765852"/>
              <a:gd name="connsiteY87" fmla="*/ 164677 h 260086"/>
              <a:gd name="connsiteX88" fmla="*/ 540232 w 765852"/>
              <a:gd name="connsiteY88" fmla="*/ 2119 h 260086"/>
              <a:gd name="connsiteX89" fmla="*/ 514844 w 765852"/>
              <a:gd name="connsiteY89" fmla="*/ 2119 h 260086"/>
              <a:gd name="connsiteX90" fmla="*/ 514844 w 765852"/>
              <a:gd name="connsiteY90" fmla="*/ 164677 h 260086"/>
              <a:gd name="connsiteX91" fmla="*/ 495205 w 765852"/>
              <a:gd name="connsiteY91" fmla="*/ 259554 h 260086"/>
              <a:gd name="connsiteX92" fmla="*/ 502915 w 765852"/>
              <a:gd name="connsiteY92" fmla="*/ 259554 h 260086"/>
              <a:gd name="connsiteX93" fmla="*/ 502915 w 765852"/>
              <a:gd name="connsiteY93" fmla="*/ 197523 h 260086"/>
              <a:gd name="connsiteX94" fmla="*/ 495205 w 765852"/>
              <a:gd name="connsiteY94" fmla="*/ 197523 h 260086"/>
              <a:gd name="connsiteX95" fmla="*/ 495205 w 765852"/>
              <a:gd name="connsiteY95" fmla="*/ 259554 h 260086"/>
              <a:gd name="connsiteX96" fmla="*/ 544816 w 765852"/>
              <a:gd name="connsiteY96" fmla="*/ 204613 h 260086"/>
              <a:gd name="connsiteX97" fmla="*/ 564923 w 765852"/>
              <a:gd name="connsiteY97" fmla="*/ 204613 h 260086"/>
              <a:gd name="connsiteX98" fmla="*/ 564923 w 765852"/>
              <a:gd name="connsiteY98" fmla="*/ 259554 h 260086"/>
              <a:gd name="connsiteX99" fmla="*/ 572633 w 765852"/>
              <a:gd name="connsiteY99" fmla="*/ 259554 h 260086"/>
              <a:gd name="connsiteX100" fmla="*/ 572633 w 765852"/>
              <a:gd name="connsiteY100" fmla="*/ 204613 h 260086"/>
              <a:gd name="connsiteX101" fmla="*/ 592740 w 765852"/>
              <a:gd name="connsiteY101" fmla="*/ 204613 h 260086"/>
              <a:gd name="connsiteX102" fmla="*/ 592740 w 765852"/>
              <a:gd name="connsiteY102" fmla="*/ 197523 h 260086"/>
              <a:gd name="connsiteX103" fmla="*/ 544816 w 765852"/>
              <a:gd name="connsiteY103" fmla="*/ 197523 h 260086"/>
              <a:gd name="connsiteX104" fmla="*/ 544816 w 765852"/>
              <a:gd name="connsiteY104" fmla="*/ 204613 h 260086"/>
              <a:gd name="connsiteX105" fmla="*/ 287389 w 765852"/>
              <a:gd name="connsiteY105" fmla="*/ 2119 h 260086"/>
              <a:gd name="connsiteX106" fmla="*/ 345234 w 765852"/>
              <a:gd name="connsiteY106" fmla="*/ 140105 h 260086"/>
              <a:gd name="connsiteX107" fmla="*/ 381413 w 765852"/>
              <a:gd name="connsiteY107" fmla="*/ 166796 h 260086"/>
              <a:gd name="connsiteX108" fmla="*/ 382899 w 765852"/>
              <a:gd name="connsiteY108" fmla="*/ 166796 h 260086"/>
              <a:gd name="connsiteX109" fmla="*/ 316692 w 765852"/>
              <a:gd name="connsiteY109" fmla="*/ 2119 h 260086"/>
              <a:gd name="connsiteX110" fmla="*/ 287389 w 765852"/>
              <a:gd name="connsiteY110" fmla="*/ 2119 h 260086"/>
              <a:gd name="connsiteX111" fmla="*/ 443549 w 765852"/>
              <a:gd name="connsiteY111" fmla="*/ 199871 h 260086"/>
              <a:gd name="connsiteX112" fmla="*/ 432739 w 765852"/>
              <a:gd name="connsiteY112" fmla="*/ 197523 h 260086"/>
              <a:gd name="connsiteX113" fmla="*/ 408910 w 765852"/>
              <a:gd name="connsiteY113" fmla="*/ 197523 h 260086"/>
              <a:gd name="connsiteX114" fmla="*/ 408910 w 765852"/>
              <a:gd name="connsiteY114" fmla="*/ 259554 h 260086"/>
              <a:gd name="connsiteX115" fmla="*/ 416621 w 765852"/>
              <a:gd name="connsiteY115" fmla="*/ 259554 h 260086"/>
              <a:gd name="connsiteX116" fmla="*/ 416621 w 765852"/>
              <a:gd name="connsiteY116" fmla="*/ 235716 h 260086"/>
              <a:gd name="connsiteX117" fmla="*/ 432748 w 765852"/>
              <a:gd name="connsiteY117" fmla="*/ 235716 h 260086"/>
              <a:gd name="connsiteX118" fmla="*/ 443512 w 765852"/>
              <a:gd name="connsiteY118" fmla="*/ 233368 h 260086"/>
              <a:gd name="connsiteX119" fmla="*/ 450728 w 765852"/>
              <a:gd name="connsiteY119" fmla="*/ 226681 h 260086"/>
              <a:gd name="connsiteX120" fmla="*/ 453295 w 765852"/>
              <a:gd name="connsiteY120" fmla="*/ 216583 h 260086"/>
              <a:gd name="connsiteX121" fmla="*/ 450774 w 765852"/>
              <a:gd name="connsiteY121" fmla="*/ 206521 h 260086"/>
              <a:gd name="connsiteX122" fmla="*/ 443558 w 765852"/>
              <a:gd name="connsiteY122" fmla="*/ 199871 h 260086"/>
              <a:gd name="connsiteX123" fmla="*/ 441779 w 765852"/>
              <a:gd name="connsiteY123" fmla="*/ 225351 h 260086"/>
              <a:gd name="connsiteX124" fmla="*/ 432033 w 765852"/>
              <a:gd name="connsiteY124" fmla="*/ 228635 h 260086"/>
              <a:gd name="connsiteX125" fmla="*/ 416621 w 765852"/>
              <a:gd name="connsiteY125" fmla="*/ 228635 h 260086"/>
              <a:gd name="connsiteX126" fmla="*/ 416621 w 765852"/>
              <a:gd name="connsiteY126" fmla="*/ 204622 h 260086"/>
              <a:gd name="connsiteX127" fmla="*/ 432125 w 765852"/>
              <a:gd name="connsiteY127" fmla="*/ 204622 h 260086"/>
              <a:gd name="connsiteX128" fmla="*/ 441825 w 765852"/>
              <a:gd name="connsiteY128" fmla="*/ 207860 h 260086"/>
              <a:gd name="connsiteX129" fmla="*/ 445410 w 765852"/>
              <a:gd name="connsiteY129" fmla="*/ 216592 h 260086"/>
              <a:gd name="connsiteX130" fmla="*/ 441779 w 765852"/>
              <a:gd name="connsiteY130" fmla="*/ 225361 h 260086"/>
              <a:gd name="connsiteX131" fmla="*/ 382889 w 765852"/>
              <a:gd name="connsiteY131" fmla="*/ 166805 h 260086"/>
              <a:gd name="connsiteX132" fmla="*/ 384375 w 765852"/>
              <a:gd name="connsiteY132" fmla="*/ 166805 h 260086"/>
              <a:gd name="connsiteX133" fmla="*/ 420554 w 765852"/>
              <a:gd name="connsiteY133" fmla="*/ 140114 h 260086"/>
              <a:gd name="connsiteX134" fmla="*/ 478399 w 765852"/>
              <a:gd name="connsiteY134" fmla="*/ 2128 h 260086"/>
              <a:gd name="connsiteX135" fmla="*/ 449096 w 765852"/>
              <a:gd name="connsiteY135" fmla="*/ 2128 h 260086"/>
              <a:gd name="connsiteX136" fmla="*/ 382889 w 765852"/>
              <a:gd name="connsiteY136" fmla="*/ 166814 h 260086"/>
              <a:gd name="connsiteX137" fmla="*/ 644368 w 765852"/>
              <a:gd name="connsiteY137" fmla="*/ 197523 h 260086"/>
              <a:gd name="connsiteX138" fmla="*/ 620714 w 765852"/>
              <a:gd name="connsiteY138" fmla="*/ 259554 h 260086"/>
              <a:gd name="connsiteX139" fmla="*/ 628690 w 765852"/>
              <a:gd name="connsiteY139" fmla="*/ 259554 h 260086"/>
              <a:gd name="connsiteX140" fmla="*/ 635246 w 765852"/>
              <a:gd name="connsiteY140" fmla="*/ 242806 h 260086"/>
              <a:gd name="connsiteX141" fmla="*/ 662266 w 765852"/>
              <a:gd name="connsiteY141" fmla="*/ 242806 h 260086"/>
              <a:gd name="connsiteX142" fmla="*/ 668821 w 765852"/>
              <a:gd name="connsiteY142" fmla="*/ 259554 h 260086"/>
              <a:gd name="connsiteX143" fmla="*/ 677055 w 765852"/>
              <a:gd name="connsiteY143" fmla="*/ 259554 h 260086"/>
              <a:gd name="connsiteX144" fmla="*/ 653491 w 765852"/>
              <a:gd name="connsiteY144" fmla="*/ 197523 h 260086"/>
              <a:gd name="connsiteX145" fmla="*/ 644368 w 765852"/>
              <a:gd name="connsiteY145" fmla="*/ 197523 h 260086"/>
              <a:gd name="connsiteX146" fmla="*/ 637547 w 765852"/>
              <a:gd name="connsiteY146" fmla="*/ 235808 h 260086"/>
              <a:gd name="connsiteX147" fmla="*/ 648705 w 765852"/>
              <a:gd name="connsiteY147" fmla="*/ 205943 h 260086"/>
              <a:gd name="connsiteX148" fmla="*/ 659955 w 765852"/>
              <a:gd name="connsiteY148" fmla="*/ 235808 h 260086"/>
              <a:gd name="connsiteX149" fmla="*/ 637538 w 765852"/>
              <a:gd name="connsiteY149" fmla="*/ 235808 h 26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765852" h="260086">
                <a:moveTo>
                  <a:pt x="739575" y="143884"/>
                </a:moveTo>
                <a:cubicBezTo>
                  <a:pt x="756519" y="128906"/>
                  <a:pt x="765852" y="107425"/>
                  <a:pt x="765852" y="83403"/>
                </a:cubicBezTo>
                <a:cubicBezTo>
                  <a:pt x="765852" y="59381"/>
                  <a:pt x="756519" y="37899"/>
                  <a:pt x="739575" y="22921"/>
                </a:cubicBezTo>
                <a:cubicBezTo>
                  <a:pt x="722613" y="7925"/>
                  <a:pt x="699307" y="0"/>
                  <a:pt x="672177" y="0"/>
                </a:cubicBezTo>
                <a:cubicBezTo>
                  <a:pt x="645047" y="0"/>
                  <a:pt x="621740" y="7925"/>
                  <a:pt x="604779" y="22921"/>
                </a:cubicBezTo>
                <a:cubicBezTo>
                  <a:pt x="587835" y="37899"/>
                  <a:pt x="578501" y="59381"/>
                  <a:pt x="578501" y="83403"/>
                </a:cubicBezTo>
                <a:cubicBezTo>
                  <a:pt x="578501" y="107425"/>
                  <a:pt x="587835" y="128906"/>
                  <a:pt x="604779" y="143884"/>
                </a:cubicBezTo>
                <a:cubicBezTo>
                  <a:pt x="621740" y="158881"/>
                  <a:pt x="645047" y="166805"/>
                  <a:pt x="672177" y="166805"/>
                </a:cubicBezTo>
                <a:cubicBezTo>
                  <a:pt x="699307" y="166805"/>
                  <a:pt x="722613" y="158881"/>
                  <a:pt x="739575" y="143884"/>
                </a:cubicBezTo>
                <a:close/>
                <a:moveTo>
                  <a:pt x="604595" y="83403"/>
                </a:moveTo>
                <a:cubicBezTo>
                  <a:pt x="604595" y="66489"/>
                  <a:pt x="610821" y="52135"/>
                  <a:pt x="622611" y="41871"/>
                </a:cubicBezTo>
                <a:cubicBezTo>
                  <a:pt x="634751" y="31305"/>
                  <a:pt x="651887" y="25719"/>
                  <a:pt x="672177" y="25719"/>
                </a:cubicBezTo>
                <a:cubicBezTo>
                  <a:pt x="692467" y="25719"/>
                  <a:pt x="709603" y="31305"/>
                  <a:pt x="721742" y="41871"/>
                </a:cubicBezTo>
                <a:cubicBezTo>
                  <a:pt x="733524" y="52126"/>
                  <a:pt x="739759" y="66489"/>
                  <a:pt x="739759" y="83403"/>
                </a:cubicBezTo>
                <a:cubicBezTo>
                  <a:pt x="739759" y="100316"/>
                  <a:pt x="733533" y="114671"/>
                  <a:pt x="721742" y="124934"/>
                </a:cubicBezTo>
                <a:cubicBezTo>
                  <a:pt x="709603" y="135501"/>
                  <a:pt x="692467" y="141077"/>
                  <a:pt x="672177" y="141077"/>
                </a:cubicBezTo>
                <a:cubicBezTo>
                  <a:pt x="651887" y="141077"/>
                  <a:pt x="634741" y="135491"/>
                  <a:pt x="622611" y="124934"/>
                </a:cubicBezTo>
                <a:cubicBezTo>
                  <a:pt x="610830" y="114671"/>
                  <a:pt x="604595" y="100316"/>
                  <a:pt x="604595" y="83403"/>
                </a:cubicBezTo>
                <a:close/>
                <a:moveTo>
                  <a:pt x="238310" y="207181"/>
                </a:moveTo>
                <a:cubicBezTo>
                  <a:pt x="241556" y="205118"/>
                  <a:pt x="245306" y="204081"/>
                  <a:pt x="249560" y="204081"/>
                </a:cubicBezTo>
                <a:cubicBezTo>
                  <a:pt x="254282" y="204081"/>
                  <a:pt x="258288" y="205292"/>
                  <a:pt x="261562" y="207713"/>
                </a:cubicBezTo>
                <a:cubicBezTo>
                  <a:pt x="264835" y="210135"/>
                  <a:pt x="267035" y="213501"/>
                  <a:pt x="268163" y="217812"/>
                </a:cubicBezTo>
                <a:lnTo>
                  <a:pt x="275874" y="217812"/>
                </a:lnTo>
                <a:cubicBezTo>
                  <a:pt x="274691" y="211373"/>
                  <a:pt x="271784" y="206292"/>
                  <a:pt x="267145" y="202568"/>
                </a:cubicBezTo>
                <a:cubicBezTo>
                  <a:pt x="262506" y="198844"/>
                  <a:pt x="256766" y="196982"/>
                  <a:pt x="249917" y="196982"/>
                </a:cubicBezTo>
                <a:cubicBezTo>
                  <a:pt x="244013" y="196982"/>
                  <a:pt x="238814" y="198293"/>
                  <a:pt x="234322" y="200926"/>
                </a:cubicBezTo>
                <a:cubicBezTo>
                  <a:pt x="229838" y="203558"/>
                  <a:pt x="226382" y="207264"/>
                  <a:pt x="223961" y="212052"/>
                </a:cubicBezTo>
                <a:cubicBezTo>
                  <a:pt x="221541" y="216840"/>
                  <a:pt x="220330" y="222334"/>
                  <a:pt x="220330" y="228534"/>
                </a:cubicBezTo>
                <a:cubicBezTo>
                  <a:pt x="220330" y="234734"/>
                  <a:pt x="221541" y="240302"/>
                  <a:pt x="223961" y="245062"/>
                </a:cubicBezTo>
                <a:cubicBezTo>
                  <a:pt x="226382" y="249823"/>
                  <a:pt x="229838" y="253510"/>
                  <a:pt x="234322" y="256142"/>
                </a:cubicBezTo>
                <a:cubicBezTo>
                  <a:pt x="238805" y="258775"/>
                  <a:pt x="244004" y="260086"/>
                  <a:pt x="249917" y="260086"/>
                </a:cubicBezTo>
                <a:cubicBezTo>
                  <a:pt x="256831" y="260086"/>
                  <a:pt x="262570" y="258224"/>
                  <a:pt x="267145" y="254501"/>
                </a:cubicBezTo>
                <a:cubicBezTo>
                  <a:pt x="271720" y="250777"/>
                  <a:pt x="274599" y="245695"/>
                  <a:pt x="275782" y="239256"/>
                </a:cubicBezTo>
                <a:lnTo>
                  <a:pt x="268071" y="239256"/>
                </a:lnTo>
                <a:cubicBezTo>
                  <a:pt x="266888" y="243631"/>
                  <a:pt x="264706" y="247007"/>
                  <a:pt x="261516" y="249401"/>
                </a:cubicBezTo>
                <a:cubicBezTo>
                  <a:pt x="258325" y="251795"/>
                  <a:pt x="254337" y="252987"/>
                  <a:pt x="249560" y="252987"/>
                </a:cubicBezTo>
                <a:cubicBezTo>
                  <a:pt x="245306" y="252987"/>
                  <a:pt x="241556" y="251951"/>
                  <a:pt x="238310" y="249887"/>
                </a:cubicBezTo>
                <a:cubicBezTo>
                  <a:pt x="235064" y="247823"/>
                  <a:pt x="232561" y="244925"/>
                  <a:pt x="230828" y="241201"/>
                </a:cubicBezTo>
                <a:cubicBezTo>
                  <a:pt x="229086" y="237477"/>
                  <a:pt x="228215" y="233258"/>
                  <a:pt x="228215" y="228525"/>
                </a:cubicBezTo>
                <a:cubicBezTo>
                  <a:pt x="228215" y="223792"/>
                  <a:pt x="229086" y="219499"/>
                  <a:pt x="230828" y="215812"/>
                </a:cubicBezTo>
                <a:cubicBezTo>
                  <a:pt x="232570" y="212125"/>
                  <a:pt x="235064" y="209245"/>
                  <a:pt x="238310" y="207172"/>
                </a:cubicBezTo>
                <a:close/>
                <a:moveTo>
                  <a:pt x="335580" y="197523"/>
                </a:moveTo>
                <a:lnTo>
                  <a:pt x="311925" y="259554"/>
                </a:lnTo>
                <a:lnTo>
                  <a:pt x="319892" y="259554"/>
                </a:lnTo>
                <a:lnTo>
                  <a:pt x="326448" y="242806"/>
                </a:lnTo>
                <a:lnTo>
                  <a:pt x="353467" y="242806"/>
                </a:lnTo>
                <a:lnTo>
                  <a:pt x="360023" y="259554"/>
                </a:lnTo>
                <a:lnTo>
                  <a:pt x="368256" y="259554"/>
                </a:lnTo>
                <a:lnTo>
                  <a:pt x="344693" y="197523"/>
                </a:lnTo>
                <a:lnTo>
                  <a:pt x="335570" y="197523"/>
                </a:lnTo>
                <a:close/>
                <a:moveTo>
                  <a:pt x="328758" y="235808"/>
                </a:moveTo>
                <a:lnTo>
                  <a:pt x="339916" y="205943"/>
                </a:lnTo>
                <a:lnTo>
                  <a:pt x="351166" y="235808"/>
                </a:lnTo>
                <a:lnTo>
                  <a:pt x="328749" y="235808"/>
                </a:lnTo>
                <a:close/>
                <a:moveTo>
                  <a:pt x="725437" y="197523"/>
                </a:moveTo>
                <a:lnTo>
                  <a:pt x="717736" y="197523"/>
                </a:lnTo>
                <a:lnTo>
                  <a:pt x="717736" y="259554"/>
                </a:lnTo>
                <a:lnTo>
                  <a:pt x="753704" y="259554"/>
                </a:lnTo>
                <a:lnTo>
                  <a:pt x="753704" y="252464"/>
                </a:lnTo>
                <a:lnTo>
                  <a:pt x="725446" y="252464"/>
                </a:lnTo>
                <a:lnTo>
                  <a:pt x="725446" y="197523"/>
                </a:lnTo>
                <a:close/>
                <a:moveTo>
                  <a:pt x="250953" y="2119"/>
                </a:moveTo>
                <a:lnTo>
                  <a:pt x="225566" y="2119"/>
                </a:lnTo>
                <a:lnTo>
                  <a:pt x="225566" y="164677"/>
                </a:lnTo>
                <a:lnTo>
                  <a:pt x="250953" y="164677"/>
                </a:lnTo>
                <a:lnTo>
                  <a:pt x="250953" y="2119"/>
                </a:lnTo>
                <a:close/>
                <a:moveTo>
                  <a:pt x="80592" y="62692"/>
                </a:moveTo>
                <a:lnTo>
                  <a:pt x="80592" y="164687"/>
                </a:lnTo>
                <a:cubicBezTo>
                  <a:pt x="80592" y="164687"/>
                  <a:pt x="106732" y="164687"/>
                  <a:pt x="106732" y="164687"/>
                </a:cubicBezTo>
                <a:lnTo>
                  <a:pt x="106713" y="62692"/>
                </a:lnTo>
                <a:cubicBezTo>
                  <a:pt x="106713" y="50282"/>
                  <a:pt x="102707" y="38523"/>
                  <a:pt x="95124" y="28700"/>
                </a:cubicBezTo>
                <a:lnTo>
                  <a:pt x="93648" y="26792"/>
                </a:lnTo>
                <a:lnTo>
                  <a:pt x="92172" y="28700"/>
                </a:lnTo>
                <a:cubicBezTo>
                  <a:pt x="84589" y="38523"/>
                  <a:pt x="80583" y="50273"/>
                  <a:pt x="80583" y="62692"/>
                </a:cubicBezTo>
                <a:close/>
                <a:moveTo>
                  <a:pt x="47273" y="2119"/>
                </a:moveTo>
                <a:lnTo>
                  <a:pt x="0" y="2119"/>
                </a:lnTo>
                <a:lnTo>
                  <a:pt x="0" y="26792"/>
                </a:lnTo>
                <a:lnTo>
                  <a:pt x="93648" y="26792"/>
                </a:lnTo>
                <a:lnTo>
                  <a:pt x="91328" y="23793"/>
                </a:lnTo>
                <a:cubicBezTo>
                  <a:pt x="80693" y="10025"/>
                  <a:pt x="64629" y="2119"/>
                  <a:pt x="47273" y="2119"/>
                </a:cubicBezTo>
                <a:close/>
                <a:moveTo>
                  <a:pt x="95968" y="23793"/>
                </a:moveTo>
                <a:lnTo>
                  <a:pt x="93648" y="26792"/>
                </a:lnTo>
                <a:lnTo>
                  <a:pt x="187296" y="26792"/>
                </a:lnTo>
                <a:lnTo>
                  <a:pt x="187296" y="2119"/>
                </a:lnTo>
                <a:lnTo>
                  <a:pt x="140023" y="2119"/>
                </a:lnTo>
                <a:cubicBezTo>
                  <a:pt x="122657" y="2119"/>
                  <a:pt x="106603" y="10016"/>
                  <a:pt x="95958" y="23793"/>
                </a:cubicBezTo>
                <a:close/>
                <a:moveTo>
                  <a:pt x="514844" y="164677"/>
                </a:moveTo>
                <a:lnTo>
                  <a:pt x="540232" y="164677"/>
                </a:lnTo>
                <a:lnTo>
                  <a:pt x="540232" y="2119"/>
                </a:lnTo>
                <a:lnTo>
                  <a:pt x="514844" y="2119"/>
                </a:lnTo>
                <a:lnTo>
                  <a:pt x="514844" y="164677"/>
                </a:lnTo>
                <a:close/>
                <a:moveTo>
                  <a:pt x="495205" y="259554"/>
                </a:moveTo>
                <a:lnTo>
                  <a:pt x="502915" y="259554"/>
                </a:lnTo>
                <a:lnTo>
                  <a:pt x="502915" y="197523"/>
                </a:lnTo>
                <a:lnTo>
                  <a:pt x="495205" y="197523"/>
                </a:lnTo>
                <a:lnTo>
                  <a:pt x="495205" y="259554"/>
                </a:lnTo>
                <a:close/>
                <a:moveTo>
                  <a:pt x="544816" y="204613"/>
                </a:moveTo>
                <a:lnTo>
                  <a:pt x="564923" y="204613"/>
                </a:lnTo>
                <a:lnTo>
                  <a:pt x="564923" y="259554"/>
                </a:lnTo>
                <a:lnTo>
                  <a:pt x="572633" y="259554"/>
                </a:lnTo>
                <a:lnTo>
                  <a:pt x="572633" y="204613"/>
                </a:lnTo>
                <a:lnTo>
                  <a:pt x="592740" y="204613"/>
                </a:lnTo>
                <a:lnTo>
                  <a:pt x="592740" y="197523"/>
                </a:lnTo>
                <a:lnTo>
                  <a:pt x="544816" y="197523"/>
                </a:lnTo>
                <a:lnTo>
                  <a:pt x="544816" y="204613"/>
                </a:lnTo>
                <a:close/>
                <a:moveTo>
                  <a:pt x="287389" y="2119"/>
                </a:moveTo>
                <a:cubicBezTo>
                  <a:pt x="287389" y="2119"/>
                  <a:pt x="335680" y="117220"/>
                  <a:pt x="345234" y="140105"/>
                </a:cubicBezTo>
                <a:cubicBezTo>
                  <a:pt x="356374" y="166796"/>
                  <a:pt x="374464" y="166796"/>
                  <a:pt x="381413" y="166796"/>
                </a:cubicBezTo>
                <a:lnTo>
                  <a:pt x="382899" y="166796"/>
                </a:lnTo>
                <a:lnTo>
                  <a:pt x="316692" y="2119"/>
                </a:lnTo>
                <a:lnTo>
                  <a:pt x="287389" y="2119"/>
                </a:lnTo>
                <a:close/>
                <a:moveTo>
                  <a:pt x="443549" y="199871"/>
                </a:moveTo>
                <a:cubicBezTo>
                  <a:pt x="440413" y="198303"/>
                  <a:pt x="436819" y="197523"/>
                  <a:pt x="432739" y="197523"/>
                </a:cubicBezTo>
                <a:lnTo>
                  <a:pt x="408910" y="197523"/>
                </a:lnTo>
                <a:lnTo>
                  <a:pt x="408910" y="259554"/>
                </a:lnTo>
                <a:lnTo>
                  <a:pt x="416621" y="259554"/>
                </a:lnTo>
                <a:lnTo>
                  <a:pt x="416621" y="235716"/>
                </a:lnTo>
                <a:lnTo>
                  <a:pt x="432748" y="235716"/>
                </a:lnTo>
                <a:cubicBezTo>
                  <a:pt x="436819" y="235716"/>
                  <a:pt x="440413" y="234936"/>
                  <a:pt x="443512" y="233368"/>
                </a:cubicBezTo>
                <a:cubicBezTo>
                  <a:pt x="446611" y="231799"/>
                  <a:pt x="449013" y="229571"/>
                  <a:pt x="450728" y="226681"/>
                </a:cubicBezTo>
                <a:cubicBezTo>
                  <a:pt x="452442" y="223783"/>
                  <a:pt x="453295" y="220417"/>
                  <a:pt x="453295" y="216583"/>
                </a:cubicBezTo>
                <a:cubicBezTo>
                  <a:pt x="453295" y="212749"/>
                  <a:pt x="452452" y="209392"/>
                  <a:pt x="450774" y="206521"/>
                </a:cubicBezTo>
                <a:cubicBezTo>
                  <a:pt x="449087" y="203659"/>
                  <a:pt x="446685" y="201439"/>
                  <a:pt x="443558" y="199871"/>
                </a:cubicBezTo>
                <a:close/>
                <a:moveTo>
                  <a:pt x="441779" y="225351"/>
                </a:moveTo>
                <a:cubicBezTo>
                  <a:pt x="439359" y="227534"/>
                  <a:pt x="436113" y="228635"/>
                  <a:pt x="432033" y="228635"/>
                </a:cubicBezTo>
                <a:lnTo>
                  <a:pt x="416621" y="228635"/>
                </a:lnTo>
                <a:lnTo>
                  <a:pt x="416621" y="204622"/>
                </a:lnTo>
                <a:lnTo>
                  <a:pt x="432125" y="204622"/>
                </a:lnTo>
                <a:cubicBezTo>
                  <a:pt x="436196" y="204622"/>
                  <a:pt x="439432" y="205705"/>
                  <a:pt x="441825" y="207860"/>
                </a:cubicBezTo>
                <a:cubicBezTo>
                  <a:pt x="444218" y="210015"/>
                  <a:pt x="445410" y="212923"/>
                  <a:pt x="445410" y="216592"/>
                </a:cubicBezTo>
                <a:cubicBezTo>
                  <a:pt x="445410" y="220261"/>
                  <a:pt x="444200" y="223178"/>
                  <a:pt x="441779" y="225361"/>
                </a:cubicBezTo>
                <a:close/>
                <a:moveTo>
                  <a:pt x="382889" y="166805"/>
                </a:moveTo>
                <a:lnTo>
                  <a:pt x="384375" y="166805"/>
                </a:lnTo>
                <a:cubicBezTo>
                  <a:pt x="391334" y="166805"/>
                  <a:pt x="409423" y="166805"/>
                  <a:pt x="420554" y="140114"/>
                </a:cubicBezTo>
                <a:cubicBezTo>
                  <a:pt x="430099" y="117230"/>
                  <a:pt x="478399" y="2128"/>
                  <a:pt x="478399" y="2128"/>
                </a:cubicBezTo>
                <a:lnTo>
                  <a:pt x="449096" y="2128"/>
                </a:lnTo>
                <a:lnTo>
                  <a:pt x="382889" y="166814"/>
                </a:lnTo>
                <a:close/>
                <a:moveTo>
                  <a:pt x="644368" y="197523"/>
                </a:moveTo>
                <a:lnTo>
                  <a:pt x="620714" y="259554"/>
                </a:lnTo>
                <a:lnTo>
                  <a:pt x="628690" y="259554"/>
                </a:lnTo>
                <a:lnTo>
                  <a:pt x="635246" y="242806"/>
                </a:lnTo>
                <a:lnTo>
                  <a:pt x="662266" y="242806"/>
                </a:lnTo>
                <a:lnTo>
                  <a:pt x="668821" y="259554"/>
                </a:lnTo>
                <a:lnTo>
                  <a:pt x="677055" y="259554"/>
                </a:lnTo>
                <a:lnTo>
                  <a:pt x="653491" y="197523"/>
                </a:lnTo>
                <a:lnTo>
                  <a:pt x="644368" y="197523"/>
                </a:lnTo>
                <a:close/>
                <a:moveTo>
                  <a:pt x="637547" y="235808"/>
                </a:moveTo>
                <a:lnTo>
                  <a:pt x="648705" y="205943"/>
                </a:lnTo>
                <a:lnTo>
                  <a:pt x="659955" y="235808"/>
                </a:lnTo>
                <a:lnTo>
                  <a:pt x="637538" y="235808"/>
                </a:lnTo>
                <a:close/>
              </a:path>
            </a:pathLst>
          </a:custGeom>
          <a:solidFill>
            <a:srgbClr val="000000"/>
          </a:solidFill>
          <a:ln w="106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ABC6CD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181700E9-BA0F-75E5-F31E-4EC6B830D16D}"/>
              </a:ext>
            </a:extLst>
          </p:cNvPr>
          <p:cNvGrpSpPr/>
          <p:nvPr/>
        </p:nvGrpSpPr>
        <p:grpSpPr>
          <a:xfrm>
            <a:off x="681913" y="5142971"/>
            <a:ext cx="8846264" cy="1055249"/>
            <a:chOff x="681913" y="5142971"/>
            <a:chExt cx="8846264" cy="1055249"/>
          </a:xfrm>
        </p:grpSpPr>
        <p:grpSp>
          <p:nvGrpSpPr>
            <p:cNvPr id="632" name="Group 631">
              <a:extLst>
                <a:ext uri="{FF2B5EF4-FFF2-40B4-BE49-F238E27FC236}">
                  <a16:creationId xmlns:a16="http://schemas.microsoft.com/office/drawing/2014/main" id="{539BB0AE-8B0C-670C-6F9C-A0AD95831F1B}"/>
                </a:ext>
              </a:extLst>
            </p:cNvPr>
            <p:cNvGrpSpPr/>
            <p:nvPr/>
          </p:nvGrpSpPr>
          <p:grpSpPr>
            <a:xfrm>
              <a:off x="681913" y="5142971"/>
              <a:ext cx="2132923" cy="1055249"/>
              <a:chOff x="3185329" y="2142186"/>
              <a:chExt cx="2132923" cy="1055249"/>
            </a:xfrm>
          </p:grpSpPr>
          <p:sp>
            <p:nvSpPr>
              <p:cNvPr id="633" name="object 64">
                <a:extLst>
                  <a:ext uri="{FF2B5EF4-FFF2-40B4-BE49-F238E27FC236}">
                    <a16:creationId xmlns:a16="http://schemas.microsoft.com/office/drawing/2014/main" id="{046B5782-BD48-66DB-FDB2-DD61D92C3D87}"/>
                  </a:ext>
                </a:extLst>
              </p:cNvPr>
              <p:cNvSpPr txBox="1"/>
              <p:nvPr/>
            </p:nvSpPr>
            <p:spPr>
              <a:xfrm>
                <a:off x="5007743" y="2886926"/>
                <a:ext cx="310509" cy="310508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vert="horz" wrap="square" lIns="0" tIns="0" rIns="0" bIns="0" rtlCol="0" anchor="ctr" anchorCtr="0">
                <a:noAutofit/>
              </a:bodyPr>
              <a:lstStyle/>
              <a:p>
                <a:pPr marL="0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#</a:t>
                </a:r>
                <a:endParaRPr kumimoji="0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endParaRPr>
              </a:p>
            </p:txBody>
          </p:sp>
          <p:grpSp>
            <p:nvGrpSpPr>
              <p:cNvPr id="634" name="Group 633">
                <a:extLst>
                  <a:ext uri="{FF2B5EF4-FFF2-40B4-BE49-F238E27FC236}">
                    <a16:creationId xmlns:a16="http://schemas.microsoft.com/office/drawing/2014/main" id="{F304E227-E045-95E9-DFC7-7C72AA2CD1EA}"/>
                  </a:ext>
                </a:extLst>
              </p:cNvPr>
              <p:cNvGrpSpPr/>
              <p:nvPr/>
            </p:nvGrpSpPr>
            <p:grpSpPr>
              <a:xfrm>
                <a:off x="3185329" y="2142186"/>
                <a:ext cx="2132923" cy="1055249"/>
                <a:chOff x="4055390" y="329354"/>
                <a:chExt cx="2133223" cy="1055397"/>
              </a:xfrm>
            </p:grpSpPr>
            <p:sp>
              <p:nvSpPr>
                <p:cNvPr id="635" name="object 16">
                  <a:extLst>
                    <a:ext uri="{FF2B5EF4-FFF2-40B4-BE49-F238E27FC236}">
                      <a16:creationId xmlns:a16="http://schemas.microsoft.com/office/drawing/2014/main" id="{338CFFD8-0B13-896D-8647-81D67BEF52B5}"/>
                    </a:ext>
                  </a:extLst>
                </p:cNvPr>
                <p:cNvSpPr/>
                <p:nvPr/>
              </p:nvSpPr>
              <p:spPr>
                <a:xfrm>
                  <a:off x="4055390" y="329354"/>
                  <a:ext cx="2133223" cy="1055397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20000"/>
                      <a:lumOff val="80000"/>
                    </a:schemeClr>
                  </a:solidFill>
                </a:ln>
              </p:spPr>
              <p:txBody>
                <a:bodyPr wrap="square" lIns="0" tIns="0" rIns="0" bIns="0" rtlCol="0"/>
                <a:lstStyle/>
                <a:p>
                  <a:pPr marL="0" marR="0" lvl="0" indent="0" algn="l" defTabSz="55444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endParaRPr kumimoji="0" sz="1092" b="0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6" name="object 29">
                  <a:extLst>
                    <a:ext uri="{FF2B5EF4-FFF2-40B4-BE49-F238E27FC236}">
                      <a16:creationId xmlns:a16="http://schemas.microsoft.com/office/drawing/2014/main" id="{EF0B79E0-A337-3675-888F-40789360D3DF}"/>
                    </a:ext>
                  </a:extLst>
                </p:cNvPr>
                <p:cNvSpPr txBox="1"/>
                <p:nvPr/>
              </p:nvSpPr>
              <p:spPr>
                <a:xfrm>
                  <a:off x="4139667" y="851335"/>
                  <a:ext cx="1487441" cy="222862"/>
                </a:xfrm>
                <a:prstGeom prst="rect">
                  <a:avLst/>
                </a:prstGeom>
              </p:spPr>
              <p:txBody>
                <a:bodyPr vert="horz" wrap="square" lIns="0" tIns="7316" rIns="0" bIns="0" rtlCol="0">
                  <a:spAutoFit/>
                </a:bodyPr>
                <a:lstStyle/>
                <a:p>
                  <a:pPr marL="7701" marR="3081" lvl="0" indent="0" algn="l" defTabSz="554440" rtl="0" eaLnBrk="1" fontAlgn="auto" latinLnBrk="0" hangingPunct="1">
                    <a:lnSpc>
                      <a:spcPct val="100499"/>
                    </a:lnSpc>
                    <a:spcBef>
                      <a:spcPts val="58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pt-BR" sz="14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637881">
                          <a:lumMod val="75000"/>
                        </a:srgbClr>
                      </a:solidFill>
                      <a:effectLst/>
                      <a:uLnTx/>
                      <a:uFillTx/>
                      <a:latin typeface="Versos" panose="020B0503020204030204" pitchFamily="34" charset="0"/>
                      <a:cs typeface="Arial"/>
                      <a:sym typeface="Arial"/>
                    </a:rPr>
                    <a:t>Previdência</a:t>
                  </a:r>
                </a:p>
              </p:txBody>
            </p:sp>
            <p:sp>
              <p:nvSpPr>
                <p:cNvPr id="637" name="object 34">
                  <a:extLst>
                    <a:ext uri="{FF2B5EF4-FFF2-40B4-BE49-F238E27FC236}">
                      <a16:creationId xmlns:a16="http://schemas.microsoft.com/office/drawing/2014/main" id="{7943230B-1173-A291-F3EE-33A73C1AED97}"/>
                    </a:ext>
                  </a:extLst>
                </p:cNvPr>
                <p:cNvSpPr txBox="1"/>
                <p:nvPr/>
              </p:nvSpPr>
              <p:spPr>
                <a:xfrm>
                  <a:off x="4145820" y="329354"/>
                  <a:ext cx="864122" cy="235986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vert="horz" wrap="square" lIns="36000" tIns="36000" rIns="36000" bIns="36000" rtlCol="0">
                  <a:spAutoFit/>
                </a:bodyPr>
                <a:lstStyle/>
                <a:p>
                  <a:pPr marL="7701" marR="0" lvl="0" indent="0" algn="ctr" defTabSz="554440" rtl="0" eaLnBrk="1" fontAlgn="auto" latinLnBrk="0" hangingPunct="1">
                    <a:lnSpc>
                      <a:spcPct val="100000"/>
                    </a:lnSpc>
                    <a:spcBef>
                      <a:spcPts val="85"/>
                    </a:spcBef>
                    <a:spcAft>
                      <a:spcPts val="0"/>
                    </a:spcAft>
                    <a:buClrTx/>
                    <a:buSzTx/>
                    <a:buFont typeface="Arial"/>
                    <a:buNone/>
                    <a:tabLst/>
                    <a:defRPr/>
                  </a:pPr>
                  <a:r>
                    <a:rPr kumimoji="0" lang="pt-BR" sz="1061" b="1" i="0" u="none" strike="noStrike" kern="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cs typeface="Arial"/>
                      <a:sym typeface="Arial"/>
                    </a:rPr>
                    <a:t>Tributação</a:t>
                  </a:r>
                </a:p>
              </p:txBody>
            </p:sp>
          </p:grpSp>
        </p:grpSp>
        <p:grpSp>
          <p:nvGrpSpPr>
            <p:cNvPr id="715" name="Group 714">
              <a:extLst>
                <a:ext uri="{FF2B5EF4-FFF2-40B4-BE49-F238E27FC236}">
                  <a16:creationId xmlns:a16="http://schemas.microsoft.com/office/drawing/2014/main" id="{65C666E8-E2C6-3166-2097-9ED53123DB3C}"/>
                </a:ext>
              </a:extLst>
            </p:cNvPr>
            <p:cNvGrpSpPr/>
            <p:nvPr/>
          </p:nvGrpSpPr>
          <p:grpSpPr>
            <a:xfrm>
              <a:off x="2905251" y="5142971"/>
              <a:ext cx="2143838" cy="1055249"/>
              <a:chOff x="4055390" y="329354"/>
              <a:chExt cx="2144140" cy="1055397"/>
            </a:xfrm>
          </p:grpSpPr>
          <p:sp>
            <p:nvSpPr>
              <p:cNvPr id="716" name="object 16">
                <a:extLst>
                  <a:ext uri="{FF2B5EF4-FFF2-40B4-BE49-F238E27FC236}">
                    <a16:creationId xmlns:a16="http://schemas.microsoft.com/office/drawing/2014/main" id="{4056CE3C-A585-4F08-0E08-6515AC80CC2B}"/>
                  </a:ext>
                </a:extLst>
              </p:cNvPr>
              <p:cNvSpPr/>
              <p:nvPr/>
            </p:nvSpPr>
            <p:spPr>
              <a:xfrm>
                <a:off x="4055390" y="329354"/>
                <a:ext cx="2144140" cy="1055397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object 29">
                <a:extLst>
                  <a:ext uri="{FF2B5EF4-FFF2-40B4-BE49-F238E27FC236}">
                    <a16:creationId xmlns:a16="http://schemas.microsoft.com/office/drawing/2014/main" id="{469ACD8E-DA47-39A2-7F33-CA170553CB25}"/>
                  </a:ext>
                </a:extLst>
              </p:cNvPr>
              <p:cNvSpPr txBox="1"/>
              <p:nvPr/>
            </p:nvSpPr>
            <p:spPr>
              <a:xfrm>
                <a:off x="4147484" y="851335"/>
                <a:ext cx="1487441" cy="222862"/>
              </a:xfrm>
              <a:prstGeom prst="rect">
                <a:avLst/>
              </a:prstGeom>
            </p:spPr>
            <p:txBody>
              <a:bodyPr vert="horz" wrap="square" lIns="0" tIns="7316" rIns="0" bIns="0" rtlCol="0">
                <a:spAutoFit/>
              </a:bodyPr>
              <a:lstStyle/>
              <a:p>
                <a:pPr marL="7701" marR="3081" lvl="0" indent="0" algn="l" defTabSz="554440" rtl="0" eaLnBrk="1" fontAlgn="auto" latinLnBrk="0" hangingPunct="1">
                  <a:lnSpc>
                    <a:spcPct val="100499"/>
                  </a:lnSpc>
                  <a:spcBef>
                    <a:spcPts val="58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637881">
                        <a:lumMod val="7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CDI</a:t>
                </a:r>
              </a:p>
            </p:txBody>
          </p:sp>
          <p:sp>
            <p:nvSpPr>
              <p:cNvPr id="718" name="object 34">
                <a:extLst>
                  <a:ext uri="{FF2B5EF4-FFF2-40B4-BE49-F238E27FC236}">
                    <a16:creationId xmlns:a16="http://schemas.microsoft.com/office/drawing/2014/main" id="{62C5CCAB-53D0-24DE-FAE4-A13A659B3FA0}"/>
                  </a:ext>
                </a:extLst>
              </p:cNvPr>
              <p:cNvSpPr txBox="1"/>
              <p:nvPr/>
            </p:nvSpPr>
            <p:spPr>
              <a:xfrm>
                <a:off x="4145820" y="329354"/>
                <a:ext cx="977847" cy="2359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vert="horz" wrap="square" lIns="36000" tIns="36000" rIns="36000" bIns="36000" rtlCol="0">
                <a:spAutoFit/>
              </a:bodyPr>
              <a:lstStyle/>
              <a:p>
                <a:pPr marL="7701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06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Benchmark</a:t>
                </a:r>
              </a:p>
            </p:txBody>
          </p:sp>
        </p:grpSp>
        <p:grpSp>
          <p:nvGrpSpPr>
            <p:cNvPr id="719" name="Group 718">
              <a:extLst>
                <a:ext uri="{FF2B5EF4-FFF2-40B4-BE49-F238E27FC236}">
                  <a16:creationId xmlns:a16="http://schemas.microsoft.com/office/drawing/2014/main" id="{269B0D96-B557-1C03-437C-3F6070AD5724}"/>
                </a:ext>
              </a:extLst>
            </p:cNvPr>
            <p:cNvGrpSpPr/>
            <p:nvPr/>
          </p:nvGrpSpPr>
          <p:grpSpPr>
            <a:xfrm>
              <a:off x="5128403" y="5142971"/>
              <a:ext cx="2160829" cy="1055249"/>
              <a:chOff x="4055390" y="329354"/>
              <a:chExt cx="2161133" cy="1055397"/>
            </a:xfrm>
          </p:grpSpPr>
          <p:sp>
            <p:nvSpPr>
              <p:cNvPr id="720" name="object 16">
                <a:extLst>
                  <a:ext uri="{FF2B5EF4-FFF2-40B4-BE49-F238E27FC236}">
                    <a16:creationId xmlns:a16="http://schemas.microsoft.com/office/drawing/2014/main" id="{4AFA7105-ED06-DEAD-5CC6-81B8EE35BD5D}"/>
                  </a:ext>
                </a:extLst>
              </p:cNvPr>
              <p:cNvSpPr/>
              <p:nvPr/>
            </p:nvSpPr>
            <p:spPr>
              <a:xfrm>
                <a:off x="4055390" y="329354"/>
                <a:ext cx="2161133" cy="1055397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object 29">
                <a:extLst>
                  <a:ext uri="{FF2B5EF4-FFF2-40B4-BE49-F238E27FC236}">
                    <a16:creationId xmlns:a16="http://schemas.microsoft.com/office/drawing/2014/main" id="{B137B9C2-D2B3-6139-6251-E0B7F804563B}"/>
                  </a:ext>
                </a:extLst>
              </p:cNvPr>
              <p:cNvSpPr txBox="1"/>
              <p:nvPr/>
            </p:nvSpPr>
            <p:spPr>
              <a:xfrm>
                <a:off x="4145819" y="842183"/>
                <a:ext cx="1897858" cy="222862"/>
              </a:xfrm>
              <a:prstGeom prst="rect">
                <a:avLst/>
              </a:prstGeom>
            </p:spPr>
            <p:txBody>
              <a:bodyPr vert="horz" wrap="square" lIns="0" tIns="7316" rIns="0" bIns="0" rtlCol="0">
                <a:spAutoFit/>
              </a:bodyPr>
              <a:lstStyle/>
              <a:p>
                <a:pPr marL="7701" marR="3081" lvl="0" indent="0" algn="l" defTabSz="554440" rtl="0" eaLnBrk="1" fontAlgn="auto" latinLnBrk="0" hangingPunct="1">
                  <a:lnSpc>
                    <a:spcPct val="100499"/>
                  </a:lnSpc>
                  <a:spcBef>
                    <a:spcPts val="58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637881">
                        <a:lumMod val="7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0,65% a.a.</a:t>
                </a:r>
              </a:p>
            </p:txBody>
          </p:sp>
          <p:sp>
            <p:nvSpPr>
              <p:cNvPr id="722" name="object 34">
                <a:extLst>
                  <a:ext uri="{FF2B5EF4-FFF2-40B4-BE49-F238E27FC236}">
                    <a16:creationId xmlns:a16="http://schemas.microsoft.com/office/drawing/2014/main" id="{A096498A-2A29-CA0D-E8F6-C7661611430E}"/>
                  </a:ext>
                </a:extLst>
              </p:cNvPr>
              <p:cNvSpPr txBox="1"/>
              <p:nvPr/>
            </p:nvSpPr>
            <p:spPr>
              <a:xfrm>
                <a:off x="4145820" y="329354"/>
                <a:ext cx="1680394" cy="2359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vert="horz" wrap="square" lIns="36000" tIns="36000" rIns="36000" bIns="36000" rtlCol="0">
                <a:spAutoFit/>
              </a:bodyPr>
              <a:lstStyle/>
              <a:p>
                <a:pPr marL="7701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06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Taxa de administração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17559F6-9297-6F40-231F-121D4F22419E}"/>
                </a:ext>
              </a:extLst>
            </p:cNvPr>
            <p:cNvGrpSpPr/>
            <p:nvPr/>
          </p:nvGrpSpPr>
          <p:grpSpPr>
            <a:xfrm>
              <a:off x="7367348" y="5142971"/>
              <a:ext cx="2160829" cy="1055249"/>
              <a:chOff x="4055390" y="329354"/>
              <a:chExt cx="2161134" cy="1055397"/>
            </a:xfrm>
          </p:grpSpPr>
          <p:sp>
            <p:nvSpPr>
              <p:cNvPr id="8" name="object 16">
                <a:extLst>
                  <a:ext uri="{FF2B5EF4-FFF2-40B4-BE49-F238E27FC236}">
                    <a16:creationId xmlns:a16="http://schemas.microsoft.com/office/drawing/2014/main" id="{E44B7804-0C93-8163-26D2-E90FDC18D3E0}"/>
                  </a:ext>
                </a:extLst>
              </p:cNvPr>
              <p:cNvSpPr/>
              <p:nvPr/>
            </p:nvSpPr>
            <p:spPr>
              <a:xfrm>
                <a:off x="4055390" y="329354"/>
                <a:ext cx="2161134" cy="1055397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9" name="object 29">
                <a:extLst>
                  <a:ext uri="{FF2B5EF4-FFF2-40B4-BE49-F238E27FC236}">
                    <a16:creationId xmlns:a16="http://schemas.microsoft.com/office/drawing/2014/main" id="{9C710164-B83C-1F92-4745-F0CEF4DCB9C3}"/>
                  </a:ext>
                </a:extLst>
              </p:cNvPr>
              <p:cNvSpPr txBox="1"/>
              <p:nvPr/>
            </p:nvSpPr>
            <p:spPr>
              <a:xfrm>
                <a:off x="4145819" y="842184"/>
                <a:ext cx="1723819" cy="222862"/>
              </a:xfrm>
              <a:prstGeom prst="rect">
                <a:avLst/>
              </a:prstGeom>
            </p:spPr>
            <p:txBody>
              <a:bodyPr vert="horz" wrap="square" lIns="0" tIns="7316" rIns="0" bIns="0" rtlCol="0">
                <a:spAutoFit/>
              </a:bodyPr>
              <a:lstStyle/>
              <a:p>
                <a:pPr marL="7701" marR="3081" lvl="0" indent="0" algn="l" defTabSz="554440" rtl="0" eaLnBrk="1" fontAlgn="auto" latinLnBrk="0" hangingPunct="1">
                  <a:lnSpc>
                    <a:spcPct val="100499"/>
                  </a:lnSpc>
                  <a:spcBef>
                    <a:spcPts val="58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637881">
                        <a:lumMod val="7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15% exceder CDI</a:t>
                </a:r>
              </a:p>
            </p:txBody>
          </p:sp>
          <p:sp>
            <p:nvSpPr>
              <p:cNvPr id="10" name="object 34">
                <a:extLst>
                  <a:ext uri="{FF2B5EF4-FFF2-40B4-BE49-F238E27FC236}">
                    <a16:creationId xmlns:a16="http://schemas.microsoft.com/office/drawing/2014/main" id="{F211CAEE-690B-309D-6D9A-7606B92BA9ED}"/>
                  </a:ext>
                </a:extLst>
              </p:cNvPr>
              <p:cNvSpPr txBox="1"/>
              <p:nvPr/>
            </p:nvSpPr>
            <p:spPr>
              <a:xfrm>
                <a:off x="4145819" y="329354"/>
                <a:ext cx="1512213" cy="2359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vert="horz" wrap="square" lIns="36000" tIns="36000" rIns="36000" bIns="36000" rtlCol="0">
                <a:spAutoFit/>
              </a:bodyPr>
              <a:lstStyle/>
              <a:p>
                <a:pPr marL="7701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06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Taxa de performance</a:t>
                </a:r>
              </a:p>
            </p:txBody>
          </p:sp>
        </p:grpSp>
      </p:grpSp>
      <p:grpSp>
        <p:nvGrpSpPr>
          <p:cNvPr id="527" name="Group 526">
            <a:extLst>
              <a:ext uri="{FF2B5EF4-FFF2-40B4-BE49-F238E27FC236}">
                <a16:creationId xmlns:a16="http://schemas.microsoft.com/office/drawing/2014/main" id="{A75634CF-3F35-5C41-332D-131E0252A2B9}"/>
              </a:ext>
            </a:extLst>
          </p:cNvPr>
          <p:cNvGrpSpPr/>
          <p:nvPr/>
        </p:nvGrpSpPr>
        <p:grpSpPr>
          <a:xfrm>
            <a:off x="681914" y="2651919"/>
            <a:ext cx="10810511" cy="1057272"/>
            <a:chOff x="681914" y="2682288"/>
            <a:chExt cx="10810511" cy="105727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59D17C7-2A27-A727-61BA-F5EE16BB70E8}"/>
                </a:ext>
              </a:extLst>
            </p:cNvPr>
            <p:cNvGrpSpPr/>
            <p:nvPr/>
          </p:nvGrpSpPr>
          <p:grpSpPr>
            <a:xfrm>
              <a:off x="681914" y="2684311"/>
              <a:ext cx="2132923" cy="1055249"/>
              <a:chOff x="916354" y="2256647"/>
              <a:chExt cx="2132923" cy="1055249"/>
            </a:xfrm>
          </p:grpSpPr>
          <p:sp>
            <p:nvSpPr>
              <p:cNvPr id="610" name="object 64">
                <a:extLst>
                  <a:ext uri="{FF2B5EF4-FFF2-40B4-BE49-F238E27FC236}">
                    <a16:creationId xmlns:a16="http://schemas.microsoft.com/office/drawing/2014/main" id="{5588D030-3762-C4E2-2450-654962D6A4FE}"/>
                  </a:ext>
                </a:extLst>
              </p:cNvPr>
              <p:cNvSpPr txBox="1"/>
              <p:nvPr/>
            </p:nvSpPr>
            <p:spPr>
              <a:xfrm>
                <a:off x="2738768" y="3001387"/>
                <a:ext cx="310509" cy="310508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vert="horz" wrap="square" lIns="0" tIns="0" rIns="0" bIns="0" rtlCol="0" anchor="ctr" anchorCtr="0">
                <a:noAutofit/>
              </a:bodyPr>
              <a:lstStyle/>
              <a:p>
                <a:pPr marL="0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$</a:t>
                </a:r>
                <a:endParaRPr kumimoji="0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endParaRPr>
              </a:p>
            </p:txBody>
          </p:sp>
          <p:sp>
            <p:nvSpPr>
              <p:cNvPr id="616" name="object 16">
                <a:extLst>
                  <a:ext uri="{FF2B5EF4-FFF2-40B4-BE49-F238E27FC236}">
                    <a16:creationId xmlns:a16="http://schemas.microsoft.com/office/drawing/2014/main" id="{3BF405EC-FEB8-5E82-BF68-56B2E8F991E9}"/>
                  </a:ext>
                </a:extLst>
              </p:cNvPr>
              <p:cNvSpPr/>
              <p:nvPr/>
            </p:nvSpPr>
            <p:spPr>
              <a:xfrm>
                <a:off x="916354" y="2256647"/>
                <a:ext cx="2132923" cy="1055249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object 29">
                <a:extLst>
                  <a:ext uri="{FF2B5EF4-FFF2-40B4-BE49-F238E27FC236}">
                    <a16:creationId xmlns:a16="http://schemas.microsoft.com/office/drawing/2014/main" id="{DBB4C493-BF93-06B5-BA3E-71BCE7E9C8AC}"/>
                  </a:ext>
                </a:extLst>
              </p:cNvPr>
              <p:cNvSpPr txBox="1"/>
              <p:nvPr/>
            </p:nvSpPr>
            <p:spPr>
              <a:xfrm>
                <a:off x="1019154" y="2563112"/>
                <a:ext cx="1487232" cy="438274"/>
              </a:xfrm>
              <a:prstGeom prst="rect">
                <a:avLst/>
              </a:prstGeom>
            </p:spPr>
            <p:txBody>
              <a:bodyPr vert="horz" wrap="square" lIns="0" tIns="7316" rIns="0" bIns="0" rtlCol="0">
                <a:spAutoFit/>
              </a:bodyPr>
              <a:lstStyle/>
              <a:p>
                <a:pPr marL="7701" marR="3081" lvl="0" indent="0" algn="l" defTabSz="554440" rtl="0" eaLnBrk="1" fontAlgn="auto" latinLnBrk="0" hangingPunct="1">
                  <a:lnSpc>
                    <a:spcPct val="100499"/>
                  </a:lnSpc>
                  <a:spcBef>
                    <a:spcPts val="58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637881">
                        <a:lumMod val="7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Aberto, resgate </a:t>
                </a:r>
                <a:b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637881">
                        <a:lumMod val="7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</a:b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637881">
                        <a:lumMod val="7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em </a:t>
                </a: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637881">
                        <a:lumMod val="7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D+1 (úteis)</a:t>
                </a:r>
              </a:p>
            </p:txBody>
          </p:sp>
          <p:sp>
            <p:nvSpPr>
              <p:cNvPr id="618" name="object 34">
                <a:extLst>
                  <a:ext uri="{FF2B5EF4-FFF2-40B4-BE49-F238E27FC236}">
                    <a16:creationId xmlns:a16="http://schemas.microsoft.com/office/drawing/2014/main" id="{38B7198A-C3C2-CB82-226B-F06703D7A582}"/>
                  </a:ext>
                </a:extLst>
              </p:cNvPr>
              <p:cNvSpPr txBox="1"/>
              <p:nvPr/>
            </p:nvSpPr>
            <p:spPr>
              <a:xfrm>
                <a:off x="1006771" y="2256647"/>
                <a:ext cx="1620000" cy="23595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vert="horz" wrap="square" lIns="36000" tIns="36000" rIns="36000" bIns="36000" rtlCol="0">
                <a:spAutoFit/>
              </a:bodyPr>
              <a:lstStyle/>
              <a:p>
                <a:pPr marL="7701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06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Liquidação do resgate</a:t>
                </a:r>
              </a:p>
            </p:txBody>
          </p:sp>
        </p:grpSp>
        <p:grpSp>
          <p:nvGrpSpPr>
            <p:cNvPr id="639" name="Group 638">
              <a:extLst>
                <a:ext uri="{FF2B5EF4-FFF2-40B4-BE49-F238E27FC236}">
                  <a16:creationId xmlns:a16="http://schemas.microsoft.com/office/drawing/2014/main" id="{54B51D9A-B4DF-A11E-F7A5-7DAEE9700FCB}"/>
                </a:ext>
              </a:extLst>
            </p:cNvPr>
            <p:cNvGrpSpPr/>
            <p:nvPr/>
          </p:nvGrpSpPr>
          <p:grpSpPr>
            <a:xfrm>
              <a:off x="2899631" y="2682288"/>
              <a:ext cx="4328370" cy="1055249"/>
              <a:chOff x="4055391" y="329354"/>
              <a:chExt cx="4328977" cy="1055397"/>
            </a:xfrm>
          </p:grpSpPr>
          <p:sp>
            <p:nvSpPr>
              <p:cNvPr id="640" name="object 16">
                <a:extLst>
                  <a:ext uri="{FF2B5EF4-FFF2-40B4-BE49-F238E27FC236}">
                    <a16:creationId xmlns:a16="http://schemas.microsoft.com/office/drawing/2014/main" id="{F96D5610-5A69-D666-8A2C-93C3DC127144}"/>
                  </a:ext>
                </a:extLst>
              </p:cNvPr>
              <p:cNvSpPr/>
              <p:nvPr/>
            </p:nvSpPr>
            <p:spPr>
              <a:xfrm>
                <a:off x="4055391" y="329354"/>
                <a:ext cx="4328977" cy="1055397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object 29">
                <a:extLst>
                  <a:ext uri="{FF2B5EF4-FFF2-40B4-BE49-F238E27FC236}">
                    <a16:creationId xmlns:a16="http://schemas.microsoft.com/office/drawing/2014/main" id="{E5B517F4-8C2C-CEA6-FE8E-3C4B3C8FB15C}"/>
                  </a:ext>
                </a:extLst>
              </p:cNvPr>
              <p:cNvSpPr txBox="1"/>
              <p:nvPr/>
            </p:nvSpPr>
            <p:spPr>
              <a:xfrm>
                <a:off x="4139667" y="701089"/>
                <a:ext cx="4052889" cy="376772"/>
              </a:xfrm>
              <a:prstGeom prst="rect">
                <a:avLst/>
              </a:prstGeom>
            </p:spPr>
            <p:txBody>
              <a:bodyPr vert="horz" wrap="square" lIns="0" tIns="7316" rIns="0" bIns="0" rtlCol="0">
                <a:spAutoFit/>
              </a:bodyPr>
              <a:lstStyle/>
              <a:p>
                <a:pPr marL="7701" marR="3081" lvl="0" indent="0" algn="l" defTabSz="554440" rtl="0" eaLnBrk="1" fontAlgn="auto" latinLnBrk="0" hangingPunct="1">
                  <a:lnSpc>
                    <a:spcPct val="100499"/>
                  </a:lnSpc>
                  <a:spcBef>
                    <a:spcPts val="58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637881">
                        <a:lumMod val="7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R$ 1,0 – 3,0 bi</a:t>
                </a:r>
              </a:p>
            </p:txBody>
          </p:sp>
          <p:sp>
            <p:nvSpPr>
              <p:cNvPr id="642" name="object 34">
                <a:extLst>
                  <a:ext uri="{FF2B5EF4-FFF2-40B4-BE49-F238E27FC236}">
                    <a16:creationId xmlns:a16="http://schemas.microsoft.com/office/drawing/2014/main" id="{56C22016-0660-CCB1-18BE-A678EC6E769A}"/>
                  </a:ext>
                </a:extLst>
              </p:cNvPr>
              <p:cNvSpPr txBox="1"/>
              <p:nvPr/>
            </p:nvSpPr>
            <p:spPr>
              <a:xfrm>
                <a:off x="4145821" y="329354"/>
                <a:ext cx="1440202" cy="2359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vert="horz" wrap="square" lIns="36000" tIns="36000" rIns="36000" bIns="36000" rtlCol="0">
                <a:spAutoFit/>
              </a:bodyPr>
              <a:lstStyle/>
              <a:p>
                <a:pPr marL="7701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06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Capacity Inicial</a:t>
                </a:r>
                <a:endParaRPr kumimoji="0" sz="1061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AFA3381-BEB2-8430-C505-54B0D85805E6}"/>
                </a:ext>
              </a:extLst>
            </p:cNvPr>
            <p:cNvGrpSpPr/>
            <p:nvPr/>
          </p:nvGrpSpPr>
          <p:grpSpPr>
            <a:xfrm>
              <a:off x="7373501" y="2684310"/>
              <a:ext cx="4118924" cy="1055249"/>
              <a:chOff x="4055391" y="329354"/>
              <a:chExt cx="4119501" cy="1055397"/>
            </a:xfrm>
          </p:grpSpPr>
          <p:sp>
            <p:nvSpPr>
              <p:cNvPr id="25" name="object 16">
                <a:extLst>
                  <a:ext uri="{FF2B5EF4-FFF2-40B4-BE49-F238E27FC236}">
                    <a16:creationId xmlns:a16="http://schemas.microsoft.com/office/drawing/2014/main" id="{F1367231-10F4-26E9-572C-B2407F30196B}"/>
                  </a:ext>
                </a:extLst>
              </p:cNvPr>
              <p:cNvSpPr/>
              <p:nvPr/>
            </p:nvSpPr>
            <p:spPr>
              <a:xfrm>
                <a:off x="4055391" y="329354"/>
                <a:ext cx="4119501" cy="1055397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27" name="object 34">
                <a:extLst>
                  <a:ext uri="{FF2B5EF4-FFF2-40B4-BE49-F238E27FC236}">
                    <a16:creationId xmlns:a16="http://schemas.microsoft.com/office/drawing/2014/main" id="{F78FD008-0146-2F4F-FFEB-ABA449023D62}"/>
                  </a:ext>
                </a:extLst>
              </p:cNvPr>
              <p:cNvSpPr txBox="1"/>
              <p:nvPr/>
            </p:nvSpPr>
            <p:spPr>
              <a:xfrm>
                <a:off x="4145821" y="329354"/>
                <a:ext cx="1908267" cy="2359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vert="horz" wrap="square" lIns="36000" tIns="36000" rIns="36000" bIns="36000" rtlCol="0">
                <a:spAutoFit/>
              </a:bodyPr>
              <a:lstStyle/>
              <a:p>
                <a:pPr marL="7701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06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Estratégia de investimento</a:t>
                </a:r>
                <a:endParaRPr kumimoji="0" sz="1061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72B9002D-77B7-5AEF-9BA9-87D38C890FDB}"/>
              </a:ext>
            </a:extLst>
          </p:cNvPr>
          <p:cNvGrpSpPr/>
          <p:nvPr/>
        </p:nvGrpSpPr>
        <p:grpSpPr>
          <a:xfrm>
            <a:off x="677724" y="802485"/>
            <a:ext cx="10832363" cy="1664982"/>
            <a:chOff x="677724" y="850644"/>
            <a:chExt cx="10832363" cy="1664982"/>
          </a:xfrm>
        </p:grpSpPr>
        <p:grpSp>
          <p:nvGrpSpPr>
            <p:cNvPr id="600" name="Group 599">
              <a:extLst>
                <a:ext uri="{FF2B5EF4-FFF2-40B4-BE49-F238E27FC236}">
                  <a16:creationId xmlns:a16="http://schemas.microsoft.com/office/drawing/2014/main" id="{14A761FA-6EA6-D144-9DC4-604D7F753A7C}"/>
                </a:ext>
              </a:extLst>
            </p:cNvPr>
            <p:cNvGrpSpPr/>
            <p:nvPr/>
          </p:nvGrpSpPr>
          <p:grpSpPr>
            <a:xfrm>
              <a:off x="5128402" y="1460376"/>
              <a:ext cx="6381685" cy="1055250"/>
              <a:chOff x="4055390" y="329354"/>
              <a:chExt cx="6382581" cy="1055397"/>
            </a:xfrm>
          </p:grpSpPr>
          <p:sp>
            <p:nvSpPr>
              <p:cNvPr id="601" name="object 16">
                <a:extLst>
                  <a:ext uri="{FF2B5EF4-FFF2-40B4-BE49-F238E27FC236}">
                    <a16:creationId xmlns:a16="http://schemas.microsoft.com/office/drawing/2014/main" id="{1409F455-2C80-6FC4-460D-0CCEE2CD2F40}"/>
                  </a:ext>
                </a:extLst>
              </p:cNvPr>
              <p:cNvSpPr/>
              <p:nvPr/>
            </p:nvSpPr>
            <p:spPr>
              <a:xfrm>
                <a:off x="4055390" y="329354"/>
                <a:ext cx="6382581" cy="1055397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object 34">
                <a:extLst>
                  <a:ext uri="{FF2B5EF4-FFF2-40B4-BE49-F238E27FC236}">
                    <a16:creationId xmlns:a16="http://schemas.microsoft.com/office/drawing/2014/main" id="{CB95682D-E6B7-9497-CC4F-82AC8D025E30}"/>
                  </a:ext>
                </a:extLst>
              </p:cNvPr>
              <p:cNvSpPr txBox="1"/>
              <p:nvPr/>
            </p:nvSpPr>
            <p:spPr>
              <a:xfrm>
                <a:off x="4145821" y="329354"/>
                <a:ext cx="1512212" cy="2359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vert="horz" wrap="square" lIns="36000" tIns="36000" rIns="36000" bIns="36000" rtlCol="0">
                <a:spAutoFit/>
              </a:bodyPr>
              <a:lstStyle/>
              <a:p>
                <a:pPr marL="7701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06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Objetivo de retorno</a:t>
                </a:r>
                <a:endParaRPr kumimoji="0" sz="1061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AD0FF1D-369C-F628-271F-0BA546BFD84A}"/>
                </a:ext>
              </a:extLst>
            </p:cNvPr>
            <p:cNvGrpSpPr/>
            <p:nvPr/>
          </p:nvGrpSpPr>
          <p:grpSpPr>
            <a:xfrm>
              <a:off x="677724" y="850644"/>
              <a:ext cx="8520039" cy="1664981"/>
              <a:chOff x="912165" y="1646915"/>
              <a:chExt cx="8520039" cy="1664981"/>
            </a:xfrm>
          </p:grpSpPr>
          <p:sp>
            <p:nvSpPr>
              <p:cNvPr id="38" name="object 16">
                <a:extLst>
                  <a:ext uri="{FF2B5EF4-FFF2-40B4-BE49-F238E27FC236}">
                    <a16:creationId xmlns:a16="http://schemas.microsoft.com/office/drawing/2014/main" id="{42DA6561-29C7-8C27-C20F-146D44E20681}"/>
                  </a:ext>
                </a:extLst>
              </p:cNvPr>
              <p:cNvSpPr/>
              <p:nvPr/>
            </p:nvSpPr>
            <p:spPr>
              <a:xfrm>
                <a:off x="916354" y="2256647"/>
                <a:ext cx="2132923" cy="1055249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" name="object 29">
                <a:extLst>
                  <a:ext uri="{FF2B5EF4-FFF2-40B4-BE49-F238E27FC236}">
                    <a16:creationId xmlns:a16="http://schemas.microsoft.com/office/drawing/2014/main" id="{C0AA1869-3C93-B7EC-A99E-52D34DBDEFE5}"/>
                  </a:ext>
                </a:extLst>
              </p:cNvPr>
              <p:cNvSpPr txBox="1"/>
              <p:nvPr/>
            </p:nvSpPr>
            <p:spPr>
              <a:xfrm>
                <a:off x="1000619" y="2654484"/>
                <a:ext cx="1946564" cy="222831"/>
              </a:xfrm>
              <a:prstGeom prst="rect">
                <a:avLst/>
              </a:prstGeom>
            </p:spPr>
            <p:txBody>
              <a:bodyPr vert="horz" wrap="square" lIns="0" tIns="7316" rIns="0" bIns="0" rtlCol="0">
                <a:spAutoFit/>
              </a:bodyPr>
              <a:lstStyle/>
              <a:p>
                <a:pPr marL="7701" marR="3081" lvl="0" indent="0" algn="l" defTabSz="554440" rtl="0" eaLnBrk="1" fontAlgn="auto" latinLnBrk="0" hangingPunct="1">
                  <a:lnSpc>
                    <a:spcPct val="100499"/>
                  </a:lnSpc>
                  <a:spcBef>
                    <a:spcPts val="58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637881">
                        <a:lumMod val="7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Tivio Capital</a:t>
                </a:r>
              </a:p>
            </p:txBody>
          </p:sp>
          <p:sp>
            <p:nvSpPr>
              <p:cNvPr id="40" name="object 34">
                <a:extLst>
                  <a:ext uri="{FF2B5EF4-FFF2-40B4-BE49-F238E27FC236}">
                    <a16:creationId xmlns:a16="http://schemas.microsoft.com/office/drawing/2014/main" id="{B7828514-E4B9-8529-9790-D7C37C9D14AC}"/>
                  </a:ext>
                </a:extLst>
              </p:cNvPr>
              <p:cNvSpPr txBox="1"/>
              <p:nvPr/>
            </p:nvSpPr>
            <p:spPr>
              <a:xfrm>
                <a:off x="1006771" y="2256647"/>
                <a:ext cx="589913" cy="23595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vert="horz" wrap="square" lIns="36000" tIns="36000" rIns="36000" bIns="36000" rtlCol="0">
                <a:spAutoFit/>
              </a:bodyPr>
              <a:lstStyle/>
              <a:p>
                <a:pPr marL="7701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06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Gestor</a:t>
                </a:r>
              </a:p>
            </p:txBody>
          </p:sp>
          <p:sp>
            <p:nvSpPr>
              <p:cNvPr id="531" name="object 29">
                <a:extLst>
                  <a:ext uri="{FF2B5EF4-FFF2-40B4-BE49-F238E27FC236}">
                    <a16:creationId xmlns:a16="http://schemas.microsoft.com/office/drawing/2014/main" id="{EEBEAFCA-F2E6-7255-29E3-E3A7252ED17D}"/>
                  </a:ext>
                </a:extLst>
              </p:cNvPr>
              <p:cNvSpPr txBox="1"/>
              <p:nvPr/>
            </p:nvSpPr>
            <p:spPr>
              <a:xfrm>
                <a:off x="912165" y="1646915"/>
                <a:ext cx="8520039" cy="438275"/>
              </a:xfrm>
              <a:prstGeom prst="rect">
                <a:avLst/>
              </a:prstGeom>
            </p:spPr>
            <p:txBody>
              <a:bodyPr vert="horz" wrap="square" lIns="0" tIns="7316" rIns="0" bIns="0" rtlCol="0">
                <a:spAutoFit/>
              </a:bodyPr>
              <a:lstStyle/>
              <a:p>
                <a:pPr marL="7701" marR="3081" lvl="0" indent="0" algn="l" defTabSz="554440" rtl="0" eaLnBrk="1" fontAlgn="auto" latinLnBrk="0" hangingPunct="1">
                  <a:lnSpc>
                    <a:spcPct val="100499"/>
                  </a:lnSpc>
                  <a:spcBef>
                    <a:spcPts val="58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637881">
                        <a:lumMod val="7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Tivio ZENIT BVP Renda Fixa</a:t>
                </a: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0A4B9B8-5E90-EF48-DA13-0841E50510C0}"/>
                </a:ext>
              </a:extLst>
            </p:cNvPr>
            <p:cNvGrpSpPr/>
            <p:nvPr/>
          </p:nvGrpSpPr>
          <p:grpSpPr>
            <a:xfrm>
              <a:off x="2906915" y="1460376"/>
              <a:ext cx="2132923" cy="1055249"/>
              <a:chOff x="916354" y="2256647"/>
              <a:chExt cx="2132923" cy="1055249"/>
            </a:xfrm>
          </p:grpSpPr>
          <p:sp>
            <p:nvSpPr>
              <p:cNvPr id="60" name="object 16">
                <a:extLst>
                  <a:ext uri="{FF2B5EF4-FFF2-40B4-BE49-F238E27FC236}">
                    <a16:creationId xmlns:a16="http://schemas.microsoft.com/office/drawing/2014/main" id="{318D72D9-6831-34AA-C4A3-ED4CB60933AC}"/>
                  </a:ext>
                </a:extLst>
              </p:cNvPr>
              <p:cNvSpPr/>
              <p:nvPr/>
            </p:nvSpPr>
            <p:spPr>
              <a:xfrm>
                <a:off x="916354" y="2256647"/>
                <a:ext cx="2132923" cy="1055249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" name="object 29">
                <a:extLst>
                  <a:ext uri="{FF2B5EF4-FFF2-40B4-BE49-F238E27FC236}">
                    <a16:creationId xmlns:a16="http://schemas.microsoft.com/office/drawing/2014/main" id="{17077C11-0097-28F1-47D9-C861261AED65}"/>
                  </a:ext>
                </a:extLst>
              </p:cNvPr>
              <p:cNvSpPr txBox="1"/>
              <p:nvPr/>
            </p:nvSpPr>
            <p:spPr>
              <a:xfrm>
                <a:off x="1000619" y="2869928"/>
                <a:ext cx="1946564" cy="222831"/>
              </a:xfrm>
              <a:prstGeom prst="rect">
                <a:avLst/>
              </a:prstGeom>
            </p:spPr>
            <p:txBody>
              <a:bodyPr vert="horz" wrap="square" lIns="0" tIns="7316" rIns="0" bIns="0" rtlCol="0">
                <a:spAutoFit/>
              </a:bodyPr>
              <a:lstStyle/>
              <a:p>
                <a:pPr marL="7701" marR="3081" lvl="0" indent="0" algn="l" defTabSz="554440" rtl="0" eaLnBrk="1" fontAlgn="auto" latinLnBrk="0" hangingPunct="1">
                  <a:lnSpc>
                    <a:spcPct val="100499"/>
                  </a:lnSpc>
                  <a:spcBef>
                    <a:spcPts val="58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637881">
                      <a:lumMod val="75000"/>
                    </a:srgbClr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endParaRPr>
              </a:p>
            </p:txBody>
          </p:sp>
          <p:sp>
            <p:nvSpPr>
              <p:cNvPr id="62" name="object 34">
                <a:extLst>
                  <a:ext uri="{FF2B5EF4-FFF2-40B4-BE49-F238E27FC236}">
                    <a16:creationId xmlns:a16="http://schemas.microsoft.com/office/drawing/2014/main" id="{2CCB69AA-577E-9499-0EBD-92501760724F}"/>
                  </a:ext>
                </a:extLst>
              </p:cNvPr>
              <p:cNvSpPr txBox="1"/>
              <p:nvPr/>
            </p:nvSpPr>
            <p:spPr>
              <a:xfrm>
                <a:off x="1006771" y="2256647"/>
                <a:ext cx="1307968" cy="23595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vert="horz" wrap="square" lIns="36000" tIns="36000" rIns="36000" bIns="36000" rtlCol="0">
                <a:spAutoFit/>
              </a:bodyPr>
              <a:lstStyle/>
              <a:p>
                <a:pPr marL="7701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06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Publico alvo</a:t>
                </a:r>
              </a:p>
            </p:txBody>
          </p:sp>
        </p:grpSp>
      </p:grp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EB95FBC5-04E3-7F2F-68C1-C0BE4B8EFFE3}"/>
              </a:ext>
            </a:extLst>
          </p:cNvPr>
          <p:cNvGrpSpPr/>
          <p:nvPr/>
        </p:nvGrpSpPr>
        <p:grpSpPr>
          <a:xfrm>
            <a:off x="681913" y="3893644"/>
            <a:ext cx="8840786" cy="1064874"/>
            <a:chOff x="681913" y="3902178"/>
            <a:chExt cx="8840786" cy="106487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C9CF634-E27A-18AF-326D-F0CE5415BD2E}"/>
                </a:ext>
              </a:extLst>
            </p:cNvPr>
            <p:cNvGrpSpPr/>
            <p:nvPr/>
          </p:nvGrpSpPr>
          <p:grpSpPr>
            <a:xfrm>
              <a:off x="681913" y="3911803"/>
              <a:ext cx="2132923" cy="1055249"/>
              <a:chOff x="916354" y="2256647"/>
              <a:chExt cx="2132923" cy="1055249"/>
            </a:xfrm>
          </p:grpSpPr>
          <p:sp>
            <p:nvSpPr>
              <p:cNvPr id="15" name="object 64">
                <a:extLst>
                  <a:ext uri="{FF2B5EF4-FFF2-40B4-BE49-F238E27FC236}">
                    <a16:creationId xmlns:a16="http://schemas.microsoft.com/office/drawing/2014/main" id="{8A7E6EE1-42C7-E8AD-C9C2-12A2560B6284}"/>
                  </a:ext>
                </a:extLst>
              </p:cNvPr>
              <p:cNvSpPr txBox="1"/>
              <p:nvPr/>
            </p:nvSpPr>
            <p:spPr>
              <a:xfrm>
                <a:off x="2738768" y="3001387"/>
                <a:ext cx="310509" cy="310508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vert="horz" wrap="square" lIns="0" tIns="0" rIns="0" bIns="0" rtlCol="0" anchor="ctr" anchorCtr="0">
                <a:noAutofit/>
              </a:bodyPr>
              <a:lstStyle/>
              <a:p>
                <a:pPr marL="0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$</a:t>
                </a:r>
                <a:endParaRPr kumimoji="0" sz="14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endParaRPr>
              </a:p>
            </p:txBody>
          </p:sp>
          <p:sp>
            <p:nvSpPr>
              <p:cNvPr id="17" name="object 16">
                <a:extLst>
                  <a:ext uri="{FF2B5EF4-FFF2-40B4-BE49-F238E27FC236}">
                    <a16:creationId xmlns:a16="http://schemas.microsoft.com/office/drawing/2014/main" id="{43647CF9-A04E-0D57-ADB0-63B2237303F8}"/>
                  </a:ext>
                </a:extLst>
              </p:cNvPr>
              <p:cNvSpPr/>
              <p:nvPr/>
            </p:nvSpPr>
            <p:spPr>
              <a:xfrm>
                <a:off x="916354" y="2256647"/>
                <a:ext cx="2132923" cy="1055249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19" name="object 29">
                <a:extLst>
                  <a:ext uri="{FF2B5EF4-FFF2-40B4-BE49-F238E27FC236}">
                    <a16:creationId xmlns:a16="http://schemas.microsoft.com/office/drawing/2014/main" id="{1F730A03-EFAB-132D-E777-51DEF4C1C29B}"/>
                  </a:ext>
                </a:extLst>
              </p:cNvPr>
              <p:cNvSpPr txBox="1"/>
              <p:nvPr/>
            </p:nvSpPr>
            <p:spPr>
              <a:xfrm>
                <a:off x="1000619" y="2770571"/>
                <a:ext cx="1487232" cy="222831"/>
              </a:xfrm>
              <a:prstGeom prst="rect">
                <a:avLst/>
              </a:prstGeom>
            </p:spPr>
            <p:txBody>
              <a:bodyPr vert="horz" wrap="square" lIns="0" tIns="7316" rIns="0" bIns="0" rtlCol="0">
                <a:spAutoFit/>
              </a:bodyPr>
              <a:lstStyle/>
              <a:p>
                <a:pPr marL="7701" marR="3081" lvl="0" indent="0" algn="l" defTabSz="554440" rtl="0" eaLnBrk="1" fontAlgn="auto" latinLnBrk="0" hangingPunct="1">
                  <a:lnSpc>
                    <a:spcPct val="100499"/>
                  </a:lnSpc>
                  <a:spcBef>
                    <a:spcPts val="58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637881">
                        <a:lumMod val="7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D+0</a:t>
                </a:r>
              </a:p>
            </p:txBody>
          </p:sp>
          <p:sp>
            <p:nvSpPr>
              <p:cNvPr id="23" name="object 34">
                <a:extLst>
                  <a:ext uri="{FF2B5EF4-FFF2-40B4-BE49-F238E27FC236}">
                    <a16:creationId xmlns:a16="http://schemas.microsoft.com/office/drawing/2014/main" id="{0A91C027-4DE8-7919-9E2B-C8547B83B1EE}"/>
                  </a:ext>
                </a:extLst>
              </p:cNvPr>
              <p:cNvSpPr txBox="1"/>
              <p:nvPr/>
            </p:nvSpPr>
            <p:spPr>
              <a:xfrm>
                <a:off x="1006771" y="2256647"/>
                <a:ext cx="756000" cy="23595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vert="horz" wrap="square" lIns="36000" tIns="36000" rIns="36000" bIns="36000" rtlCol="0">
                <a:spAutoFit/>
              </a:bodyPr>
              <a:lstStyle/>
              <a:p>
                <a:pPr marL="7701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06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Aplicação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61DB6A8-C9FD-E101-87DB-06C706FAA7B0}"/>
                </a:ext>
              </a:extLst>
            </p:cNvPr>
            <p:cNvGrpSpPr/>
            <p:nvPr/>
          </p:nvGrpSpPr>
          <p:grpSpPr>
            <a:xfrm>
              <a:off x="2899100" y="3904201"/>
              <a:ext cx="2149990" cy="502290"/>
              <a:chOff x="4055391" y="329354"/>
              <a:chExt cx="2265958" cy="529383"/>
            </a:xfrm>
          </p:grpSpPr>
          <p:sp>
            <p:nvSpPr>
              <p:cNvPr id="29" name="object 16">
                <a:extLst>
                  <a:ext uri="{FF2B5EF4-FFF2-40B4-BE49-F238E27FC236}">
                    <a16:creationId xmlns:a16="http://schemas.microsoft.com/office/drawing/2014/main" id="{222EB58E-6FD0-502C-E9E1-F99420120475}"/>
                  </a:ext>
                </a:extLst>
              </p:cNvPr>
              <p:cNvSpPr/>
              <p:nvPr/>
            </p:nvSpPr>
            <p:spPr>
              <a:xfrm>
                <a:off x="4055391" y="329355"/>
                <a:ext cx="2265958" cy="529382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0" name="object 29">
                <a:extLst>
                  <a:ext uri="{FF2B5EF4-FFF2-40B4-BE49-F238E27FC236}">
                    <a16:creationId xmlns:a16="http://schemas.microsoft.com/office/drawing/2014/main" id="{396D1ACB-B489-0075-6D2E-188AD0176DDB}"/>
                  </a:ext>
                </a:extLst>
              </p:cNvPr>
              <p:cNvSpPr txBox="1"/>
              <p:nvPr/>
            </p:nvSpPr>
            <p:spPr>
              <a:xfrm>
                <a:off x="4139665" y="611506"/>
                <a:ext cx="1080151" cy="202412"/>
              </a:xfrm>
              <a:prstGeom prst="rect">
                <a:avLst/>
              </a:prstGeom>
            </p:spPr>
            <p:txBody>
              <a:bodyPr vert="horz" wrap="square" lIns="0" tIns="7316" rIns="0" bIns="0" rtlCol="0">
                <a:spAutoFit/>
              </a:bodyPr>
              <a:lstStyle/>
              <a:p>
                <a:pPr marL="7701" marR="3081" lvl="0" indent="0" algn="l" defTabSz="554440" rtl="0" eaLnBrk="1" fontAlgn="auto" latinLnBrk="0" hangingPunct="1">
                  <a:lnSpc>
                    <a:spcPct val="100499"/>
                  </a:lnSpc>
                  <a:spcBef>
                    <a:spcPts val="58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637881">
                        <a:lumMod val="7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BEM DTVM</a:t>
                </a:r>
              </a:p>
            </p:txBody>
          </p:sp>
          <p:sp>
            <p:nvSpPr>
              <p:cNvPr id="31" name="object 34">
                <a:extLst>
                  <a:ext uri="{FF2B5EF4-FFF2-40B4-BE49-F238E27FC236}">
                    <a16:creationId xmlns:a16="http://schemas.microsoft.com/office/drawing/2014/main" id="{2A7F39F7-DC30-00A8-7F3A-E786DFF51EDE}"/>
                  </a:ext>
                </a:extLst>
              </p:cNvPr>
              <p:cNvSpPr txBox="1"/>
              <p:nvPr/>
            </p:nvSpPr>
            <p:spPr>
              <a:xfrm>
                <a:off x="4145821" y="329354"/>
                <a:ext cx="1116156" cy="2359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vert="horz" wrap="square" lIns="36000" tIns="36000" rIns="36000" bIns="36000" rtlCol="0">
                <a:spAutoFit/>
              </a:bodyPr>
              <a:lstStyle/>
              <a:p>
                <a:pPr marL="7701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06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Administrador</a:t>
                </a:r>
                <a:endParaRPr kumimoji="0" sz="1061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12C912F-DC45-CE6B-77B2-7D0BA0EE2C73}"/>
                </a:ext>
              </a:extLst>
            </p:cNvPr>
            <p:cNvGrpSpPr/>
            <p:nvPr/>
          </p:nvGrpSpPr>
          <p:grpSpPr>
            <a:xfrm>
              <a:off x="2899103" y="4461811"/>
              <a:ext cx="2149988" cy="502290"/>
              <a:chOff x="4055391" y="329354"/>
              <a:chExt cx="2265955" cy="529383"/>
            </a:xfrm>
          </p:grpSpPr>
          <p:sp>
            <p:nvSpPr>
              <p:cNvPr id="33" name="object 16">
                <a:extLst>
                  <a:ext uri="{FF2B5EF4-FFF2-40B4-BE49-F238E27FC236}">
                    <a16:creationId xmlns:a16="http://schemas.microsoft.com/office/drawing/2014/main" id="{3F729239-DBD7-63E2-8311-E6A10A862B7F}"/>
                  </a:ext>
                </a:extLst>
              </p:cNvPr>
              <p:cNvSpPr/>
              <p:nvPr/>
            </p:nvSpPr>
            <p:spPr>
              <a:xfrm>
                <a:off x="4055391" y="329355"/>
                <a:ext cx="2265955" cy="529382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4" name="object 29">
                <a:extLst>
                  <a:ext uri="{FF2B5EF4-FFF2-40B4-BE49-F238E27FC236}">
                    <a16:creationId xmlns:a16="http://schemas.microsoft.com/office/drawing/2014/main" id="{F90E5CA3-00D5-040B-81D5-953D341FF971}"/>
                  </a:ext>
                </a:extLst>
              </p:cNvPr>
              <p:cNvSpPr txBox="1"/>
              <p:nvPr/>
            </p:nvSpPr>
            <p:spPr>
              <a:xfrm>
                <a:off x="4139665" y="611506"/>
                <a:ext cx="1080151" cy="202412"/>
              </a:xfrm>
              <a:prstGeom prst="rect">
                <a:avLst/>
              </a:prstGeom>
            </p:spPr>
            <p:txBody>
              <a:bodyPr vert="horz" wrap="square" lIns="0" tIns="7316" rIns="0" bIns="0" rtlCol="0">
                <a:spAutoFit/>
              </a:bodyPr>
              <a:lstStyle/>
              <a:p>
                <a:pPr marL="7701" marR="3081" lvl="0" indent="0" algn="l" defTabSz="554440" rtl="0" eaLnBrk="1" fontAlgn="auto" latinLnBrk="0" hangingPunct="1">
                  <a:lnSpc>
                    <a:spcPct val="100499"/>
                  </a:lnSpc>
                  <a:spcBef>
                    <a:spcPts val="58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637881">
                        <a:lumMod val="7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BVP</a:t>
                </a:r>
              </a:p>
            </p:txBody>
          </p:sp>
          <p:sp>
            <p:nvSpPr>
              <p:cNvPr id="35" name="object 34">
                <a:extLst>
                  <a:ext uri="{FF2B5EF4-FFF2-40B4-BE49-F238E27FC236}">
                    <a16:creationId xmlns:a16="http://schemas.microsoft.com/office/drawing/2014/main" id="{19A97B83-66E3-1B17-AE42-463930AB1CF6}"/>
                  </a:ext>
                </a:extLst>
              </p:cNvPr>
              <p:cNvSpPr txBox="1"/>
              <p:nvPr/>
            </p:nvSpPr>
            <p:spPr>
              <a:xfrm>
                <a:off x="4145821" y="329354"/>
                <a:ext cx="993176" cy="24868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vert="horz" wrap="square" lIns="36000" tIns="36000" rIns="36000" bIns="36000" rtlCol="0">
                <a:spAutoFit/>
              </a:bodyPr>
              <a:lstStyle/>
              <a:p>
                <a:pPr marL="7701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06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Distribuidor</a:t>
                </a:r>
                <a:endParaRPr kumimoji="0" sz="1061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endParaRPr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726DA63-13D3-B7BA-C7F6-4491D9A0A065}"/>
                </a:ext>
              </a:extLst>
            </p:cNvPr>
            <p:cNvGrpSpPr/>
            <p:nvPr/>
          </p:nvGrpSpPr>
          <p:grpSpPr>
            <a:xfrm>
              <a:off x="5140039" y="3904200"/>
              <a:ext cx="2149201" cy="1055249"/>
              <a:chOff x="4055391" y="329354"/>
              <a:chExt cx="2149502" cy="1055397"/>
            </a:xfrm>
          </p:grpSpPr>
          <p:sp>
            <p:nvSpPr>
              <p:cNvPr id="512" name="object 16">
                <a:extLst>
                  <a:ext uri="{FF2B5EF4-FFF2-40B4-BE49-F238E27FC236}">
                    <a16:creationId xmlns:a16="http://schemas.microsoft.com/office/drawing/2014/main" id="{2777CE07-59F1-D24A-D951-8D20FB677548}"/>
                  </a:ext>
                </a:extLst>
              </p:cNvPr>
              <p:cNvSpPr/>
              <p:nvPr/>
            </p:nvSpPr>
            <p:spPr>
              <a:xfrm>
                <a:off x="4055391" y="329354"/>
                <a:ext cx="2149501" cy="1055397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object 29">
                <a:extLst>
                  <a:ext uri="{FF2B5EF4-FFF2-40B4-BE49-F238E27FC236}">
                    <a16:creationId xmlns:a16="http://schemas.microsoft.com/office/drawing/2014/main" id="{23860C38-DE60-D010-AB70-808C14E55DEC}"/>
                  </a:ext>
                </a:extLst>
              </p:cNvPr>
              <p:cNvSpPr txBox="1"/>
              <p:nvPr/>
            </p:nvSpPr>
            <p:spPr>
              <a:xfrm>
                <a:off x="4139666" y="850484"/>
                <a:ext cx="2065227" cy="222862"/>
              </a:xfrm>
              <a:prstGeom prst="rect">
                <a:avLst/>
              </a:prstGeom>
            </p:spPr>
            <p:txBody>
              <a:bodyPr vert="horz" wrap="square" lIns="0" tIns="7316" rIns="0" bIns="0" rtlCol="0">
                <a:spAutoFit/>
              </a:bodyPr>
              <a:lstStyle/>
              <a:p>
                <a:pPr marL="7701" marR="3081" lvl="0" indent="0" algn="l" defTabSz="554440" rtl="0" eaLnBrk="1" fontAlgn="auto" latinLnBrk="0" hangingPunct="1">
                  <a:lnSpc>
                    <a:spcPct val="100499"/>
                  </a:lnSpc>
                  <a:spcBef>
                    <a:spcPts val="58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0" i="0" u="none" strike="noStrike" kern="0" cap="none" spc="0" normalizeH="0" baseline="0" noProof="0">
                    <a:ln>
                      <a:noFill/>
                    </a:ln>
                    <a:solidFill>
                      <a:srgbClr val="637881">
                        <a:lumMod val="7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R$ 1,00</a:t>
                </a:r>
              </a:p>
            </p:txBody>
          </p:sp>
          <p:sp>
            <p:nvSpPr>
              <p:cNvPr id="514" name="object 34">
                <a:extLst>
                  <a:ext uri="{FF2B5EF4-FFF2-40B4-BE49-F238E27FC236}">
                    <a16:creationId xmlns:a16="http://schemas.microsoft.com/office/drawing/2014/main" id="{3F5207A2-9575-4069-D5AA-C7ABA405D700}"/>
                  </a:ext>
                </a:extLst>
              </p:cNvPr>
              <p:cNvSpPr txBox="1"/>
              <p:nvPr/>
            </p:nvSpPr>
            <p:spPr>
              <a:xfrm>
                <a:off x="4145821" y="329354"/>
                <a:ext cx="1224171" cy="2359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vert="horz" wrap="square" lIns="36000" tIns="36000" rIns="36000" bIns="36000" rtlCol="0">
                <a:spAutoFit/>
              </a:bodyPr>
              <a:lstStyle/>
              <a:p>
                <a:pPr marL="7701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06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Aplicação inicial</a:t>
                </a:r>
                <a:endParaRPr kumimoji="0" sz="1061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endParaRPr>
              </a:p>
            </p:txBody>
          </p:sp>
        </p:grpSp>
        <p:grpSp>
          <p:nvGrpSpPr>
            <p:cNvPr id="515" name="Group 514">
              <a:extLst>
                <a:ext uri="{FF2B5EF4-FFF2-40B4-BE49-F238E27FC236}">
                  <a16:creationId xmlns:a16="http://schemas.microsoft.com/office/drawing/2014/main" id="{3369FF2D-75F6-B65F-3428-6754FA0CAFEA}"/>
                </a:ext>
              </a:extLst>
            </p:cNvPr>
            <p:cNvGrpSpPr/>
            <p:nvPr/>
          </p:nvGrpSpPr>
          <p:grpSpPr>
            <a:xfrm>
              <a:off x="7373500" y="3902178"/>
              <a:ext cx="2149199" cy="1055249"/>
              <a:chOff x="4055391" y="329354"/>
              <a:chExt cx="2149501" cy="1055397"/>
            </a:xfrm>
          </p:grpSpPr>
          <p:sp>
            <p:nvSpPr>
              <p:cNvPr id="516" name="object 16">
                <a:extLst>
                  <a:ext uri="{FF2B5EF4-FFF2-40B4-BE49-F238E27FC236}">
                    <a16:creationId xmlns:a16="http://schemas.microsoft.com/office/drawing/2014/main" id="{C58DCBAF-D8DD-E865-EFE9-C1FDC781DCE3}"/>
                  </a:ext>
                </a:extLst>
              </p:cNvPr>
              <p:cNvSpPr/>
              <p:nvPr/>
            </p:nvSpPr>
            <p:spPr>
              <a:xfrm>
                <a:off x="4055391" y="329354"/>
                <a:ext cx="2149501" cy="1055397"/>
              </a:xfrm>
              <a:prstGeom prst="rect">
                <a:avLst/>
              </a:prstGeom>
              <a:noFill/>
              <a:ln>
                <a:solidFill>
                  <a:schemeClr val="tx2">
                    <a:lumMod val="20000"/>
                    <a:lumOff val="80000"/>
                  </a:schemeClr>
                </a:solidFill>
              </a:ln>
            </p:spPr>
            <p:txBody>
              <a:bodyPr wrap="square" lIns="0" tIns="0" rIns="0" bIns="0" rtlCol="0"/>
              <a:lstStyle/>
              <a:p>
                <a:pPr marL="0" marR="0" lvl="0" indent="0" algn="l" defTabSz="55444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endParaRPr kumimoji="0" sz="1092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object 29">
                <a:extLst>
                  <a:ext uri="{FF2B5EF4-FFF2-40B4-BE49-F238E27FC236}">
                    <a16:creationId xmlns:a16="http://schemas.microsoft.com/office/drawing/2014/main" id="{8928086F-075F-4507-573E-48DACA1CC9A0}"/>
                  </a:ext>
                </a:extLst>
              </p:cNvPr>
              <p:cNvSpPr txBox="1"/>
              <p:nvPr/>
            </p:nvSpPr>
            <p:spPr>
              <a:xfrm>
                <a:off x="4115193" y="698597"/>
                <a:ext cx="2065227" cy="376772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square" lIns="0" tIns="7316" rIns="0" bIns="0" rtlCol="0">
                <a:spAutoFit/>
              </a:bodyPr>
              <a:lstStyle/>
              <a:p>
                <a:pPr marL="7701" marR="3081" lvl="0" indent="0" algn="l" defTabSz="554440" rtl="0" eaLnBrk="1" fontAlgn="auto" latinLnBrk="0" hangingPunct="1">
                  <a:lnSpc>
                    <a:spcPct val="100499"/>
                  </a:lnSpc>
                  <a:spcBef>
                    <a:spcPts val="58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2400" b="0" i="0" u="none" strike="noStrike" kern="0" cap="none" spc="0" normalizeH="0" baseline="0" noProof="0">
                    <a:ln>
                      <a:noFill/>
                    </a:ln>
                    <a:solidFill>
                      <a:srgbClr val="637881">
                        <a:lumMod val="75000"/>
                      </a:srgbClr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-</a:t>
                </a:r>
              </a:p>
            </p:txBody>
          </p:sp>
          <p:sp>
            <p:nvSpPr>
              <p:cNvPr id="518" name="object 34">
                <a:extLst>
                  <a:ext uri="{FF2B5EF4-FFF2-40B4-BE49-F238E27FC236}">
                    <a16:creationId xmlns:a16="http://schemas.microsoft.com/office/drawing/2014/main" id="{B88B81D1-57D3-54A9-A16F-B92A035CA2CD}"/>
                  </a:ext>
                </a:extLst>
              </p:cNvPr>
              <p:cNvSpPr txBox="1"/>
              <p:nvPr/>
            </p:nvSpPr>
            <p:spPr>
              <a:xfrm>
                <a:off x="4145821" y="329354"/>
                <a:ext cx="1656232" cy="2359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vert="horz" wrap="square" lIns="36000" tIns="36000" rIns="36000" bIns="36000" rtlCol="0">
                <a:spAutoFit/>
              </a:bodyPr>
              <a:lstStyle/>
              <a:p>
                <a:pPr marL="7701" marR="0" lvl="0" indent="0" algn="ctr" defTabSz="554440" rtl="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 typeface="Arial"/>
                  <a:buNone/>
                  <a:tabLst/>
                  <a:defRPr/>
                </a:pPr>
                <a:r>
                  <a:rPr kumimoji="0" lang="pt-BR" sz="1061" b="1" i="0" u="none" strike="noStrike" kern="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Movimentação mínima</a:t>
                </a:r>
                <a:endParaRPr kumimoji="0" sz="1061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endParaRPr>
              </a:p>
            </p:txBody>
          </p:sp>
        </p:grpSp>
      </p:grpSp>
      <p:cxnSp>
        <p:nvCxnSpPr>
          <p:cNvPr id="522" name="Straight Connector 521">
            <a:extLst>
              <a:ext uri="{FF2B5EF4-FFF2-40B4-BE49-F238E27FC236}">
                <a16:creationId xmlns:a16="http://schemas.microsoft.com/office/drawing/2014/main" id="{00A0487D-FB8B-D16F-F1DF-4996CEED46F4}"/>
              </a:ext>
            </a:extLst>
          </p:cNvPr>
          <p:cNvCxnSpPr/>
          <p:nvPr/>
        </p:nvCxnSpPr>
        <p:spPr>
          <a:xfrm>
            <a:off x="0" y="659781"/>
            <a:ext cx="2814836" cy="0"/>
          </a:xfrm>
          <a:prstGeom prst="line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5" name="Freeform: Shape 534">
            <a:extLst>
              <a:ext uri="{FF2B5EF4-FFF2-40B4-BE49-F238E27FC236}">
                <a16:creationId xmlns:a16="http://schemas.microsoft.com/office/drawing/2014/main" id="{94F6811C-79F3-2EFD-8C84-32F6C70E2F67}"/>
              </a:ext>
            </a:extLst>
          </p:cNvPr>
          <p:cNvSpPr/>
          <p:nvPr/>
        </p:nvSpPr>
        <p:spPr>
          <a:xfrm>
            <a:off x="-254485" y="6388687"/>
            <a:ext cx="13417882" cy="23559"/>
          </a:xfrm>
          <a:custGeom>
            <a:avLst/>
            <a:gdLst>
              <a:gd name="csX0" fmla="*/ 0 w 13417882"/>
              <a:gd name="csY0" fmla="*/ 0 h 23559"/>
              <a:gd name="csX1" fmla="*/ 13417882 w 13417882"/>
              <a:gd name="csY1" fmla="*/ 0 h 2355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417882" h="23559">
                <a:moveTo>
                  <a:pt x="0" y="0"/>
                </a:moveTo>
                <a:lnTo>
                  <a:pt x="13417882" y="0"/>
                </a:lnTo>
              </a:path>
            </a:pathLst>
          </a:custGeom>
          <a:ln w="23545" cap="flat">
            <a:solidFill>
              <a:schemeClr val="bg2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12000"/>
              </a:prst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37" name="Freeform: Shape 536">
            <a:extLst>
              <a:ext uri="{FF2B5EF4-FFF2-40B4-BE49-F238E27FC236}">
                <a16:creationId xmlns:a16="http://schemas.microsoft.com/office/drawing/2014/main" id="{5FC5775E-D619-FBFC-353B-DC434DCFFB7B}"/>
              </a:ext>
            </a:extLst>
          </p:cNvPr>
          <p:cNvSpPr/>
          <p:nvPr/>
        </p:nvSpPr>
        <p:spPr>
          <a:xfrm>
            <a:off x="7289232" y="3769982"/>
            <a:ext cx="11070212" cy="4423467"/>
          </a:xfrm>
          <a:custGeom>
            <a:avLst/>
            <a:gdLst>
              <a:gd name="csX0" fmla="*/ 11070212 w 11070212"/>
              <a:gd name="csY0" fmla="*/ 0 h 4423467"/>
              <a:gd name="csX1" fmla="*/ 5598127 w 11070212"/>
              <a:gd name="csY1" fmla="*/ 0 h 4423467"/>
              <a:gd name="csX2" fmla="*/ 3593007 w 11070212"/>
              <a:gd name="csY2" fmla="*/ 830460 h 4423467"/>
              <a:gd name="csX3" fmla="*/ 0 w 11070212"/>
              <a:gd name="csY3" fmla="*/ 4423468 h 44234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070212" h="4423467">
                <a:moveTo>
                  <a:pt x="11070212" y="0"/>
                </a:moveTo>
                <a:lnTo>
                  <a:pt x="5598127" y="0"/>
                </a:lnTo>
                <a:cubicBezTo>
                  <a:pt x="4846119" y="0"/>
                  <a:pt x="4124738" y="298730"/>
                  <a:pt x="3593007" y="830460"/>
                </a:cubicBezTo>
                <a:lnTo>
                  <a:pt x="0" y="4423468"/>
                </a:lnTo>
              </a:path>
            </a:pathLst>
          </a:custGeom>
          <a:noFill/>
          <a:ln w="23545" cap="flat">
            <a:solidFill>
              <a:schemeClr val="bg2">
                <a:lumMod val="50000"/>
              </a:schemeClr>
            </a:solidFill>
            <a:prstDash val="solid"/>
            <a:miter/>
          </a:ln>
          <a:effectLst>
            <a:outerShdw blurRad="50800" dist="38100" dir="2700000" algn="tl" rotWithShape="0">
              <a:prstClr val="black">
                <a:alpha val="12000"/>
              </a:prst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5" name="object 29">
            <a:extLst>
              <a:ext uri="{FF2B5EF4-FFF2-40B4-BE49-F238E27FC236}">
                <a16:creationId xmlns:a16="http://schemas.microsoft.com/office/drawing/2014/main" id="{D6B676C0-CE54-3FDB-6A5C-CCF7C2FA2056}"/>
              </a:ext>
            </a:extLst>
          </p:cNvPr>
          <p:cNvSpPr txBox="1"/>
          <p:nvPr/>
        </p:nvSpPr>
        <p:spPr>
          <a:xfrm>
            <a:off x="3019064" y="1843814"/>
            <a:ext cx="1848211" cy="192053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lvl="0" indent="0" algn="l" defTabSz="554440" rtl="0" eaLnBrk="1" fontAlgn="auto" latinLnBrk="0" hangingPunct="1">
              <a:lnSpc>
                <a:spcPct val="1004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637881">
                    <a:lumMod val="75000"/>
                  </a:srgbClr>
                </a:solidFill>
                <a:effectLst/>
                <a:uLnTx/>
                <a:uFillTx/>
                <a:latin typeface="Versos" panose="020B0503020204030204" pitchFamily="34" charset="0"/>
                <a:cs typeface="Arial"/>
                <a:sym typeface="Arial"/>
              </a:rPr>
              <a:t>Investidores em Geral</a:t>
            </a:r>
          </a:p>
        </p:txBody>
      </p:sp>
      <p:sp>
        <p:nvSpPr>
          <p:cNvPr id="2" name="object 29">
            <a:extLst>
              <a:ext uri="{FF2B5EF4-FFF2-40B4-BE49-F238E27FC236}">
                <a16:creationId xmlns:a16="http://schemas.microsoft.com/office/drawing/2014/main" id="{E759B917-DDE0-969C-6799-2B29441EE98B}"/>
              </a:ext>
            </a:extLst>
          </p:cNvPr>
          <p:cNvSpPr txBox="1"/>
          <p:nvPr/>
        </p:nvSpPr>
        <p:spPr>
          <a:xfrm>
            <a:off x="5212666" y="1698009"/>
            <a:ext cx="6249922" cy="943541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lvl="0" indent="0" algn="l" defTabSz="554440" rtl="0" eaLnBrk="1" fontAlgn="auto" latinLnBrk="0" hangingPunct="1">
              <a:lnSpc>
                <a:spcPct val="1004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637881">
                    <a:lumMod val="75000"/>
                  </a:srgbClr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  <a:sym typeface="Arial"/>
              </a:rPr>
              <a:t>Fundo de renda fixa ativo, que b</a:t>
            </a:r>
            <a:r>
              <a:rPr kumimoji="0" lang="pt-BR" sz="1200" b="0" i="0" u="none" strike="noStrike" kern="0" cap="none" spc="0" normalizeH="0" baseline="0" noProof="0" err="1">
                <a:ln>
                  <a:noFill/>
                </a:ln>
                <a:solidFill>
                  <a:srgbClr val="637881">
                    <a:lumMod val="75000"/>
                  </a:srgbClr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  <a:sym typeface="Arial"/>
              </a:rPr>
              <a:t>usca</a:t>
            </a: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637881">
                    <a:lumMod val="75000"/>
                  </a:srgbClr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  <a:sym typeface="Arial"/>
              </a:rPr>
              <a:t> rendimentos superiores ao CDI, a longo prazo, com baixo nível de risco.  </a:t>
            </a:r>
          </a:p>
          <a:p>
            <a:pPr marL="7701" marR="3081" lvl="0" indent="0" algn="l" defTabSz="554440" rtl="0" eaLnBrk="1" fontAlgn="auto" latinLnBrk="0" hangingPunct="1">
              <a:lnSpc>
                <a:spcPct val="1004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637881">
                    <a:lumMod val="75000"/>
                  </a:srgbClr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  <a:sym typeface="Arial"/>
              </a:rPr>
              <a:t>O fundo investe em mercados de Renda Fixa, Crédito Privados, Moedas e Renda Fixa internacional.</a:t>
            </a:r>
            <a:b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637881">
                    <a:lumMod val="75000"/>
                  </a:srgbClr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  <a:sym typeface="Arial"/>
              </a:rPr>
            </a:br>
            <a:endParaRPr kumimoji="0" lang="pt-BR" sz="1200" b="0" i="0" u="none" strike="noStrike" kern="0" cap="none" spc="0" normalizeH="0" baseline="0" noProof="0">
              <a:ln>
                <a:noFill/>
              </a:ln>
              <a:solidFill>
                <a:srgbClr val="637881">
                  <a:lumMod val="75000"/>
                </a:srgbClr>
              </a:solidFill>
              <a:effectLst/>
              <a:uLnTx/>
              <a:uFillTx/>
              <a:latin typeface="Versos Light" panose="020B0403020204030204" pitchFamily="34" charset="0"/>
              <a:cs typeface="Arial"/>
              <a:sym typeface="Arial"/>
            </a:endParaRPr>
          </a:p>
        </p:txBody>
      </p:sp>
      <p:sp>
        <p:nvSpPr>
          <p:cNvPr id="4" name="object 29">
            <a:extLst>
              <a:ext uri="{FF2B5EF4-FFF2-40B4-BE49-F238E27FC236}">
                <a16:creationId xmlns:a16="http://schemas.microsoft.com/office/drawing/2014/main" id="{8489D8CB-9291-BFD9-273C-1E03150D64C5}"/>
              </a:ext>
            </a:extLst>
          </p:cNvPr>
          <p:cNvSpPr txBox="1"/>
          <p:nvPr/>
        </p:nvSpPr>
        <p:spPr>
          <a:xfrm>
            <a:off x="7433294" y="2950866"/>
            <a:ext cx="3923572" cy="881986"/>
          </a:xfrm>
          <a:prstGeom prst="rect">
            <a:avLst/>
          </a:prstGeom>
        </p:spPr>
        <p:txBody>
          <a:bodyPr vert="horz" wrap="square" lIns="0" tIns="7316" rIns="0" bIns="0" rtlCol="0">
            <a:spAutoFit/>
          </a:bodyPr>
          <a:lstStyle/>
          <a:p>
            <a:pPr marL="7701" marR="3081" lvl="0" indent="0" algn="just" defTabSz="554440" rtl="0" eaLnBrk="1" fontAlgn="auto" latinLnBrk="0" hangingPunct="1">
              <a:lnSpc>
                <a:spcPct val="1004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637881">
                    <a:lumMod val="75000"/>
                  </a:srgbClr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  <a:sym typeface="Arial"/>
              </a:rPr>
              <a:t>Estratégia fundamentalista, abordagem </a:t>
            </a:r>
            <a:r>
              <a:rPr kumimoji="0" lang="pt-BR" sz="1100" b="0" i="1" u="none" strike="noStrike" kern="0" cap="none" spc="0" normalizeH="0" baseline="0" noProof="0">
                <a:ln>
                  <a:noFill/>
                </a:ln>
                <a:solidFill>
                  <a:srgbClr val="637881">
                    <a:lumMod val="75000"/>
                  </a:srgbClr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  <a:sym typeface="Arial"/>
              </a:rPr>
              <a:t>top </a:t>
            </a:r>
            <a:r>
              <a:rPr kumimoji="0" lang="pt-BR" sz="1100" b="0" i="1" u="none" strike="noStrike" kern="0" cap="none" spc="0" normalizeH="0" baseline="0" noProof="0" err="1">
                <a:ln>
                  <a:noFill/>
                </a:ln>
                <a:solidFill>
                  <a:srgbClr val="637881">
                    <a:lumMod val="75000"/>
                  </a:srgbClr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  <a:sym typeface="Arial"/>
              </a:rPr>
              <a:t>down</a:t>
            </a: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637881">
                    <a:lumMod val="75000"/>
                  </a:srgbClr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  <a:sym typeface="Arial"/>
              </a:rPr>
              <a:t>, foco em preservação de capital, buscando superar o </a:t>
            </a:r>
            <a:r>
              <a:rPr kumimoji="0" lang="pt-BR" sz="1100" b="0" i="1" u="none" strike="noStrike" kern="0" cap="none" spc="0" normalizeH="0" baseline="0" noProof="0">
                <a:ln>
                  <a:noFill/>
                </a:ln>
                <a:solidFill>
                  <a:srgbClr val="637881">
                    <a:lumMod val="75000"/>
                  </a:srgbClr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  <a:sym typeface="Arial"/>
              </a:rPr>
              <a:t>benchmark</a:t>
            </a: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637881">
                    <a:lumMod val="75000"/>
                  </a:srgbClr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  <a:sym typeface="Arial"/>
              </a:rPr>
              <a:t> com </a:t>
            </a:r>
            <a:r>
              <a:rPr kumimoji="0" lang="pt-BR" sz="1100" b="0" i="1" u="none" strike="noStrike" kern="0" cap="none" spc="0" normalizeH="0" baseline="0" noProof="0" err="1">
                <a:ln>
                  <a:noFill/>
                </a:ln>
                <a:solidFill>
                  <a:srgbClr val="637881">
                    <a:lumMod val="75000"/>
                  </a:srgbClr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  <a:sym typeface="Arial"/>
              </a:rPr>
              <a:t>drawdown</a:t>
            </a:r>
            <a:r>
              <a:rPr kumimoji="0" lang="pt-BR" sz="1100" b="0" i="0" u="none" strike="noStrike" kern="0" cap="none" spc="0" normalizeH="0" baseline="0" noProof="0">
                <a:ln>
                  <a:noFill/>
                </a:ln>
                <a:solidFill>
                  <a:srgbClr val="637881">
                    <a:lumMod val="75000"/>
                  </a:srgbClr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  <a:sym typeface="Arial"/>
              </a:rPr>
              <a:t> limitado. Alocação de risco dinâmica a cada um dos books, dependendo do momento do ciclo de mercado.</a:t>
            </a:r>
          </a:p>
          <a:p>
            <a:pPr marL="7701" marR="3081" lvl="0" indent="0" algn="l" defTabSz="554440" rtl="0" eaLnBrk="1" fontAlgn="auto" latinLnBrk="0" hangingPunct="1">
              <a:lnSpc>
                <a:spcPct val="100499"/>
              </a:lnSpc>
              <a:spcBef>
                <a:spcPts val="58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pt-BR" sz="1200" b="0" i="0" u="none" strike="noStrike" kern="0" cap="none" spc="0" normalizeH="0" baseline="0" noProof="0">
                <a:ln>
                  <a:noFill/>
                </a:ln>
                <a:solidFill>
                  <a:srgbClr val="637881">
                    <a:lumMod val="75000"/>
                  </a:srgbClr>
                </a:solidFill>
                <a:effectLst/>
                <a:uLnTx/>
                <a:uFillTx/>
                <a:latin typeface="Versos Light" panose="020B0403020204030204" pitchFamily="34" charset="0"/>
                <a:cs typeface="Arial"/>
                <a:sym typeface="Arial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0936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8E1C0-5D28-91C4-0BDA-A5E8EFC5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0522F54B-D0A7-0BC6-95BB-15A7E2770FBA}"/>
              </a:ext>
            </a:extLst>
          </p:cNvPr>
          <p:cNvSpPr/>
          <p:nvPr/>
        </p:nvSpPr>
        <p:spPr>
          <a:xfrm>
            <a:off x="334963" y="1705319"/>
            <a:ext cx="11522075" cy="1072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pt-BR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sp>
        <p:nvSpPr>
          <p:cNvPr id="76" name="Slide Number Placeholder 1">
            <a:extLst>
              <a:ext uri="{FF2B5EF4-FFF2-40B4-BE49-F238E27FC236}">
                <a16:creationId xmlns:a16="http://schemas.microsoft.com/office/drawing/2014/main" id="{E80359EC-C4FB-F7D5-8A24-94DA32CC4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54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E4C045-988E-C86B-A9EA-6BE440F28B1F}"/>
              </a:ext>
            </a:extLst>
          </p:cNvPr>
          <p:cNvGrpSpPr/>
          <p:nvPr/>
        </p:nvGrpSpPr>
        <p:grpSpPr>
          <a:xfrm>
            <a:off x="334962" y="3236890"/>
            <a:ext cx="11522076" cy="3071837"/>
            <a:chOff x="334962" y="3236889"/>
            <a:chExt cx="10938089" cy="2769629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BA26124-EE98-66B5-812D-781630ECF0F2}"/>
                </a:ext>
              </a:extLst>
            </p:cNvPr>
            <p:cNvGrpSpPr/>
            <p:nvPr/>
          </p:nvGrpSpPr>
          <p:grpSpPr>
            <a:xfrm>
              <a:off x="832008" y="3236889"/>
              <a:ext cx="9849070" cy="2769629"/>
              <a:chOff x="580799" y="2822411"/>
              <a:chExt cx="8360495" cy="2769629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B8A8206-B34F-FC50-95ED-54F361DC63BA}"/>
                  </a:ext>
                </a:extLst>
              </p:cNvPr>
              <p:cNvSpPr/>
              <p:nvPr/>
            </p:nvSpPr>
            <p:spPr>
              <a:xfrm>
                <a:off x="980501" y="3701667"/>
                <a:ext cx="1432193" cy="160846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479FB2F-CC05-2CA7-6131-AB75B103BF9B}"/>
                  </a:ext>
                </a:extLst>
              </p:cNvPr>
              <p:cNvSpPr/>
              <p:nvPr/>
            </p:nvSpPr>
            <p:spPr>
              <a:xfrm>
                <a:off x="2906064" y="4560983"/>
                <a:ext cx="1432193" cy="749144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B8D30CF-D1D7-4535-C4FF-1C2FFF3BCE8C}"/>
                  </a:ext>
                </a:extLst>
              </p:cNvPr>
              <p:cNvSpPr/>
              <p:nvPr/>
            </p:nvSpPr>
            <p:spPr>
              <a:xfrm>
                <a:off x="5279504" y="5095625"/>
                <a:ext cx="1432193" cy="214501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CA3D005-2A46-DA60-27DA-94701AA08702}"/>
                  </a:ext>
                </a:extLst>
              </p:cNvPr>
              <p:cNvSpPr/>
              <p:nvPr/>
            </p:nvSpPr>
            <p:spPr>
              <a:xfrm>
                <a:off x="7443471" y="5095625"/>
                <a:ext cx="1432193" cy="214501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lang="pt-BR" sz="10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  <a:sym typeface="Arial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01EE142-E507-5A35-F02D-9576FB38A449}"/>
                  </a:ext>
                </a:extLst>
              </p:cNvPr>
              <p:cNvSpPr txBox="1"/>
              <p:nvPr/>
            </p:nvSpPr>
            <p:spPr>
              <a:xfrm>
                <a:off x="3135700" y="5407374"/>
                <a:ext cx="9729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Crédito Privado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703DD0-C82B-2A9D-E2E7-818F9AE56929}"/>
                  </a:ext>
                </a:extLst>
              </p:cNvPr>
              <p:cNvSpPr txBox="1"/>
              <p:nvPr/>
            </p:nvSpPr>
            <p:spPr>
              <a:xfrm>
                <a:off x="5724771" y="5407374"/>
                <a:ext cx="49530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Moedas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58A5F8E-7A19-1CEF-ED11-FEBE9DF6ABAF}"/>
                  </a:ext>
                </a:extLst>
              </p:cNvPr>
              <p:cNvSpPr txBox="1"/>
              <p:nvPr/>
            </p:nvSpPr>
            <p:spPr>
              <a:xfrm>
                <a:off x="7377818" y="5407374"/>
                <a:ext cx="156347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Investimento no Exterior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4BE789-26D3-3ECB-C6E2-8B9BD82BA606}"/>
                  </a:ext>
                </a:extLst>
              </p:cNvPr>
              <p:cNvSpPr txBox="1"/>
              <p:nvPr/>
            </p:nvSpPr>
            <p:spPr>
              <a:xfrm>
                <a:off x="1356416" y="5407374"/>
                <a:ext cx="680364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Renda Fixa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0B8E45-E706-B035-3374-CDA5DA56457F}"/>
                  </a:ext>
                </a:extLst>
              </p:cNvPr>
              <p:cNvSpPr txBox="1"/>
              <p:nvPr/>
            </p:nvSpPr>
            <p:spPr>
              <a:xfrm>
                <a:off x="3238435" y="3885240"/>
                <a:ext cx="767451" cy="5232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0%-50%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High Grade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0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Medium</a:t>
                </a:r>
                <a:r>
                  <a:rPr kumimoji="0" lang="pt-BR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 Grade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4FF61B7-858F-F7AE-B520-62604CA4457B}"/>
                  </a:ext>
                </a:extLst>
              </p:cNvPr>
              <p:cNvSpPr txBox="1"/>
              <p:nvPr/>
            </p:nvSpPr>
            <p:spPr>
              <a:xfrm>
                <a:off x="580799" y="2822411"/>
                <a:ext cx="2231593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40%-100%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Direcional (Nominal/Real)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Valor Relativo (Inclinações. </a:t>
                </a:r>
                <a:r>
                  <a:rPr kumimoji="0" lang="pt-BR" sz="1000" b="0" i="1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flys</a:t>
                </a:r>
                <a:r>
                  <a:rPr kumimoji="0" lang="pt-BR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. implícitas)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Derivativos (Futuros e Opções)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Operações a termo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F89D2FE-1FC9-0086-FD37-74E20FBA7E92}"/>
                  </a:ext>
                </a:extLst>
              </p:cNvPr>
              <p:cNvSpPr txBox="1"/>
              <p:nvPr/>
            </p:nvSpPr>
            <p:spPr>
              <a:xfrm>
                <a:off x="5673106" y="4177132"/>
                <a:ext cx="644985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0%-10%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Dólar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FX G10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FX EM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0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Crosses</a:t>
                </a:r>
                <a:endParaRPr kumimoji="0" lang="pt-BR" sz="1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Versos" panose="020B0503020204030204" pitchFamily="34" charset="0"/>
                  <a:cs typeface="Arial"/>
                  <a:sym typeface="Arial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3C01ED5-3316-BBCC-4B46-9D06AB3B8865}"/>
                  </a:ext>
                </a:extLst>
              </p:cNvPr>
              <p:cNvSpPr txBox="1"/>
              <p:nvPr/>
            </p:nvSpPr>
            <p:spPr>
              <a:xfrm>
                <a:off x="7767565" y="4586570"/>
                <a:ext cx="64498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0%-10%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pt-BR" sz="1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sos" panose="020B0503020204030204" pitchFamily="34" charset="0"/>
                    <a:cs typeface="Arial"/>
                    <a:sym typeface="Arial"/>
                  </a:rPr>
                  <a:t>Renda Fixa</a:t>
                </a:r>
              </a:p>
            </p:txBody>
          </p:sp>
        </p:grp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B2DAE88-D92E-74D0-A450-8A81E1D310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962" y="5724604"/>
              <a:ext cx="10938089" cy="4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0D1F03A-E4E0-336D-1ABE-6050F93F6312}"/>
              </a:ext>
            </a:extLst>
          </p:cNvPr>
          <p:cNvGrpSpPr/>
          <p:nvPr/>
        </p:nvGrpSpPr>
        <p:grpSpPr>
          <a:xfrm>
            <a:off x="3185716" y="1939295"/>
            <a:ext cx="5879995" cy="604607"/>
            <a:chOff x="2691474" y="2035138"/>
            <a:chExt cx="5879995" cy="604607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2DF3DBCA-C0B9-CCCC-5FF8-391E612401C5}"/>
                </a:ext>
              </a:extLst>
            </p:cNvPr>
            <p:cNvGrpSpPr/>
            <p:nvPr/>
          </p:nvGrpSpPr>
          <p:grpSpPr>
            <a:xfrm>
              <a:off x="2691474" y="2035138"/>
              <a:ext cx="2777469" cy="604607"/>
              <a:chOff x="2691474" y="2042040"/>
              <a:chExt cx="2777469" cy="604607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AC16796D-22DA-A0CB-686C-7FE81815B563}"/>
                  </a:ext>
                </a:extLst>
              </p:cNvPr>
              <p:cNvGrpSpPr/>
              <p:nvPr/>
            </p:nvGrpSpPr>
            <p:grpSpPr>
              <a:xfrm>
                <a:off x="3389848" y="2042040"/>
                <a:ext cx="2079095" cy="604607"/>
                <a:chOff x="3389848" y="3063267"/>
                <a:chExt cx="2079095" cy="604607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719EF854-B695-7E7A-15E8-2C913BB483C2}"/>
                    </a:ext>
                  </a:extLst>
                </p:cNvPr>
                <p:cNvGrpSpPr/>
                <p:nvPr/>
              </p:nvGrpSpPr>
              <p:grpSpPr>
                <a:xfrm>
                  <a:off x="3389848" y="3063267"/>
                  <a:ext cx="2079095" cy="542348"/>
                  <a:chOff x="3397461" y="3063267"/>
                  <a:chExt cx="2079095" cy="542348"/>
                </a:xfrm>
              </p:grpSpPr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24471CFC-B37A-DD9D-542D-E5E83D724ABA}"/>
                      </a:ext>
                    </a:extLst>
                  </p:cNvPr>
                  <p:cNvSpPr txBox="1"/>
                  <p:nvPr/>
                </p:nvSpPr>
                <p:spPr>
                  <a:xfrm>
                    <a:off x="3397461" y="3063267"/>
                    <a:ext cx="1335302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pt-BR" sz="12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Versos" panose="020B0503020204030204" pitchFamily="34" charset="0"/>
                        <a:cs typeface="Arial"/>
                        <a:sym typeface="Arial"/>
                      </a:rPr>
                      <a:t>Target de retorno</a:t>
                    </a:r>
                    <a:endParaRPr kumimoji="0" lang="pt-BR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Versos" panose="020B0503020204030204" pitchFamily="34" charset="0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132455EF-B6F6-8440-4995-EA4A1D1E5EE9}"/>
                      </a:ext>
                    </a:extLst>
                  </p:cNvPr>
                  <p:cNvSpPr txBox="1"/>
                  <p:nvPr/>
                </p:nvSpPr>
                <p:spPr>
                  <a:xfrm>
                    <a:off x="3397461" y="3236283"/>
                    <a:ext cx="2079095" cy="369332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pt-BR" sz="1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Versos" panose="020B0503020204030204" pitchFamily="34" charset="0"/>
                        <a:cs typeface="Arial"/>
                        <a:sym typeface="Arial"/>
                      </a:rPr>
                      <a:t>CDI+</a:t>
                    </a:r>
                    <a:r>
                      <a:rPr kumimoji="0" lang="pt-BR" sz="2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E6EDF1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Versos" panose="020B0503020204030204" pitchFamily="34" charset="0"/>
                        <a:cs typeface="Arial"/>
                        <a:sym typeface="Arial"/>
                      </a:rPr>
                      <a:t>0,5 - 1% </a:t>
                    </a:r>
                    <a:r>
                      <a:rPr kumimoji="0" lang="pt-BR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E6EDF1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Versos" panose="020B0503020204030204" pitchFamily="34" charset="0"/>
                        <a:cs typeface="Arial"/>
                        <a:sym typeface="Arial"/>
                      </a:rPr>
                      <a:t>a.a.</a:t>
                    </a:r>
                    <a:endParaRPr kumimoji="0" lang="pt-BR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E6EDF1">
                          <a:lumMod val="50000"/>
                        </a:srgbClr>
                      </a:solidFill>
                      <a:effectLst/>
                      <a:uLnTx/>
                      <a:uFillTx/>
                      <a:latin typeface="Versos" panose="020B050302020403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520B965-3AD3-7175-D3D7-1BCA32B56C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89848" y="3667874"/>
                  <a:ext cx="1800000" cy="0"/>
                </a:xfrm>
                <a:prstGeom prst="line">
                  <a:avLst/>
                </a:prstGeom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45" name="Graphic 44">
                <a:extLst>
                  <a:ext uri="{FF2B5EF4-FFF2-40B4-BE49-F238E27FC236}">
                    <a16:creationId xmlns:a16="http://schemas.microsoft.com/office/drawing/2014/main" id="{5380AF5F-F532-24EB-36AD-58B601D47E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2691474" y="2053878"/>
                <a:ext cx="503511" cy="503511"/>
              </a:xfrm>
              <a:prstGeom prst="rect">
                <a:avLst/>
              </a:prstGeom>
            </p:spPr>
          </p:pic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8453EA54-29AF-AF5F-B048-8023DF8505AA}"/>
                </a:ext>
              </a:extLst>
            </p:cNvPr>
            <p:cNvGrpSpPr/>
            <p:nvPr/>
          </p:nvGrpSpPr>
          <p:grpSpPr>
            <a:xfrm>
              <a:off x="6054250" y="2035138"/>
              <a:ext cx="2517219" cy="604607"/>
              <a:chOff x="5438206" y="2042040"/>
              <a:chExt cx="2517219" cy="604607"/>
            </a:xfrm>
          </p:grpSpPr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3C74D201-411D-8867-4DE7-F70DEDAFE6F2}"/>
                  </a:ext>
                </a:extLst>
              </p:cNvPr>
              <p:cNvGrpSpPr/>
              <p:nvPr/>
            </p:nvGrpSpPr>
            <p:grpSpPr>
              <a:xfrm>
                <a:off x="6095997" y="2042040"/>
                <a:ext cx="1859428" cy="604607"/>
                <a:chOff x="6095997" y="3063267"/>
                <a:chExt cx="1859428" cy="604607"/>
              </a:xfrm>
            </p:grpSpPr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2A190032-D667-EEE3-05EA-C2BDAD05F365}"/>
                    </a:ext>
                  </a:extLst>
                </p:cNvPr>
                <p:cNvGrpSpPr/>
                <p:nvPr/>
              </p:nvGrpSpPr>
              <p:grpSpPr>
                <a:xfrm>
                  <a:off x="6155425" y="3063267"/>
                  <a:ext cx="1800000" cy="562226"/>
                  <a:chOff x="3420202" y="3063267"/>
                  <a:chExt cx="1800000" cy="562226"/>
                </a:xfrm>
              </p:grpSpPr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6DAB09B1-990C-1E4F-1C83-19CB57B24CFF}"/>
                      </a:ext>
                    </a:extLst>
                  </p:cNvPr>
                  <p:cNvSpPr txBox="1"/>
                  <p:nvPr/>
                </p:nvSpPr>
                <p:spPr>
                  <a:xfrm>
                    <a:off x="3420202" y="3063267"/>
                    <a:ext cx="1800000" cy="1846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kumimoji="0" lang="pt-BR" sz="12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Versos" panose="020B0503020204030204" pitchFamily="34" charset="0"/>
                        <a:cs typeface="Arial"/>
                        <a:sym typeface="Arial"/>
                      </a:rPr>
                      <a:t>Volatilidade target</a:t>
                    </a:r>
                    <a:endParaRPr kumimoji="0" lang="pt-BR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04040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737119E9-39D1-8D00-168E-4496AC77A7D5}"/>
                      </a:ext>
                    </a:extLst>
                  </p:cNvPr>
                  <p:cNvSpPr txBox="1"/>
                  <p:nvPr/>
                </p:nvSpPr>
                <p:spPr>
                  <a:xfrm>
                    <a:off x="3501299" y="3256161"/>
                    <a:ext cx="1650484" cy="36933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Tx/>
                      <a:buFont typeface="Arial"/>
                      <a:buNone/>
                      <a:tabLst/>
                      <a:defRPr/>
                    </a:pPr>
                    <a:r>
                      <a:rPr lang="pt-BR" sz="2400" b="1">
                        <a:solidFill>
                          <a:srgbClr val="557F97"/>
                        </a:solidFill>
                        <a:latin typeface="Versos" panose="020B0503020204030204" pitchFamily="34" charset="0"/>
                      </a:rPr>
                      <a:t>Até </a:t>
                    </a:r>
                    <a:r>
                      <a:rPr kumimoji="0" lang="pt-BR" sz="24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557F97"/>
                        </a:solidFill>
                        <a:effectLst/>
                        <a:uLnTx/>
                        <a:uFillTx/>
                        <a:latin typeface="Versos" panose="020B0503020204030204" pitchFamily="34" charset="0"/>
                        <a:cs typeface="Arial"/>
                        <a:sym typeface="Arial"/>
                      </a:rPr>
                      <a:t>2% </a:t>
                    </a:r>
                    <a:r>
                      <a:rPr kumimoji="0" lang="pt-BR" sz="16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Versos" panose="020B0503020204030204" pitchFamily="34" charset="0"/>
                        <a:cs typeface="Arial"/>
                        <a:sym typeface="Arial"/>
                      </a:rPr>
                      <a:t>a.a.</a:t>
                    </a:r>
                    <a:endParaRPr kumimoji="0" lang="pt-BR" sz="16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404040"/>
                      </a:solidFill>
                      <a:effectLst/>
                      <a:uLnTx/>
                      <a:uFillTx/>
                      <a:latin typeface="Versos" panose="020B0503020204030204" pitchFamily="34" charset="0"/>
                      <a:cs typeface="Arial"/>
                      <a:sym typeface="Arial"/>
                    </a:endParaRPr>
                  </a:p>
                </p:txBody>
              </p:sp>
            </p:grp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98BC766D-33B9-5001-20DF-D77F2DFA17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095997" y="3667874"/>
                  <a:ext cx="1558245" cy="0"/>
                </a:xfrm>
                <a:prstGeom prst="line">
                  <a:avLst/>
                </a:prstGeom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47" name="Graphic 46">
                <a:extLst>
                  <a:ext uri="{FF2B5EF4-FFF2-40B4-BE49-F238E27FC236}">
                    <a16:creationId xmlns:a16="http://schemas.microsoft.com/office/drawing/2014/main" id="{ECF82D45-7AB7-5EA9-0ACD-1FCA4D69FF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438206" y="2053882"/>
                <a:ext cx="495520" cy="495520"/>
              </a:xfrm>
              <a:prstGeom prst="rect">
                <a:avLst/>
              </a:prstGeom>
            </p:spPr>
          </p:pic>
        </p:grpSp>
      </p:grp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F38BCAD8-E16E-1772-DB7A-D8BB9BFC4A24}"/>
              </a:ext>
            </a:extLst>
          </p:cNvPr>
          <p:cNvSpPr txBox="1">
            <a:spLocks/>
          </p:cNvSpPr>
          <p:nvPr/>
        </p:nvSpPr>
        <p:spPr>
          <a:xfrm>
            <a:off x="334963" y="368300"/>
            <a:ext cx="10183813" cy="8617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eaLnBrk="1" hangingPunct="1">
              <a:buNone/>
              <a:defRPr sz="2800" b="0" i="0">
                <a:solidFill>
                  <a:schemeClr val="bg2">
                    <a:lumMod val="25000"/>
                  </a:schemeClr>
                </a:solidFill>
                <a:latin typeface="Versos" panose="020B0503020204030204" pitchFamily="34" charset="77"/>
                <a:ea typeface="+mn-ea"/>
                <a:cs typeface="+mn-cs"/>
              </a:defRPr>
            </a:lvl1pPr>
            <a:lvl2pPr marL="265313" eaLnBrk="1" hangingPunct="1">
              <a:defRPr>
                <a:latin typeface="+mn-lt"/>
                <a:ea typeface="+mn-ea"/>
                <a:cs typeface="+mn-cs"/>
              </a:defRPr>
            </a:lvl2pPr>
            <a:lvl3pPr marL="530626" eaLnBrk="1" hangingPunct="1">
              <a:defRPr>
                <a:latin typeface="+mn-lt"/>
                <a:ea typeface="+mn-ea"/>
                <a:cs typeface="+mn-cs"/>
              </a:defRPr>
            </a:lvl3pPr>
            <a:lvl4pPr marL="795939" eaLnBrk="1" hangingPunct="1">
              <a:defRPr>
                <a:latin typeface="+mn-lt"/>
                <a:ea typeface="+mn-ea"/>
                <a:cs typeface="+mn-cs"/>
              </a:defRPr>
            </a:lvl4pPr>
            <a:lvl5pPr marL="1061253" eaLnBrk="1" hangingPunct="1">
              <a:defRPr>
                <a:latin typeface="+mn-lt"/>
                <a:ea typeface="+mn-ea"/>
                <a:cs typeface="+mn-cs"/>
              </a:defRPr>
            </a:lvl5pPr>
            <a:lvl6pPr marL="1326566" eaLnBrk="1" hangingPunct="1">
              <a:defRPr>
                <a:latin typeface="+mn-lt"/>
                <a:ea typeface="+mn-ea"/>
                <a:cs typeface="+mn-cs"/>
              </a:defRPr>
            </a:lvl6pPr>
            <a:lvl7pPr marL="1591879" eaLnBrk="1" hangingPunct="1">
              <a:defRPr>
                <a:latin typeface="+mn-lt"/>
                <a:ea typeface="+mn-ea"/>
                <a:cs typeface="+mn-cs"/>
              </a:defRPr>
            </a:lvl7pPr>
            <a:lvl8pPr marL="1857192" eaLnBrk="1" hangingPunct="1">
              <a:defRPr>
                <a:latin typeface="+mn-lt"/>
                <a:ea typeface="+mn-ea"/>
                <a:cs typeface="+mn-cs"/>
              </a:defRPr>
            </a:lvl8pPr>
            <a:lvl9pPr marL="2122505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FontTx/>
            </a:pPr>
            <a:r>
              <a:rPr lang="pt-BR" b="1"/>
              <a:t>Tivio </a:t>
            </a:r>
            <a:r>
              <a:rPr lang="pt-BR" b="1" kern="0">
                <a:solidFill>
                  <a:srgbClr val="E6EDF1">
                    <a:lumMod val="25000"/>
                  </a:srgbClr>
                </a:solidFill>
                <a:sym typeface="Arial"/>
              </a:rPr>
              <a:t>ZENIT</a:t>
            </a:r>
            <a:r>
              <a:rPr lang="pt-BR" b="1"/>
              <a:t> BVP Renda Fixa </a:t>
            </a:r>
          </a:p>
          <a:p>
            <a:pPr>
              <a:buClrTx/>
              <a:buFontTx/>
            </a:pPr>
            <a:r>
              <a:rPr lang="pt-BR"/>
              <a:t>Características</a:t>
            </a:r>
          </a:p>
        </p:txBody>
      </p:sp>
    </p:spTree>
    <p:extLst>
      <p:ext uri="{BB962C8B-B14F-4D97-AF65-F5344CB8AC3E}">
        <p14:creationId xmlns:p14="http://schemas.microsoft.com/office/powerpoint/2010/main" val="21452876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B9030-D4B5-C43B-7144-672B6B6D4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lide Number Placeholder 1">
            <a:extLst>
              <a:ext uri="{FF2B5EF4-FFF2-40B4-BE49-F238E27FC236}">
                <a16:creationId xmlns:a16="http://schemas.microsoft.com/office/drawing/2014/main" id="{DBF6A489-67A7-7C3A-086E-60C76163E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1763" y="6482556"/>
            <a:ext cx="295275" cy="16927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77667D73-C69A-4DAA-9003-24A825D36FE9}" type="slidenum">
              <a:rPr kumimoji="0" lang="pt-BR" sz="11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sos" panose="020B0503020204030204" pitchFamily="34" charset="0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55</a:t>
            </a:fld>
            <a:endParaRPr kumimoji="0" lang="pt-BR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sos" panose="020B0503020204030204" pitchFamily="34" charset="0"/>
              <a:sym typeface="Arial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D34BFEE-FEA6-AB57-0D96-AEAAE3BB034F}"/>
              </a:ext>
            </a:extLst>
          </p:cNvPr>
          <p:cNvSpPr txBox="1">
            <a:spLocks/>
          </p:cNvSpPr>
          <p:nvPr/>
        </p:nvSpPr>
        <p:spPr>
          <a:xfrm>
            <a:off x="334963" y="368300"/>
            <a:ext cx="10183813" cy="7694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eaLnBrk="1" hangingPunct="1">
              <a:buNone/>
              <a:defRPr sz="2800" b="0" i="0">
                <a:solidFill>
                  <a:schemeClr val="bg2">
                    <a:lumMod val="25000"/>
                  </a:schemeClr>
                </a:solidFill>
                <a:latin typeface="Versos" panose="020B0503020204030204" pitchFamily="34" charset="77"/>
                <a:ea typeface="+mn-ea"/>
                <a:cs typeface="+mn-cs"/>
              </a:defRPr>
            </a:lvl1pPr>
            <a:lvl2pPr marL="265313" eaLnBrk="1" hangingPunct="1">
              <a:defRPr>
                <a:latin typeface="+mn-lt"/>
                <a:ea typeface="+mn-ea"/>
                <a:cs typeface="+mn-cs"/>
              </a:defRPr>
            </a:lvl2pPr>
            <a:lvl3pPr marL="530626" eaLnBrk="1" hangingPunct="1">
              <a:defRPr>
                <a:latin typeface="+mn-lt"/>
                <a:ea typeface="+mn-ea"/>
                <a:cs typeface="+mn-cs"/>
              </a:defRPr>
            </a:lvl3pPr>
            <a:lvl4pPr marL="795939" eaLnBrk="1" hangingPunct="1">
              <a:defRPr>
                <a:latin typeface="+mn-lt"/>
                <a:ea typeface="+mn-ea"/>
                <a:cs typeface="+mn-cs"/>
              </a:defRPr>
            </a:lvl4pPr>
            <a:lvl5pPr marL="1061253" eaLnBrk="1" hangingPunct="1">
              <a:defRPr>
                <a:latin typeface="+mn-lt"/>
                <a:ea typeface="+mn-ea"/>
                <a:cs typeface="+mn-cs"/>
              </a:defRPr>
            </a:lvl5pPr>
            <a:lvl6pPr marL="1326566" eaLnBrk="1" hangingPunct="1">
              <a:defRPr>
                <a:latin typeface="+mn-lt"/>
                <a:ea typeface="+mn-ea"/>
                <a:cs typeface="+mn-cs"/>
              </a:defRPr>
            </a:lvl6pPr>
            <a:lvl7pPr marL="1591879" eaLnBrk="1" hangingPunct="1">
              <a:defRPr>
                <a:latin typeface="+mn-lt"/>
                <a:ea typeface="+mn-ea"/>
                <a:cs typeface="+mn-cs"/>
              </a:defRPr>
            </a:lvl7pPr>
            <a:lvl8pPr marL="1857192" eaLnBrk="1" hangingPunct="1">
              <a:defRPr>
                <a:latin typeface="+mn-lt"/>
                <a:ea typeface="+mn-ea"/>
                <a:cs typeface="+mn-cs"/>
              </a:defRPr>
            </a:lvl8pPr>
            <a:lvl9pPr marL="2122505" eaLnBrk="1" hangingPunct="1">
              <a:defRPr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800" b="1" i="0" u="none" strike="noStrike" kern="0" cap="none" spc="0" normalizeH="0" baseline="0" noProof="0">
                <a:ln>
                  <a:noFill/>
                </a:ln>
                <a:solidFill>
                  <a:srgbClr val="E6EDF1">
                    <a:lumMod val="25000"/>
                  </a:srgbClr>
                </a:solidFill>
                <a:effectLst/>
                <a:uLnTx/>
                <a:uFillTx/>
                <a:latin typeface="Versos" panose="020B0503020204030204" pitchFamily="34" charset="77"/>
                <a:ea typeface="+mn-ea"/>
                <a:cs typeface="+mn-cs"/>
                <a:sym typeface="Arial"/>
              </a:rPr>
              <a:t>Tivio ZENIT BVP Renda Fixa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200" i="1" err="1">
                <a:solidFill>
                  <a:srgbClr val="E6EDF1">
                    <a:lumMod val="25000"/>
                  </a:srgbClr>
                </a:solidFill>
              </a:rPr>
              <a:t>Backtest</a:t>
            </a:r>
            <a:r>
              <a:rPr lang="pt-BR" sz="2200">
                <a:solidFill>
                  <a:srgbClr val="E6EDF1">
                    <a:lumMod val="25000"/>
                  </a:srgbClr>
                </a:solidFill>
              </a:rPr>
              <a:t> carteira  - 30% alocação crédito</a:t>
            </a:r>
            <a:endParaRPr kumimoji="0" lang="pt-BR" sz="2200" b="0" i="0" u="none" strike="noStrike" kern="0" cap="none" spc="0" normalizeH="0" baseline="0" noProof="0">
              <a:ln>
                <a:noFill/>
              </a:ln>
              <a:solidFill>
                <a:srgbClr val="E6EDF1">
                  <a:lumMod val="25000"/>
                </a:srgbClr>
              </a:solidFill>
              <a:effectLst/>
              <a:uLnTx/>
              <a:uFillTx/>
              <a:latin typeface="Versos" panose="020B0503020204030204" pitchFamily="34" charset="77"/>
              <a:ea typeface="+mn-ea"/>
              <a:cs typeface="+mn-cs"/>
              <a:sym typeface="Arial"/>
            </a:endParaRPr>
          </a:p>
        </p:txBody>
      </p:sp>
      <p:graphicFrame>
        <p:nvGraphicFramePr>
          <p:cNvPr id="2" name="GraficoJanelas">
            <a:extLst>
              <a:ext uri="{FF2B5EF4-FFF2-40B4-BE49-F238E27FC236}">
                <a16:creationId xmlns:a16="http://schemas.microsoft.com/office/drawing/2014/main" id="{D9DB95C0-2973-4190-4982-AD9E05E3084D}"/>
              </a:ext>
            </a:extLst>
          </p:cNvPr>
          <p:cNvGraphicFramePr>
            <a:graphicFrameLocks/>
          </p:cNvGraphicFramePr>
          <p:nvPr/>
        </p:nvGraphicFramePr>
        <p:xfrm>
          <a:off x="334964" y="2000250"/>
          <a:ext cx="11522074" cy="42160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39270BB-1FC9-D8CA-65F5-36E9276DFEFC}"/>
              </a:ext>
            </a:extLst>
          </p:cNvPr>
          <p:cNvSpPr txBox="1"/>
          <p:nvPr/>
        </p:nvSpPr>
        <p:spPr>
          <a:xfrm>
            <a:off x="334962" y="1537642"/>
            <a:ext cx="627202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ClrTx/>
            </a:pPr>
            <a:r>
              <a:rPr lang="pt-BR">
                <a:solidFill>
                  <a:srgbClr val="4A5A61"/>
                </a:solidFill>
                <a:latin typeface="Versos"/>
              </a:rPr>
              <a:t>Retorno Líquido estimado da Carteira x CDI por Janela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AE50D16-0AB1-207A-7140-97316F1AB42E}"/>
              </a:ext>
            </a:extLst>
          </p:cNvPr>
          <p:cNvCxnSpPr>
            <a:cxnSpLocks/>
          </p:cNvCxnSpPr>
          <p:nvPr/>
        </p:nvCxnSpPr>
        <p:spPr>
          <a:xfrm>
            <a:off x="334963" y="1834310"/>
            <a:ext cx="11522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99501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11">
            <a:extLst>
              <a:ext uri="{FF2B5EF4-FFF2-40B4-BE49-F238E27FC236}">
                <a16:creationId xmlns:a16="http://schemas.microsoft.com/office/drawing/2014/main" id="{91A98F6F-6CA9-411C-0B1E-DB7AA7403E95}"/>
              </a:ext>
            </a:extLst>
          </p:cNvPr>
          <p:cNvSpPr/>
          <p:nvPr/>
        </p:nvSpPr>
        <p:spPr>
          <a:xfrm flipH="1">
            <a:off x="7928737" y="162603"/>
            <a:ext cx="5447990" cy="6527218"/>
          </a:xfrm>
          <a:prstGeom prst="roundRect">
            <a:avLst>
              <a:gd name="adj" fmla="val 4346"/>
            </a:avLst>
          </a:prstGeom>
          <a:blipFill dpi="0" rotWithShape="1"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6497" r="-56497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  <a:sym typeface="Arial"/>
            </a:endParaRPr>
          </a:p>
        </p:txBody>
      </p:sp>
      <p:grpSp>
        <p:nvGrpSpPr>
          <p:cNvPr id="5" name="Group 48">
            <a:extLst>
              <a:ext uri="{FF2B5EF4-FFF2-40B4-BE49-F238E27FC236}">
                <a16:creationId xmlns:a16="http://schemas.microsoft.com/office/drawing/2014/main" id="{E377C1E8-DB8D-10DB-2022-2316660090B7}"/>
              </a:ext>
            </a:extLst>
          </p:cNvPr>
          <p:cNvGrpSpPr/>
          <p:nvPr/>
        </p:nvGrpSpPr>
        <p:grpSpPr>
          <a:xfrm>
            <a:off x="673510" y="480261"/>
            <a:ext cx="8150965" cy="4068629"/>
            <a:chOff x="-259865" y="976464"/>
            <a:chExt cx="6370650" cy="3179967"/>
          </a:xfrm>
        </p:grpSpPr>
        <p:sp>
          <p:nvSpPr>
            <p:cNvPr id="6" name="object 9">
              <a:extLst>
                <a:ext uri="{FF2B5EF4-FFF2-40B4-BE49-F238E27FC236}">
                  <a16:creationId xmlns:a16="http://schemas.microsoft.com/office/drawing/2014/main" id="{A4E38FF5-1F26-4ECA-DCCA-9F19F8BF26BB}"/>
                </a:ext>
              </a:extLst>
            </p:cNvPr>
            <p:cNvSpPr txBox="1">
              <a:spLocks/>
            </p:cNvSpPr>
            <p:nvPr/>
          </p:nvSpPr>
          <p:spPr>
            <a:xfrm>
              <a:off x="-259865" y="976464"/>
              <a:ext cx="6370650" cy="153897"/>
            </a:xfrm>
            <a:prstGeom prst="rect">
              <a:avLst/>
            </a:prstGeom>
          </p:spPr>
          <p:txBody>
            <a:bodyPr vert="horz" wrap="square" lIns="0" tIns="12121" rIns="0" bIns="0" rtlCol="0">
              <a:spAutoFit/>
            </a:bodyPr>
            <a:lstStyle>
              <a:lvl1pPr algn="l" defTabSz="755934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37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defTabSz="755899">
                <a:lnSpc>
                  <a:spcPct val="100000"/>
                </a:lnSpc>
                <a:spcBef>
                  <a:spcPts val="0"/>
                </a:spcBef>
                <a:buClr>
                  <a:srgbClr val="000000"/>
                </a:buClr>
              </a:pPr>
              <a:r>
                <a:rPr lang="pt-BR" sz="1200" b="1" err="1">
                  <a:solidFill>
                    <a:srgbClr val="FFFFFF"/>
                  </a:solidFill>
                  <a:latin typeface="Versos"/>
                  <a:sym typeface="Arial"/>
                </a:rPr>
                <a:t>Disclaimer</a:t>
              </a:r>
              <a:endParaRPr lang="pt-BR" sz="1200" b="1">
                <a:solidFill>
                  <a:srgbClr val="FFFFFF"/>
                </a:solidFill>
                <a:latin typeface="Versos"/>
                <a:sym typeface="Arial"/>
              </a:endParaRPr>
            </a:p>
          </p:txBody>
        </p:sp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805D06DD-BFA9-CC77-0983-B7F5582F1124}"/>
                </a:ext>
              </a:extLst>
            </p:cNvPr>
            <p:cNvSpPr txBox="1"/>
            <p:nvPr/>
          </p:nvSpPr>
          <p:spPr>
            <a:xfrm>
              <a:off x="-259864" y="1254219"/>
              <a:ext cx="5084526" cy="2902212"/>
            </a:xfrm>
            <a:prstGeom prst="rect">
              <a:avLst/>
            </a:prstGeom>
          </p:spPr>
          <p:txBody>
            <a:bodyPr vert="horz" wrap="square" lIns="0" tIns="12121" rIns="0" bIns="0" rtlCol="0">
              <a:spAutoFit/>
            </a:bodyPr>
            <a:lstStyle/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</a:pPr>
              <a:r>
                <a:rPr lang="pt-BR" sz="1050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MATERIAL DE DIVULGAÇÃO</a:t>
              </a: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</a:pPr>
              <a:endParaRPr lang="pt-BR" sz="1050" kern="0">
                <a:solidFill>
                  <a:srgbClr val="FFFFFF"/>
                </a:solidFill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</a:pPr>
              <a:r>
                <a:rPr lang="pt-BR" sz="1050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Este material foi elaborado pela Tivio Capital Distribuidora de Títulos e Valores Mobiliários S.A. e possui caráter meramente informativo. Não constitui oferta, recomendação ou aconselhamento de investimento.</a:t>
              </a: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</a:pPr>
              <a:endParaRPr lang="pt-BR" sz="1050" kern="0">
                <a:solidFill>
                  <a:srgbClr val="FFFFFF"/>
                </a:solidFill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</a:pPr>
              <a:r>
                <a:rPr lang="pt-BR" sz="1050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Antes de investir, leia a lâmina de informações básicas, se aplicável, o regulamento, o formulário de informações complementares, seus anexos e apêndices. Esses documentos e informações sobre tributação estão disponíveis em tivio.com/fundos/ e tivio.com/documentos/.</a:t>
              </a: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</a:pPr>
              <a:endParaRPr lang="pt-BR" sz="1050" kern="0">
                <a:solidFill>
                  <a:srgbClr val="FFFFFF"/>
                </a:solidFill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</a:pPr>
              <a:r>
                <a:rPr lang="pt-BR" sz="1050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Os investimentos envolvem riscos. Consulte os documentos do fundo para conhecer sua estratégia, público-alvo, condições e principais fatores de risco.</a:t>
              </a: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</a:pPr>
              <a:endParaRPr lang="pt-BR" sz="1050" kern="0">
                <a:solidFill>
                  <a:srgbClr val="FFFFFF"/>
                </a:solidFill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</a:pPr>
              <a:r>
                <a:rPr lang="pt-BR" sz="1050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Rentabilidade obtida no passado não representa garantia de resultados futuros. A rentabilidade divulgada não é líquida de impostos.</a:t>
              </a: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</a:pPr>
              <a:r>
                <a:rPr lang="pt-BR" sz="1050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Os investimentos em fundos não são garantidos pelo administrador, pelo gestor, por qualquer mecanismo de seguro ou pelo Fundo Garantidor de Crédito – FGC.</a:t>
              </a:r>
            </a:p>
            <a:p>
              <a:pPr marR="4849" algn="just" defTabSz="872755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</a:pPr>
              <a:endParaRPr lang="pt-BR" sz="1050" kern="0">
                <a:solidFill>
                  <a:srgbClr val="FFFFFF"/>
                </a:solidFill>
                <a:latin typeface="Versos Light" panose="020B0403020204030204" pitchFamily="34" charset="0"/>
                <a:cs typeface="Versos"/>
                <a:sym typeface="Arial"/>
              </a:endParaRPr>
            </a:p>
            <a:p>
              <a:pPr marR="4849" defTabSz="872755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</a:pPr>
              <a:r>
                <a:rPr lang="pt-BR" sz="1050" kern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A</a:t>
              </a:r>
              <a:r>
                <a:rPr lang="pt-BR" sz="1050" kern="0" spc="-2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 spc="-4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Tivio</a:t>
              </a:r>
              <a:r>
                <a:rPr lang="pt-BR" sz="1050" kern="0" spc="-2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 spc="-4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Capital</a:t>
              </a:r>
              <a:r>
                <a:rPr lang="pt-BR" sz="1050" kern="0" spc="-18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Distribuidora</a:t>
              </a:r>
              <a:r>
                <a:rPr lang="pt-BR" sz="1050" kern="0" spc="-2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de</a:t>
              </a:r>
              <a:r>
                <a:rPr lang="pt-BR" sz="1050" kern="0" spc="-2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 spc="-4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Títulos</a:t>
              </a:r>
              <a:r>
                <a:rPr lang="pt-BR" sz="1050" kern="0" spc="-18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e</a:t>
              </a:r>
              <a:r>
                <a:rPr lang="pt-BR" sz="1050" kern="0" spc="-2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 spc="-4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Valores</a:t>
              </a:r>
              <a:r>
                <a:rPr lang="pt-BR" sz="1050" kern="0" spc="-2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 spc="-4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Mobiliários</a:t>
              </a:r>
              <a:r>
                <a:rPr lang="pt-BR" sz="1050" kern="0" spc="-18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S.A.</a:t>
              </a:r>
              <a:r>
                <a:rPr lang="pt-BR" sz="1050" kern="0" spc="-2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integra</a:t>
              </a:r>
              <a:r>
                <a:rPr lang="pt-BR" sz="1050" kern="0" spc="-18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o</a:t>
              </a:r>
              <a:r>
                <a:rPr lang="pt-BR" sz="1050" kern="0" spc="-2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conglomerado</a:t>
              </a:r>
              <a:r>
                <a:rPr lang="pt-BR" sz="1050" kern="0" spc="-2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prudencial</a:t>
              </a:r>
              <a:r>
                <a:rPr lang="pt-BR" sz="1050" kern="0" spc="-18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liderado</a:t>
              </a:r>
              <a:r>
                <a:rPr lang="pt-BR" sz="1050" kern="0" spc="-2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pelo</a:t>
              </a:r>
              <a:r>
                <a:rPr lang="pt-BR" sz="1050" kern="0" spc="-20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 spc="-4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Banco Bradesco</a:t>
              </a:r>
              <a:r>
                <a:rPr lang="pt-BR" sz="1050" kern="0" spc="-6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 </a:t>
              </a:r>
              <a:r>
                <a:rPr lang="pt-BR" sz="1050" kern="0" spc="-8">
                  <a:solidFill>
                    <a:srgbClr val="FFFFFF"/>
                  </a:solidFill>
                  <a:latin typeface="Versos Light"/>
                  <a:cs typeface="Versos Light"/>
                  <a:sym typeface="Arial"/>
                </a:rPr>
                <a:t>S.A.</a:t>
              </a:r>
              <a:endParaRPr lang="pt-BR" sz="1050" kern="0">
                <a:solidFill>
                  <a:prstClr val="black"/>
                </a:solidFill>
                <a:latin typeface="Versos Light"/>
                <a:cs typeface="Versos Light"/>
                <a:sym typeface="Arial"/>
              </a:endParaRPr>
            </a:p>
            <a:p>
              <a:pPr marR="4849" defTabSz="872755">
                <a:spcBef>
                  <a:spcPts val="100"/>
                </a:spcBef>
                <a:spcAft>
                  <a:spcPts val="100"/>
                </a:spcAft>
                <a:buClr>
                  <a:srgbClr val="000000"/>
                </a:buClr>
              </a:pPr>
              <a:endParaRPr lang="pt-BR" sz="1050" kern="0">
                <a:solidFill>
                  <a:srgbClr val="FFFFFF"/>
                </a:solidFill>
                <a:latin typeface="Versos Light" panose="020B0403020204030204" pitchFamily="34" charset="0"/>
                <a:cs typeface="Versos"/>
                <a:sym typeface="Arial"/>
              </a:endParaRPr>
            </a:p>
          </p:txBody>
        </p:sp>
      </p:grpSp>
      <p:grpSp>
        <p:nvGrpSpPr>
          <p:cNvPr id="8" name="Group 51">
            <a:extLst>
              <a:ext uri="{FF2B5EF4-FFF2-40B4-BE49-F238E27FC236}">
                <a16:creationId xmlns:a16="http://schemas.microsoft.com/office/drawing/2014/main" id="{DE54749B-0EF8-007F-6661-8462DA81BC2B}"/>
              </a:ext>
            </a:extLst>
          </p:cNvPr>
          <p:cNvGrpSpPr/>
          <p:nvPr/>
        </p:nvGrpSpPr>
        <p:grpSpPr>
          <a:xfrm>
            <a:off x="704838" y="4662626"/>
            <a:ext cx="7093303" cy="415498"/>
            <a:chOff x="-44882" y="10020395"/>
            <a:chExt cx="5544000" cy="324746"/>
          </a:xfrm>
        </p:grpSpPr>
        <p:sp>
          <p:nvSpPr>
            <p:cNvPr id="9" name="object 4">
              <a:extLst>
                <a:ext uri="{FF2B5EF4-FFF2-40B4-BE49-F238E27FC236}">
                  <a16:creationId xmlns:a16="http://schemas.microsoft.com/office/drawing/2014/main" id="{4C36E889-0FB1-AF40-8CE5-6E09BBAD10F9}"/>
                </a:ext>
              </a:extLst>
            </p:cNvPr>
            <p:cNvSpPr txBox="1"/>
            <p:nvPr/>
          </p:nvSpPr>
          <p:spPr>
            <a:xfrm>
              <a:off x="-44882" y="10046552"/>
              <a:ext cx="5544000" cy="216498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R="4849" defTabSz="872755">
                <a:spcBef>
                  <a:spcPts val="286"/>
                </a:spcBef>
                <a:spcAft>
                  <a:spcPts val="286"/>
                </a:spcAft>
                <a:buClr>
                  <a:srgbClr val="000000"/>
                </a:buClr>
              </a:pPr>
              <a:r>
                <a:rPr lang="pt-BR" sz="900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SAC:  0800 704 8383</a:t>
              </a:r>
              <a:br>
                <a:rPr lang="pt-BR" sz="900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</a:br>
              <a:r>
                <a:rPr lang="pt-BR" sz="900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Atendimento 24 horas</a:t>
              </a:r>
            </a:p>
          </p:txBody>
        </p:sp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10B21A09-5644-2241-B0E5-FE1089AC6CBD}"/>
                </a:ext>
              </a:extLst>
            </p:cNvPr>
            <p:cNvSpPr txBox="1"/>
            <p:nvPr/>
          </p:nvSpPr>
          <p:spPr>
            <a:xfrm>
              <a:off x="1198205" y="10020395"/>
              <a:ext cx="1814362" cy="324746"/>
            </a:xfrm>
            <a:prstGeom prst="rect">
              <a:avLst/>
            </a:prstGeom>
          </p:spPr>
          <p:txBody>
            <a:bodyPr vert="horz" wrap="square" lIns="0" tIns="0" rIns="0" bIns="0" rtlCol="0" anchor="ctr" anchorCtr="0">
              <a:spAutoFit/>
            </a:bodyPr>
            <a:lstStyle/>
            <a:p>
              <a:pPr marR="4849" defTabSz="872755">
                <a:spcBef>
                  <a:spcPts val="286"/>
                </a:spcBef>
                <a:spcAft>
                  <a:spcPts val="286"/>
                </a:spcAft>
                <a:buClr>
                  <a:srgbClr val="000000"/>
                </a:buClr>
              </a:pPr>
              <a:r>
                <a:rPr lang="pt-BR" sz="900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Ouvidoria: 0800 727 9933</a:t>
              </a:r>
              <a:br>
                <a:rPr lang="pt-BR" sz="900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</a:br>
              <a:r>
                <a:rPr lang="pt-BR" sz="900" kern="0">
                  <a:solidFill>
                    <a:srgbClr val="FFFFFF"/>
                  </a:solidFill>
                  <a:latin typeface="Versos Light" panose="020B0403020204030204" pitchFamily="34" charset="0"/>
                  <a:cs typeface="Versos"/>
                  <a:sym typeface="Arial"/>
                </a:rPr>
                <a:t>Atendimento das 9h às 18h, de segunda a sexta-feira, exceto feriados nacionais</a:t>
              </a:r>
            </a:p>
          </p:txBody>
        </p:sp>
      </p:grpSp>
      <p:pic>
        <p:nvPicPr>
          <p:cNvPr id="13" name="Imagem 3">
            <a:extLst>
              <a:ext uri="{FF2B5EF4-FFF2-40B4-BE49-F238E27FC236}">
                <a16:creationId xmlns:a16="http://schemas.microsoft.com/office/drawing/2014/main" id="{B7C89F80-AE25-83FE-C771-556F3AE52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080" y="5582802"/>
            <a:ext cx="1336176" cy="495818"/>
          </a:xfrm>
          <a:prstGeom prst="rect">
            <a:avLst/>
          </a:prstGeom>
        </p:spPr>
      </p:pic>
      <p:pic>
        <p:nvPicPr>
          <p:cNvPr id="20" name="Picture 8">
            <a:extLst>
              <a:ext uri="{FF2B5EF4-FFF2-40B4-BE49-F238E27FC236}">
                <a16:creationId xmlns:a16="http://schemas.microsoft.com/office/drawing/2014/main" id="{671DA40C-F22E-A7AA-5E9F-08CA94275A95}"/>
              </a:ext>
            </a:extLst>
          </p:cNvPr>
          <p:cNvPicPr>
            <a:picLocks noChangeAspect="1"/>
          </p:cNvPicPr>
          <p:nvPr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8117" t="-23966" r="-8117" b="-23966"/>
          <a:stretch/>
        </p:blipFill>
        <p:spPr>
          <a:xfrm>
            <a:off x="5745160" y="4613025"/>
            <a:ext cx="1481220" cy="641433"/>
          </a:xfrm>
          <a:prstGeom prst="rect">
            <a:avLst/>
          </a:prstGeom>
        </p:spPr>
      </p:pic>
      <p:pic>
        <p:nvPicPr>
          <p:cNvPr id="22" name="anbima-distribuicao-de-produtos-de-investimento">
            <a:extLst>
              <a:ext uri="{FF2B5EF4-FFF2-40B4-BE49-F238E27FC236}">
                <a16:creationId xmlns:a16="http://schemas.microsoft.com/office/drawing/2014/main" id="{68E3DE08-5E12-5A43-524E-841926D589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750925" y="5637761"/>
            <a:ext cx="778650" cy="584128"/>
          </a:xfrm>
          <a:prstGeom prst="rect">
            <a:avLst/>
          </a:prstGeom>
        </p:spPr>
      </p:pic>
      <p:pic>
        <p:nvPicPr>
          <p:cNvPr id="23" name="anbima-gestao-de-recursos">
            <a:extLst>
              <a:ext uri="{FF2B5EF4-FFF2-40B4-BE49-F238E27FC236}">
                <a16:creationId xmlns:a16="http://schemas.microsoft.com/office/drawing/2014/main" id="{61122EA1-373F-A08A-D82D-043E36F7824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04837" y="5632785"/>
            <a:ext cx="779228" cy="584128"/>
          </a:xfrm>
          <a:prstGeom prst="rect">
            <a:avLst/>
          </a:prstGeom>
          <a:blipFill dpi="0"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26" name="Retângulo 3">
            <a:extLst>
              <a:ext uri="{FF2B5EF4-FFF2-40B4-BE49-F238E27FC236}">
                <a16:creationId xmlns:a16="http://schemas.microsoft.com/office/drawing/2014/main" id="{A49E4632-BF48-AEB8-6135-A0459DB240AB}"/>
              </a:ext>
            </a:extLst>
          </p:cNvPr>
          <p:cNvSpPr/>
          <p:nvPr/>
        </p:nvSpPr>
        <p:spPr>
          <a:xfrm>
            <a:off x="2813647" y="5688453"/>
            <a:ext cx="1017837" cy="4532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 defTabSz="720022">
              <a:defRPr/>
            </a:pPr>
            <a:r>
              <a:rPr lang="pt-BR" sz="945">
                <a:solidFill>
                  <a:srgbClr val="FFFFFF"/>
                </a:solidFill>
                <a:latin typeface="Versos" panose="020B0503020204030204" pitchFamily="34" charset="0"/>
                <a:cs typeface="Arial"/>
                <a:sym typeface="Arial"/>
              </a:rPr>
              <a:t>RATING S&amp;P:</a:t>
            </a:r>
          </a:p>
          <a:p>
            <a:pPr algn="ctr" defTabSz="720022">
              <a:defRPr/>
            </a:pPr>
            <a:r>
              <a:rPr lang="pt-BR" sz="2000" b="1">
                <a:solidFill>
                  <a:srgbClr val="FFFFFF"/>
                </a:solidFill>
                <a:latin typeface="Versos" panose="020B0503020204030204" pitchFamily="34" charset="0"/>
                <a:cs typeface="Arial"/>
                <a:sym typeface="Arial"/>
              </a:rPr>
              <a:t>brAMP1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3DBDC86-F35E-5F13-D0BB-74504EB84E1F}"/>
              </a:ext>
            </a:extLst>
          </p:cNvPr>
          <p:cNvSpPr txBox="1"/>
          <p:nvPr/>
        </p:nvSpPr>
        <p:spPr>
          <a:xfrm>
            <a:off x="2763637" y="6096623"/>
            <a:ext cx="98507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58">
              <a:buClr>
                <a:srgbClr val="000000"/>
              </a:buClr>
            </a:pPr>
            <a:r>
              <a:rPr lang="pt-BR" sz="500" kern="0">
                <a:solidFill>
                  <a:srgbClr val="FFFFFF"/>
                </a:solidFill>
                <a:latin typeface="Arial"/>
                <a:cs typeface="Arial"/>
                <a:sym typeface="Arial"/>
              </a:rPr>
              <a:t>Informações disponíveis em spglobal.com</a:t>
            </a:r>
          </a:p>
          <a:p>
            <a:pPr defTabSz="914358">
              <a:buClr>
                <a:srgbClr val="000000"/>
              </a:buClr>
            </a:pPr>
            <a:endParaRPr lang="pt-BR" sz="500" kern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6537DAA6-AB36-4AFC-C10A-6FD87C3718FD}"/>
              </a:ext>
            </a:extLst>
          </p:cNvPr>
          <p:cNvSpPr txBox="1"/>
          <p:nvPr/>
        </p:nvSpPr>
        <p:spPr>
          <a:xfrm>
            <a:off x="5691481" y="5647217"/>
            <a:ext cx="4620450" cy="876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554466">
              <a:defRPr/>
            </a:pPr>
            <a:r>
              <a:rPr lang="pt-BR" sz="849" kern="0">
                <a:solidFill>
                  <a:prstClr val="white"/>
                </a:solidFill>
                <a:latin typeface="Versos Light" panose="020B0403020204030204" pitchFamily="34" charset="77"/>
                <a:cs typeface="Arial"/>
                <a:sym typeface="Arial"/>
              </a:rPr>
              <a:t>Avenida Brigadeiro Faria Lima, 4.300</a:t>
            </a:r>
          </a:p>
          <a:p>
            <a:pPr defTabSz="554466">
              <a:defRPr/>
            </a:pPr>
            <a:r>
              <a:rPr lang="pt-BR" sz="849" kern="0">
                <a:solidFill>
                  <a:prstClr val="white"/>
                </a:solidFill>
                <a:latin typeface="Versos Light" panose="020B0403020204030204" pitchFamily="34" charset="77"/>
                <a:cs typeface="Arial"/>
                <a:sym typeface="Arial"/>
              </a:rPr>
              <a:t>7º andar | Vila Olímpia</a:t>
            </a:r>
          </a:p>
          <a:p>
            <a:pPr defTabSz="554466">
              <a:defRPr/>
            </a:pPr>
            <a:r>
              <a:rPr lang="pt-BR" sz="849" kern="0">
                <a:solidFill>
                  <a:prstClr val="white"/>
                </a:solidFill>
                <a:latin typeface="Versos Light" panose="020B0403020204030204" pitchFamily="34" charset="77"/>
                <a:cs typeface="Arial"/>
                <a:sym typeface="Arial"/>
              </a:rPr>
              <a:t>CEP 04538-132 | São Paulo</a:t>
            </a:r>
          </a:p>
          <a:p>
            <a:pPr defTabSz="554466">
              <a:defRPr/>
            </a:pPr>
            <a:endParaRPr lang="pt-BR" sz="849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  <a:p>
            <a:pPr defTabSz="554466">
              <a:defRPr/>
            </a:pPr>
            <a:r>
              <a:rPr lang="pt-BR" sz="849" b="1" kern="0">
                <a:solidFill>
                  <a:prstClr val="white"/>
                </a:solidFill>
                <a:latin typeface="Versos" panose="020B0503020204030204" pitchFamily="34" charset="77"/>
                <a:cs typeface="Arial"/>
                <a:sym typeface="Arial"/>
              </a:rPr>
              <a:t>www.tivio.com</a:t>
            </a:r>
          </a:p>
          <a:p>
            <a:pPr defTabSz="554466">
              <a:defRPr/>
            </a:pPr>
            <a:endParaRPr lang="pt-BR" sz="849" kern="0">
              <a:solidFill>
                <a:prstClr val="white"/>
              </a:solidFill>
              <a:latin typeface="Versos" panose="020B0503020204030204" pitchFamily="34" charset="77"/>
              <a:cs typeface="Arial"/>
              <a:sym typeface="Arial"/>
            </a:endParaRPr>
          </a:p>
        </p:txBody>
      </p:sp>
      <p:pic>
        <p:nvPicPr>
          <p:cNvPr id="24" name="Imagem 34" descr="Uma imagem contendo Forma&#10;&#10;O conteúdo gerado por IA pode estar incorreto.">
            <a:extLst>
              <a:ext uri="{FF2B5EF4-FFF2-40B4-BE49-F238E27FC236}">
                <a16:creationId xmlns:a16="http://schemas.microsoft.com/office/drawing/2014/main" id="{B000A4D6-60A7-F0D3-D870-B2A1B6E5B0DB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588212" y="4206209"/>
            <a:ext cx="11687163" cy="24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908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Tivio Capital - Imobiliário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759DB4"/>
      </a:accent3>
      <a:accent4>
        <a:srgbClr val="ABC6CD"/>
      </a:accent4>
      <a:accent5>
        <a:srgbClr val="557F97"/>
      </a:accent5>
      <a:accent6>
        <a:srgbClr val="313C40"/>
      </a:accent6>
      <a:hlink>
        <a:srgbClr val="3C4A60"/>
      </a:hlink>
      <a:folHlink>
        <a:srgbClr val="92D3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50E25B5D-1556-B24B-ADD9-1B5BA9A03DD3}" vid="{FAC439FC-A8CE-E54A-8A54-8941007EAD9B}"/>
    </a:ext>
  </a:extLst>
</a:theme>
</file>

<file path=ppt/theme/theme2.xml><?xml version="1.0" encoding="utf-8"?>
<a:theme xmlns:a="http://schemas.openxmlformats.org/drawingml/2006/main" name="1_Office Theme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Versos">
      <a:majorFont>
        <a:latin typeface="Versos"/>
        <a:ea typeface=""/>
        <a:cs typeface=""/>
      </a:majorFont>
      <a:minorFont>
        <a:latin typeface="Vers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ontracapa e Disclaimer">
  <a:themeElements>
    <a:clrScheme name="Tivio Capital - Imobiliário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759DB4"/>
      </a:accent3>
      <a:accent4>
        <a:srgbClr val="ABC6CD"/>
      </a:accent4>
      <a:accent5>
        <a:srgbClr val="557F97"/>
      </a:accent5>
      <a:accent6>
        <a:srgbClr val="313C40"/>
      </a:accent6>
      <a:hlink>
        <a:srgbClr val="3C4A60"/>
      </a:hlink>
      <a:folHlink>
        <a:srgbClr val="92D3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50E25B5D-1556-B24B-ADD9-1B5BA9A03DD3}" vid="{FAC439FC-A8CE-E54A-8A54-8941007EAD9B}"/>
    </a:ext>
  </a:extLst>
</a:theme>
</file>

<file path=ppt/theme/theme5.xml><?xml version="1.0" encoding="utf-8"?>
<a:theme xmlns:a="http://schemas.openxmlformats.org/drawingml/2006/main" name="2_Conteúdo">
  <a:themeElements>
    <a:clrScheme name="Tivio Capital - Imobiliário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759DB4"/>
      </a:accent3>
      <a:accent4>
        <a:srgbClr val="ABC6CD"/>
      </a:accent4>
      <a:accent5>
        <a:srgbClr val="557F97"/>
      </a:accent5>
      <a:accent6>
        <a:srgbClr val="313C40"/>
      </a:accent6>
      <a:hlink>
        <a:srgbClr val="3C4A60"/>
      </a:hlink>
      <a:folHlink>
        <a:srgbClr val="92D3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50E25B5D-1556-B24B-ADD9-1B5BA9A03DD3}" vid="{FAC439FC-A8CE-E54A-8A54-8941007EAD9B}"/>
    </a:ext>
  </a:extLst>
</a:theme>
</file>

<file path=ppt/theme/theme6.xml><?xml version="1.0" encoding="utf-8"?>
<a:theme xmlns:a="http://schemas.openxmlformats.org/drawingml/2006/main" name="4_Office Theme">
  <a:themeElements>
    <a:clrScheme name="Tivio Capital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3C4A60"/>
      </a:accent3>
      <a:accent4>
        <a:srgbClr val="759DB4"/>
      </a:accent4>
      <a:accent5>
        <a:srgbClr val="637881"/>
      </a:accent5>
      <a:accent6>
        <a:srgbClr val="ABC6CD"/>
      </a:accent6>
      <a:hlink>
        <a:srgbClr val="E6EDF1"/>
      </a:hlink>
      <a:folHlink>
        <a:srgbClr val="C1F4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Office Theme">
  <a:themeElements>
    <a:clrScheme name="Tivio Capital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3C4A60"/>
      </a:accent3>
      <a:accent4>
        <a:srgbClr val="759DB4"/>
      </a:accent4>
      <a:accent5>
        <a:srgbClr val="637881"/>
      </a:accent5>
      <a:accent6>
        <a:srgbClr val="ABC6CD"/>
      </a:accent6>
      <a:hlink>
        <a:srgbClr val="E6EDF1"/>
      </a:hlink>
      <a:folHlink>
        <a:srgbClr val="C1F4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3_Office Theme">
  <a:themeElements>
    <a:clrScheme name="Tivio Capital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3C4A60"/>
      </a:accent3>
      <a:accent4>
        <a:srgbClr val="759DB4"/>
      </a:accent4>
      <a:accent5>
        <a:srgbClr val="637881"/>
      </a:accent5>
      <a:accent6>
        <a:srgbClr val="ABC6CD"/>
      </a:accent6>
      <a:hlink>
        <a:srgbClr val="E6EDF1"/>
      </a:hlink>
      <a:folHlink>
        <a:srgbClr val="C1F4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apa &amp; Contracapas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Versos">
      <a:majorFont>
        <a:latin typeface="Versos"/>
        <a:ea typeface=""/>
        <a:cs typeface=""/>
      </a:majorFont>
      <a:minorFont>
        <a:latin typeface="Vers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6" id="{008A60D7-8AD3-40AD-AF2B-FE42C92C0F28}" vid="{B35C2925-6627-42DB-BA87-F525B35BF27A}"/>
    </a:ext>
  </a:extLst>
</a:theme>
</file>

<file path=ppt/theme/theme10.xml><?xml version="1.0" encoding="utf-8"?>
<a:theme xmlns:a="http://schemas.openxmlformats.org/drawingml/2006/main" name="3_Tema1">
  <a:themeElements>
    <a:clrScheme name="Tivio Capital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3C4A60"/>
      </a:accent3>
      <a:accent4>
        <a:srgbClr val="759DB4"/>
      </a:accent4>
      <a:accent5>
        <a:srgbClr val="637881"/>
      </a:accent5>
      <a:accent6>
        <a:srgbClr val="ABC6CD"/>
      </a:accent6>
      <a:hlink>
        <a:srgbClr val="E6EDF1"/>
      </a:hlink>
      <a:folHlink>
        <a:srgbClr val="C1F4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50E25B5D-1556-B24B-ADD9-1B5BA9A03DD3}" vid="{FAC439FC-A8CE-E54A-8A54-8941007EAD9B}"/>
    </a:ext>
  </a:extLst>
</a:theme>
</file>

<file path=ppt/theme/theme11.xml><?xml version="1.0" encoding="utf-8"?>
<a:theme xmlns:a="http://schemas.openxmlformats.org/drawingml/2006/main" name="Conteúdo">
  <a:themeElements>
    <a:clrScheme name="Tivio - Paleta de Cores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759DB3"/>
      </a:accent1>
      <a:accent2>
        <a:srgbClr val="C0F4D3"/>
      </a:accent2>
      <a:accent3>
        <a:srgbClr val="92D3AB"/>
      </a:accent3>
      <a:accent4>
        <a:srgbClr val="3C4A60"/>
      </a:accent4>
      <a:accent5>
        <a:srgbClr val="E6EDF1"/>
      </a:accent5>
      <a:accent6>
        <a:srgbClr val="ABC6CD"/>
      </a:accent6>
      <a:hlink>
        <a:srgbClr val="63E392"/>
      </a:hlink>
      <a:folHlink>
        <a:srgbClr val="ACC4D1"/>
      </a:folHlink>
    </a:clrScheme>
    <a:fontScheme name="Versos">
      <a:majorFont>
        <a:latin typeface="Versos"/>
        <a:ea typeface=""/>
        <a:cs typeface=""/>
      </a:majorFont>
      <a:minorFont>
        <a:latin typeface="Vers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6" id="{008A60D7-8AD3-40AD-AF2B-FE42C92C0F28}" vid="{25A09BC4-A89F-4BF4-8187-D91F312EEAE4}"/>
    </a:ext>
  </a:extLst>
</a:theme>
</file>

<file path=ppt/theme/theme12.xml><?xml version="1.0" encoding="utf-8"?>
<a:theme xmlns:a="http://schemas.openxmlformats.org/drawingml/2006/main" name="1_Tema1">
  <a:themeElements>
    <a:clrScheme name="Tivio Capital - Imobiliário">
      <a:dk1>
        <a:srgbClr val="000000"/>
      </a:dk1>
      <a:lt1>
        <a:srgbClr val="FFFFFF"/>
      </a:lt1>
      <a:dk2>
        <a:srgbClr val="637881"/>
      </a:dk2>
      <a:lt2>
        <a:srgbClr val="E6EDF1"/>
      </a:lt2>
      <a:accent1>
        <a:srgbClr val="92D3AB"/>
      </a:accent1>
      <a:accent2>
        <a:srgbClr val="C1F4D4"/>
      </a:accent2>
      <a:accent3>
        <a:srgbClr val="759DB4"/>
      </a:accent3>
      <a:accent4>
        <a:srgbClr val="ABC6CD"/>
      </a:accent4>
      <a:accent5>
        <a:srgbClr val="557F97"/>
      </a:accent5>
      <a:accent6>
        <a:srgbClr val="313C40"/>
      </a:accent6>
      <a:hlink>
        <a:srgbClr val="3C4A60"/>
      </a:hlink>
      <a:folHlink>
        <a:srgbClr val="92D3A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50E25B5D-1556-B24B-ADD9-1B5BA9A03DD3}" vid="{FAC439FC-A8CE-E54A-8A54-8941007EAD9B}"/>
    </a:ext>
  </a:extLst>
</a:theme>
</file>

<file path=ppt/theme/theme1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Tivio Capital">
    <a:dk1>
      <a:srgbClr val="000000"/>
    </a:dk1>
    <a:lt1>
      <a:srgbClr val="FFFFFF"/>
    </a:lt1>
    <a:dk2>
      <a:srgbClr val="637881"/>
    </a:dk2>
    <a:lt2>
      <a:srgbClr val="E6EDF1"/>
    </a:lt2>
    <a:accent1>
      <a:srgbClr val="92D3AB"/>
    </a:accent1>
    <a:accent2>
      <a:srgbClr val="C1F4D4"/>
    </a:accent2>
    <a:accent3>
      <a:srgbClr val="3C4A60"/>
    </a:accent3>
    <a:accent4>
      <a:srgbClr val="759DB4"/>
    </a:accent4>
    <a:accent5>
      <a:srgbClr val="637881"/>
    </a:accent5>
    <a:accent6>
      <a:srgbClr val="ABC6CD"/>
    </a:accent6>
    <a:hlink>
      <a:srgbClr val="E6EDF1"/>
    </a:hlink>
    <a:folHlink>
      <a:srgbClr val="C1F4D4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Tivio - Paleta de Cores">
    <a:dk1>
      <a:srgbClr val="000000"/>
    </a:dk1>
    <a:lt1>
      <a:srgbClr val="FFFFFF"/>
    </a:lt1>
    <a:dk2>
      <a:srgbClr val="637881"/>
    </a:dk2>
    <a:lt2>
      <a:srgbClr val="E6EDF1"/>
    </a:lt2>
    <a:accent1>
      <a:srgbClr val="759DB3"/>
    </a:accent1>
    <a:accent2>
      <a:srgbClr val="C0F4D3"/>
    </a:accent2>
    <a:accent3>
      <a:srgbClr val="92D3AB"/>
    </a:accent3>
    <a:accent4>
      <a:srgbClr val="3C4A60"/>
    </a:accent4>
    <a:accent5>
      <a:srgbClr val="E6EDF1"/>
    </a:accent5>
    <a:accent6>
      <a:srgbClr val="ABC6CD"/>
    </a:accent6>
    <a:hlink>
      <a:srgbClr val="63E392"/>
    </a:hlink>
    <a:folHlink>
      <a:srgbClr val="ACC4D1"/>
    </a:folHlink>
  </a:clrScheme>
  <a:fontScheme name="Versos">
    <a:majorFont>
      <a:latin typeface="Versos"/>
      <a:ea typeface=""/>
      <a:cs typeface=""/>
    </a:majorFont>
    <a:minorFont>
      <a:latin typeface="Versos Light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Tivio Capital">
    <a:dk1>
      <a:srgbClr val="000000"/>
    </a:dk1>
    <a:lt1>
      <a:srgbClr val="FFFFFF"/>
    </a:lt1>
    <a:dk2>
      <a:srgbClr val="637881"/>
    </a:dk2>
    <a:lt2>
      <a:srgbClr val="E6EDF1"/>
    </a:lt2>
    <a:accent1>
      <a:srgbClr val="92D3AB"/>
    </a:accent1>
    <a:accent2>
      <a:srgbClr val="C1F4D4"/>
    </a:accent2>
    <a:accent3>
      <a:srgbClr val="3C4A60"/>
    </a:accent3>
    <a:accent4>
      <a:srgbClr val="759DB4"/>
    </a:accent4>
    <a:accent5>
      <a:srgbClr val="637881"/>
    </a:accent5>
    <a:accent6>
      <a:srgbClr val="ABC6CD"/>
    </a:accent6>
    <a:hlink>
      <a:srgbClr val="E6EDF1"/>
    </a:hlink>
    <a:folHlink>
      <a:srgbClr val="C1F4D4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Tivio Capital">
    <a:dk1>
      <a:srgbClr val="000000"/>
    </a:dk1>
    <a:lt1>
      <a:srgbClr val="FFFFFF"/>
    </a:lt1>
    <a:dk2>
      <a:srgbClr val="637881"/>
    </a:dk2>
    <a:lt2>
      <a:srgbClr val="E6EDF1"/>
    </a:lt2>
    <a:accent1>
      <a:srgbClr val="92D3AB"/>
    </a:accent1>
    <a:accent2>
      <a:srgbClr val="C1F4D4"/>
    </a:accent2>
    <a:accent3>
      <a:srgbClr val="3C4A60"/>
    </a:accent3>
    <a:accent4>
      <a:srgbClr val="759DB4"/>
    </a:accent4>
    <a:accent5>
      <a:srgbClr val="637881"/>
    </a:accent5>
    <a:accent6>
      <a:srgbClr val="ABC6CD"/>
    </a:accent6>
    <a:hlink>
      <a:srgbClr val="E6EDF1"/>
    </a:hlink>
    <a:folHlink>
      <a:srgbClr val="C1F4D4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9B3E74B8F57042982E3E9D39FC0152" ma:contentTypeVersion="14" ma:contentTypeDescription="Crie um novo documento." ma:contentTypeScope="" ma:versionID="3fd0dc2c73f6478acced112ab3406c62">
  <xsd:schema xmlns:xsd="http://www.w3.org/2001/XMLSchema" xmlns:xs="http://www.w3.org/2001/XMLSchema" xmlns:p="http://schemas.microsoft.com/office/2006/metadata/properties" xmlns:ns2="e1c0b7a1-8647-479a-bc8f-582142d8bc0f" xmlns:ns3="9a684d71-d6fd-4deb-80ab-4273818deab9" targetNamespace="http://schemas.microsoft.com/office/2006/metadata/properties" ma:root="true" ma:fieldsID="73d7f55b3be2760303eeb4385bcb2cf7" ns2:_="" ns3:_="">
    <xsd:import namespace="e1c0b7a1-8647-479a-bc8f-582142d8bc0f"/>
    <xsd:import namespace="9a684d71-d6fd-4deb-80ab-4273818deab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c0b7a1-8647-479a-bc8f-582142d8bc0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c4e30347-7a5e-4e48-9fe7-ea4e92c09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84d71-d6fd-4deb-80ab-4273818deab9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b44a9ff-42ad-4979-a12e-387190d0cadf}" ma:internalName="TaxCatchAll" ma:showField="CatchAllData" ma:web="9a684d71-d6fd-4deb-80ab-4273818dea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c0b7a1-8647-479a-bc8f-582142d8bc0f">
      <Terms xmlns="http://schemas.microsoft.com/office/infopath/2007/PartnerControls"/>
    </lcf76f155ced4ddcb4097134ff3c332f>
    <TaxCatchAll xmlns="9a684d71-d6fd-4deb-80ab-4273818deab9" xsi:nil="true"/>
  </documentManagement>
</p:properties>
</file>

<file path=customXml/itemProps1.xml><?xml version="1.0" encoding="utf-8"?>
<ds:datastoreItem xmlns:ds="http://schemas.openxmlformats.org/officeDocument/2006/customXml" ds:itemID="{AA1AB1E8-6757-43B1-8431-9C733B3E48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8CD9A2-5DA4-4CFD-A1DC-2646467A7FB9}">
  <ds:schemaRefs>
    <ds:schemaRef ds:uri="9a684d71-d6fd-4deb-80ab-4273818deab9"/>
    <ds:schemaRef ds:uri="e1c0b7a1-8647-479a-bc8f-582142d8bc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D6E5F67-F999-4D8D-992E-5CBEC813EAB9}">
  <ds:schemaRefs>
    <ds:schemaRef ds:uri="http://schemas.microsoft.com/office/2006/documentManagement/types"/>
    <ds:schemaRef ds:uri="http://schemas.microsoft.com/office/2006/metadata/properties"/>
    <ds:schemaRef ds:uri="http://www.w3.org/XML/1998/namespace"/>
    <ds:schemaRef ds:uri="e1c0b7a1-8647-479a-bc8f-582142d8bc0f"/>
    <ds:schemaRef ds:uri="9a684d71-d6fd-4deb-80ab-4273818deab9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1b68a0e7-8c4a-4119-a9fe-c55d0d05c305}" enabled="1" method="Standard" siteId="{28bfc1cb-5aa5-436f-9b59-4bbea6096ae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6110</Words>
  <Application>Microsoft Office PowerPoint</Application>
  <PresentationFormat>Widescreen</PresentationFormat>
  <Paragraphs>1216</Paragraphs>
  <Slides>56</Slides>
  <Notes>40</Notes>
  <HiddenSlides>4</HiddenSlides>
  <MMClips>2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56</vt:i4>
      </vt:variant>
    </vt:vector>
  </HeadingPairs>
  <TitlesOfParts>
    <vt:vector size="79" baseType="lpstr">
      <vt:lpstr>Arial</vt:lpstr>
      <vt:lpstr>Versos</vt:lpstr>
      <vt:lpstr>Versos-BoldItalic</vt:lpstr>
      <vt:lpstr>Versos-Light</vt:lpstr>
      <vt:lpstr>Wingdings,Sans-Serif</vt:lpstr>
      <vt:lpstr>Aptos</vt:lpstr>
      <vt:lpstr>Versos Light</vt:lpstr>
      <vt:lpstr>Versos SemiBold</vt:lpstr>
      <vt:lpstr>Versos ExtraBold</vt:lpstr>
      <vt:lpstr>Calibri</vt:lpstr>
      <vt:lpstr>Wingdings</vt:lpstr>
      <vt:lpstr>Tema1</vt:lpstr>
      <vt:lpstr>1_Office Theme</vt:lpstr>
      <vt:lpstr>2_Office Theme</vt:lpstr>
      <vt:lpstr>Contracapa e Disclaimer</vt:lpstr>
      <vt:lpstr>2_Conteúdo</vt:lpstr>
      <vt:lpstr>4_Office Theme</vt:lpstr>
      <vt:lpstr>5_Office Theme</vt:lpstr>
      <vt:lpstr>3_Office Theme</vt:lpstr>
      <vt:lpstr>Capa &amp; Contracapas</vt:lpstr>
      <vt:lpstr>3_Tema1</vt:lpstr>
      <vt:lpstr>Conteúdo</vt:lpstr>
      <vt:lpstr>1_Tema1</vt:lpstr>
      <vt:lpstr>PowerPoint Presentation</vt:lpstr>
      <vt:lpstr>Índice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Thais Arias</dc:creator>
  <cp:lastModifiedBy>Renan Chaves</cp:lastModifiedBy>
  <cp:revision>1</cp:revision>
  <dcterms:created xsi:type="dcterms:W3CDTF">2025-06-06T12:44:57Z</dcterms:created>
  <dcterms:modified xsi:type="dcterms:W3CDTF">2026-10-06T20:21:39Z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0x010100CF9B3E74B8F57042982E3E9D39FC0152</vt:lpwstr>
  </property>
  <property fmtid="{D5CDD505-2E9C-101B-9397-08002B2CF9AE}" pid="3" name="MediaServiceImageTags">
    <vt:lpwstr/>
  </property>
</Properties>
</file>